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notesSlides/notesSlide2.xml" ContentType="application/vnd.openxmlformats-officedocument.presentationml.notesSlide+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386.xml" ContentType="application/inkml+xml"/>
  <Override PartName="/ppt/notesSlides/notesSlide7.xml" ContentType="application/vnd.openxmlformats-officedocument.presentationml.notesSlide+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notesSlides/notesSlide10.xml" ContentType="application/vnd.openxmlformats-officedocument.presentationml.notesSlide+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notesSlides/notesSlide11.xml" ContentType="application/vnd.openxmlformats-officedocument.presentationml.notesSlide+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497.xml" ContentType="application/inkml+xml"/>
  <Override PartName="/ppt/ink/ink498.xml" ContentType="application/inkml+xml"/>
  <Override PartName="/ppt/ink/ink499.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500.xml" ContentType="application/inkml+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1" r:id="rId4"/>
    <p:sldMasterId id="2147483703" r:id="rId5"/>
    <p:sldMasterId id="2147483716" r:id="rId6"/>
    <p:sldMasterId id="2147483729" r:id="rId7"/>
    <p:sldMasterId id="2147483743" r:id="rId8"/>
    <p:sldMasterId id="2147483747" r:id="rId9"/>
  </p:sldMasterIdLst>
  <p:notesMasterIdLst>
    <p:notesMasterId r:id="rId70"/>
  </p:notesMasterIdLst>
  <p:sldIdLst>
    <p:sldId id="256" r:id="rId10"/>
    <p:sldId id="3020" r:id="rId11"/>
    <p:sldId id="4197" r:id="rId12"/>
    <p:sldId id="2657" r:id="rId13"/>
    <p:sldId id="2627" r:id="rId14"/>
    <p:sldId id="2573" r:id="rId15"/>
    <p:sldId id="2583" r:id="rId16"/>
    <p:sldId id="2577" r:id="rId17"/>
    <p:sldId id="2576" r:id="rId18"/>
    <p:sldId id="2579" r:id="rId19"/>
    <p:sldId id="2580" r:id="rId20"/>
    <p:sldId id="2581" r:id="rId21"/>
    <p:sldId id="2586" r:id="rId22"/>
    <p:sldId id="2590" r:id="rId23"/>
    <p:sldId id="2592" r:id="rId24"/>
    <p:sldId id="2595" r:id="rId25"/>
    <p:sldId id="2588" r:id="rId26"/>
    <p:sldId id="2379" r:id="rId27"/>
    <p:sldId id="2389" r:id="rId28"/>
    <p:sldId id="2606" r:id="rId29"/>
    <p:sldId id="2609" r:id="rId30"/>
    <p:sldId id="2610" r:id="rId31"/>
    <p:sldId id="2393" r:id="rId32"/>
    <p:sldId id="2394" r:id="rId33"/>
    <p:sldId id="2395" r:id="rId34"/>
    <p:sldId id="2396" r:id="rId35"/>
    <p:sldId id="2397" r:id="rId36"/>
    <p:sldId id="4167" r:id="rId37"/>
    <p:sldId id="4181" r:id="rId38"/>
    <p:sldId id="4182" r:id="rId39"/>
    <p:sldId id="4183" r:id="rId40"/>
    <p:sldId id="4184" r:id="rId41"/>
    <p:sldId id="4185" r:id="rId42"/>
    <p:sldId id="4186" r:id="rId43"/>
    <p:sldId id="4187" r:id="rId44"/>
    <p:sldId id="4188" r:id="rId45"/>
    <p:sldId id="4189" r:id="rId46"/>
    <p:sldId id="4190" r:id="rId47"/>
    <p:sldId id="2031" r:id="rId48"/>
    <p:sldId id="4193" r:id="rId49"/>
    <p:sldId id="2032" r:id="rId50"/>
    <p:sldId id="2558" r:id="rId51"/>
    <p:sldId id="2542" r:id="rId52"/>
    <p:sldId id="2547" r:id="rId53"/>
    <p:sldId id="2543" r:id="rId54"/>
    <p:sldId id="2544" r:id="rId55"/>
    <p:sldId id="4194" r:id="rId56"/>
    <p:sldId id="4195" r:id="rId57"/>
    <p:sldId id="2545" r:id="rId58"/>
    <p:sldId id="4198" r:id="rId59"/>
    <p:sldId id="4199" r:id="rId60"/>
    <p:sldId id="4200" r:id="rId61"/>
    <p:sldId id="4201" r:id="rId62"/>
    <p:sldId id="2551" r:id="rId63"/>
    <p:sldId id="2552" r:id="rId64"/>
    <p:sldId id="2553" r:id="rId65"/>
    <p:sldId id="2555" r:id="rId66"/>
    <p:sldId id="2556" r:id="rId67"/>
    <p:sldId id="2557" r:id="rId68"/>
    <p:sldId id="319" r:id="rId6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3EF211-E8B0-4F73-B020-F0332A32C9B0}">
  <a:tblStyle styleId="{1B3EF211-E8B0-4F73-B020-F0332A32C9B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7943" autoAdjust="0"/>
    <p:restoredTop sz="94660"/>
  </p:normalViewPr>
  <p:slideViewPr>
    <p:cSldViewPr snapToGrid="0">
      <p:cViewPr varScale="1">
        <p:scale>
          <a:sx n="61" d="100"/>
          <a:sy n="61" d="100"/>
        </p:scale>
        <p:origin x="88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74"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slide" Target="slides/slide60.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 Type="http://schemas.openxmlformats.org/officeDocument/2006/relationships/slideMaster" Target="slideMasters/slideMaster4.xml"/><Relationship Id="rId71"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4:47.195"/>
    </inkml:context>
    <inkml:brush xml:id="br0">
      <inkml:brushProperty name="width" value="0.025" units="cm"/>
      <inkml:brushProperty name="height" value="0.025" units="cm"/>
    </inkml:brush>
  </inkml:definitions>
  <inkml:trace contextRef="#ctx0" brushRef="#br0">37 291 9425,'-23'7'1317,"9"-3"6204,23-14-3527,-5 7-3702,0 1 0,1 0-1,-1 0 1,1 0 0,-1 0-1,1 1 1,0-1 0,0 1-1,0 0 1,0 1-1,0-1 1,0 1 0,9 1-1,13-2 277,188-27 2153,228-24-364,221 4-1576,-557 42-781,109-13 0,-93 9 0,-102 9-67,-17 1-333,-3-3-3170,-1-4 2408,1 0-1,-1-1 1,0 1 0,0 0 0,0 0-1,-1 0 1,-1 0 0,-3-13 0,4 12-4786,1-12-3390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4:48.779"/>
    </inkml:context>
    <inkml:brush xml:id="br0">
      <inkml:brushProperty name="width" value="0.025" units="cm"/>
      <inkml:brushProperty name="height" value="0.025" units="cm"/>
    </inkml:brush>
  </inkml:definitions>
  <inkml:trace contextRef="#ctx0" brushRef="#br0">46 144 8345,'-29'0'848,"13"0"7528,17 0-8292,0 0 1,1 0-1,-1 0 0,0 0 1,0 1-1,0-1 0,1 1 1,-1-1-1,0 1 0,0-1 1,0 1-1,0-1 0,0 1 1,1 1-1,0-1 14,0 1 0,-1-1-1,1 0 1,0 0 0,0 0 0,0-1-1,-1 1 1,1 0 0,0-1 0,0 1-1,4 0 1,129 9 1880,14-4-1171,-64-5-628,-34 2-76,158-2 244,89-8-100,-119 7-193,212-7 46,544 28-18,-800-10-92,98 2 114,223-31 247,-232-8 13,154-15 558,-81 14 172,-206 24-641,6-1 152,73-3 714,-145 6-1002,-1 0 0,26-5 0,-20-2 173,13-1 1695,-84 9-2159,17-2 64,-9-8-4208,14 5 1883,12 3 1125,1 0 0,0-1-1,-1 0 1,-7-4 0,-9-9-6467,11 3-2806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3.368"/>
    </inkml:context>
    <inkml:brush xml:id="br0">
      <inkml:brushProperty name="width" value="0.035" units="cm"/>
      <inkml:brushProperty name="height" value="0.035" units="cm"/>
    </inkml:brush>
  </inkml:definitions>
  <inkml:trace contextRef="#ctx0" brushRef="#br0">9986 624 6197,'-1'1'56,"1"-1"0,0 1 0,0-1 0,0 1 0,0-1 0,-1 1 0,1-1 0,0 1 0,0-1 0,-1 1 0,1-1 0,0 0 0,-1 1 1,1-1-1,0 1 0,-1-1 0,1 0 0,-1 1 0,1-1 0,-1 0 0,1 0 0,0 1 0,-1-1 0,1 0 0,-1 0 0,1 0 0,-1 0 1,1 1-1,-1-1 0,0 0 0,0 0 0,-7-4 7482,22-6-6806,-14 10-656,0 0 0,0 0-1,1 0 1,-1 0-1,0-1 1,0 1 0,1 0-1,-1 0 1,0 0-1,0 0 1,0 0 0,1-1-1,-1 1 1,0 0-1,0 0 1,0 0 0,1-1-1,-1 1 1,0 0-1,0 0 1,0 0 0,0-1-1,0 1 1,1 0-1,-1 0 1,0-1 0,0 1-1,0 0 1,0 0-1,0-1 1,0 1 0,0 0-1,0-1 1,0 1-1,0 0 1,0 0 0,0-1-1,0 1 1,0 0-1,0 0 1,-1-1 0,1 1-1,0 0 1,0 0-1,0-1 1,0 1 0,0 0-1,-1 0 1,1 0-1,0-1 1,0 1 0,0 0-1,-1 0 1,1 0-1,0-1 1,0 1 0,0 0-1,-1 0 1,1 0-1,0 0 1,0 0 0,-1 0-1,1 0 1,-1 0-1,-29-7-131,-4 0 204,10 0-145,-38-8 1,-6 0 52,-96-21-78,-71-15 56,6 1 31,144 23-51,-65-17-17,102 36 11,-48-12 12,-287-45-32,125 26 3,214 31 8,-10-1 6,-79-25 1,39 8-37,25 8 77,-114-25-53,124 31 17,37 9-4,-34-2 0,8 2-8,25 0 11,-10-3-21,0 3 1,-45 0-1,43 2 36,-40-6-1,20 2-11,-39 0 22,-50-4-40,-66 5-12,80 5 9,-317-3-32,235 3 42,199-1 8,-352 10-92,203-1 133,-47 4-36,35 0 12,-6 2 18,142-12-49,-51-3-1,6 0-1,-73-3 23,35-1-2,94 3-9,-27-5 1,-22-1-17,-199-7-57,-72 10 42,36 1 74,188 5-78,76 0 51,-73-6 0,97 2-24,-40-6 42,-89 1-1,17 0-20,16 0-20,117 7 1,-331 10-84,220-2 108,-51 5-14,22-2-42,-3 0 54,-12 4-118,56-7 156,68-6-43,-33-3 1,41 0-5,1 2 0,-32 3 1,32-1 2,-31-1 1,37-2-9,0 0 0,-1 2 0,-23 4 0,-150 40-4,134-30-40,1 4 0,-76 36 1,83-34 60,30-13-51,0 0 0,0 1-1,-23 17 1,3 0 76,29-22-45,1 2 1,0-1-1,0 2 1,0-1-1,1 1 1,0 0-1,1 1 1,0 0-1,1 1 1,-1-1-1,2 1 1,-1 1-1,1-1 1,-5 16-1,6-13-7,1 1 1,1 0-1,0 1 1,1-1-1,1 0 1,0 1-1,2 27 1,5 13-24,19 75 0,3 24 81,-22-118-20,15 54 1,-12-54 5,-7-29-31,0 0 0,1-1 0,-1 1 0,2-1 1,-1 1-1,1-1 0,-1 0 0,8 7 0,2 2 39,25 21 0,-34-33-48,5 6 9,-1 0 1,0 1-1,9 12 1,-11-12-1,1-1 0,0 0 0,16 15 0,51 32-16,-39-29 19,0 0 1,30 33-1,8 7 9,-29-29-116,84 68 160,-74-64-106,2 0 102,79 42 1,-98-61-52,58 30 12,56 36-11,-74-38 23,-39-27-46,0 1 0,51 47 1,58 59 41,-97-87-60,102 75 72,-91-74-40,197 134 11,-89-66-24,-75-48 52,134 98-12,-35-24 24,-102-76-100,141 94 83,7-10 1,267 120-1,138 25 30,-639-290-67,394 189 73,-256-110-43,173 110-34,-176-98 33,28 21-20,575 376-8,-457-311-34,-114-75 41,262 117 0,-399-205-4,12 6 1,64 19 0,-12-10-9,67 19 8,-117-35 21,66 31 0,-34-13-13,-65-27-8,-1 1 1,0 0 0,17 13-1,21 10 28,79 41 68,-19-21 9,11 6-24,-83-39-55,44 24 0,16 17 6,142 110 1,-148-101 31,8 6-5,-74-51-14,0-1 0,1-2 0,1-1 0,34 14 1,-6-8 33,84 22 1,193 35-18,-175-59-23,-155-21-40,-1 0 0,1-1 0,0 0 0,-1 0-1,1 0 1,10-2 0,22-2 51,-31 4-45,0-1-1,0 0 1,0 0 0,0-1 0,0 0-1,-1 0 1,1 0 0,0-1 0,-1 0-1,0-1 1,0 1 0,0-1 0,10-8-1,-8 5 31,-1 0 1,0 0-1,0-1 0,0 0 0,-1 0 0,-1-1 0,1 0 1,-1 0-1,5-12 0,5-18 279,0 0 0,-3-1 0,12-66 1,-8 18 79,-7 45-73,4-54 0,9-219 307,4-38-179,-8-181-63,-17 441-234,-9-201 202,-10 53-40,10 164-263,-39-271 226,14 188-183,-92-371 281,60 343-252,-32-117-29,49 139-105,9 36 57,26 84-20,-17-69 34,25 87-49,-7-28-1,3 0-1,-2-75 1,10 77-14,0 6-16,2 0 0,13-89 0,20-58-20,12-67-3,-20 92 5,-21 124 31,0-93 0,-5 124 3,-1-26 29,-11-63 0,11 101-19,1 1-5,-4-21-3,3 11 6,-2-1 1,0 0 0,0 1 0,-1 0-1,-1 0 1,-7-16 0,3 13-152,0 1 0,0 0 0,-2 0 0,0 1 0,0 0 1,-1 1-1,-1 0 0,0 1 0,-1 0 0,0 1 0,-1 1 0,0 1 0,-31-16 1,-41-14-3978,-4-3-6026,51 19-725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4.557"/>
    </inkml:context>
    <inkml:brush xml:id="br0">
      <inkml:brushProperty name="width" value="0.035" units="cm"/>
      <inkml:brushProperty name="height" value="0.035" units="cm"/>
    </inkml:brush>
  </inkml:definitions>
  <inkml:trace contextRef="#ctx0" brushRef="#br0">249 368 11705,'-10'3'336,"1"1"0,0 0 0,0 1 0,1-1 0,0 2 0,-1-1 0,2 1 0,-1 1 0,1-1 0,0 1 0,0 0 0,-8 12 0,-13 18 823,20-28-925,1 0 0,0 0 0,1 1 0,0 0 0,-7 17 0,-2 16 117,2 1-1,3 0 1,1 1 0,-3 54 0,11-90-295,1 0 0,0 0 0,0 0-1,1 0 1,0 0 0,1 0 0,0 0 0,0 0 0,1-1 0,0 1 0,7 11 0,-4-9 93,1 0 1,0 0 0,1-1 0,0-1-1,1 1 1,0-1 0,14 10 0,-18-15 4,1 0 1,0 0 0,-1-1-1,1 0 1,1 0-1,-1-1 1,0 0 0,1 0-1,-1 0 1,12 1 0,-5-2 114,1 0 1,-1-1-1,0-1 1,17-3 0,-10 1-5,0-1 1,0-2 0,-1 0-1,0-1 1,0 0 0,0-2-1,-1 0 1,-1-1 0,18-13-1,-25 16-224,-1-1 0,0 0 0,0 0 0,-1 0 0,0-1-1,0 0 1,-1-1 0,-1 0 0,1 0 0,-2 0 0,1-1-1,-1 0 1,-1 0 0,0 0 0,-1 0 0,4-22 0,-5 21-254,-1-1 0,-1 1 0,0 0 0,-1 0 0,0 0 0,0 0 0,-2 0 0,-3-15 0,3 20 72,0-1 0,-1 1 0,1 0 0,-1 0 0,-1 1 0,1-1 0,-1 1 0,0 0 0,-1 0 0,1 1 0,-1-1 0,0 1 0,-13-8 0,-60-30-828,49 28 1605,-36-24 0,63 37-433,1 0 0,-1 0 0,0 0 1,1-1-1,-1 1 0,1 0 0,0-1 0,0 0 0,-3-5 1,4 7-109,1 0-1,-1-1 1,1 1 0,0-1 0,0 1 0,0-1 0,-1 1 0,2 0 0,-1-1 0,0 1 0,0-1 0,0 1 0,1-1-1,-1 1 1,0 0 0,1-1 0,-1 1 0,1 0 0,0-1 0,0 1 0,-1 0 0,1 0 0,0 0 0,0 0 0,0-1-1,2 0 1,8-9 231,1 1 0,0 0 0,0 1 0,20-11 0,62-29 1024,-63 34-1228,337-149-122,-178 83 0,-119 47 0,-59 26 42,-12 3 7,-12 1-394,11 4 230,-4-1-279,0 1 0,0-1-1,0 1 1,0 1 0,0-1-1,0 1 1,0 0 0,0 0-1,-8 3 1,-46 22-5816,20-7 766,-42 12-8373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4.963"/>
    </inkml:context>
    <inkml:brush xml:id="br0">
      <inkml:brushProperty name="width" value="0.035" units="cm"/>
      <inkml:brushProperty name="height" value="0.035" units="cm"/>
    </inkml:brush>
  </inkml:definitions>
  <inkml:trace contextRef="#ctx0" brushRef="#br0">39 0 15737,'-11'46'4253,"4"-18"-2545,4 3-364,-4-3-236,0 0-212,3 8-164,4 23-200,0-17-316,7 0-512,4 0-308,-4-21-464,0 7-676,0 0-764,-11-59-14814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5.105"/>
    </inkml:context>
    <inkml:brush xml:id="br0">
      <inkml:brushProperty name="width" value="0.035" units="cm"/>
      <inkml:brushProperty name="height" value="0.035" units="cm"/>
    </inkml:brush>
  </inkml:definitions>
  <inkml:trace contextRef="#ctx0" brushRef="#br0">172 25 17114,'-42'-18'2196,"18"11"2500,6 18-5528,-3-1-1008,-3 4-1372,-11 14-2189,28-10-4336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5.528"/>
    </inkml:context>
    <inkml:brush xml:id="br0">
      <inkml:brushProperty name="width" value="0.035" units="cm"/>
      <inkml:brushProperty name="height" value="0.035" units="cm"/>
    </inkml:brush>
  </inkml:definitions>
  <inkml:trace contextRef="#ctx0" brushRef="#br0">267 1 12513,'-10'12'715,"4"-6"109,1 1-1,0 0 1,0 0-1,1 0 1,0 1-1,-4 8 1,4-3-314,1-1 0,0 1 0,0 0 0,2 0 0,-1 0 0,2-1 0,0 1 0,0 0 0,4 22 1,69 428 5108,-16-113-4168,14 116 152,-63-397-1603,-4 1 0,-8 136 0,3-194-35,-1 0 1,0 0-1,-1-1 0,0 1 1,0-1-1,-8 16 0,9-25 7,1 1-1,0-1 0,0 0 1,-1 1-1,1-1 0,-1 0 1,0 0-1,0 0 1,0 0-1,0 0 0,0-1 1,0 1-1,0-1 0,0 1 1,-1-1-1,1 0 1,0 0-1,-1 0 0,1 0 1,-1 0-1,0 0 0,1-1 1,-1 1-1,0-1 0,1 0 1,-1 0-1,0 0 1,1 0-1,-1 0 0,0-1 1,1 1-1,-1-1 0,1 1 1,-4-2-1,-2-2-278,1 1 0,0-1 0,1 1-1,-1-2 1,1 1 0,-1-1 0,2 0-1,-1 0 1,0-1 0,1 0 0,-9-12 0,-3-8-1346,-24-48 0,36 62 1278,-108-245-9712,63 103-997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5.686"/>
    </inkml:context>
    <inkml:brush xml:id="br0">
      <inkml:brushProperty name="width" value="0.035" units="cm"/>
      <inkml:brushProperty name="height" value="0.035" units="cm"/>
    </inkml:brush>
  </inkml:definitions>
  <inkml:trace contextRef="#ctx0" brushRef="#br0">15 88 17746,'-14'-53'10037,"24"36"-24195,1-1 3517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6.046"/>
    </inkml:context>
    <inkml:brush xml:id="br0">
      <inkml:brushProperty name="width" value="0.035" units="cm"/>
      <inkml:brushProperty name="height" value="0.035" units="cm"/>
    </inkml:brush>
  </inkml:definitions>
  <inkml:trace contextRef="#ctx0" brushRef="#br0">74 11 14525,'-47'-6'1536,"27"3"5605,14 2-2524,129 28-554,-89-22-5086,36 10 1,-70-15 834,1 0-1,0 0 0,0 0 0,-1 0 0,1 0 1,0 0-1,0 0 0,-1 0 0,1 0 0,0-1 0,0 1 1,-1 0-1,1-1 0,0 1 0,-1 0 0,1-1 1,0 1-1,-1-1 0,1 1 0,-1-1 0,1 1 1,0-2-1,2 0-705,8-3-1240,-8 8-158,-12 21-3752,-11 17-5103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6.203"/>
    </inkml:context>
    <inkml:brush xml:id="br0">
      <inkml:brushProperty name="width" value="0.035" units="cm"/>
      <inkml:brushProperty name="height" value="0.035" units="cm"/>
    </inkml:brush>
  </inkml:definitions>
  <inkml:trace contextRef="#ctx0" brushRef="#br0">0 141 18186,'35'-31'2684,"-3"23"-144,10 5-220,24-8-411,-20 1-345,6-1-316,4 1-192,-3-1-328,-8 1-436,-20 3-528,7 3-704,3 1-836,-21-8-1125,3 1-503,-45 17-16882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6.690"/>
    </inkml:context>
    <inkml:brush xml:id="br0">
      <inkml:brushProperty name="width" value="0.035" units="cm"/>
      <inkml:brushProperty name="height" value="0.035" units="cm"/>
    </inkml:brush>
  </inkml:definitions>
  <inkml:trace contextRef="#ctx0" brushRef="#br0">663 1 7129,'0'1'119,"-1"0"-1,1 0 1,-1 0 0,0 0 0,1 0 0,-1 0 0,0-1 0,0 1 0,0 0 0,0 0 0,0-1-1,0 1 1,1 0 0,-1-1 0,-1 1 0,1-1 0,0 0 0,0 1 0,0-1 0,0 0 0,0 1-1,0-1 1,0 0 0,-3 0 0,-38 5 777,32-4-702,-41 7 1822,-54 17-1,-82 30 3432,175-50-5212,0 0 1,0 0-1,0 1 1,1 1 0,0 0-1,0 0 1,0 1-1,1 0 1,-18 20 0,17-14 44,0 0 0,1 0 0,0 1 0,1 1 0,1-1 0,-11 32 0,10-21 24,2 1 0,1 0 0,1 1 0,1-1 0,2 1 0,1 0 0,1 0 0,1-1 0,6 39 0,1-28-148,1-1 0,2 1 0,1-2 0,2 1 0,2-2 0,1 0 0,1-1 0,3-1 0,0-1 0,42 49 0,-47-64-600,-1-1 0,2-1 0,0-1 1,1 0-1,0-1 0,1-1 0,28 14 0,-40-23-21,0 0-1,0-1 1,0 0-1,0-1 0,1 1 1,-1-1-1,0-1 0,1 1 1,-1-1-1,9-2 1,-1 1-2121,-1-2 1,18-5 0,19-10-7744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7.085"/>
    </inkml:context>
    <inkml:brush xml:id="br0">
      <inkml:brushProperty name="width" value="0.035" units="cm"/>
      <inkml:brushProperty name="height" value="0.035" units="cm"/>
    </inkml:brush>
  </inkml:definitions>
  <inkml:trace contextRef="#ctx0" brushRef="#br0">32 21 3060,'-1'1'56,"-1"0"0,1 1 0,0-1-1,0 0 1,-1 1 0,1-1 0,0 1 0,0-1-1,1 1 1,-1 0 0,0-1 0,0 1 0,1 0-1,-1 0 1,1-1 0,-1 1 0,1 0 0,0 0-1,0 0 1,0 0 0,0-1 0,0 1 0,0 0-1,0 0 1,1 1 0,-1-2 17,0 0-1,0 0 1,0-1 0,0 1 0,0 0-1,0 0 1,0-1 0,0 1-1,0 0 1,0-1 0,0 1-1,-1 0 1,1-1 0,0 1-1,-1 0 1,1-1 0,0 1 0,-1 0-1,1-1 1,-1 1 0,1-1-1,-1 1 1,1-1 0,-2 1-1,0 1 237,-5 12 12197,9-12-11727,3 4-494,0 0-1,0 0 1,1-1 0,0 0 0,0 0 0,1-1-1,-1 1 1,1-2 0,0 1 0,0-1 0,8 3-1,112 42 2562,50 23-1252,-88-34-1286,-86-36-365,0-3-605,-1 0 569,0 1 0,1-1 0,-1 0-1,0 0 1,0 0 0,0 0 0,0 0 0,-1 0 0,1-1 0,-1 1 0,3-5 0,-4 4 25,0 1 1,1-1 0,-1 0-1,-1 0 1,1 0 0,0 0-1,-1 0 1,1 1-1,-1-1 1,0 0 0,0 0-1,0 1 1,-2-5 0,-3-5-95,-1 0 1,0 1 0,-1 0 0,0 0-1,0 0 1,-1 1 0,-17-14 0,7 8-248,0 1 1,-2 0 0,-26-14 0,30 21-205,0 1 1,0 0-1,-1 1 1,-26-5 0,-73-8-7819,74 13 523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7.511"/>
    </inkml:context>
    <inkml:brush xml:id="br0">
      <inkml:brushProperty name="width" value="0.035" units="cm"/>
      <inkml:brushProperty name="height" value="0.035" units="cm"/>
    </inkml:brush>
  </inkml:definitions>
  <inkml:trace contextRef="#ctx0" brushRef="#br0">1 166 10341,'0'0'12342,"1"2"-12061,14 26 214,1 0 1,2-1-1,1-1 1,0-1-1,2 0 0,1-2 1,29 24-1,-42-41-199,0 0 0,1-1 0,0 1 0,0-2 0,1 0 0,-1 0 0,1-1 0,0 0-1,0-1 1,0 0 0,14 0 0,5 3 841,-29-5-1087,0 0 0,0 0 0,0 0-1,0 0 1,0 0 0,1 0 0,-1-1 0,0 1 0,0 0 0,0-1 0,0 1 0,0-1 0,0 1-1,0-1 1,0 1 0,0-1 0,-1 1 0,2-2 0,3-1 67,-2 1-115,1 0-1,-1-1 0,0 1 0,0-1 1,-1 1-1,1-1 0,0 0 0,-1 0 1,0 0-1,0-1 0,0 1 0,0 0 1,0-1-1,-1 1 0,1-1 0,-1 0 1,0 0-1,0 1 0,0-1 1,-1 0-1,1 0 0,-1 0 0,0-4 1,0-11-477,-1-1 0,0 1 0,-7-27 0,5 26-850,-2 0 0,-1 0 0,-1 1 0,0 0 0,-1 0 0,-1 1-1,-1 0 1,-15-21 0,4 8-4822,0 2-3607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7.825"/>
    </inkml:context>
    <inkml:brush xml:id="br0">
      <inkml:brushProperty name="width" value="0.035" units="cm"/>
      <inkml:brushProperty name="height" value="0.035" units="cm"/>
    </inkml:brush>
  </inkml:definitions>
  <inkml:trace contextRef="#ctx0" brushRef="#br0">560 0 12041,'-28'4'892,"14"-3"112,1 2 1,-19 4-1,19-3-658,1-1 0,-1 2 0,1 0 0,0 0 0,1 1 0,-1 1 0,1 0 0,0 0 0,1 1 0,0 1 0,0-1 1,-11 15-1,-2 5-35,2 2 0,0 0 1,-17 38-1,-43 104 388,56-114-390,3 1-1,3 1 0,2 1 1,-13 85-1,20-61 120,4 0-1,5 114 1,5-145-289,1 0 1,4 0-1,1-1 0,33 93 0,-20-86-251,2-1 1,4-2-1,45 70 0,-51-93-290,1-1-1,1-2 1,2 0 0,2-2 0,0-1 0,43 31-1,-46-41-465,1-2 0,1-1-1,0-1 1,55 18-1,53 4-5349,-17-16-2885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8.204"/>
    </inkml:context>
    <inkml:brush xml:id="br0">
      <inkml:brushProperty name="width" value="0.035" units="cm"/>
      <inkml:brushProperty name="height" value="0.035" units="cm"/>
    </inkml:brush>
  </inkml:definitions>
  <inkml:trace contextRef="#ctx0" brushRef="#br0">477 1 13361,'-26'48'599,"-65"111"2093,64-107-1772,1 1 0,3 1 0,-17 60 0,6-16-303,-53 147 337,-35 92-4359,121-334 1723,2-20-3254,-1 5 2947,6-36-4918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8.471"/>
    </inkml:context>
    <inkml:brush xml:id="br0">
      <inkml:brushProperty name="width" value="0.035" units="cm"/>
      <inkml:brushProperty name="height" value="0.035" units="cm"/>
    </inkml:brush>
  </inkml:definitions>
  <inkml:trace contextRef="#ctx0" brushRef="#br0">1 27 16169,'2'-3'2745,"0"1"-2410,-1 0-135,-1 1-1,1-1 1,0 1-1,0 0 1,0-1-1,0 1 1,0 0-1,0 0 1,1 0-1,-1 0 1,0 0-1,0 0 1,1 0-1,-1 0 1,1 1-1,-1-1 1,1 0-1,-1 1 1,1 0-1,-1-1 1,1 1 0,-1 0-1,1-1 1,0 1-1,-1 0 1,1 0-1,-1 0 1,1 1-1,0-1 1,-1 0-1,3 1 1,15 7 305,-1 0 1,1 1 0,-2 1 0,1 1 0,-2 0-1,1 1 1,21 21 0,-13-9 266,-1 2-1,-1 1 1,30 44 0,17 43-1494,76 170 0,-125-241-646,14 33-3188,-17-23-6146,-10-18-1011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8.785"/>
    </inkml:context>
    <inkml:brush xml:id="br0">
      <inkml:brushProperty name="width" value="0.035" units="cm"/>
      <inkml:brushProperty name="height" value="0.035" units="cm"/>
    </inkml:brush>
  </inkml:definitions>
  <inkml:trace contextRef="#ctx0" brushRef="#br0">222 1 14733,'-49'116'1833,"28"-67"-289,10-4-392,1 4-220,-1 0-200,1 11-144,-5 3-124,1 3-104,4 1-184,-1-4-304,1-10-592,-1-11-840,4-25-1076,-7-3-2545,-3 0-4124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8.955"/>
    </inkml:context>
    <inkml:brush xml:id="br0">
      <inkml:brushProperty name="width" value="0.035" units="cm"/>
      <inkml:brushProperty name="height" value="0.035" units="cm"/>
    </inkml:brush>
  </inkml:definitions>
  <inkml:trace contextRef="#ctx0" brushRef="#br0">60 1 19802,'-59'17'7509,"80"-17"-7405,3 4-917</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9.241"/>
    </inkml:context>
    <inkml:brush xml:id="br0">
      <inkml:brushProperty name="width" value="0.035" units="cm"/>
      <inkml:brushProperty name="height" value="0.035" units="cm"/>
    </inkml:brush>
  </inkml:definitions>
  <inkml:trace contextRef="#ctx0" brushRef="#br0">179 0 15289,'14'18'2173,"-21"3"-113,0 0-308,0 14-332,-3 17-320,3-13-196,-7 10-160,-4 0-324,1 3-728,3-3-360,-7-3-804,0-4-1184,-4-7-3497,1-14-5468</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9.569"/>
    </inkml:context>
    <inkml:brush xml:id="br0">
      <inkml:brushProperty name="width" value="0.035" units="cm"/>
      <inkml:brushProperty name="height" value="0.035" units="cm"/>
    </inkml:brush>
  </inkml:definitions>
  <inkml:trace contextRef="#ctx0" brushRef="#br0">351 0 12217,'-2'2'2192,"-6"7"-1099,1-1-1,0 1 1,0 1-1,-6 10 1,0 5 183,-16 43 1,2-1-103,-92 215 1189,94-209-3508,-30 149-1,53-210 814,2-8-53,0 0 0,-1 0 0,1 0-1,-1 0 1,0-1 0,0 1 0,-1 0-1,1 0 1,-1-1 0,0 1 0,0-1 0,0 0-1,0 1 1,-4 3 0,-8 4-5229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49.803"/>
    </inkml:context>
    <inkml:brush xml:id="br0">
      <inkml:brushProperty name="width" value="0.035" units="cm"/>
      <inkml:brushProperty name="height" value="0.035" units="cm"/>
    </inkml:brush>
  </inkml:definitions>
  <inkml:trace contextRef="#ctx0" brushRef="#br0">1 1 16854,'26'14'2597,"-21"-11"-233,3-3-1438,0 1 0,0 0 0,0 1 0,0-1 0,9 4 0,7 5 279,32 16 0,-43-19-753,29 14-176,0 2-1,-1 2 0,-2 1 1,-1 2-1,-1 2 0,-1 2 0,-2 1 1,33 40-1,-53-56-325,1 2-1248,17 28 0,-29-43 745,0 1 0,0 0 0,-1 0 0,0 1 1,0-1-1,-1 0 0,1 1 0,-1-1 0,0 1 0,0-1 1,-1 8-1,-3 13-7126,8-2-5089</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50.161"/>
    </inkml:context>
    <inkml:brush xml:id="br0">
      <inkml:brushProperty name="width" value="0.035" units="cm"/>
      <inkml:brushProperty name="height" value="0.035" units="cm"/>
    </inkml:brush>
  </inkml:definitions>
  <inkml:trace contextRef="#ctx0" brushRef="#br0">288 1 14385,'-7'5'273,"2"-2"-13,0 1 1,1-1-1,0 1 0,0 0 1,0 0-1,-5 7 0,8-9-116,0 0-1,0 0 1,0 0-1,1 0 1,-1 1-1,1-1 1,-1 0-1,1 0 1,0 1-1,0-1 1,0 0-1,0 1 1,0-1-1,0 0 1,1 1 0,-1-1-1,1 0 1,1 4-1,5 18 1854,5 41-1,-5-19-650,31 306 2786,-35-282-3840,-3 0 1,-3 0-1,-3-1 1,-19 86-1,21-137-369,-1 1 0,0-1 0,-2 0-1,0-1 1,0 0 0,-2 0 0,0 0 0,-16 20-1,23-35-27,1-1 0,-1 1 0,0-1 0,1 0 0,-1 1 0,0-1-1,0 0 1,0 0 0,0-1 0,0 1 0,0 0 0,0 0 0,0-1-1,0 1 1,0-1 0,0 0 0,0 0 0,0 0 0,0 0 0,0 0-1,-4-1 1,1 1-239,0-2 1,0 1-1,-1-1 0,1 1 0,0-1 0,-7-5 1,4 2-600,1-1 1,0 0-1,0 0 1,1-1-1,0 0 1,0 0-1,0 0 1,1-1-1,0 0 0,-6-15 1,-24-51-10432</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50.302"/>
    </inkml:context>
    <inkml:brush xml:id="br0">
      <inkml:brushProperty name="width" value="0.035" units="cm"/>
      <inkml:brushProperty name="height" value="0.035" units="cm"/>
    </inkml:brush>
  </inkml:definitions>
  <inkml:trace contextRef="#ctx0" brushRef="#br0">21 0 18674,'0'0'2280,"-10"7"-408,-1 7 1472</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6:50.630"/>
    </inkml:context>
    <inkml:brush xml:id="br0">
      <inkml:brushProperty name="width" value="0.035" units="cm"/>
      <inkml:brushProperty name="height" value="0.035" units="cm"/>
    </inkml:brush>
  </inkml:definitions>
  <inkml:trace contextRef="#ctx0" brushRef="#br0">13 1 14189,'-3'1'2345,"3"0"-2207,-1 0 0,0 0 1,0-1-1,0 1 0,1 0 1,-1 0-1,0 0 0,1 0 1,-1 0-1,1 0 0,-1 0 1,1 0-1,0 0 0,-1 0 1,1 0-1,0 0 0,0 0 1,-1 0-1,1 0 1,0 0-1,0 0 0,0 0 1,0 0-1,1 1 0,-1-1 1,0 0-1,0 0 0,1 0 1,-1 0-1,1 0 0,-1 0 1,0 0-1,1 0 0,0 0 1,1 1-1,3 6 494,1 0 0,1 0-1,10 9 1,0 1 424,8 14-291,-1 1-1,-1 1 1,-2 1 0,-2 1-1,17 42 1,59 199 1042,-66-166-1469,-4 0-1,-5 2 1,9 209-1,-28-191-1218,-6 0-1,-5 0 0,-30 140 0,26-209-901,-2 0-1,-34 80 0,-25 24-6773,11-47-3866</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07.397"/>
    </inkml:context>
    <inkml:brush xml:id="br0">
      <inkml:brushProperty name="width" value="0.035" units="cm"/>
      <inkml:brushProperty name="height" value="0.035" units="cm"/>
    </inkml:brush>
  </inkml:definitions>
  <inkml:trace contextRef="#ctx0" brushRef="#br0">1 0 1736,'0'0'1436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10.110"/>
    </inkml:context>
    <inkml:brush xml:id="br0">
      <inkml:brushProperty name="width" value="0.035" units="cm"/>
      <inkml:brushProperty name="height" value="0.035" units="cm"/>
    </inkml:brush>
  </inkml:definitions>
  <inkml:trace contextRef="#ctx0" brushRef="#br0">974 83 9281,'-12'-33'1405,"11"32"-1275,0 0-1,1-1 0,-1 1 0,-1 0 0,1 0 1,0-1-1,0 1 0,0 0 0,-1 0 0,1 0 1,0 1-1,-1-1 0,1 0 0,-1 0 0,1 1 1,-1-1-1,1 1 0,-1-1 0,1 1 1,-3-1-1,2 1 150,-16-8 767,9 4-833,-1 1 1,1-1-1,0 1 0,-1 1 0,0 0 0,-12-2 0,-4 4-146,1 0-1,0 2 0,0 1 0,0 1 0,0 1 0,1 1 1,-1 1-1,1 1 0,1 1 0,-30 16 0,21-7 15,1 1-1,1 1 1,0 2 0,2 1-1,0 1 1,-36 42 0,40-36 26,1 0 0,2 2 0,1 0 0,-24 56 1,18-27 119,-31 112 0,38-93-92,-14 137 0,14 83 49,15-61 18,11-1 0,10 0 0,84 415 0,39-79 95,-129-538-295,1 0 1,1-1 0,19 34 0,-22-51 5,0-1 1,1 0-1,1-1 1,0 0-1,1-1 1,1 0-1,19 15 1,-26-24-3,1 0-1,0-1 1,0 0 0,1-1-1,-1 0 1,1 0 0,0-1-1,0 0 1,0 0 0,0-1-1,15 1 1,-11-2-3,1-1 0,-1 0 0,0-2-1,0 1 1,0-1 0,-1-1 0,21-7 0,-3-2 4,-1-1 0,0-2 1,-1-1-1,-1-1 0,0-2 1,24-21-1,14-16-28,-2-3 0,-3-3-1,77-102 1,-95 106 33,-2-3 0,-3-1 0,-3-2 0,40-104 0,-30 38 112,-7-3 0,-5-1 0,22-206 1,-7-416 605,-40 539-185,-24-253 1,13 430-461,-3 2 0,0-1 0,-3 1 0,-1 0 0,-20-45 0,25 72-79,0 0 0,-1 0 0,0 1 0,-1 0 0,0 0-1,-1 1 1,0 0 0,0 0 0,-1 1 0,0 1-1,0 0 1,-1 0 0,0 0 0,0 2 0,-1-1 0,-20-5-1,-9-2-63,0 3-1,-1 1 1,-68-5-1,-43 4-940,-3-1-2193,52-4-3345,24-2-2699</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11.214"/>
    </inkml:context>
    <inkml:brush xml:id="br0">
      <inkml:brushProperty name="width" value="0.035" units="cm"/>
      <inkml:brushProperty name="height" value="0.035" units="cm"/>
    </inkml:brush>
  </inkml:definitions>
  <inkml:trace contextRef="#ctx0" brushRef="#br0">1263 10 10841,'3'7'698,"1"0"527,-1 0 6891,1-9-7275,25-19 875,-27 20-406,1 0-723,8-2-557,5 0 1765,-16 4-1763,0 0 0,0 0 0,0 0 0,0-1 0,0 1 0,0 0 0,0 0-1,0 0 1,-1 0 0,1-1 0,0 1 0,-1 0 0,1 0 0,0 0 0,-1-1 0,1 1 0,-1 0 0,1-1 0,-1 1 0,1 0 0,-1-1-1,0 1 1,1-1 0,-2 1 0,-9 11-264,0-1-1,-1-1 1,0 0 0,-1-1-1,0 0 1,-24 11 0,11-5-77,-228 128-2122,-28 18 1185,-191 113 1952,421-247-134,-45 27 1335,62-28-390,35-26-1504,0 0 0,0 0 0,0 0 1,0 0-1,0 0 0,1 0 0,-1 0 0,0 0 0,0 0 0,0 0 0,0 0 0,0 0 0,0 0 1,0 0-1,0 0 0,1 0 0,-1 0 0,0 0 0,0 0 0,0 0 0,0 0 0,0 0 0,0 0 0,0 0 1,0 1-1,0-1 0,0 0 0,0 0 0,0 0 0,0 0 0,0 0 0,0 0 0,0 0 0,0 0 1,0 0-1,1 1 0,-1-1 0,0 0 0,0 0 0,0 0 0,0 0 0,-1 0 0,1 0 0,0 0 1,0 0-1,0 1 0,0-1 0,0 0 0,0 0 0,0 0 0,0 0 0,0 0 0,0 0 0,0 0 0,0 0 1,0 0-1,0 0 0,0 1 0,40 10 831,0 0 1,77 8-1,-8-2-304,-106-16-528,22 3 19,-1 2 0,1 1-1,26 11 1,-45-16-61,0 1 0,0 0 0,0 0-1,0 1 1,-1 0 0,0 0 0,0 0-1,0 1 1,0-1 0,0 1 0,-1 0 0,0 1-1,0-1 1,-1 1 0,1-1 0,-1 1-1,3 8 1,-2 0-122,-1 1 1,0 0-1,-1 0 0,0 0 1,-1 0-1,-1 0 0,-2 20 1,-3 10-672,-13 48 1,8-47 383,-3-1 0,-2-1 0,-1 0-1,-27 49 1,10-39 528,24-43 389,2 1-1,-1 0 1,2 1 0,0-1 0,-8 23 0,14-33-339,0 0 0,-1 0 0,1 0-1,0 0 1,0 0 0,0 0 0,1 0 0,-1 0 0,0 0 0,1 1-1,-1-1 1,1 0 0,0 0 0,0-1 0,-1 1 0,1 0 0,1 0-1,-1 0 1,0 0 0,0-1 0,3 4 0,-1-4-54,0 0 0,0 0 0,0 0 0,-1-1 0,1 1 0,0-1 0,0 0 0,0 1 0,0-1 0,5-1 0,35-5 185,-26 3-200,127-22-6,14-2-77,201-29 13,-340 53-724,1 1 0,28 0 0,-42 2-2478,-9 4-961,-15 18-3412,-14 8-5096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11.904"/>
    </inkml:context>
    <inkml:brush xml:id="br0">
      <inkml:brushProperty name="width" value="0.035" units="cm"/>
      <inkml:brushProperty name="height" value="0.035" units="cm"/>
    </inkml:brush>
  </inkml:definitions>
  <inkml:trace contextRef="#ctx0" brushRef="#br0">36 599 14181,'-22'0'1213,"9"0"6907,15-4-7103,24-45 973,-15 30-1713,0-1 0,-1-1 0,-1 1-1,-1-1 1,9-40 0,-2-54-468,-8 60-876,17-75 1,-11 70-70,-12 59 1107,-1-1 1,1 1-1,-1-1 1,1 1-1,0 0 1,0-1 0,-1 1-1,1 0 1,0 0-1,0 0 1,0-1-1,0 1 1,1 0 0,-1 0-1,0 1 1,0-1-1,3-1 1,-3 1-55,1 1 62,-1 1 0,0-1 1,0 1-1,0-1 0,0 1 1,0 0-1,0 0 0,0 0 0,0-1 1,0 1-1,0 0 0,0 0 1,1 2-1,-2-2-7,27 32-170,-23-27 181,1 0 0,0 0 1,0 0-1,0-1 0,1 1 1,9 6-1,10 5 10,0-2 0,0-1 0,55 22 0,-77-35 10,1 0 0,-1 0 0,1-1 0,0 1-1,-1-1 1,1 0 0,0 0 0,-1 0 0,1 0 0,0-1 0,5-1-1,6 0 4,0 0-3,1 0 31,0-1-1,0 0 0,28-10 0,-43 13-37,12-6 110,0 1 1,0-1 0,-1-1-1,17-12 1,-22 13 160,0 2-1,0-1 1,1 1 0,-1 0-1,1 0 1,12-4 0,-16 7 1038,6 15-786,-6-9-432,-1-1-56,-1 0 0,1 0 0,-1 1 0,0-1 1,-1 1-1,1 0 0,-1-1 0,0 1 1,1 5-1,1 44 87,-2-33-56,10 195-983,-10-203 504,0-1 0,-1 0 1,0 0-1,-1 1 0,-1-1 0,-5 22 0,5-29-66,0 1 0,0-1 0,0 0 0,-1 0 0,0 0 0,0 0 0,-4 5 0,4-7-204,0 0-1,0 0 1,-1 0-1,1 0 1,-1-1-1,1 1 1,-1-1-1,0 0 1,0 0-1,-6 2 1,-28 2-9505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12.030"/>
    </inkml:context>
    <inkml:brush xml:id="br0">
      <inkml:brushProperty name="width" value="0.035" units="cm"/>
      <inkml:brushProperty name="height" value="0.035" units="cm"/>
    </inkml:brush>
  </inkml:definitions>
  <inkml:trace contextRef="#ctx0" brushRef="#br0">0 4 15937,'63'-3'3785,"-45"6"-3717,-1 8-964,8 3-6149,10 10-1820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12.469"/>
    </inkml:context>
    <inkml:brush xml:id="br0">
      <inkml:brushProperty name="width" value="0.035" units="cm"/>
      <inkml:brushProperty name="height" value="0.035" units="cm"/>
    </inkml:brush>
  </inkml:definitions>
  <inkml:trace contextRef="#ctx0" brushRef="#br0">397 1 11165,'-22'7'324,"0"-1"337,1 1 0,1 1 1,-38 21-1,51-24-419,1 0 1,-1 1-1,1-1 0,1 1 0,-1 1 1,-7 11-1,-15 16 797,-2 3 584,24-29-1114,0 0 0,0 0 0,-15 13 1,4-8 522,1 1 1,0 1-1,2 0 1,-23 29-1,36-41-954,-1 0 0,1 0-1,1 0 1,-1 0 0,0 0 0,1 1-1,0-1 1,0 0 0,0 0 0,0 0-1,0 1 1,0-1 0,1 0 0,0 0-1,-1 0 1,1 0 0,0 0 0,1 0-1,-1 0 1,3 4 0,-1-3-25,0 0-1,0 0 1,1 0 0,-1-1 0,1 1 0,0-1 0,0 0-1,0 0 1,0-1 0,1 1 0,-1-1 0,1 0-1,7 3 1,9 2 43,37 7 0,-50-13-174,0 1 0,0-1 1,0 0-1,0-1 1,12-1-1,-17 1 16,-1 0 0,0-1 0,1 1 0,-1-1 1,1 0-1,-1 0 0,0 0 0,0 0 0,1 0 0,-1-1 0,0 1 0,0 0 1,0-1-1,-1 0 0,1 1 0,0-1 0,0 0 0,-1 0 0,1 0 1,-1 0-1,2-4 0,0-1-55,-1-1 1,1 1-1,-1-1 0,-1 1 1,0-1-1,0 0 1,0 0-1,-1 0 1,0 0-1,-2-15 0,-1 5 368,-1 0-1,0 1 0,-12-30 0,15 44 261,5 7-438,20 29-36,38 63 0,-1 3-27,-34-64-504,1-1-1,2-1 1,44 39 0,51 26-5064,-111-89 3475,-1 0 0,24 11 0,-20-13-1266,0-1 1,18 3-1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12.753"/>
    </inkml:context>
    <inkml:brush xml:id="br0">
      <inkml:brushProperty name="width" value="0.035" units="cm"/>
      <inkml:brushProperty name="height" value="0.035" units="cm"/>
    </inkml:brush>
  </inkml:definitions>
  <inkml:trace contextRef="#ctx0" brushRef="#br0">320 0 12597,'-124'24'4607,"119"-22"-4317,-1 0 0,1 1 0,-1 0 0,1 0 0,0 0-1,0 0 1,0 1 0,1 0 0,-1 0 0,1 0 0,0 1 0,0-1-1,0 1 1,1 0 0,-5 9 0,6-11 717,-1-2 54,-5 2-354,-10 4-36,5-4 2945,14 1-3365,2 5-151,0 2-28,0 0 1,1 0 0,1 0-1,7 13 1,-3-6-80,-1 1-1,0 0 1,-1 0 0,-1 1-1,-1 0 1,-1 0 0,0 0-1,-2 1 1,0-1 0,-2 1-1,-3 39 1,-2-8-1631,-25 100 0,23-127-505,-21 46 1,19-53-48,-1 0 1,0-1 0,-15 18 0,-7 0-8039</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13.269"/>
    </inkml:context>
    <inkml:brush xml:id="br0">
      <inkml:brushProperty name="width" value="0.035" units="cm"/>
      <inkml:brushProperty name="height" value="0.035" units="cm"/>
    </inkml:brush>
  </inkml:definitions>
  <inkml:trace contextRef="#ctx0" brushRef="#br0">113 18 12345,'-11'-18'2942,"7"19"-1838,-2 0-863,4-1-169,0 0 0,0 0 0,0 0 0,0 0 0,-1 1 0,1-1 0,0 1 0,0 0 0,0-1 0,0 1 0,0 0 0,0 0 0,1 0 0,-1 1 0,0-1 0,0 0 0,1 1 0,-1-1 0,1 1 0,-1-1 0,1 1 0,0 0 0,0-1 0,-2 4 0,-8 20 249,1 1 0,-11 45-1,20-65-317,0 0-1,0 1 0,1-1 0,0 0 0,0 0 0,0 1 0,0-1 0,1 0 1,0 0-1,1 0 0,-1 0 0,1 0 0,4 9 0,-4-12 6,0 0 0,0 0 0,0-1 0,0 1 0,0 0 0,0-1 1,1 0-1,-1 1 0,1-1 0,0 0 0,0 0 0,0-1 0,0 1 0,0 0 0,0-1 0,0 0 0,0 0 0,1 0 0,-1 0 0,0 0 0,1-1 0,-1 0 1,0 1-1,1-1 0,-1 0 0,7-2 0,9 0 41,0-2 1,0-1 0,-1 0-1,0-1 1,0-1 0,17-9-1,11-9 569,42-30-1,-72 43 197,0-1 0,-1-1 1,25-30-1,-26 28 870,1 0-1,26-21 1,-39 35 474,-3 9-1581,-80 396-271,-50 311-112,117-606-917,-12 103-3394,23-169 2509,2 0 0,9 81 0,-1-96-5873,8-11-5157</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14.230"/>
    </inkml:context>
    <inkml:brush xml:id="br0">
      <inkml:brushProperty name="width" value="0.035" units="cm"/>
      <inkml:brushProperty name="height" value="0.035" units="cm"/>
    </inkml:brush>
  </inkml:definitions>
  <inkml:trace contextRef="#ctx0" brushRef="#br0">42 67 10589,'-5'20'1169,"-1"0"0,-15 32-1,19-47-796,0 1 1,1 0-1,-1 0 0,1 0 0,1 0 0,-1 0 1,1 0-1,0 1 0,0-1 0,1 6 0,1 14 639,5 105 2362,-7-126 892,15-22-3663,-3 0-575,0-1 0,-2-1 0,0 1 0,13-40 0,0 5-326,4-5-223,27-63-892,-49 110 1232,-4 8 22,2 6-125,-1-1 277,0 0 1,0 0-1,0 0 1,-1 0-1,1 0 1,-1 1-1,1-1 1,-1 1-1,0-1 1,0 1-1,0-1 1,0 1-1,0 0 1,-1 0-1,1-1 1,-1 1-1,0 0 1,1 0-1,-2 3 1,2 6 8,0-1 0,1 0 0,0 0 0,0 0 0,2-1 0,-1 1 0,1-1 0,10 20 0,9 26-65,-22-53 65,1 1 0,-1-1 0,0 0 0,1 1 1,-1-1-1,1 0 0,0 0 0,0 0 1,1 0-1,-1 0 0,0-1 0,1 1 1,0-1-1,-1 1 0,1-1 0,0 0 0,0 0 1,0 0-1,1-1 0,-1 1 0,0-1 1,1 0-1,-1 0 0,1 0 0,-1 0 0,1 0 1,-1-1-1,1 0 0,0 1 0,-1-1 1,1-1-1,-1 1 0,1 0 0,0-1 0,-1 0 1,7-2-1,8-4 4,-1-1-1,0-1 1,-1-1 0,0 0 0,0-1-1,-1 0 1,0-2 0,-1 0-1,-1 0 1,21-28 0,-14 17-34,35-37-1,-53 60 15,0-1 0,0 1 0,0-1 0,0 1-1,0 0 1,0-1 0,0 1 0,5-1 0,-2 0-73,-5 2 85,0 0 1,0 0-1,0 0 0,0 0 0,1 0 0,-1 0 0,0 0 0,0 0 1,0-1-1,0 1 0,0 0 0,0 0 0,0 0 0,0 0 0,1 0 1,-1 0-1,0 0 0,0 0 0,0 0 0,0 0 0,0 0 1,0 0-1,0 0 0,0 0 0,1 0 0,-1 0 0,0 1 0,0-1 1,0 0-1,0 0 0,0 0 0,0 0 0,0 0 0,0 0 0,0 0 1,1 0-1,-1 0 0,0 0 0,0 0 0,0 0 0,0 0 0,0 1 1,0-1-1,0 0 0,0 0 0,0 0 0,0 0 0,0 0 1,0 0-1,0 0 0,0 0 0,0 1 0,0-1 0,21 30-192,-11-16 134,-1-1 0,11 22 0,-11-15 41,2-1 1,0 0-1,1-1 0,1 0 0,0 0 1,1-2-1,1 0 0,1 0 0,0-2 0,1 0 1,1-1-1,0 0 0,1-2 0,0 0 0,0-1 1,1-1-1,37 12 0,-35-16 3,-1-1 1,1-1-1,0-1 0,24 0 0,-32-2 18,0-1-1,-1-1 1,1 0 0,-1 0-1,0-2 1,1 1 0,19-10-1,-26 9 5,0 0 0,0-1 0,0 0-1,0 0 1,-1 0 0,0-1-1,0 0 1,-1 0 0,1-1-1,-1 1 1,-1-1 0,1 0-1,-1-1 1,-1 1 0,1-1-1,-1 0 1,3-11 0,0-4 63,-2 0 0,0 0 0,-1 0 0,-1-41 0,-6 22 10,2 31-66,1 7 5,0 5-11,0-1 0,0 1-1,-1 0 1,1-1 0,0 1 0,0 0 0,0 0 0,0 0 0,0 0-1,0-1 1,-1 4 0,-1-2-5,0 1-2,1 0-1,-1 0 0,0 0 0,1 1 1,0-1-1,0 1 0,0-1 1,0 1-1,1 0 0,-3 5 1,-6 44 175,0-4 266,-17 49 1593,26-95-923,5-6-948,4-1-156,-1 0 1,0 0 0,0-1-1,0 0 1,0 0 0,-1-1 0,0 0-1,0 0 1,-1-1 0,6-7 0,3-9-134,15-24-512,1 2-1,2 1 1,42-43-1,-74 86 620,0 1 0,1 0 0,-1-1 0,0 1 0,1-1 0,-1 1 0,1 0 0,-1-1 0,0 1 0,1 0 0,-1-1 0,1 1-1,-1 0 1,1 0 0,-1-1 0,1 1 0,-1 0 0,1 0 0,-1 0 0,1 0 0,-1 0 0,1-1 0,-1 1 0,1 0 0,-1 0 0,2 1 0,4 11-429,-4-8 537,2 10-131,0-1 1,-2 0-1,3 23 1,-3-22-4,0 0 0,0 0 1,8 23-1,0-12 50,-5-8 360,17 32-1,-22-49-356,0 0 1,0 0-1,0 0 0,0 0 0,0 0 0,0 1 0,0-1 0,0 0 1,0 0-1,0 0 0,0 0 0,1 0 0,-1 0 0,0 0 0,0 1 0,0-1 1,0 0-1,0 0 0,0 0 0,0 0 0,1 0 0,-1 0 0,0 0 1,0 0-1,0 0 0,0 0 0,0 0 0,1 0 0,-1 0 0,0 0 1,0 0-1,0 0 0,0 0 0,0 0 0,1 0 0,-1 0 0,0 0 1,0 0-1,0 0 0,0 0 0,0 0 0,0 0 0,1 0 0,-1 0 0,0 0 1,0-1-1,0 1 0,0 0 0,0 0 0,1 0 0,11-5 252,-5 2-127,1 0 0,-2 0 0,1 0 0,0-1 0,-1 0 0,8-6 0,50-57 693,-44 45-418,0 1 0,23-19 0,-16 15 67,-19 17-231,1 0 0,16-11-1,-22 17 112,-1 2-351,-1 0-1,1 0 1,-1 0-1,1 0 0,-1 1 1,1-1-1,-1 1 0,1-1 1,-1 1-1,0-1 0,1 1 1,-1 0-1,0 0 1,1-1-1,-1 1 0,0 0 1,0 0-1,0 0 0,0 0 1,0 1-1,0-1 0,0 0 1,0 0-1,0 1 1,0-1-1,-1 0 0,1 1 1,0 1-1,1 5-122,0 0 0,-1 0 0,0 0 0,-1 14 0,2 12-553,4-2-862,2 0 0,0 0 0,26 60 0,-30-84 340,1 0-1,-1 0 1,1-1-1,0 1 0,1-1 1,0 0-1,9 7 1,18 17-8786</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15.052"/>
    </inkml:context>
    <inkml:brush xml:id="br0">
      <inkml:brushProperty name="width" value="0.035" units="cm"/>
      <inkml:brushProperty name="height" value="0.035" units="cm"/>
    </inkml:brush>
  </inkml:definitions>
  <inkml:trace contextRef="#ctx0" brushRef="#br0">50 1216 11933,'0'0'13365,"-3"3"-13945,-2 1 462,1 0 1,-1 0 0,1 0 0,0 1 0,0-1-1,0 1 1,1 0 0,-6 11 0,8-13-9,1 1 37,-2 2 104,2 0 0,-1 1 0,0-1-1,1 0 1,1 1 0,-1-1 0,1 1 0,0-1 0,0 0-1,1 0 1,-1 0 0,1 1 0,1-2 0,-1 1 0,1 0-1,0 0 1,1-1 0,-1 0 0,1 1 0,7 6 0,0-3 13,0-1 1,1 0-1,0-1 1,0 0-1,1 0 1,0-2 0,0 0-1,0 0 1,19 3-1,3 0 27,-1-3-1,61 3 0,-72-7-71,0-1-1,-1-1 0,1 0 1,0-2-1,-1-1 1,0-1-1,35-12 1,-51 14-39,1-1 1,-1 1 0,0-2 0,-1 1 0,1-1 0,-1 0 0,0 0 0,0 0 0,-1-1 0,1 0 0,-1 0 0,0 0 0,5-11 0,-1-1-174,-1 0 0,0-1 1,6-33-1,-5 9-360,-2 1 1,0-87-1,-18-86-1240,3 76 1110,2-150 1070,4 114 878,4 104-471,0 42 69,-4-57 0,-1 27 202,4 54 475,0 9-991,-3 35-40,2 0 1,6 53-1,0 20-43,-4-18-377,3 0-1,5 0 1,35 161-1,-31-201-336,23 74-583,-30-110 706,1 0 0,1-1-1,1-1 1,0 1 0,12 15 0,-12-20 28,1-1 1,-1 0 0,2 0 0,-1-1 0,2-1 0,-1 0-1,1 0 1,21 10 0,-22-14 41,0 0 0,0-1 1,1 0-1,-1-1 0,1 0 0,0-1 0,0 0 0,0-1 0,0-1 1,23-1-1,-13-1-23,1-2 1,-1-1 0,0 0-1,-1-2 1,1-1 0,20-10-1,114-70-211,-79 42 556,-31 22 154,-44 23-353,0 0-1,0 0 1,-1 0-1,1 0 1,-1-1-1,1 1 1,-1 0-1,0-1 1,1 0-1,0-1 1,-1 2-16,-1 0 1,1 0 0,0 0-1,-1 0 1,1 0 0,0 1 0,-1-1-1,1 0 1,0 1 0,0-1-1,0 0 1,-1 1 0,1-1 0,0 1-1,0-1 1,0 1 0,0 0-1,2-1 1,-4 5 46,-2 18-46,-1 8 56,1-1 0,1 0 0,1 1 0,4 29 0,-2-50-41,1 0 0,0-1 0,0 0 1,1 1-1,0-1 0,0 0 1,9 14-1,-9-17-14,1 0 1,0 0-1,-1-1 0,2 0 1,-1 0-1,0 0 0,1 0 1,0-1-1,0 1 0,0-1 1,0-1-1,11 5 1,-1-2 17,-1-1 1,1-1-1,0 0 1,0-1-1,0-1 1,0 0-1,0-1 1,0-1-1,0 0 1,0-1-1,0-1 1,23-7-1,-25 5 53,-1-1 0,0-1 1,0 0-1,0-1 0,0 0 0,-2-1 0,1 0 0,-1-1 0,10-11 0,-7 8 400,-11 11-97,0 0-320,0 1 0,0 0 1,0-1-1,0 1 0,0-1 0,0 1 1,-1-1-1,1 0 0,-1 0 1,1 0-1,0-2 0,-1 3-7,1-1 224,-3 6-249,-2 4-118,1 0 1,0 0 0,1 1 0,0-1 0,0 0 0,1 13-1,7 7-387,-1-2-1108,-5-10-2995,3-21 33,7-2 2224,-8 5 561,14-12-6992</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15.334"/>
    </inkml:context>
    <inkml:brush xml:id="br0">
      <inkml:brushProperty name="width" value="0.035" units="cm"/>
      <inkml:brushProperty name="height" value="0.035" units="cm"/>
    </inkml:brush>
  </inkml:definitions>
  <inkml:trace contextRef="#ctx0" brushRef="#br0">344 1 5597,'-15'9'274,"-86"51"2044,51-31-721,22-11 1556,1 1-1,-40 36 1,66-54-3038,-1 0 0,1 0-1,0 0 1,0 0 0,0 0 0,-1 0 0,1-1 0,0 1 0,-1 0-1,1-1 1,-1 1 0,1-1 0,-3 1 0,-5 1 207,-9 10 655,17-12-901,0 1 0,1-1 0,-1 1 0,1 0 0,-1 0 0,1-1 0,-1 1 0,1 0 0,-1 0 0,1 0 0,0 0 0,-1-1 0,1 1 0,0 0 0,0 0 0,0 0 0,-1 0 0,1 0-1,0 0 1,0 0 0,1 1 0,-1 1 187,-1 1-149,1-1 1,0 1-1,0-1 1,1 1-1,-1-1 1,1 1-1,-1-1 1,1 1-1,0-1 1,0 0-1,1 1 1,-1-1-1,1 0 1,0 0-1,-1 0 1,1 0-1,4 3 1,0 2 18,1-1 0,-1 0 0,2-1 0,-1 0 0,10 6 0,10 5 108,0-2 0,1-1 0,44 15 0,90 18-985,-145-43 236,-1-1 1,1-1-1,0-1 0,30 0 1,-10-6-3082,3-4-3769,-9-1-3337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15.572"/>
    </inkml:context>
    <inkml:brush xml:id="br0">
      <inkml:brushProperty name="width" value="0.035" units="cm"/>
      <inkml:brushProperty name="height" value="0.035" units="cm"/>
    </inkml:brush>
  </inkml:definitions>
  <inkml:trace contextRef="#ctx0" brushRef="#br0">18 137 18022,'-17'2'3924,"41"-7"-1394,14 2-61,62 4 0,-33 1-1281,360-20 829,-416 17-2362,0-1 0,-1 0-1,1-1 1,16-5 0,-25 7 73,0 0 0,0 0 0,0 0 0,0 0 1,0 0-1,0 0 0,0 0 0,-1-1 0,1 1 0,0-1 0,-1 1 0,1-1 0,-1 0 0,0 1 1,1-1-1,-1 0 0,0 0 0,0 0 0,0 0 0,-1 0 0,1 0 0,0 0 0,-1 0 0,1 0 1,-1-1-1,0 1 0,0 0 0,1 0 0,-2-3 0,-6-13-7132,-12-11-4944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16.384"/>
    </inkml:context>
    <inkml:brush xml:id="br0">
      <inkml:brushProperty name="width" value="0.035" units="cm"/>
      <inkml:brushProperty name="height" value="0.035" units="cm"/>
    </inkml:brush>
  </inkml:definitions>
  <inkml:trace contextRef="#ctx0" brushRef="#br0">154 0 16950,'11'25'8244,"-15"-1"-6896,1 1-275,-4 10-209,-4 24 16,-6-6-364,3 3-144,-4 7-308,-6-7-316,3 0-844,10-10-324,4-25-793,-7 0-1187,0-4-3081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2.988"/>
    </inkml:context>
    <inkml:brush xml:id="br0">
      <inkml:brushProperty name="width" value="0.035" units="cm"/>
      <inkml:brushProperty name="height" value="0.035" units="cm"/>
    </inkml:brush>
  </inkml:definitions>
  <inkml:trace contextRef="#ctx0" brushRef="#br0">0 634 9473,'12'15'2056,"-12"-15"-1911,1 0-1,0 0 0,0 0 1,-1 0-1,1 0 1,0 0-1,0 0 1,-1-1-1,1 1 1,0 0-1,0 0 1,-1-1-1,1 1 1,0 0-1,-1-1 0,1 1 1,-1-1-1,1 1 1,0-1-1,-1 1 1,1-1-1,0 0 1,0 0 228,9-6 2103,-4 4-1981,0-1-1,0 0 0,-1-1 0,1 1 1,-1-1-1,-1 0 0,1 0 1,6-10-1,1-1-100,-4 6 34,-1 0 0,0 0 0,0-1 0,-2 0 0,1 0 0,4-13 0,2-17 565,11-73 0,-20 90-804,-1 1-1,-1-1 0,-2 0 0,-5-42 0,-9-55 421,8 100-569,1-2 121,1 42-133,-1-3-30,-2 18 4,2 0-1,1 1 1,2-1-1,2 48 0,0-24 7,25 736-1,-16-643 15,30 318-4,-10-144-69,3 39-1060,-36-368 139,-3-9 714,0-14-4,1 1-1,1-1 1,2-1 0,-3-43-1,4 31 104,-15-207 219,21-391-1,10 446 1922,52-261 0,-59 430-1811,-3 11-65,0 0 1,-1 0 0,1-21-1,-3 23-41,-1-3-385,-11 34-554,-53 158-5639,36-94-1039,3-7-4439</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3.445"/>
    </inkml:context>
    <inkml:brush xml:id="br0">
      <inkml:brushProperty name="width" value="0.035" units="cm"/>
      <inkml:brushProperty name="height" value="0.035" units="cm"/>
    </inkml:brush>
  </inkml:definitions>
  <inkml:trace contextRef="#ctx0" brushRef="#br0">266 11 7837,'-8'15'8898,"3"2"-5537,1-4-4008,-6 15 1506,8-23-721,0-1 1,1 1-1,-1-1 0,1 1 0,0-1 0,0 1 1,1 0-1,-1 5 0,1 4 200,1 0 0,1 0 0,0 0 1,6 20-1,-3-17 627,-5-15-879,0-1-1,0 1 0,1 0 0,-1 0 1,1 0-1,-1-1 0,1 1 0,0 0 1,0-1-1,-1 1 0,1-1 0,1 1 1,-1-1-1,0 1 0,0-1 0,0 0 1,1 1-1,-1-1 0,0 0 0,1 0 1,0 0-1,-1 0 0,1 0 0,-1-1 1,1 1-1,0 0 0,-1-1 0,1 1 1,0-1-1,2 1 0,16 1 281,0-1-1,0 0 1,0-1-1,0-2 1,29-4 0,-26 2-155,-1 0 0,0-2 0,-1-1 1,1 0-1,32-17 0,-51 23-232,0-1 0,0 0 0,1 0-1,-1 0 1,-1 0 0,1 0 0,0-1 0,0 1-1,-1-1 1,4-5 0,-5 7-52,0-1 0,0 0 0,0 0-1,-1 0 1,1 0 0,-1 0 0,1-1 0,-1 1 0,0 0 0,0 0 0,0 0-1,0 0 1,0 0 0,0 0 0,0 0 0,-1-1 0,1 1 0,-1 0 0,0 0-1,-1-3 1,-2-2-162,0 0 1,0 0-1,0 1 0,-1-1 0,0 1 0,-1 0 0,1 1 0,-1-1 0,0 1 0,0 0 1,-1 0-1,1 1 0,-13-6 0,0 1-440,-1 1 0,1 0 0,-1 2 1,-24-5-1,10 5-476,-1 0 0,0 3 0,0 1 0,0 1 0,-58 7 0,65-3-738,-28-3 0,31 0-369,-22 2-3697</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3.854"/>
    </inkml:context>
    <inkml:brush xml:id="br0">
      <inkml:brushProperty name="width" value="0.035" units="cm"/>
      <inkml:brushProperty name="height" value="0.035" units="cm"/>
    </inkml:brush>
  </inkml:definitions>
  <inkml:trace contextRef="#ctx0" brushRef="#br0">462 1 9797,'24'2'1969,"-20"-1"3308,-8 0-4545,0 0-610,-20 6 226,0 0 0,1 1 0,0 2 0,-30 16-1,-189 104 249,224-119-549,-28 20 1,20-13 298,26-18-338,0 0 1,0 0 0,0 0-1,0 0 1,0 0 0,-1 0-1,1 0 1,0 0 0,0 1-1,0-1 1,0 0 0,0 0-1,0 0 1,-1 0 0,1 0-1,0 0 1,0 0 0,0 1 0,0-1-1,0 0 1,0 0 0,0 0-1,0 0 1,0 0 0,0 1-1,-1-1 1,1 0 0,0 0-1,0 0 1,0 0 0,0 0-1,0 1 1,0-1 0,0 0-1,0 0 1,0 0 0,0 0-1,1 1 1,-1-1 0,0 0 0,0 0-1,0 0 1,0 0 0,0 0-1,0 1 1,3 7 165,-3-7-105,0 1 0,0 0 0,1-1 1,0 1-1,-1 0 0,1 0 1,0-1-1,-1 1 0,1-1 0,0 1 1,0-1-1,0 1 0,1-1 0,-1 0 1,0 0-1,0 1 0,1-1 1,-1 0-1,1 0 0,-1 0 0,1 0 1,-1 0-1,1-1 0,2 2 0,12 2 594,0-1 0,1-1-1,31 1 1,-14-2-155,117 6 1546,60 6 251,-202-12-2192,-3-1-25,0 1 0,0 0 0,0 0 0,7 3 1,-11-3-86,0 0 0,0 0 1,0 0-1,-1 0 1,1 0-1,0 0 0,-1 0 1,1 0-1,-1 1 1,1-1-1,-1 1 1,0-1-1,0 1 0,0 0 1,0-1-1,0 1 1,0 0-1,1 2 1,0 2-149,-1 0 0,0-1 0,0 1 0,0 0 1,-1 0-1,1 0 0,-1-1 0,-1 1 0,1 0 1,-1 0-1,0 0 0,-1-1 0,1 1 0,-1 0 1,0-1-1,0 0 0,-1 1 0,-5 8 0,-6 6-1191,0-1 0,-2-1 0,-22 23 0,14-16-482,-27 27-5049,-4-10-4482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4.152"/>
    </inkml:context>
    <inkml:brush xml:id="br0">
      <inkml:brushProperty name="width" value="0.035" units="cm"/>
      <inkml:brushProperty name="height" value="0.035" units="cm"/>
    </inkml:brush>
  </inkml:definitions>
  <inkml:trace contextRef="#ctx0" brushRef="#br0">33 1 14613,'-18'7'3653,"18"17"-2257,3 1-196,1 3-220,-8 24-216,4 4-124,-3 11-184,3 7-368,7-1-236,-7-3-408,-4-3-736,1-8-856,-8-10-1165,8-24-1479</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4.371"/>
    </inkml:context>
    <inkml:brush xml:id="br0">
      <inkml:brushProperty name="width" value="0.035" units="cm"/>
      <inkml:brushProperty name="height" value="0.035" units="cm"/>
    </inkml:brush>
  </inkml:definitions>
  <inkml:trace contextRef="#ctx0" brushRef="#br0">88 0 15625,'-15'44'780,"-29"95"2600,34-94-2015,3 1 1,1 0-1,1 62 0,14 140 1098,-2-127-1733,16 471 271,-1-373-3447,-11-134-57,-10-79 1759,-1-1 0,0 1-1,0-1 1,0 1 0,-1-1 0,0 1 0,0-1-1,0 0 1,-4 9 0,1-1-3512</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4.559"/>
    </inkml:context>
    <inkml:brush xml:id="br0">
      <inkml:brushProperty name="width" value="0.035" units="cm"/>
      <inkml:brushProperty name="height" value="0.035" units="cm"/>
    </inkml:brush>
  </inkml:definitions>
  <inkml:trace contextRef="#ctx0" brushRef="#br0">1 0 15361,'3'6'481,"-3"-5"-376,0 0 0,0 0 0,1 0 1,-1 0-1,0 0 0,1 0 0,-1-1 0,1 1 0,-1 0 1,1 0-1,0 0 0,-1-1 0,1 1 0,0 0 0,0-1 0,-1 1 1,1-1-1,0 1 0,0-1 0,0 1 0,0-1 0,0 1 1,-1-1-1,1 0 0,0 1 0,0-1 0,0 0 0,0 0 1,0 0-1,0 0 0,0 0 0,0 0 0,0 0 0,0 0 0,0 0 1,0-1-1,0 1 0,0 0 0,0 0 0,0-1 0,1 0 1,15-1 817,0 0 0,0 1 0,0 1 1,0 1-1,0 0 0,0 1 0,24 7 1,-14-1-494,-1 2 0,0 0 0,-1 2 0,0 1 1,-1 1-1,0 1 0,-1 1 0,23 21 1,-30-23-399,-1 1 1,-1 1 0,-1 0 0,0 1 0,-1 0 0,-1 1 0,0 0 0,-2 1 0,0 0 0,-1 1 0,6 22 0,21 111-3680,-35-150 3213,1 0 0,-1 0 0,0 0 0,0 1 0,-1-1 0,1 0 1,-1 0-1,0 0 0,1 0 0,-1 0 0,0 0 0,-1 0 0,1 0 1,-1 0-1,1 0 0,-1-1 0,0 1 0,0-1 0,-4 5 1,-3 5-4322</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4.951"/>
    </inkml:context>
    <inkml:brush xml:id="br0">
      <inkml:brushProperty name="width" value="0.035" units="cm"/>
      <inkml:brushProperty name="height" value="0.035" units="cm"/>
    </inkml:brush>
  </inkml:definitions>
  <inkml:trace contextRef="#ctx0" brushRef="#br0">49 29 12633,'-4'9'178,"-4"9"514,0-1 0,2 1-1,0 0 1,1 1 0,1-1 0,1 1-1,-1 23 1,5-22-412,0 0 0,2 0 1,0-1-1,1 1 0,12 32 0,-4-21 466,1-1 0,32 53-1,-44-80-642,0-1 0,1 0 0,-1 1 0,1-1 0,-1 0 0,1 0 0,0 0 0,0 0-1,0 0 1,0-1 0,0 1 0,0 0 0,0-1 0,1 0 0,-1 1 0,0-1 0,1 0-1,-1 0 1,1 0 0,0-1 0,-1 1 0,1-1 0,0 1 0,-1-1 0,1 0 0,0 0-1,-1 0 1,1 0 0,0-1 0,-1 1 0,1-1 0,0 1 0,2-2 0,7-3 114,0-1 0,0 0 0,0 0 0,-1-1 0,0-1 0,0 0 0,-1 0 0,0-1 0,11-13 0,11-16 343,31-47-1,-50 67-439,9-16-302,-2-1 0,-2 0 0,25-65 0,-42 96-190,0 0 0,-1-1 0,1 1 0,-1 0 0,0-1 0,0 1 0,0 0 1,-1-1-1,1 1 0,-1 0 0,0 0 0,0-1 0,0 1 0,-1 0 0,0 0 0,0 0 1,-4-6-1,6 9-68,-1 0 0,0-1 1,0 1-1,1 0 1,-1 0-1,0 0 0,0 1 1,0-1-1,0 0 0,0 0 1,0 0-1,0 1 1,0-1-1,0 1 0,-3-2 1,-24-5-11292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5.314"/>
    </inkml:context>
    <inkml:brush xml:id="br0">
      <inkml:brushProperty name="width" value="0.035" units="cm"/>
      <inkml:brushProperty name="height" value="0.035" units="cm"/>
    </inkml:brush>
  </inkml:definitions>
  <inkml:trace contextRef="#ctx0" brushRef="#br0">211 87 9997,'-11'4'326,"0"1"-1,1 0 1,-1 1 0,1 0-1,0 0 1,0 1 0,1 0-1,0 1 1,1 0 0,-12 13-1,-29 26-99,46-44 70,0-2 334,-3 3-14,-9 5 187,7-5 3276,7-9-3140,0 2-800,0 0 0,0-1 0,0 1 0,0 0 0,0-1 0,1 1 0,0-1 0,0 1 0,0-1 0,0 1 0,0-1 0,1 1 0,0-1 0,-1 1 0,1-1 0,1 1 0,-1 0 0,0 0 0,3-5 0,25-37 1584,-17 26-989,0 1 0,1 0 1,16-17-1,-7 9 267,-27 41-958,-9 20-248,-9 43 1,20-65 46,1 0 0,0 1 0,1-1 0,0 0 0,1 0 0,1 1 0,2 17 0,1-10-84,0 0 0,2 0 0,0-1 1,10 20-1,-14-34 196,1 0 0,0 0 0,1-1 1,0 1-1,-1-1 0,1 0 0,1 0 0,-1 0 0,1-1 1,0 0-1,0 0 0,0 0 0,1 0 0,-1-1 1,1 0-1,0 0 0,11 4 0,-6-4-38,-1-1 1,1-1-1,0 0 0,-1 0 0,1-1 1,0 0-1,0-1 0,-1 0 0,1-1 1,0 0-1,-1 0 0,0-1 1,1-1-1,-1 0 0,0 0 0,17-11 1,-11 5-676,-1-1 1,0 0 0,-1-1-1,0-1 1,-1 0-1,0 0 1,-1-2 0,19-29-1,3-14-5002,1 2-3190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5.503"/>
    </inkml:context>
    <inkml:brush xml:id="br0">
      <inkml:brushProperty name="width" value="0.035" units="cm"/>
      <inkml:brushProperty name="height" value="0.035" units="cm"/>
    </inkml:brush>
  </inkml:definitions>
  <inkml:trace contextRef="#ctx0" brushRef="#br0">0 43 20942,'0'0'2384,"22"-11"-252,-1 1-292,-4 3-383,-3 0 435,7 3-1748,0 1-560,-28 20-12021,4-3-2517</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6.193"/>
    </inkml:context>
    <inkml:brush xml:id="br0">
      <inkml:brushProperty name="width" value="0.035" units="cm"/>
      <inkml:brushProperty name="height" value="0.035" units="cm"/>
    </inkml:brush>
  </inkml:definitions>
  <inkml:trace contextRef="#ctx0" brushRef="#br0">290 816 7373,'-1'2'307,"-1"1"0,0 0 1,0-1-1,1 0 1,-1 1-1,-1-1 0,1 0 1,0 0-1,0 0 0,-1-1 1,1 1-1,-5 2 0,-14 11 1094,-47 44 1197,51-46-2159,1 0 0,1 0 0,0 2 0,1 0 0,-16 22 0,22-24-72,0 0 0,1 1-1,1 0 1,0 0 0,1 0 0,0 1-1,1-1 1,-4 30 0,6-27-27,1-8-132,-1 0-1,2 0 0,-1 0 1,1 1-1,3 16 1,-3-24-172,0 0 0,1-1 0,0 1 0,-1 0 1,1 0-1,0-1 0,0 1 0,0 0 1,0-1-1,0 1 0,0-1 0,0 1 1,1-1-1,-1 0 0,1 1 0,-1-1 1,1 0-1,-1 0 0,1 0 0,0 0 1,-1 0-1,1-1 0,0 1 0,0 0 1,-1-1-1,1 1 0,0-1 0,0 0 0,0 0 1,0 1-1,0-1 0,0 0 0,0-1 1,3 1-1,8-2 50,1 0 0,-1 0 0,1-1 1,-1-1-1,0-1 0,-1 1 0,1-2 0,-1 0 1,0 0-1,0-1 0,0-1 0,-1 0 0,-1 0 1,1-1-1,10-13 0,-5 5-45,-1-2 0,-1 0 0,-1 0 0,-1-1 0,0-1 0,-2 0 0,0-1 0,8-26 0,0-15-211,-3-1 1,-2-1-1,-3 0 0,-3 0 1,-3 0-1,-2-1 1,-4 0-1,-13-89 0,7 106 77,-17-54 0,18 79 129,0 2 0,-2-1 1,-1 1-1,-16-27 1,24 47-32,1-1 1,-1 1 0,0 0 0,0 0 0,1 0 0,-2 0-1,1 0 1,0 0 0,0 0 0,-1 1 0,1-1-1,0 1 1,-1 0 0,0 0 0,-4-2 0,5 3-4,1-1 0,-1 1 1,1 0-1,-1 0 1,1 0-1,0 1 0,-1-1 1,1 0-1,-1 0 0,1 1 1,0-1-1,-1 1 0,1-1 1,0 1-1,-1-1 0,1 1 1,0 0-1,0 0 0,0 0 1,-1 0-1,1 0 0,0 0 1,0 0-1,0 0 0,1 0 1,-1 0-1,0 0 1,0 1-1,1-1 0,-2 2 1,-4 12 34,0 0 0,1 0 1,1 1-1,0 0 1,1 0-1,-1 19 0,-1 104 420,5-133-435,2 103 342,18 124 0,-9-161-758,3 0 1,39 116-1,-34-135-242,51 133-3391,-14-70-3809,-17-57-1506</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6.519"/>
    </inkml:context>
    <inkml:brush xml:id="br0">
      <inkml:brushProperty name="width" value="0.035" units="cm"/>
      <inkml:brushProperty name="height" value="0.035" units="cm"/>
    </inkml:brush>
  </inkml:definitions>
  <inkml:trace contextRef="#ctx0" brushRef="#br0">208 1 14385,'-3'20'1814,"2"-16"-203,2-1-1207,-1 1 0,1-1 0,0 0 1,0 0-1,1-1 0,-1 1 0,3 4 0,-2-3 132,-1-3-479,-1 0 1,1-1-1,-1 1 1,1-1-1,-1 1 1,1-1-1,0 0 1,-1 1-1,1-1 1,0 0 0,0 1-1,-1-1 1,1 0-1,0 0 1,0 0-1,-1 1 1,1-1-1,0 0 1,0 0-1,-1 0 1,1 0-1,1-1 1,0 1 103,11 1 177,0 1 0,0 0 0,0 1-1,0 1 1,14 5 0,-25-8-556,-3-3-129,-4-4 197,-1 1-1,1 0 1,-1 0 0,0 1 0,0 0-1,0 0 1,0 0 0,-1 1 0,0 0-1,0 0 1,-9-2 0,-4-1-146,-1 1 0,-39-5-1,43 9 215,-40-3-78,53 4 194,-1 1 1,1-1-1,-1 1 1,1 0-1,0 0 1,-1 0-1,1 1 1,0 0-1,0-1 1,-6 5-1,-4 3 264,14-9-288,0 0 0,-1 0 0,1 0 0,0 0-1,0 0 1,0 0 0,0 0 0,-1 0 0,1 1 0,0-1 0,0 0-1,0 0 1,0 0 0,0 0 0,-1 1 0,1-1 0,0 0 0,0 0 0,0 0-1,0 0 1,0 1 0,0-1 0,0 0 0,0 0 0,0 0 0,0 1-1,0-1 1,0 0 0,0 0 0,0 0 0,0 1 0,0-1 0,0 0 0,0 0-1,0 9 157,-1-6-108,1 1 0,0-1 0,0 0 1,0 0-1,1 0 0,-1 1 0,1-1 0,-1 0 1,1 0-1,0 0 0,0 0 0,1 0 0,-1 0 1,1 0-1,-1 0 0,1-1 0,0 1 0,0 0 1,2 2-1,17 15 88,1-1 0,1-1 0,0-2 0,1 0 0,1-1 0,0-1 0,1-1 0,0-2 1,31 10-1,-12-8-984,71 10 0,-6-10-3462,-53-6-1934,-4 3-3976</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6.814"/>
    </inkml:context>
    <inkml:brush xml:id="br0">
      <inkml:brushProperty name="width" value="0.035" units="cm"/>
      <inkml:brushProperty name="height" value="0.035" units="cm"/>
    </inkml:brush>
  </inkml:definitions>
  <inkml:trace contextRef="#ctx0" brushRef="#br0">106 1734 17038,'0'0'6521,"1"-4"-4997,2-24-782,-2 0 1,0-1-1,-2 1 1,-6-39-1,-29-118-223,4 27-396,-3-170-55,34 298-65,4-333 18,0 320 21,3 1 0,1 0 0,2 0 0,1 1 1,3 0-1,25-56 0,-32 85-11,0 0 1,1 0-1,0 1 1,1 0-1,1 0 0,-1 1 1,14-13-1,-17 19-23,0 0-1,0 1 1,0 0 0,0-1-1,0 2 1,1-1-1,-1 1 1,1-1-1,0 1 1,0 1 0,0-1-1,0 1 1,0 0-1,0 1 1,0 0 0,0-1-1,0 2 1,9 0-1,-4 2-174,-1-1-1,1 2 0,-1-1 0,1 1 0,-1 1 1,-1 0-1,1 0 0,-1 1 0,0 0 1,0 1-1,0 0 0,-1 0 0,0 1 0,-1 0 1,0 0-1,0 1 0,-1 0 0,0 0 0,0 0 1,-1 1-1,0 0 0,-1 0 0,6 19 0,-6-7-1194,3 31 0,-3 22-5041,-3-67 5468,0 76-12211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7.046"/>
    </inkml:context>
    <inkml:brush xml:id="br0">
      <inkml:brushProperty name="width" value="0.035" units="cm"/>
      <inkml:brushProperty name="height" value="0.035" units="cm"/>
    </inkml:brush>
  </inkml:definitions>
  <inkml:trace contextRef="#ctx0" brushRef="#br0">1 0 20182,'110'42'5148,"-56"-27"-1398,-43-13-3181,0 0 0,0 1 0,19 8 0,-22-6-479,0 0 0,0 1 0,0 0 1,-1 0-1,0 1 0,0 0 0,-1 0 0,1 0 0,-2 1 0,1 0 0,-1 0 0,0 1 0,-1-1 0,0 1 0,0 0 1,4 17-1,-1 2-121,-1 0-1,-1 1 1,-1 0 0,-1 37 0,-11 86-866,3-104-639,2 80 0,4-115 1324,11 103-6336,-8-123 1266,6-15 1343,9-24-5859</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8.175"/>
    </inkml:context>
    <inkml:brush xml:id="br0">
      <inkml:brushProperty name="width" value="0.035" units="cm"/>
      <inkml:brushProperty name="height" value="0.035" units="cm"/>
    </inkml:brush>
  </inkml:definitions>
  <inkml:trace contextRef="#ctx0" brushRef="#br0">5 1212 9633,'0'0'1772,"0"2"-118,-2 2-462,2 0 0,-1 0 0,0 1 0,1-1 0,0 0 0,0 0 0,0 0 0,0 0 0,2 7 0,5 6-1013,-5-14 644,2-4-156,20-7 73,0 2-1,38-6 1,-46 10-1361,0 1 1,30 2-1,17 6-2164,-59-6 2335,0-2 94,160-5-271,-153 6 722,25 0 11,-2-1 111,0 1 0,1 1 0,-1 3 0,0 0 0,39 12 0,-56-11-201,-9-3-4,0 0 0,1 0 0,-1 1 0,-1 1 0,1-1 0,0 1 0,-1 0 0,0 1 0,0 0 0,0 0 0,8 8 0,-7-4-97,0 0 1,0 0 0,1-1 0,0 0 0,0-1-1,1 0 1,0 0 0,0-1 0,1-1 0,0 0-1,0 0 1,0-1 0,15 4 0,-20-7 80,1-1 0,0 0 0,0 0 0,0 0 1,9-2-1,2 0-24,30-2-38,-29 2 110,1 0-1,0 2 0,0 0 0,20 4 1,127 18 58,-148-17-12,36 13 0,-44-14-75,0 0 0,0 0 1,0-1-1,0-1 0,0 0 0,14 1 1,-23-3-33,0 0 0,0 0 0,0 0 1,-1-1-1,1 1 0,0 0 0,0-1 1,0 1-1,-1-1 0,1 0 0,0 0 1,-1 0-1,1 0 0,-1 0 1,1 0-1,-1 0 0,1 0 0,-1 0 1,0-1-1,1 1 0,-1-1 0,0 1 1,0-1-1,0 1 0,1-3 0,0-3-38,1 1-1,-1-1 1,0 0-1,-1 1 1,1-9-1,1 1-16,17-116-416,12-47 420,84-211 432,-72 250-181,-3-12 159,0-1 326,28-71 1352,-61 177-1322,-8 42-592,-3 5-16,-3 6-43,-1 1 0,2-1 1,-1 1-1,1 1 0,1-1 0,-1 1 0,2-1 1,-4 13-1,-6 13 45,-13 43 4,3 0 0,4 2 0,3 1 0,-9 152 0,23-168 38,3-1 0,3 0 0,24 120 0,-23-157-51,1-1 1,1-1-1,1 0 0,2 0 0,0 0 0,2-1 0,15 24 1,-18-35-40,0-1 0,1 1 1,1-1-1,0-1 1,1 0-1,0-1 0,0 0 1,1-1-1,0 0 0,1-1 1,0 0-1,0-1 1,17 5-1,-1-2 30,0-1-1,57 9 1,-70-16-99,0 0 0,1-2-1,-1 0 1,0-1 0,0 0 0,31-8 0,-38 5-137,0 1 0,-1-2 1,0 1-1,0-1 0,0-1 1,-1 0-1,0 0 1,0 0-1,0-1 0,8-10 1,-14 15 72,0 0 0,0-1 1,0 1-1,0 0 0,0-1 1,-1 0-1,1 1 1,-1-1-1,0 0 0,0 0 1,0 1-1,0-1 0,0 0 1,-1 0-1,1 0 0,-1 0 1,0 0-1,0 0 1,0 0-1,0 0 0,0 0 1,-1 0-1,1 0 0,-1 0 1,0 0-1,0 0 0,0 0 1,-2-3-1,1 3 6,0-1-1,0 1 1,0-1 0,-1 1-1,0 0 1,0 0-1,0 0 1,0 0 0,0 0-1,0 1 1,-1-1-1,1 1 1,-1 0 0,1 0-1,-1 0 1,0 1-1,0-1 1,-8-1 0,10 3 75,1 0 1,-1 0 0,0-1-1,1 1 1,-1 1 0,0-1-1,1 0 1,-1 0 0,0 1-1,1-1 1,-1 1 0,0-1-1,1 1 1,-1 0 0,1 0-1,-3 1 1,4-2 29,-1 1 0,0 0 0,1 0-1,-1-1 1,0 1 0,1 0 0,-1 0 0,1 0 0,0 0 0,-1 0 0,1 0-1,-1 0 1,1-1 0,0 1 0,0 0 0,0 0 0,0 0 0,0 0 0,0 0-1,0 0 1,0 0 0,0 0 0,0 0 0,0 0 0,0 0 0,1 0 0,-1 0-1,0 0 1,1 0 0,-1 0 0,2 1 0,3 9 130,-1-2 90,0-1 1,1 1 0,0-1-1,0 0 1,1 0-1,7 7 1,4 2 2,1-1 0,0-2 0,1 1 0,0-2 0,1-1 0,1 0 0,0-2 1,40 15-1,-28-14-87,-7-2-341,1-1 0,-1-2 0,1 0 0,29 2 1,-51-8-30,0 0 0,0 0 0,1-1 1,-1 0-1,0 0 0,0 0 0,5-2 1,-8 3 10,0-1 0,-1 0 0,1 0 0,-1 1 0,1-1 0,0 0 0,-1 0 0,0-1 0,1 1 0,-1 0 0,0 0 0,0-1 0,1 1 0,-1 0 0,0-1 0,0 1 0,-1-1 1,1 0-1,0 1 0,0-1 0,-1 1 0,1-1 0,-1 0 0,1 0 0,-1-2 0,0 0-750,0 0 1,-1 0-1,1 1 0,-1-1 1,0 0-1,-3-7 0,-17-43-10132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8.335"/>
    </inkml:context>
    <inkml:brush xml:id="br0">
      <inkml:brushProperty name="width" value="0.035" units="cm"/>
      <inkml:brushProperty name="height" value="0.035" units="cm"/>
    </inkml:brush>
  </inkml:definitions>
  <inkml:trace contextRef="#ctx0" brushRef="#br0">1 25 19342,'147'-25'3196,"-70"32"-284,-3-10-463,-4 3-509,-4 0-384,1 0-336,-8 3-1068,-6 4-152,-29-3-544,1-4-1288,3-4-1224,-67 1-7501,-31-1-3237</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8.508"/>
    </inkml:context>
    <inkml:brush xml:id="br0">
      <inkml:brushProperty name="width" value="0.035" units="cm"/>
      <inkml:brushProperty name="height" value="0.035" units="cm"/>
    </inkml:brush>
  </inkml:definitions>
  <inkml:trace contextRef="#ctx0" brushRef="#br0">1 64 22610,'98'-10'3180,"-60"-1"-583,-13 8-465,3-4 116,-53-11-7769,-17 4 2009,-7 24-3468,-14-10-6790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49.512"/>
    </inkml:context>
    <inkml:brush xml:id="br0">
      <inkml:brushProperty name="width" value="0.035" units="cm"/>
      <inkml:brushProperty name="height" value="0.035" units="cm"/>
    </inkml:brush>
  </inkml:definitions>
  <inkml:trace contextRef="#ctx0" brushRef="#br0">67 313 11669,'0'-1'148,"0"1"0,-1 0 0,1 0 0,0-1 0,-1 1 0,1 0 0,0 0 0,-1 0 0,1-1 0,0 1 0,-1 0 0,1 0 0,-1 0 0,1 0 0,-1 0 0,1 0 0,0 0 0,-1 0 0,1 0 0,-1 0 0,1 0 0,0 0 0,-1 0 0,1 0 0,-1 0 0,1 0 0,0 0 0,-1 0 0,1 1 0,-1-1 0,1 0 0,0 0 0,-1 0 0,1 1 0,0-1 0,-1 0 0,1 1 0,-14 20 2647,10-11-2342,0-1 0,1 1 1,-3 13-1,2 0-13,-3 17 335,-3 61 1,10-97 153,3-8-730,16-26-90,-2 0 1,-1-1 0,18-51-1,-8 20-49,2 1-4,-8 21-11,-3 0 1,20-69 0,-34 100-47,0 0 1,0 0-1,1 1 1,0-1-1,7-9 0,-9 15-54,-8 14 13,1 0 1,0 0-1,1 1 1,1-1-1,0 1 1,0 0-1,-2 23 1,3 93-427,2-83 275,1-30 132,0 0-1,0-1 1,2 1 0,0-1 0,6 17-1,-7-24 36,1 0 1,0 1-1,0-2 0,0 1 0,1 0 0,0-1 0,0 1 0,1-1 0,0-1 0,0 1 0,9 7 0,-12-11 25,1-1 1,-1 1-1,1-1 0,-1 0 0,1 0 1,0 0-1,-1-1 0,1 1 0,0-1 0,0 1 1,-1-1-1,1 0 0,0 0 0,0 0 1,0 0-1,4-2 0,1 0 35,-1 0 0,0 0 0,1-1 0,10-5 1,14-12 188,-1-1 1,-1-1-1,38-38 1,-37 33 60,122-128 1439,-67 65-90,-83 87-1443,-3 7-75,-7 211-2321,0 4-2002,7-203 3426,1 0 1,0 0-1,1-1 1,1 1-1,0-1 1,1 1-1,1-1 1,1 0-1,13 27 1,-5-25-3803,9-6-2596</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50.421"/>
    </inkml:context>
    <inkml:brush xml:id="br0">
      <inkml:brushProperty name="width" value="0.035" units="cm"/>
      <inkml:brushProperty name="height" value="0.035" units="cm"/>
    </inkml:brush>
  </inkml:definitions>
  <inkml:trace contextRef="#ctx0" brushRef="#br0">347 1388 7517,'-50'-8'1511,"23"3"384,0 1 1,0 2-1,-34 0 0,56 3-1620,-1 0 0,1 0 0,-1 1 0,1 0 0,0 0 0,0 0-1,0 1 1,0-1 0,0 1 0,0 0 0,1 1 0,-1-1 0,1 1 0,0 0 0,-4 4 0,5-4-53,-1-1-1,0 1 1,0-1 0,0 0 0,-10 4-1,11-5-37,0-1 0,0 1 0,1-1 0,-1 1 0,0 0 0,1 0 0,-1 0 0,1 0 0,0 1 0,-1-1 0,1 1 0,0-1 0,1 1 0,-3 4 0,2-4 503,4 0-71,-2-2-578,1 3 35,0-1-1,0 0 1,0 1 0,1-1-1,-1 0 1,1 0-1,0 0 1,0 0 0,0 0-1,0 0 1,0-1 0,1 1-1,-1-1 1,1 1-1,0-1 1,-1 0 0,1 0-1,0 0 1,1 0-1,-1-1 1,0 1 0,5 0-1,9 2 17,0-2 0,1 0 0,-1-1 0,1-1 0,27-3 0,14 0-1293,-45 2 395,-1-1-1,1-1 0,15-4 1,-25 6-17,-3-1 92,2-1 419,-1 1 148,0-1 0,0 1 0,0-1 0,1 1 1,-1 0-1,5-4 0,-4 8-42,30 25 917,-20-16-540,1 0 0,0-1 0,1 0 0,-1-1-1,32 13 1,-27-16-54,-1-1 1,1-1-1,1 0 0,-1-2 0,0 0 1,1-1-1,31-3 0,-18-1-8,0-2 1,-1-1-1,53-18 0,-71 19-122,0-1 0,-1 0-1,1-1 1,-2 0 0,1-1 0,-1 0 0,0-1 0,-1-1-1,0 0 1,-1 0 0,14-17 0,-12 11-74,-1-1 0,-1 0 0,0 0 0,-1-1 0,-1 0 0,-1-1 0,9-36 0,-4-2-275,-3-1 0,3-111 0,-20-119 65,4 207 416,-13-117 362,0 8 579,13 151-278,-15-73 0,11 72-194,6 25-314,0-1 0,2-20-1,-10 62 389,6-3-508,1 0 1,2 0-1,0 1 0,4 37 0,-1-26-22,7 111 822,39 211 0,-23-254-533,4-2 0,42 99 0,-45-136-387,3-1 0,3-1 0,49 72 0,-68-116-446,29 30 0,-40-46 277,1 0 1,-1 1-1,1-1 1,0-1-1,0 1 0,0 0 1,1-1-1,-1 1 0,0-1 1,0 0-1,1 0 0,-1 0 1,1-1-1,-1 1 1,0-1-1,1 0 0,-1 0 1,1 0-1,-1 0 0,1-1 1,-1 1-1,6-2 0,-5-3-81,0 1-1,0-1 1,-1 1-1,1-1 1,-1 0-1,0 0 1,0-1-1,-1 1 1,0 0-1,3-8 1,-3 7-15,3-12-373,0 1-1,-1-1 1,-2 0-1,1 0 0,-2-1 1,0 1-1,-3-25 1,1 24 337,0 0-1,2 0 1,0 0 0,1 0 0,7-26-1,-5 30 544,4-31 0,-7 36 190,0 0 0,2 0 0,4-15 1,-7 25-450,0-1 0,0 1 0,0 0 0,0 0 0,0 0 1,0 0-1,0-1 0,0 1 0,0 0 0,0 0 0,1 0 0,-1 0 1,0 0-1,0 0 0,0-1 0,0 1 0,0 0 0,0 0 1,1 0-1,-1 0 0,0 0 0,0 0 0,0 0 0,0 0 1,0 0-1,1 0 0,-1 0 0,0 0 0,0 0 0,0 0 1,0 0-1,0 0 0,1 0 0,-1 0 0,0 0 0,0 0 1,0 0-1,0 0 0,1 0 0,-1 0 0,0 0 0,0 0 0,0 0 1,0 0-1,1 0 0,12 2 448,-5-2-219,0 1 0,0 0 0,0 1-1,0 0 1,0 0 0,-1 0-1,9 5 1,19 14 1079,0 2-1,57 51 1,-21-15-405,-55-47-794,24 18 140,-1 1 0,-2 1-1,63 73 1,-95-100-474,0 0-1,1 0 1,0 0-1,0-1 0,10 6 1,-8-4-116,-4-4-363,-1-2 56,1-1 560,-1 1 0,1-1 0,-1 0 1,1 0-1,-1 0 0,0 0 0,1 0 0,-1-1 1,0 1-1,0-1 0,0 0 0,0 0 1,0 0-1,0-1 0,-1 1 0,1-1 0,3-4 1,3-5 52,-3 4 386,-1 1-1,2-1 0,-1 1 1,1 0-1,0 0 1,0 1-1,1 0 0,14-8 1,-19 12-245,0 0 1,0 1-1,0 0 1,0 0 0,0-1-1,1 2 1,-1-1 0,0 0-1,1 1 1,-1 0-1,0-1 1,1 1 0,-1 0-1,0 1 1,4 0-1,1 1 244,0 1-1,1 0 1,-1 1-1,11 6 0,-10-5-160,3 2-128,0 0 1,0 0-1,-1 1 0,0 1 0,15 15 0,-22-20-174,0 0 0,-1 0-1,0 1 1,1 0-1,-1 0 1,-1 0 0,1 0-1,-1 0 1,0 0-1,0 1 1,0-1-1,-1 1 1,0-1 0,0 1-1,0 8 1,-1-14 67,0 0 0,0 0 1,0-1-1,0 1 0,0 0 0,-1 0 1,1 0-1,0 0 0,0 0 0,0 0 0,0 0 1,0 0-1,0 0 0,0 0 0,0 0 1,0 0-1,0 0 0,-1 0 0,1 0 1,0 0-1,0 0 0,0 0 0,0 0 1,0 0-1,0 0 0,0 0 0,0 0 1,0 0-1,-1 0 0,1 0 0,0 0 1,0 0-1,0 0 0,0 0 0,0 0 0,0 0 1,0 0-1,0 0 0,0 1 0,0-1 1,0 0-1,0 0 0,-1 0 0,1 0 1,0 0-1,0 0 0,0 0 0,0 0 1,0 0-1,0 0 0,0 0 0,0 1 1,0-1-1,0 0 0,0 0 0,0 0 1,0 0-1,0 0 0,0 0 0,0 0 0,0 0 1,0 0-1,0 1 0,0-1 0,0 0 1,0 0-1,0 0 0,0 0 0,-37-16-6551,10-1-991,-7-8-4422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50.545"/>
    </inkml:context>
    <inkml:brush xml:id="br0">
      <inkml:brushProperty name="width" value="0.035" units="cm"/>
      <inkml:brushProperty name="height" value="0.035" units="cm"/>
    </inkml:brush>
  </inkml:definitions>
  <inkml:trace contextRef="#ctx0" brushRef="#br0">7 11 16918,'7'0'2228,"-21"-11"972,14 36-12809,0-1-144</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50.730"/>
    </inkml:context>
    <inkml:brush xml:id="br0">
      <inkml:brushProperty name="width" value="0.035" units="cm"/>
      <inkml:brushProperty name="height" value="0.035" units="cm"/>
    </inkml:brush>
  </inkml:definitions>
  <inkml:trace contextRef="#ctx0" brushRef="#br0">1 1 21598,'81'38'3016,"-43"-24"-464,-17-3-463,4-1-405,-1 4-344,1 4-852,6 13-488,-20-17 0,3 14 0,14 14 0,-14-3 0,-4 0-928,1-1-944,-4-20-452,3 6-977,-3 1-3851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51.012"/>
    </inkml:context>
    <inkml:brush xml:id="br0">
      <inkml:brushProperty name="width" value="0.035" units="cm"/>
      <inkml:brushProperty name="height" value="0.035" units="cm"/>
    </inkml:brush>
  </inkml:definitions>
  <inkml:trace contextRef="#ctx0" brushRef="#br0">0 669 16658,'2'-2'-36,"0"-1"799,1 0 0,-1 0 0,1 1 0,-1-1 0,1 1 0,0-1 0,0 1 0,0 0 1,0 0-1,4-1 0,-2 0-384,0 0 1,0 0 0,-1 0 0,1 0-1,-1-1 1,0 1 0,0-1 0,0-1 0,0 1-1,-1 0 1,4-7 0,12-12 450,83-77 479,30-33-254,-107 105-1222,25-39-1,-43 55-12,0 0 0,0 0-1,-1-1 1,-1 0 0,0 0-1,5-21 1,-9 29-195,-1-1 0,1 1 0,-1-1 0,0 1 0,0-1 0,-1 1 0,1-1 0,-1 1 0,0-1 0,-4-9-1,3 11-212,1 0-1,-1 0 0,0 1 0,0-1 0,-1 1 1,-4-6-1,4 6-260,1 1 0,0 0 0,-1 0 0,0 0 0,0 0 0,1 0 0,-1 1 0,0-1 0,-5 0 0,-21-6-10600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8:51.329"/>
    </inkml:context>
    <inkml:brush xml:id="br0">
      <inkml:brushProperty name="width" value="0.035" units="cm"/>
      <inkml:brushProperty name="height" value="0.035" units="cm"/>
    </inkml:brush>
  </inkml:definitions>
  <inkml:trace contextRef="#ctx0" brushRef="#br0">0 235 19754,'211'-59'3072,"-117"45"-44,4 3-307,-3 1-397,-1-1-456,-3 1-1868,-3-1 0,3-3 0,-3 0 0,-11 4 0,-18-1 0,-10 8 0,-28 3 0,-21-25-768,-35-6-2188,-24 31-5569,3 3-9009</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9:25.779"/>
    </inkml:context>
    <inkml:brush xml:id="br0">
      <inkml:brushProperty name="width" value="0.035" units="cm"/>
      <inkml:brushProperty name="height" value="0.035" units="cm"/>
    </inkml:brush>
  </inkml:definitions>
  <inkml:trace contextRef="#ctx0" brushRef="#br0">592 25 5621,'15'6'692,"-15"-6"-659,0 0 0,0 0-1,0 0 1,0 0 0,0 0-1,0 0 1,0 0 0,0 0-1,0 0 1,0 0 0,0 0 0,0 0-1,0 0 1,0-1 0,0 1-1,0 0 1,0 0 0,0 0 0,0 0-1,0 0 1,0 0 0,0 0-1,0 0 1,-23-11 1349,20 10 90,2 2-1430,0-1 0,-1 1 1,1-1-1,0 1 1,-1-1-1,1 0 0,-1 0 1,1 1-1,-1-1 0,1 0 1,-1 0-1,-1-1 1,-2 1 62,-20 4 308,0 0 0,0 2 0,-42 16 1,20-7 148,-131 43 1158,132-43-1212,-17 5 553,60-20-619,-1 0-2,-34 3 342,34-2 342,1-1-820,-15 2-81,9-1 448,28 4-253,25 1-20,82 1 0,64 1-84,-49-2-83,200 18 117,-66-3-155,-138-15-123,552 21 103,-246-20-120,-69 3-110,-8 4 89,-281-9-84,41-1 93,297 1-37,-272-1 25,396 2 57,-179-16-72,-205 2-3,58-6-8,146-2-29,-342 16 12,97-3 17,247-8 10,-174 8 148,28-1-9,160-13 102,-150 8-117,-18 5 32,84-5-54,-107 3 10,-4 1 104,55 0 525,-55 3-174,-27 1-160,-78 2-333,-49-1 14,16-1 140,62 8 1,-90-4-62,34-2 0,-4 0-57,165 3 6,-41-2-117,-11 4-14,78 5-45,18 4 86,-223-13-20,0-2 0,45-5-1,-12 0-9,157-13 11,-224 18-23,210-23-3,139 6-32,111 10-68,-403 4 114,155 2-28,-78 3 70,-36-1-60,1-2-12,22 1 28,82 5-7,28 2 22,-10 2-43,-57-4-2,104-3 54,-134-4 16,27-7-111,-33 1 56,-79 7 3,171-13-77,-17-2 78,-39 4-38,84-2-40,10 10 84,-166 5 64,-46-1-88,445 4 50,-454-3-29,252 1-1,-116-6-15,175-6-6,144-5 68,-488 15-48,504 1 630,50 23 521,-301-20-313,-241-4-777,12 1-10,-27 0-156,1 0-1,0-1 1,0 0 0,-1-1-1,9-1 1,7-1-959,-21 3 1040,0 0 1,0 0-1,1 0 1,-1 0-1,0 0 1,0 0-1,0 0 1,0 0-1,0 0 0,1 0 1,-1 0-1,0 0 1,0 0-1,0 0 1,0-1-1,0 1 1,1 0-1,-1 0 1,0 0-1,0 0 1,0 0-1,0 0 0,0 0 1,0 0-1,1-1 1,-1 1-1,0 0 1,0 0-1,0 0 1,0 0-1,0 0 1,0-1-1,0 1 1,0 0-1,0 0 0,0 0 1,0 0-1,0-1 1,0 1-1,0 0 1,0 0-1,0 0 1,0 0-1,0 0 1,0-1-1,0 1 1,0 0-1,0 0 0,0 0 1,0 0-1,0-1 1,0 1-1,0 0 1,-1 0-1,1 0 1,0 0-1,0 0 1,0-1-1,-3-12-1231,3 7 608,-1 0 0,-1 1 0,1-1 1,-1 1-1,0-1 0,-4-8 0,4 11-194,-1-1 0,0 0 0,0 1 0,0-1 0,0 1 0,0 0 0,-6-4 0,-42-31-9883</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9:27.407"/>
    </inkml:context>
    <inkml:brush xml:id="br0">
      <inkml:brushProperty name="width" value="0.035" units="cm"/>
      <inkml:brushProperty name="height" value="0.035" units="cm"/>
    </inkml:brush>
  </inkml:definitions>
  <inkml:trace contextRef="#ctx0" brushRef="#br0">23 249 8353,'-9'-35'1376,"3"44"-155,-1 1 5259,7-9-6365,1-1-1,-1 1 1,1-1-1,-1 0 1,1 1-1,-1-1 1,1 0 0,-1 0-1,1 0 1,-1 1-1,1-1 1,-1 0-1,1 0 1,0 0-1,-1 0 1,1 0-1,-1 0 1,1 0 0,-1 0-1,1 0 1,-1 0-1,1 0 1,0 0-1,-1-1 1,1 1-1,-1 0 1,1 0-1,0-1 1,71-12 1330,74-10-675,560-15 465,-553 35-1050,55 1-86,609 1 281,-571-2-346,-54 0-14,463-1 11,-1 25 130,419 45-161,-403-76-45,-1-54 109,-601 57-45,588-53 291,-290 46 1589,-319 11-790,-44 3-801,2 0-56,35 0 106,-36 0 201,-1 0-514,33 3 521,-35-3-527,1 0-1,-1 0 1,0-1-1,0 1 1,1 0-1,-1-1 1,0 0 0,0 1-1,0-1 1,0 0-1,0 1 1,0-1-1,2-1 1,-2 1-255,0 0 1,0 0-1,0 0 1,0 0-1,0 1 1,0-1-1,1 0 1,-1 1 0,0-1-1,0 1 1,0 0-1,3-1 1,-5 1-114,-1-1 1,1 1-1,0-1 1,0 1-1,-1-1 1,1 0-1,0 0 1,0 1-1,0-1 1,0 0-1,-2-2 1,-5-3-766,3 3 504,-25-15-3153,4 6-2261,-5 1-3934</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41.092"/>
    </inkml:context>
    <inkml:brush xml:id="br0">
      <inkml:brushProperty name="width" value="0.035" units="cm"/>
      <inkml:brushProperty name="height" value="0.035" units="cm"/>
    </inkml:brush>
  </inkml:definitions>
  <inkml:trace contextRef="#ctx0" brushRef="#br0">786 1 5012,'0'0'13196,"-4"0"-13124,-8 0 5,-5 0 38,0 0-1,0 1 1,-1 1-1,-23 6 1,6-1 76,-51 5 1,18-4-30,64-7-139,1 0 9,-32 4 28,31-4-21,1 0-4,-14 5-65,11-4 43,0 0 0,0 0 0,0 1 0,0 0 0,0 0 0,1 0-1,-1 1 1,1-1 0,-6 7 0,-37 39 25,32-34-12,0 2-1,-21 28 0,8-4 14,2 3-1,-25 53 0,31-57-24,14-29-20,1 0 0,1 0 0,0 1 0,0 0 0,-3 14 1,-13 59 18,12-55-21,2 0 0,1 1-1,-2 32 1,5-16 60,-1 13-74,3 0 0,6 62 0,15-16-56,-17-89 119,0-1 0,11 28 0,4 15 9,-14-40-30,2 0-1,0-1 0,14 27 0,-8-17-47,18 57 1,-7-35 58,-22-47-32,0-1 1,1 1-1,-1 0 0,1-1 0,0 0 1,0 1-1,2 1 0,1 2-17,-3-4 19,-1 0 1,1 1-1,0-2 1,0 1-1,0 0 1,1 0-1,-1 0 1,0-1 0,3 2-1,3 2 15,-2 0-28,0 0 1,1 0 0,-1-1-1,1 0 1,11 5-1,1 2 6,-12-8 2,0 1-1,0-1 1,0-1-1,12 4 0,12 4 6,-29-8 37,1-1-7,27 10 59,-28-9-93,15 2 15,-4 1-8,-11-4 61,2 0-48,37 7-4,-37-6 10,0-2-9,28 0 0,-8 1 59,0 0 1,1-2-1,45-8 1,-55 6 39,0 0 1,21-1 0,-34 4-102,0 0 0,0 0 0,1-1 0,-1 1 0,0 0 0,0-1 1,0 0-1,0 1 0,0-1 0,4-2 0,-4 2 1,0 0 1,0 0-1,0 0 1,0 1-1,0-1 0,0 0 1,0 1-1,0 0 1,0-1-1,4 1 1,4-1 30,1 0 1,0-1 0,-1 0-1,0-1 1,0 0 0,1 0 0,-2-1-1,1-1 1,0 1 0,15-12-1,-2 0 107,0-1 0,38-38 0,-50 43-119,26-23 146,-2-3 1,47-64-1,-70 82-43,-2-1 1,10-23-1,0 0 26,-20 42-147,1 1 0,-1 0 0,1-1-1,-1 1 1,1 0 0,-1-1 0,0 1-1,0 0 1,1-1 0,-1 1 0,0-1-1,0 1 1,-1 0 0,1-1 0,0-1-1,-1-5 2,5-41 69,2-33 132,-6 52-184,1 7 57,-1 0 1,-1 0 0,-1 0 0,-6-28-1,2 4 141,6 41-214,-1 1 0,1-1 0,-1 1 0,0-1 0,0 1 0,-1-1 0,-3-8 0,4 13-5,1-1 0,-1 1 1,1-1-1,-1 1 0,1-1 0,0 1 0,0-1 0,0 1 0,0-1 0,0 1 0,0-1 0,0 1 0,0-1 0,0 1 0,1-1 1,-1 1-1,2-3 0,-2 2-2,1 0 1,0 0-1,-1 1 1,0-1-1,1 0 1,-1 0-1,0 0 1,0 0-1,0 0 1,0 0-1,0 1 1,-1-1-1,0-3 1,-2-4 44,0 0 1,1 0 0,0-1-1,-1-11 1,3 14-47,-1 0 0,0 0 1,-1 0-1,0 0 0,0 0 0,-5-12 1,4 11 24,0 0 0,1 0 0,0 0 0,0 0 0,1-1 0,0-8 0,-1-2 85,0 10-56,-1 0 0,0 0 1,0 0-1,-1 0 0,0 1 0,0-1 1,-1 1-1,0 0 0,-1 0 0,-7-8 1,-16-25 93,23 32-130,-1 1 1,0 1-1,-10-11 1,7 10-13,9 6-20,0 0 0,-1 1 1,1-1-1,0 0 0,0 0 0,-1 1 1,1-1-1,1 0 0,-1 0 1,-1-4-1,1 4 13,0-1 0,0 0-1,0 1 1,0-1 0,-1 0 0,1 1 0,-3-4 0,-38-58 131,11 20 25,11 19-96,12 15-30,-1 1 0,-15-15 0,8 9-6,14 13-95,-1 0 69,-23-12 34,23 12-30,1 1-38,-15-13 94,8 7-53,1 1 0,-1-1 0,0 1 0,-1 1 0,0-1 0,1 2 1,-2 0-1,-14-5 0,17 8-19,1 0-1,-1 0 1,0 1 0,0 0-1,-13 2 1,-14-1-23,9-2-43,21 1 44,1 0 39,-34 3-150,35-2-197,-14 7-14216,2 1 5443</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9:38.074"/>
    </inkml:context>
    <inkml:brush xml:id="br0">
      <inkml:brushProperty name="width" value="0.035" units="cm"/>
      <inkml:brushProperty name="height" value="0.035" units="cm"/>
    </inkml:brush>
  </inkml:definitions>
  <inkml:trace contextRef="#ctx0" brushRef="#br0">6018 578 9933,'0'0'11524,"-2"-2"-11170,-32-12 330,-57-18-1,13 6-522,4 2 5,-117-21 1,40 12 30,-297-57 488,406 82-580,-959-100 458,677 108-562,1 20 26,158-9 86,-234 33-98,-3 0 93,-395 48 552,396 9-506,287-68-100,-113 50 18,177-63-74,2 2 0,1 2 0,1 2 1,1 2-1,2 3 0,-44 38 0,53-38-14,-88 87 0,100-95-3,1 2 1,1 0-1,-20 35 1,-25 60-48,55-99 43,1 1 1,1-1-1,-8 42 0,10-35 12,1-8 23,1 0-1,2 1 1,0-1 0,0 26-1,4-28-20,0 0 0,1 0 0,0 0-1,2-1 1,0 1 0,13 28 0,1-12 0,1-1-1,1-1 1,1-1-1,3 0 1,0-2 0,37 33-1,-20-26 7,1-2 0,1-1 0,89 47-1,-20-20 44,2-5-1,144 46 0,142-3 102,8-35-111,-329-52-36,218 24-6,369-6-1,191-55 71,155-110-209,-792 88 286,-1-10 0,315-127 0,-472 158 158,-2-3 0,-1-2 0,-1-3 0,-2-3 0,-2-2 0,-1-2 0,-2-3 0,85-96 0,-116 117-155,80-99 646,-81 97-348,-2-1 1,27-52-1,-37 59-376,-1 1-1,0-1 1,-1 0-1,-2 0 1,0-1-1,-1 1 1,-1-1-1,0 0 1,-2 0-1,-1 1 1,0-1-1,-5-21 1,-1 9 11,-2-1 1,-1 1-1,-1 0 1,-2 1 0,-2 1-1,-25-43 1,12 31-72,-1 1 0,-3 1 0,-1 2 0,-2 1 0,-2 2 0,-1 2 0,-2 1 0,-66-43 0,-16 0 0,-133-62 0,-100-7-1983,209 89 944,126 48 215,-74-26-2169,46 25-719,38 8 1911,1 0 0,-1 1 0,-10 1 0,-29 8-10227</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9:38.669"/>
    </inkml:context>
    <inkml:brush xml:id="br0">
      <inkml:brushProperty name="width" value="0.035" units="cm"/>
      <inkml:brushProperty name="height" value="0.035" units="cm"/>
    </inkml:brush>
  </inkml:definitions>
  <inkml:trace contextRef="#ctx0" brushRef="#br0">55 4 12381,'-13'0'5902,"-5"-2"-4067,-3 1-1153,21 1-661,0 0 0,0 0 1,1 0-1,-1 0 0,0 0 1,0 0-1,0 0 0,0 0 0,0 0 1,0 0-1,0 0 0,0 1 0,0-1 1,0 0-1,0 0 0,0 0 0,0 0 1,0 0-1,0 0 0,0 0 0,0 0 1,0 1-1,0-1 0,0 0 1,0 0-1,0 0 0,0 0 0,0 0 1,0 0-1,0 0 0,0 0 0,0 1 1,0-1-1,0 0 0,0 0 0,0 0 1,0 0-1,-1 0 0,1 0 0,0 0 1,0 0-1,0 0 0,0 0 0,0 0 1,0 0-1,0 1 0,0-1 1,0 0-1,0 0 0,-1 0 0,1 0 1,0 0-1,0 0 0,0 0 0,0 0 1,0 0-1,0 0 0,0 0 0,-1 0 1,1 0-1,0 0 0,0 0 0,0 0 1,0 0-1,8 17 796,2 1 0,0-1-1,1 0 1,14 15 0,59 64 1118,-21-27-857,123 163 914,-67-81-1447,-33-32-1710,-60-82-203,5 10-2628,-31-41 366,-6 13-3392,-1 0-4629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9:38.996"/>
    </inkml:context>
    <inkml:brush xml:id="br0">
      <inkml:brushProperty name="width" value="0.035" units="cm"/>
      <inkml:brushProperty name="height" value="0.035" units="cm"/>
    </inkml:brush>
  </inkml:definitions>
  <inkml:trace contextRef="#ctx0" brushRef="#br0">365 14 10049,'-21'-14'4155,"20"18"-2496,-6 41 714,-25 77 0,28-109-2258,-243 831 2879,201-678-2740,44-156-305,0 0 0,1 0 0,0 0 0,0 1 0,1-1 0,1 0 0,0 0 0,0 1 0,1-1 0,6 18 0,-7-28-37,0 0 0,-1 1 0,1-1 0,0 0 0,0 0-1,0 0 1,-1 0 0,1 0 0,0 0 0,0 0 0,0 0-1,-1 0 1,1 0 0,0 0 0,0 0 0,0-1-1,-1 1 1,1 0 0,0-1 0,0 1 0,0-1 0,0 1-74,1-1-258,0 0 0,1 0-1,-1 0 1,0-1 0,0 1 0,0-1 0,0 1 0,0-1-1,0 1 1,-1-1 0,1 0 0,0 0 0,-1 0 0,1 0-1,-1 0 1,0 0 0,0 0 0,0-1 0,1-2 0,1 0-1059,4-10-6965</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9:39.278"/>
    </inkml:context>
    <inkml:brush xml:id="br0">
      <inkml:brushProperty name="width" value="0.035" units="cm"/>
      <inkml:brushProperty name="height" value="0.035" units="cm"/>
    </inkml:brush>
  </inkml:definitions>
  <inkml:trace contextRef="#ctx0" brushRef="#br0">106 109 10345,'-18'41'735,"7"-16"538,0 1 0,-12 44 0,-14 62 3682,35-128-3933,2 0-509,-3 23 515,4-24-279,5-19-307,6-30 116,10-75-1,-15 77-666,-4 20-538,0-1 1,-2-38 0,-8 8-2742,5 48 2157,0 0 1,0 0 0,-1 1 0,0-1 0,-3-6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9:40.738"/>
    </inkml:context>
    <inkml:brush xml:id="br0">
      <inkml:brushProperty name="width" value="0.035" units="cm"/>
      <inkml:brushProperty name="height" value="0.035" units="cm"/>
    </inkml:brush>
  </inkml:definitions>
  <inkml:trace contextRef="#ctx0" brushRef="#br0">5284 57 6025,'-6'5'8544,"-2"-6"-1414,0-2-6230,-3-1-819,-1 1 1,0 0-1,0 1 1,0 0-1,0 1 1,-24 1-1,10-1 29,-195-16 789,81 9-306,-276-8 953,278 15-1297,-239 5 2,-220 15-151,230-10-131,217-4-46,-479 21 551,473-16-437,-245 48 1,-289 134-75,589-160 80,-181 70-6,234-79-42,1 3 1,1 2 0,2 1 0,-58 50 0,80-58-27,2 0-1,1 2 1,0 0 0,-16 30 0,26-40 6,1 1-1,1 0 1,0 0 0,1 1-1,1 0 1,0 0 0,1 0 0,1 0-1,0 1 1,1 0 0,0-1 0,2 1-1,0 0 1,2 18 0,1-14-22,1 0 0,0 0 1,2 0-1,0-1 0,1 0 0,1 0 0,1 0 1,1-1-1,0-1 0,20 26 0,2-4 21,2-1 0,2-2-1,1-1 1,75 54-1,136 74-280,-177-122 116,123 52 1,-90-54 18,2-5 1,159 31 0,-209-54 118,302 48-160,307-1-3,11-56-11,-311-7 72,767-16-458,-247-91 345,-642 62 251,-98 19 3,319-71-42,-13-41 393,-393 118-62,-1-2 0,-2-2 0,-1-3-1,93-72 1,-123 83 74,0-1 0,-2-1 0,0-1 0,-2-1 0,-1 0 0,-1-2 0,-1 0 0,24-51 0,-37 68-269,-1 0 1,1 0-1,-2 0 0,1 0 1,-2 0-1,1 0 1,-1-1-1,-1 1 0,0 0 1,0-1-1,-1 1 0,-1-1 1,1 1-1,-2 0 1,1 0-1,-1 0 0,-1 0 1,0 1-1,0-1 1,-9-13-1,-1 2-35,-2 0 0,0 1 0,-1 1 0,0 0 0,-2 2 1,0 0-1,-25-17 0,-63-39 100,-221-113-1,-135-22 134,435 196-251,-238-94 192,183 79-289,-109-22 0,124 38-777,0 3 1,0 3-1,-69 4 0,-208 26-7298,220-14 2816,-41 1-5564</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9:41.330"/>
    </inkml:context>
    <inkml:brush xml:id="br0">
      <inkml:brushProperty name="width" value="0.035" units="cm"/>
      <inkml:brushProperty name="height" value="0.035" units="cm"/>
    </inkml:brush>
  </inkml:definitions>
  <inkml:trace contextRef="#ctx0" brushRef="#br0">29 1 8429,'-1'0'97,"0"0"0,1 0 0,-1 0 0,1 0-1,-1 0 1,0 0 0,1 0 0,-1 0 0,0 0 0,1 1 0,-1-1 0,1 0 0,-1 0 0,0 1 0,1-1 0,-1 0 0,1 1 0,-1-1 0,1 0 0,-1 1-1,1-1 1,-1 1 0,1-1 0,0 1 0,-1-1 0,1 1 0,0-1 0,-1 1 0,1 0 0,0-1 0,0 1 0,-1-1 0,1 1 0,0 0 0,-1 4 7175,0-1-6404,0 0-682,-1 1 94,0-1 0,1 1 0,0 0 0,0 0 1,0 0-1,1 1 0,-1-1 0,1 0 0,1 10 0,5 11 348,1 0 0,2 0 0,0 0 0,2-1 0,17 31-1,-12-24-203,33 58 756,69 95-1,-55-89-771,105 166-639,-126-206-1319,-29-39-386,0-1 0,14 28 0,-25-40-1229</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9:41.658"/>
    </inkml:context>
    <inkml:brush xml:id="br0">
      <inkml:brushProperty name="width" value="0.035" units="cm"/>
      <inkml:brushProperty name="height" value="0.035" units="cm"/>
    </inkml:brush>
  </inkml:definitions>
  <inkml:trace contextRef="#ctx0" brushRef="#br0">372 0 10773,'0'0'1963,"-1"3"-246,-6 15-900,0 1 0,1 0 0,2 0 0,0 0 0,-3 31 0,-4 23-65,-157 557 1733,137-529-2270,1-6-72,9-31-23,-18 94-1,37-149-120,-6 39-109,-16 53 0,23-97-319,3-10-1567,15-35 34,24-67-5345,-21 45-983</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09:42.208"/>
    </inkml:context>
    <inkml:brush xml:id="br0">
      <inkml:brushProperty name="width" value="0.035" units="cm"/>
      <inkml:brushProperty name="height" value="0.035" units="cm"/>
    </inkml:brush>
  </inkml:definitions>
  <inkml:trace contextRef="#ctx0" brushRef="#br0">0 151 10041,'18'12'2295,"-18"-12"-2265,0 0-1,0 0 0,0 0 0,0 0 0,0 0 0,0 0 0,0 0 1,0 1-1,0-1 0,1 0 0,-1 0 0,0 0 0,0 0 0,0 0 1,0 0-1,0 0 0,0 0 0,0 0 0,0 0 0,0 0 0,1 0 0,-1 0 1,0 0-1,0 0 0,0 0 0,0 0 0,0 0 0,0 0 0,0 0 1,0 0-1,1 0 0,-1 0 0,0 0 0,0 0 0,0 0 0,0 0 0,0 0 1,0 0-1,0 0 0,0 0 0,1 0 0,-1 0 0,0 0 0,0 0 1,0 0-1,0 0 0,0 0 0,0 0 0,0 0 0,0-1 0,0 1 1,0 0-1,0 0 0,0 0 0,1 0 0,-1 0 0,0 0 0,0 0 0,0 0 1,0 0-1,0-1 0,0 1 0,0 0 0,0 0 0,0 0 0,0 0 1,0 0-1,0 0 0,0-1 0,3-7 965,0 0 1,1 0-1,0 0 1,0 0-1,1 1 0,5-7 1,-4 6-472,1 1-1,0 0 1,0 0 0,1 1-1,0 0 1,0 1 0,0-1-1,17-7 1,0 1 70,-18 7-348,1 1 0,0 1 0,0-1 1,11-2-1,-16 5-95,-2 5-85,3 5-181,-1-1-1,0 1 1,-1 1-1,0-1 0,-1 0 1,0 0-1,0 1 1,-1-1-1,0 1 1,-1 9-1,-1 1-364,-8 36-1,6-39 759,1 1 0,-2 33 0,6-50-101,0 1-1,1-1 0,-1 0 1,0 0-1,1 0 1,-1 0-1,1 0 1,-1 0-1,1 0 1,0 0-1,2 0 1,-3 0-38,5 1 51,0-1 0,0 1 0,0-1-1,1 0 1,-1 0 0,0-1 0,1 0 0,-1 0-1,10-2 1,65-13 1630,-58 10-1664,305-71-155,-191 44 0,-135 31-166,-6 0-305,-14 0-1217,-25 2-3514,-9 10-3050,-8 1-5752</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26.703"/>
    </inkml:context>
    <inkml:brush xml:id="br0">
      <inkml:brushProperty name="width" value="0.035" units="cm"/>
      <inkml:brushProperty name="height" value="0.035" units="cm"/>
    </inkml:brush>
  </inkml:definitions>
  <inkml:trace contextRef="#ctx0" brushRef="#br0">845 71 5609,'-14'14'15590,"12"-13"-15407,-22 14 108,22-14-196,-3 0-16,-69 7 3,1 3 1,-77 22-1,109-22-155,29-9 69,-1 1 0,1 1 0,0 0 0,0 1 0,0 0 0,-17 11 0,24-13 13,-16 11-9,2 0-1,0 1 0,0 1 0,1 0 1,-25 31-1,14-12 19,20-26-18,1 1-1,0 0 1,1 0 0,-8 14 0,-11 22-13,17-32 5,0 1 0,-11 29 0,14-31 10,3-8-1,1 1 0,0-1 0,0 0 0,0 0 1,1 1-1,-2 9 0,0 4 2,3-15-4,0 0 0,-1 0-1,0 0 1,0-1 0,0 1 0,0 0 0,-1-1 0,-1 5 0,1-3-1,0 0-1,1 0 0,-1 0 1,1 1-1,0-1 1,1 0-1,-1 1 0,1-1 1,0 1-1,2 6 0,-3 28 16,-4 3-3,1 46 0,3-72-31,-5 29 0,3-27 32,-1 38 0,0 49 12,1-50-49,6 83-1,7-53 53,-7-75-29,0 0-1,1-1 0,1 0 1,-1 0-1,1 0 1,12 17-1,5 9 35,-13-24-31,-1 0 0,2-1 1,0 0-1,0-1 0,18 14 1,-15-13-5,37 24-40,-42-28 35,1 0 0,-1-1 0,1-1 0,0 1-1,20 7 1,8 5 20,-29-13-3,1-2-1,0 1 0,-1-1 0,2 0 1,-1-1-1,0 0 0,11 1 0,6 1 11,-9-1-15,0-1 1,0-1 0,0-1-1,21-1 1,73-14 34,-38-5-36,-53 13 7,0 0-1,0-1 1,33-19 0,-21 10-28,-8 2 54,11-10-21,-22 13-15,0 0 0,0 0 0,-2-2-1,1 1 1,-2-1 0,1-1 0,13-28 0,5-10 13,-18 33 17,0 0 0,-2 0 0,9-26 0,-1-3 22,25-50 0,-34 80-40,-2-1 0,-1 0 0,0-1 0,3-34 0,3-13 15,-6 44-18,2-5 36,-2 1 0,-1-1 0,1-31-1,-4 36 30,7-31 0,-4 28 18,2-39 1,-3 2-22,-1 35 93,-2-36 1,-1 54-113,0 0 0,0 0 0,-1 0 0,0 0 0,-1 0 0,0 0 1,-1 1-1,0-1 0,0 1 0,-1 0 0,-1 0 0,0 1 0,-8-12 0,7 13-42,1-1 1,0 0-1,1 0 0,0 0 0,0-1 1,-3-10-1,3 9 1,-1 1 0,-1 0 1,1 0-1,-2 0 0,-8-9 1,-2-3 69,16 20 39,2 2-118,-1-1 0,0 1 0,1 0 0,-1-1 0,1 1 0,-1-1 0,0 1-1,1-1 1,-1 1 0,1-1 0,-1 0 0,1 1 0,0-1 0,-1 1 0,1-1 0,0 0 0,-1 1 0,1-1-1,0 0 1,0 0 0,0 1 0,-1-1 0,1-1 0,0 1-1,0-1-1,-1 1 1,1 0-1,0 0 1,-1 0-1,1 0 1,-1-1-1,0 1 1,1 0-1,-1 0 1,0 0-1,1 0 1,-1 0-1,-2-1 1,0 0 24,0 0 0,0-1 0,0 0 0,0 0 0,0 0 0,0 0 1,1 0-1,-1 0 0,1-1 0,0 1 0,0-1 0,0 0 0,1 1 0,-2-6 0,2 6-10,-10-11-3,9 10-12,-1 1 1,0-1 0,0 1-1,0 0 1,-1 0-1,1 0 1,-1 1-1,1-1 1,-1 1-1,0 0 1,-5-2 0,0 0-1,1 0 1,-1 1 0,1 0 0,-1 0 0,0 1 0,0 0-1,0 1 1,0 0 0,-1 0 0,1 1 0,0 1-1,0-1 1,0 1 0,-17 4 0,-19 1 3,33-5-18,1 0-1,-19 5 1,-30 11-32,57-16 33,-15 3-12,12-2 16,1 0 0,0 1 0,0-1 0,-1 1 0,2 0 0,-1 0 0,0 1 1,-4 3-1,7-5-88,1 2-464,-15 70-4166,16-73 4430,0-1 1,-1 1 0,1 0-1,0-1 1,0 1 0,-1 0-1,1-1 1,0 1 0,-1 0-1,1-1 1,0 1 0,-1-1-1,1 1 1,-1-1-1,1 1 1,-1-1 0,0 1-1,0-1 1,-2 3-1695,-8 11-6496</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29.255"/>
    </inkml:context>
    <inkml:brush xml:id="br0">
      <inkml:brushProperty name="width" value="0.035" units="cm"/>
      <inkml:brushProperty name="height" value="0.035" units="cm"/>
    </inkml:brush>
  </inkml:definitions>
  <inkml:trace contextRef="#ctx0" brushRef="#br0">946 98 6693,'12'-13'8369,"-12"13"-8256,0 0-1,0-1 1,-1 1-1,1 0 1,0 0-1,0 0 1,0 0-1,-15 1 6943,-1 1-6429,7 0-2408,-35 8 2148,27-5-226,-30 4-1,-26 5 60,10-1-95,21-5-55,-70 21 1,100-25-44,0 1 0,-21 13-1,13-6-6,9-6-3,1 0-1,1 1 1,-1 0-1,1 1 1,0 0 0,-13 16-1,-13 12 11,17-18-14,1 0-1,1 1 1,0 1 0,-24 42-1,-55 120 47,78-145-41,3 1 1,1 1-1,-8 41 1,18-67-6,-50 316 12,49-281 24,4 64-1,3-64-33,1 22-13,24 132 0,-8-120-10,38 103 0,-48-164 16,0-2 1,1 1-1,0-1 0,2-1 0,0 0 0,1-1 1,19 17-1,1-1-28,2-2-1,51 34 1,-68-53 18,0-1-1,1 0 1,0-2-1,0 0 1,1-1-1,0-2 1,1 0 0,-1-1-1,1-1 1,0-1-1,25 1 1,65-3-66,-97-3 83,1 1 0,0-2 1,-1 0-1,31-11 0,-3-2-67,-11 5 72,0-1-1,-1-2 0,-1-1 1,35-23-1,21-24 69,-2-5-1,-4-2 1,127-142 0,-190 192 3,-1-2 0,-1 0 0,-1 0 0,-1-1 0,0-1 1,-2 0-1,-1-1 0,-1 0 0,10-41 0,7-123 600,-23 140-161,-4-74 1,-9 35 15,9 61-331,1 8-74,-1 1 1,0 0-1,-7-24 0,-1 8 34,-1-9 295,-3 0 1,-32-72-1,-15 4 428,48 93-738,0 0-1,0 1 0,-2 0 1,-15-15-1,7 9-25,17 16-96,0 1 0,0 0 0,-1-1 0,0 2 0,-8-7 0,8 7-3,0 0 0,0-1 1,0 0-1,1 0 1,0 0-1,0-1 0,1 1 1,-5-8-1,3 5-4,0 0 0,-1 0 0,-7-7 0,-70-69 85,71 70-83,-7-3-10,18 16-12,-6-5-18,-12-20 45,-5-2-23,-28-18-31,50 43-22,0 2 62,-26-14 19,26 14-15,-15-9-31,7 6 14,0 1 0,0 0-1,0 0 1,-15-1 0,-1 0 7,19 3-12,0 1-1,0-1 1,-12 2-1,-6 0 26,-3-1 330,7 0-1532,9-1-3671,18-17 1303,-2 5 1965,-4-12-6519,-2 4 754</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31.576"/>
    </inkml:context>
    <inkml:brush xml:id="br0">
      <inkml:brushProperty name="width" value="0.035" units="cm"/>
      <inkml:brushProperty name="height" value="0.035" units="cm"/>
    </inkml:brush>
  </inkml:definitions>
  <inkml:trace contextRef="#ctx0" brushRef="#br0">588 256 4544,'0'0'18,"0"0"-1,0 0 0,-1 0 0,1 0 0,0 0 0,0 0 0,0 0 1,-1 0-1,1-1 0,0 1 0,0 0 0,0 0 0,0 0 0,-1 0 0,1-1 1,0 1-1,0 0 0,0 0 0,0 0 0,0-1 0,0 1 0,-1 0 1,1 0-1,0-1 0,0 1 0,0 0 0,0 0 0,0 0 0,0-1 0,0 1 1,0 0-1,0 0 0,0-1 0,0 1 0,0 0 0,0 0 0,1 0 1,9-11 13237,-19-3-12867,8 13-366,0 0 1,-1 0-1,1 0 0,0 0 0,0 0 1,-1 0-1,1 0 0,0 0 1,-1 1-1,1-1 0,-1 0 0,1 1 1,-1 0-1,1-1 0,-1 1 0,0 0 1,1 0-1,-1 0 0,1 0 1,-1 0-1,0 0 0,1 0 0,-1 0 1,-2 1-1,-51 12 101,39-9-50,-4 2-50,0 0-1,1 1 0,-1 1 0,1 0 1,1 2-1,0 0 0,0 1 0,1 1 0,1 0 1,0 2-1,0 0 0,1 0 0,1 2 0,1-1 1,-16 24-1,6 1 45,2 1 1,2 1-1,1 1 1,3 0-1,-17 72 0,-21 232 485,49-298-471,2 0 0,2 1 0,9 69 0,-4-86-36,1 0 1,2 0 0,1-1 0,2-1-1,1 1 1,16 29 0,-9-24-12,2-2 0,1-1 0,2 0 0,1-2 0,2-1 1,33 31-1,-34-38-23,0-2 1,2-2 0,0 0-1,1-1 1,1-2-1,1-2 1,0 0 0,1-2-1,0-1 1,41 8 0,-44-14 1,1-1-1,0-2 1,0-1 0,0-1 0,0-2 0,0-1 0,0-1 0,50-12 0,-59 9 13,0-1 1,-1-1-1,1 0 1,-2-2-1,1 0 1,-1-1-1,-1-1 1,0-1-1,-1-1 1,0 0-1,-1-1 1,21-26-1,-2-5 34,-3-2-1,-2-2 0,-2 0 1,38-98-1,-42 74 170,-3 0 1,19-126-1,-31 140 83,-3-1 1,-2-1-1,-4 1 0,-1 0 0,-4 0 1,-2 0-1,-3 0 0,-2 1 0,-27-77 0,27 106-159,-1 0 0,-1 1-1,-2 1 1,-28-41 0,27 48-96,-2 1 0,0 0 0,-1 2 0,0 0 0,-46-30 0,31 26-35,0 3 0,-2 0 0,-51-18 0,22 16-49,-125-22 0,97 24-169,21 10-560,69 10 270,1 0-32,-4-1-51,1 2-1,-1-1 1,1 1-1,0-1 1,-1 2-1,1-1 1,0 1-1,-6 2 1,7-2-261,-6 2 182,4 4-6155,-2 10-2473</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34.396"/>
    </inkml:context>
    <inkml:brush xml:id="br0">
      <inkml:brushProperty name="width" value="0.035" units="cm"/>
      <inkml:brushProperty name="height" value="0.035" units="cm"/>
    </inkml:brush>
  </inkml:definitions>
  <inkml:trace contextRef="#ctx0" brushRef="#br0">89 490 6693,'0'0'156,"-1"0"1,0-1-1,0 1 1,1 0 0,-1 0-1,0 0 1,1 0 0,-1 0-1,0 0 1,0 1-1,1-1 1,-1 0 0,0 0-1,1 0 1,-1 1 0,0-1-1,1 0 1,-5 2 5210,-12-11-4097,14 7-1008,0 1 1,1 0-1,-1 1 1,0-1-1,0 0 1,0 1-1,1-1 1,-1 1-1,0 0 1,0 0-1,0 0 1,-5 2-1,-3-2-168,10 4 141,0 2-140,1 0-1,0 0 0,0 1 1,1-1-1,0 0 1,0 0-1,0 0 0,4 11 1,23 49 667,-18-46-694,12 23 227,2-1 0,43 57 0,-54-81-235,4 4 24,1-1-1,0 0 1,2-1-1,0-1 0,43 30 1,-18-20 12,0-2 0,57 23 1,-44-26-40,2-4 0,0-2 0,1-3 0,81 10 0,-58-15 2,1-3 1,0-4-1,158-16 0,-176 4-2,-1-4 0,-1-2 1,0-3-1,98-42 0,-53 9 100,170-105 1,-181 95-166,198-129 97,-249 159-104,-29 19 38,0 0 1,23-21-1,-25 20 52,0 0-1,1 2 0,34-17 1,-50 27-66,0 0 1,-1 0 0,1-1 0,0 1 0,-1 0-1,1-1 1,-1 1 0,0-1 0,1 1 0,-1-1-1,1-2 1,9-9 45,-7 10-58,17-18 17,16-27 63,-32 42-84,0 0 1,-1 0 0,0 0 0,0-1 0,4-8-1,-5 9 11,0 0 0,1 1-1,0-1 1,0 1 0,4-6-1,-5 9 5,11-12 135,-10 9-150,0 0 1,0 0-1,-1-1 1,1 1-1,-1-1 1,0 1-1,3-11 1,3-6-31,-7 20 8,-1-1-4,1 0 40,-1 0 0,1 0 1,0 0-1,0 0 1,0 1-1,0-1 0,1 1 1,3-4-1,-4 4-27,1 0-32,-3 1-212,1 1 253,0-1 0,-1 1-1,1 0 1,0-1 0,-1 1 0,1-1-1,-1 0 1,1 1 0,-1-1 0,1 1-1,-1-1 1,0 0 0,1 1-1,-1-1 1,0 0 0,1 0 0,10-15-1215,15 5 1110,-23 10 82,-5-1-1544,-37-50 112,37 51 1445,0-1 0,0 0 0,0 0 0,0 1 0,-1 0 0,1-1 0,-1 1-1,1 0 1,-6-1 0,3-1-2,2 2-18,-1 0 11,-28-8 20,25 9-6,-31 8-8,27-6 22,-1 0 1,1 1 0,0 0-1,-1 1 1,-11 5 0,-122 76-47,121-70 137,1 1 1,0 1-1,-39 38 0,31-26 119,-34 25 570,63-52-214,5-3-386,14-6-115,-1 0 1,0-1-1,-1-1 0,0 0 0,0-1 0,16-14 0,32-20-9,2 2 0,119-55 0,-15 22 162,-166 74-206,0-1 1,0 1 0,-1 0-1,1 0 1,0 0-1,0 0 1,1 0 0,-1 1-1,0 0 1,0-1-1,0 1 1,0 0 0,0 1-1,0-1 1,0 0-1,0 1 1,0 0 0,0 0-1,0 0 1,0 0-1,0 0 1,0 0 0,0 1-1,-1-1 1,1 1-1,-1 0 1,1 0 0,-1 0-1,0 0 1,1 0-1,-1 1 1,0-1 0,-1 1-1,1-1 1,0 1-1,-1 0 1,1-1 0,-1 1-1,1 3 1,24 59 122,-4 1 0,19 86-1,-34-125-65,-2-11-37,0-1-1,1 0 1,14 25 0,6 15-2185,-21-40 826,-8-17-607,-15-28-5343,7 1-765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36.007"/>
    </inkml:context>
    <inkml:brush xml:id="br0">
      <inkml:brushProperty name="width" value="0.035" units="cm"/>
      <inkml:brushProperty name="height" value="0.035" units="cm"/>
    </inkml:brush>
  </inkml:definitions>
  <inkml:trace contextRef="#ctx0" brushRef="#br0">1161 457 5849,'0'0'8045,"-1"-3"-6919,0-3-867,0 1 0,-1 0-1,1 0 1,-1 0 0,0 0 0,-1 0 0,1 0-1,-1 1 1,0-1 0,0 1 0,0-1 0,-1 1-1,1 0 1,-1 1 0,0-1 0,0 1 0,0-1-1,-8-3 1,-1 1-136,-1 0-1,0 1 1,0 0-1,-1 2 1,1-1-1,-1 2 1,-21-2-1,5 0 0,-1 2 0,1 1 1,-1 1-1,1 2 0,-1 1 0,1 1 0,0 2 0,-54 17 0,26-2 122,-70 37 1,102-43-175,0 2 0,1 0 0,1 1 0,-36 34 0,41-32-27,1 1 0,1 1 1,0 1-1,2 1 0,-14 26 0,12-14 5,1 0 0,2 1-1,-11 44 1,4 3 42,4 1-1,-16 167 1,32-196-63,1 0 0,4 1 0,1-1 0,3 0 0,23 88 0,-17-99-7,2-1 1,2 0-1,2-1 0,2-1 0,42 64 1,-46-82-22,1-1 0,1-1 0,0 0 0,2-2 0,1 0 0,0-1 1,2-1-1,0-2 0,1 0 0,31 14 0,-19-14 9,1-2-1,0-2 1,1-1-1,1-3 1,76 8-1,-38-11-28,1-4-1,84-10 1,-107 3 31,-1-2 0,1-3 0,-2-3 0,0-1 0,-1-3 0,0-2 1,-2-3-1,53-31 0,-62 28 2,0-2 0,-2-1 0,-1-2 0,-2-2 1,-1-2-1,-1-1 0,-3-2 0,0-1 0,34-57 1,-35 40 98,-3-1 1,-2-1-1,-2-2 1,-3 0 0,-3-1-1,-2-1 1,-3-1-1,-3 0 1,2-80 0,-11 95-43,-2-1 1,-2 1 0,-2 0-1,-2 0 1,-3 1-1,-1 0 1,-3 1 0,-1 0-1,-3 1 1,-1 1 0,-3 1-1,-1 0 1,-2 2-1,-2 1 1,-1 1 0,-2 1-1,-2 2 1,-2 1 0,-1 2-1,-1 1 1,-1 1-1,-47-27 1,40 31-338,-2 1-1,0 2 1,-73-25-1,99 42-14,0 1 0,-1 1 0,0 1 0,0 0 0,0 2-1,0 1 1,0 0 0,-1 2 0,1 0 0,0 1 0,-27 7-1,17 0-622,0 2-1,2 0 0,-1 2 0,-52 32 1,41-18-2332,-39 34 0,-10 16-5056</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37.902"/>
    </inkml:context>
    <inkml:brush xml:id="br0">
      <inkml:brushProperty name="width" value="0.035" units="cm"/>
      <inkml:brushProperty name="height" value="0.035" units="cm"/>
    </inkml:brush>
  </inkml:definitions>
  <inkml:trace contextRef="#ctx0" brushRef="#br0">18 640 8789,'-14'15'1552,"11"-12"1740,21-7-1706,2 1 305,-17 6-1510,-2 0-308,6 7 270,0 0-1,-1 1 1,6 15-1,1 5 136,1-1-1,21 35 1,-12-26-135,36 62 3,5-3 0,5-2 1,3-4-1,5-3 0,3-3 0,118 97 0,-111-111-266,3-3-1,3-4 0,3-5 0,2-3 0,2-6 0,199 73 1,-216-96-47,2-4 1,0-4-1,151 16 1,-114-31-56,-1-5 0,1-5 0,0-5 0,145-32 0,49-25 7,324-115 0,-340 70 108,-5-13 0,-6-13 0,305-198 0,127-79 2033,-170 104-187,-488 277-1487,-39 22-236,24-16 0,-25 19-228,-20 9 28,-1-2 15,50-36 20,-50 36-39,0 0-6,21-18-38,-20 17 27,0 2-15,29-23-249,-24 17 48,1 0 1,0 1-1,14-8 1,0 1-5,-1 0 0,0-1 0,-1-2 1,-1 0-1,30-31 0,-21 15-180,51-43 0,-32 35 51,-47 39 305,0 1 0,-1 0 0,1 0 0,0 0 0,-1-1 0,1 1 0,-1 0 0,1-1 0,-1 1 0,1-1 0,-1 1 0,1 0 0,-1-1 0,1 1 0,-1-1 0,0 1 0,1-1 0,-1 1 0,0-1 0,1 0 0,-1 1 0,0-1 0,1 1 0,-1-1 0,0-1 0,-1 2 19,1-1 1,-1 1 0,0 0-1,1-1 1,-1 1 0,0 0 0,0-1-1,1 1 1,-1 0 0,0 0-1,0 0 1,1 0 0,-1 0 0,0 0-1,0 0 1,-1 0 0,-41 5-475,-58 18-387,71-17 685,-59 18 0,-15 6 43,77-24 158,0 2 0,-51 21 0,49-17 16,-1-1 0,-1-1 0,-39 8 0,35-10-37,24-5 566,31-9-474,16-5-72,21-11 29,48-15-2,16 2 39,-48 12 39,97-16 0,-162 37-75,0 1 1,0 1 0,0-1 0,0 1 0,0 1-1,0 0 1,0 0 0,0 0 0,8 3-1,-11-2 17,0 0-1,1 1 0,-1-1 0,0 1 0,0 0 1,-1 1-1,1-1 0,-1 1 0,0 0 0,0 0 1,0 0-1,0 1 0,-1-1 0,5 8 0,0 2 25,-1 1-1,0 1 0,-1-1 0,0 1 1,-2 0-1,0 0 0,0 1 0,1 18 1,27 236-574,-26-192-4693</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44.923"/>
    </inkml:context>
    <inkml:brush xml:id="br0">
      <inkml:brushProperty name="width" value="0.035" units="cm"/>
      <inkml:brushProperty name="height" value="0.035" units="cm"/>
    </inkml:brush>
  </inkml:definitions>
  <inkml:trace contextRef="#ctx0" brushRef="#br0">1027 72 8469,'-5'3'601,"-7"4"-211,5-6 4374,35 12-3531,-25-12 2308,-20-8-2605,8 3-617,-1 1 1,0 1 0,1 0-1,-1 0 1,-17 0-1,-8-2 115,-22-7-35,38 6-307,-1 1 0,0 1 0,-21-1 0,-28 0 76,47 2-169,0 0 0,0 2 0,-24 2 0,7 3 4,-102 16-29,138-20 36,-2 0-2,-68 15-10,70-15 1,0 0 0,-12 6 12,9-4-11,-1-1 1,1 1 0,0 0-1,0 1 1,1-1 0,-1 1 0,1 0-1,0 1 1,0-1 0,-7 9-1,-26 36 80,28-37-64,0 0 0,-13 23 0,18-28-28,0 1 0,-1-1 0,0 0 0,0 0 0,0-1-1,-1 1 1,-9 6 0,15-12 9,-1 1 0,1 0 0,0 0 0,0 0 0,0 0 0,0 0 0,0 0 0,0 0 0,1 0 0,-1 0 0,1 0 0,-1 1 0,1-1 0,0 4 0,0-4-1,0-1 3,-1 0 1,1-1-1,0 1 1,0 0 0,-1 0-1,1-1 1,0 1-1,-1-1 1,1 1-1,-1 0 1,1-1 0,-1 1-1,1-1 1,-1 1-1,1-1 1,-1 1-1,0-1 1,1 1 0,-1-1-1,0 1 1,-3 1-2,3 0 2,-1 0 0,1 1 0,-1-1 1,1 0-1,0 1 0,0-1 0,0 1 0,0 0 0,1-1 0,-1 1 0,1 0 0,-1-1 1,1 4-1,0-2-2,-1-1 1,1 0 0,-1 1 0,0-1-1,0 0 1,0 0 0,-2 6-1,-1-1-4,1 0-1,0 0 0,1 1 0,0-1 0,-1 10 0,-5 17 18,6-25-12,0 1-1,0-1 0,1 0 1,1 18-1,0-23 1,0-1 6,7 97 45,7 18-36,-11-96-29,1-1 0,7 24-1,-1-1 9,-2-13 0,2-1 0,17 39-1,-12-31-20,9 9 40,-17-36-15,-1 0 0,6 18 0,-6-18 3,1 0 0,0 0 0,0-1 0,1 0 0,1 0 0,0-1 0,16 15 0,8 10-24,-10-8 42,37 34-1,-48-51-12,1 1-1,1-2 1,-1 0-1,2 0 0,17 7 1,14 4 3,1-3 0,1-1 0,0-2 0,63 8 0,-76-18-10,0-2-1,0-2 0,0-1 0,60-10 0,-60 4-4,-1-2-1,-1-1 1,34-16-1,-44 17 14,32-14 4,-2-3 0,-1-1 0,78-57 0,-87 49 19,-1-2 0,61-71-1,-77 79-47,-16 17 71,-1-1 1,0 0-1,-1 0 0,-1-1 0,0 0 1,7-21-1,-2 5 11,-9 21 15,0 1-1,0-1 1,-1 0-1,-1-1 0,1 1 1,-2 0-1,1 0 1,-1 0-1,-2-15 0,-2-7 421,-13-44 0,14 62-388,-11-31 260,-26-61 1,12 38-71,-78-150 1237,98 202-1420,-3-3 17,-20-25 0,11 16-14,5 9-29,0 1-1,-32-29 1,-13-13 175,49 48-197,0 1-1,-1 0 1,0 1-1,-23-13 1,21 14-59,-1 0 0,-1 1 0,1 1 0,-1 1 0,0 0 0,-1 1 0,1 1 0,-27-2 0,-65-9 29,101 13-39,-25-1-8,1 0 1,0 3-1,-1 0 1,-35 7-1,13 0-15,32-5-6,0 1 0,-27 8-1,-25 8-1098,72-19 980,0 0 0,0 1 1,0-1-1,0 0 0,1 0 0,-1 1 0,0-1 0,1 1 0,0-1 0,-1 1 0,1 0 1,0 0-1,-2 3 0,1-2-253,0-1-796,1 0-438,-8 18-1451,16-38-13930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49.143"/>
    </inkml:context>
    <inkml:brush xml:id="br0">
      <inkml:brushProperty name="width" value="0.035" units="cm"/>
      <inkml:brushProperty name="height" value="0.035" units="cm"/>
    </inkml:brush>
  </inkml:definitions>
  <inkml:trace contextRef="#ctx0" brushRef="#br0">34 1 12021,'-2'0'516,"0"0"-1,0 0 1,0 0-1,0 0 1,0 1-1,0-1 0,0 1 1,0-1-1,0 1 1,0 0-1,0 0 1,0 0-1,-2 1 1,4-1-422,0-1 0,-1 1 0,1-1 0,-1 1 0,1-1 0,0 1-1,-1 0 1,1-1 0,0 1 0,0 0 0,0-1 0,-1 1 0,1 0 0,0-1 0,0 1 0,0 0 0,0-1 0,0 1 0,0 0 0,0-1 0,0 1 0,1 0 0,-1-1-1,0 1 1,0 0 0,1-1 0,-1 1 0,0 0 0,0-1 0,1 1 0,-1-1 0,1 1 0,-1-1 0,1 1 0,-1-1 0,1 1 0,-1-1 0,1 1 0,-1-1 0,2 1-1,130 123 6198,3 2-3707,127 159-1902,-73-76-561,16 40-222,-178-214-53,-12-16-417,18 26-1419,-16-14-2252,-16-22-1335,-6 2 2673,3-6 422,-5 19-9280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49.599"/>
    </inkml:context>
    <inkml:brush xml:id="br0">
      <inkml:brushProperty name="width" value="0.035" units="cm"/>
      <inkml:brushProperty name="height" value="0.035" units="cm"/>
    </inkml:brush>
  </inkml:definitions>
  <inkml:trace contextRef="#ctx0" brushRef="#br0">462 6 8101,'-1'0'121,"1"0"1,-1-1-1,1 1 1,0-1 0,-1 1-1,1-1 1,-1 1-1,1 0 1,-1-1-1,1 1 1,-1 0-1,1 0 1,-1-1 0,1 1-1,-1 0 1,1 0-1,-1 0 1,1-1-1,-1 1 1,0 0-1,1 0 1,-1 0 0,1 0-1,-1 0 1,0 0-1,1 1 1,-1-1-1,1 0 1,-1 0-1,1 0 1,-1 0 0,1 1-1,-1-1 1,0 0-1,1 0 1,0 1-1,-1-1 1,1 0-1,-1 1 1,1-1 0,-1 1-1,1-1 1,0 1-1,-1-1 1,1 1-1,0-1 1,-1 1 0,1 0-1,-14 34-105,11-23 678,1-9-268,2 2-211,-1 1 1,-1-1-1,1 0 1,-1 0-1,0 0 0,0 0 1,0 0-1,-6 7 1,-1 5 262,-5 17 204,2 0-1,-15 67 1,11-36-212,-226 803 2658,163-587-2608,85-305-1017,7-27-2413,13-101 0,-19 82-2632,3-3-3388</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49.958"/>
    </inkml:context>
    <inkml:brush xml:id="br0">
      <inkml:brushProperty name="width" value="0.035" units="cm"/>
      <inkml:brushProperty name="height" value="0.035" units="cm"/>
    </inkml:brush>
  </inkml:definitions>
  <inkml:trace contextRef="#ctx0" brushRef="#br0">78 0 13921,'14'88'2008,"-28"-57"-211,-14 15-141,14-32-176,7 14-252,-4 0-404,8 0-32,-1 3-120,1 1-176,-4-1-168,14-3-508,0 1-204,-4-5-1616,1-3 44,10-42-5869,0-21-2048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50.506"/>
    </inkml:context>
    <inkml:brush xml:id="br0">
      <inkml:brushProperty name="width" value="0.035" units="cm"/>
      <inkml:brushProperty name="height" value="0.035" units="cm"/>
    </inkml:brush>
  </inkml:definitions>
  <inkml:trace contextRef="#ctx0" brushRef="#br0">25 141 9321,'-10'3'-944,"-4"7"11259,25-9-8739,-6-2-1021,1 0 1,-1 0-1,1 0 1,-1 0-1,10-5 1,16-3 1071,124-10 3018,222-24-2947,3 22-516,-340 19-1168,168-6-14,328 28 0,-455-12-603,34 4-1386,-112-12 1692,1 0 0,0 1 0,-1-1-1,1 0 1,0-1 0,0 1 0,-1-1-1,1 1 1,0-1 0,-1 0-1,1 0 1,-1-1 0,0 1 0,1-1-1,-1 0 1,0 0 0,0 0 0,6-5-1,-6 4-776,0 0-1,0-1 0,0 1 0,0-1 1,-1 0-1,1 1 0,-1-1 0,0-1 1,2-4-1,0-9-9721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50.786"/>
    </inkml:context>
    <inkml:brush xml:id="br0">
      <inkml:brushProperty name="width" value="0.035" units="cm"/>
      <inkml:brushProperty name="height" value="0.035" units="cm"/>
    </inkml:brush>
  </inkml:definitions>
  <inkml:trace contextRef="#ctx0" brushRef="#br0">0 26 14577,'98'-22'9592,"-74"20"-7950,0 0 0,38 3 0,-12 5 0,63 14 0,-90-15-1587,0 1 0,0 1-1,-1 1 1,0 1 0,36 21 0,-44-21-48,0 1-1,0 0 1,-1 1-1,-1 1 1,0 0-1,0 0 1,-1 1-1,16 26 1,-14-16-18,-2 0 0,0 1 0,-2 0 0,0 1-1,-2 0 1,0 1 0,-2-1 0,-1 1 0,-1 0 0,-1 0 0,-2 32 0,-5 20-252,-4 1-1,-25 107 1,-21 22-4414,43-175-896,-33 64 0,10-42-7464</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51.468"/>
    </inkml:context>
    <inkml:brush xml:id="br0">
      <inkml:brushProperty name="width" value="0.035" units="cm"/>
      <inkml:brushProperty name="height" value="0.035" units="cm"/>
    </inkml:brush>
  </inkml:definitions>
  <inkml:trace contextRef="#ctx0" brushRef="#br0">533 1 10577,'17'31'10836,"-21"-31"-10070,-3 1-639,-1-1 0,1 1 0,0 1 0,0-1 1,0 1-1,0 0 0,-13 7 0,-48 29 317,28-13-226,-18 11 376,-90 74-1,63-43 432,82-65-985,-6 5 158,0 0 0,0 0 1,1 1-1,-14 15 0,20-20-118,0 0 1,1 0-1,-1-1 0,1 1 0,-1 0 0,1 0 1,0 1-1,0-1 0,0 0 0,0 0 0,1 0 1,-1 1-1,1-1 0,0 0 0,0 1 1,0-1-1,0 0 0,1 1 0,-1-1 0,1 0 1,0 0-1,2 5 0,2 3 71,1 1 1,1-1-1,0 0 0,0-1 1,1 1-1,0-1 1,1-1-1,0 0 0,1 0 1,11 8-1,21 13 808,56 30 0,-45-29-721,-28-16-238,30 18 0,-1 2 0,62 53 0,-109-81 0,1 0 0,-2 1 0,1-1 0,-1 1 0,0 1 0,0-1 0,8 18 0,-12-19 0,1 0 0,-1 0 0,0 1 0,-1-1 0,0 1 0,0-1 0,0 1 0,-1-1 0,0 1 0,-1-1 0,-1 12 0,-1-3-533,-1-1 1,-1 1-1,0-1 1,-1 0-1,-1-1 1,0 0-1,-1 0 0,0 0 1,-1-1-1,-1 0 1,-15 16-1,7-11-1088,-2 0-1,0-1 1,-1-1 0,-1-1-1,-1-1 1,-26 13 0,-10-1-10422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51.858"/>
    </inkml:context>
    <inkml:brush xml:id="br0">
      <inkml:brushProperty name="width" value="0.035" units="cm"/>
      <inkml:brushProperty name="height" value="0.035" units="cm"/>
    </inkml:brush>
  </inkml:definitions>
  <inkml:trace contextRef="#ctx0" brushRef="#br0">1 18 7873,'3'-17'10537,"0"19"-9416,7 2-156,0-1-1,0 1 1,0-2-1,0 1 1,1-1-1,10 0 1,30 7-132,-26-1-533,44 22 0,-39-16-214,47 21 91,59 24 376,-118-53-258,0-1 1,1 0 0,0-1-1,0-2 1,32 2-1,15-7 1157,-62 3-1327,-8-4-649,-8-5 144,0 1 1,0 0-1,-1 0 0,0 2 1,-1 0-1,1 0 1,-18-4-1,-109-23-3590,98 25 2574,-53-8-2675,30 7-1375,-12-1-5008</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52.186"/>
    </inkml:context>
    <inkml:brush xml:id="br0">
      <inkml:brushProperty name="width" value="0.035" units="cm"/>
      <inkml:brushProperty name="height" value="0.035" units="cm"/>
    </inkml:brush>
  </inkml:definitions>
  <inkml:trace contextRef="#ctx0" brushRef="#br0">21 0 15169,'-6'3'974,"-9"1"9450,16 0-9419,2 10-424,1-1 1,6 19-1,7 20 105,7 57 235,11 128-1,-7 116-2129,-18-190-1025,-7-113-310,-7 86 0,0-97-2232,-11 42-1,1-36-5998</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53.034"/>
    </inkml:context>
    <inkml:brush xml:id="br0">
      <inkml:brushProperty name="width" value="0.035" units="cm"/>
      <inkml:brushProperty name="height" value="0.035" units="cm"/>
    </inkml:brush>
  </inkml:definitions>
  <inkml:trace contextRef="#ctx0" brushRef="#br0">0 1 17030,'2'0'2013,"15"0"2405,-6 0-3951,0 1-1,0 0 0,0 1 0,0 0 0,12 4 0,68 30 1152,101 57 1,85 63-549,-241-135-935,239 136 458,-216-119-891,-56-36 56,-2-3 131,0 0-1,0 0 0,0 0 0,0 0 0,1 1 1,-1-1-1,0 0 0,0 1 0,0-1 0,3 0 0,-3 1 52,0-1-6,0 1 12,0 0 1,0-1-1,0 1 1,0 0-1,0-1 1,0 1-1,0-1 0,0 1 1,0-1-1,0 0 1,0 1-1,0-1 1,0 0-1,0 0 1,-1 0-1,1 1 1,0-1-1,-1 0 1,1 0-1,0 0 0,-1 0 1,0 0-1,1 0 1,-1 0-1,1 0 1,-1-1-1,0 1 1,0 0-1,0 0 1,1 0-1,-1 0 1,0 0-1,-1 0 0,1-1 1,0 1-1,0-1 1,-1-6-165,0 0 0,-1 0 1,0 1-1,0-1 0,0 0 1,-1 1-1,0 0 0,-1-1 0,0 1 1,0 0-1,0 1 0,-1-1 1,0 1-1,0 0 0,-12-10 0,4 4-217,0 1 0,-1 0 0,0 1 0,-1 1 0,0 0 0,-25-11 0,-182-71-1254,137 61 2911,55 21 4584,32 6-5002,16-26 414,-17 26-791,14-4 446,-14 6-1070,0 0 1,0 1-1,0-1 1,0 0-1,0 1 0,0-1 1,0 1-1,1-1 1,-1 1-1,0-1 1,0 1-1,3 0 0,-15 14-1284,9-12 1355,0 0 0,-1 0 0,1 0-1,-1 0 1,0-1 0,0 1 0,1-1 0,-1 1 0,0-1 0,0 0-1,0 0 1,-5 0 0,-1 2 77,6-2-108,-1-1 300,-73-3 2690,74 3 593,-1 0-3948,-31 3 190,32-3 499,7-1 56,121-26 762,0 6 0,138-6 0,-57 23-816,-156 6-764,-49-1 563,0-1 1,0 0 0,0 0 0,0 0 0,0 1-1,-1-1 1,1 0 0,0 1 0,0-1-1,0 1 1,-1-1 0,1 1 0,0-1 0,-1 1-1,1 0 1,0-1 0,-1 1 0,1 0-1,0 1 1,2 1-92,-1-1 63,-1 0 0,1 0-1,-1 0 1,1 0 0,-1 0 0,0 0-1,0 0 1,0 0 0,0 0-1,0 1 1,0-1 0,-1 0 0,1 1-1,-1-1 1,1 0 0,-1 1 0,0 2-1,-2 48-1160,0-36 821,0 3 41,1-12 148,0 0 0,1 0 1,1 16-1,-1-20 251,1-1 0,0 0 0,-1 0 0,1 0 0,0 1 1,1-1-1,-1 0 0,0 0 0,1 0 0,0-1 0,0 1 0,-1 0 0,2-1 0,-1 1 1,0-1-1,0 1 0,4 1 0,-1-1 39,1 0-1,-1-1 1,1 0 0,0 0 0,-1 0-1,1-1 1,0 0 0,9 1 0,52 0 455,-45-3-406,21 0 154,68-11 0,-108 11-289,-3 0-1209,0-1 1081,-1 0 1,1 1 0,-1-1-1,0 0 1,1 1 0,-1-1-1,0 1 1,0-1 0,0 1-1,0-1 1,0 1-1,0 0 1,-1 0 0,-2-3-1,-21-14-559,6 10-25,-1 0 0,-34-8 1,1 1-448,-80-23-1867,58 18 89,5-1-3422,48 13-1185</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53.727"/>
    </inkml:context>
    <inkml:brush xml:id="br0">
      <inkml:brushProperty name="width" value="0.035" units="cm"/>
      <inkml:brushProperty name="height" value="0.035" units="cm"/>
    </inkml:brush>
  </inkml:definitions>
  <inkml:trace contextRef="#ctx0" brushRef="#br0">516 883 10937,'-18'-29'1919,"18"28"-1868,0 1 0,0 0 0,0-1 1,0 1-1,0 0 0,-1 0 0,1-1 0,0 1 1,0 0-1,0 0 0,0-1 0,-1 1 0,1 0 1,0 0-1,0-1 0,0 1 0,-1 0 0,1 0 1,0 0-1,0 0 0,-1-1 0,1 1 0,0 0 1,0 0-1,-1 0 0,1 0 0,0 0 0,-1 0 1,1 0-1,0 0 0,0 0 0,-1 0 0,0 0 1,-8 1 462,0 0 1,-1 1 0,1 0 0,0 0 0,0 1-1,0 0 1,0 1 0,1 0 0,-1 1-1,-14 10 1,-51 35 684,2 2-1,-114 111 1,181-158-1063,0 1 0,0 0 0,0 1 0,1-1 0,0 0 0,1 1 0,-5 11 0,7-16-92,0 0 0,0 0 1,1 0-1,-1 0 0,1 0 0,-1 0 1,1 0-1,0 0 0,-1 0 1,1 0-1,0 0 0,1 1 0,-1-1 1,0 0-1,0 0 0,1 0 0,0 0 1,-1 0-1,1 0 0,0 0 0,0 0 1,0 0-1,0-1 0,0 1 0,0 0 1,1 0-1,-1-1 0,0 1 1,1-1-1,3 3 0,0-1 24,1 0-1,0-1 1,0 0-1,0 0 1,0 0 0,0-1-1,0 0 1,0 0-1,12 0 1,3-1 124,33-4 1,-34 1-143,0-1-1,-1 0 1,1-1 0,-1-1-1,-1-1 1,1-1 0,-1-1 0,-1 0-1,24-16 1,-22 10-162,0-1-1,-1 0 1,-1-1-1,0-1 1,-1-1-1,-1-1 1,16-26-1,-1-4-192,-2-2 0,-2 0 0,-3-2 0,-2-1 0,-2 0 0,-3-1 0,-2-1 0,8-72 0,-13 18 81,-7-173 1,-1 261 249,-1 18-13,1 1 0,-1 0 1,0-1-1,0 1 0,0-1 0,-1 1 0,0 0 1,0 0-1,0-1 0,0 1 0,0 0 1,-3-4-1,4 8-14,0-1 0,0 1 0,-1-1 1,1 1-1,0 0 0,0-1 0,-1 1 0,1 0 0,0-1 0,0 1 1,-1 0-1,1 0 0,0-1 0,-1 1 0,1 0 0,-1 0 1,1 0-1,0-1 0,-1 1 0,1 0 0,-1 0 0,1 0 1,0 0-1,-1 0 0,1 0 0,-1 0 0,1 0 0,0 0 1,-1 0-1,0 0 0,-10 10-16,-6 25 10,16-33 8,-9 23 108,2 1 0,-10 51-1,1 57 514,10-65-117,4 0-1,2 1 1,11 89 0,-4-119-290,1-1-1,2 0 0,1 0 1,2-1-1,2 0 0,1-1 1,25 42-1,-2-14 38,4-2-1,80 94 1,-114-148-435,0 0 1,1-1-1,0-1 1,0 1-1,0-2 1,1 1-1,0-1 0,0-1 1,1 1-1,-1-2 1,1 0-1,20 6 1,-26-10 6,0 0 1,0 0-1,0-1 0,0 1 1,0-1-1,0 0 1,0 0-1,0-1 1,0 1-1,-1-1 0,1 0 1,0-1-1,-1 1 1,0-1-1,8-6 0,-6 6-45,-3 0 31,-1 1 0,1 0 0,0-1 0,-1 0 0,1 0 0,-1 0 1,0 0-1,0 0 0,0 0 0,0 0 0,0-1 0,-1 1 0,0 0 0,2-5 0,0-5-316,-1-1-1,2-20 1,0 2-181,16-66 188,-19 94 874,2 2 95,0 1-393,-1 0-1,0 0 1,1 0-1,-1 0 1,1 1-1,-1-1 1,1 1-1,-1-1 1,1 1-1,-1 0 0,1 0 1,-1 0-1,5 2 1,33 12 721,-25-7-644,76 29 2318,1-4 0,101 22 0,-189-53-2389,0 0 1,0 0-1,0 0 0,0 1 0,-1 0 0,5 2 0,-7-4-72,2 2 16,-3-6-488,-1-2 140,0-1-1,0 1 1,-1-1 0,1 1-1,-1 0 1,-1 0-1,1-1 1,-1 2 0,0-1-1,0 0 1,-1 1 0,0-1-1,-7-7 1,-10-10-3043,-39-33-1,35 35-288,-28-28-7334</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54.227"/>
    </inkml:context>
    <inkml:brush xml:id="br0">
      <inkml:brushProperty name="width" value="0.035" units="cm"/>
      <inkml:brushProperty name="height" value="0.035" units="cm"/>
    </inkml:brush>
  </inkml:definitions>
  <inkml:trace contextRef="#ctx0" brushRef="#br0">292 186 11097,'-6'-1'215,"0"1"0,-1-1 0,1 1 0,0 0 1,0 0-1,-1 1 0,1 0 0,0 0 0,0 0 0,0 1 0,0 0 0,0 0 1,-5 3-1,7-3-67,0-1 1,0 1 0,-1-1-1,1 0 1,-8 1-1,-1 1 213,-1-16 491,13 12-715,0 0 1,0 0 0,0 0-1,0 0 1,1 1-1,-1-1 1,0 0 0,0 0-1,1-1 1,-1 1-1,1 0 1,-1 0 0,1 0-1,-1 0 1,1 0-1,0-1 1,-1 1 0,1 0-1,0 0 1,0-1-1,0 1 1,0 0 0,0 0-1,0-1 1,1-1-1,-1-2-333,1-15 944,-1 15-36,0 1 21,2-5-282,3-23 2837,-6 31-3244,0-1 0,1 1 1,-1 0-1,0-1 0,0 1 1,0 0-1,0 0 0,0 0 1,0 0-1,0 0 0,0 0 1,0 0-1,0 0 0,-1 0 0,1 1 1,0-1-1,-1 0 0,-1 0 1,-2 5-8,0 0 0,0 0 0,1 0 0,-1 0 1,1 1-1,0 0 0,0 0 0,1 0 0,-1 0 0,-3 8 0,-5 8-74,1 1-1,1 1 1,-13 39-1,21-54-3,0 0-1,0 0 1,0 1 0,1-1 0,1 1-1,-1-1 1,1 1 0,1 0-1,-1-1 1,2 1 0,-1-1-1,1 0 1,0 1 0,6 13-1,-2-11-35,-5-7 63,1 0 0,0 0-1,0 0 1,0 0 0,0-1-1,1 1 1,-1-1 0,1 1-1,0-1 1,0 0 0,1 0-1,-1 0 1,0-1 0,1 1-1,0-1 1,6 3 0,2 0 19,0-1 1,1 0-1,0-1 1,0 0-1,0-1 1,14 0 0,85-1-43,-95-1 4,27-3 9,1-1 1,-1-3-1,-1-1 0,75-25 0,-48 7 7,134-68 0,-171 75 106,-1-2 0,-1-1 0,30-26 0,75-83 1821,-108 104-1203,25-18 259,-50 43-747,-2 2-201,1 0-1,-1 0 1,1 0 0,-1 0-1,1 0 1,-1 0 0,1 0-1,-1 1 1,1-1 0,-1 1-1,0-1 1,1 1 0,-1 0-1,0-1 1,1 1 0,-1 0-1,0 0 1,0 0 0,0 0-1,0 0 1,0 0 0,0 0-1,0 0 1,0 0 0,0 1-1,0-1 1,0 0 0,-1 0-1,1 1 1,-1-1 0,1 1-1,-1-1 1,1 3 0,0 4-2,-1-1 1,0 1 0,0-1-1,-1 1 1,-2 11 0,2-7 13,-5 24 12,-2 0 1,-1 0 0,-1-1-1,-21 44 1,5-23-1208,-58 92-1,80-143 922,0 1 0,1-1 1,-2 0-1,1 0 0,-1 0 0,0-1 0,0 1 0,0-1 0,0 0 0,-1-1 0,1 1 0,-9 3 0,10-6-152,0 0-1,0 0 1,0 0-1,0 0 1,0 0-1,0-1 0,0 0 1,0 0-1,-4 0 1,3-1-446,0 0 0,0 0 0,0-1 0,0 1 1,1-1-1,-1 0 0,1 0 0,-7-4 1,-33-29-9736</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54.493"/>
    </inkml:context>
    <inkml:brush xml:id="br0">
      <inkml:brushProperty name="width" value="0.035" units="cm"/>
      <inkml:brushProperty name="height" value="0.035" units="cm"/>
    </inkml:brush>
  </inkml:definitions>
  <inkml:trace contextRef="#ctx0" brushRef="#br0">813 0 16558,'0'1'135,"-1"-1"1,1 0 0,-1 1 0,0-1-1,1 1 1,-1-1 0,1 0 0,-1 1-1,0-1 1,0 0 0,1 0 0,-1 1 0,0-1-1,1 0 1,-1 0 0,0 0 0,0 0-1,1 0 1,-1 0 0,0 0 0,0 0-1,1 0 1,-1 0 0,0-1 0,1 1 0,-1 0-1,0 0 1,1-1 0,-1 1 0,-1-1-1,0 0 390,-2 0 1333,3 3-307,-22 39 535,-57 73 0,8-12-953,-93 198 679,107-187-1455,-38 83-181,-14 23-808,4 6-3337,99-208 2854,-20 44-1359,24-55 565,-1 0 0,0 0 1,-1 0-1,-5 5 1,-4 0-9725</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54.694"/>
    </inkml:context>
    <inkml:brush xml:id="br0">
      <inkml:brushProperty name="width" value="0.035" units="cm"/>
      <inkml:brushProperty name="height" value="0.035" units="cm"/>
    </inkml:brush>
  </inkml:definitions>
  <inkml:trace contextRef="#ctx0" brushRef="#br0">0 0 18450,'9'9'891,"7"7"3112,-16-15-3666,0 1 0,1 0 0,-1 0 0,1 0 0,-1-1 0,1 1 0,-1 0 0,1 0 0,0-1 0,2 4 0,2 3 323,7 14 600,2-1 1,27 34-1,-5-9-341,341 472-563,-254-331-329,-47-66-183,-43-69-1065,-17-25-1794,21 27-9176</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0:55.120"/>
    </inkml:context>
    <inkml:brush xml:id="br0">
      <inkml:brushProperty name="width" value="0.035" units="cm"/>
      <inkml:brushProperty name="height" value="0.035" units="cm"/>
    </inkml:brush>
  </inkml:definitions>
  <inkml:trace contextRef="#ctx0" brushRef="#br0">0 36 14361,'9'-5'1253,"1"0"-1,-1 1 1,1 0-1,0 0 1,0 1-1,17-4 1,16 4-80,-38 3-1052,52 0 1815,86 11 0,-105-6-1384,-3 0 45,-1 0 0,0 2 0,0 2 0,50 20 0,-80-27-560,0 0 0,0 0 1,-1 0-1,1 1 1,-1-1-1,1 1 1,-1 0-1,0 0 0,5 6 1,-7-7-37,1 0-1,-1 1 1,0-1 0,0 0 0,0 1 0,0-1 0,0 1 0,-1-1 0,1 1-1,-1 0 1,0-1 0,1 1 0,-1-1 0,0 1 0,-1 0 0,1-1 0,0 1-1,-2 3 1,0 1-57,0 0-1,-1 0 0,0 0 1,-1-1-1,0 0 0,0 1 0,0-1 1,-9 10-1,-49 42-682,42-40 451,-23 20-435,7-6-582,-63 69 0,74-72 816,14-17 347,1 0 0,0 1 0,-9 16-1,19-29 164,-1 1 0,0 0 0,1 0 0,0 0 0,-1 0 0,1 0 0,0 0 0,-1 0 0,1 0 0,0 0 0,0 0 0,0 0 0,0 0 0,0 0 0,0 0 0,0 0 0,0 1 0,1-1-1,0 0 0,-1 0 1,1 0-1,0 0 0,0 0 0,0-1 1,0 1-1,0 0 0,-1-1 1,1 1-1,0 0 0,1-1 1,-1 1-1,0-1 0,0 0 0,0 1 1,0-1-1,0 0 0,0 0 1,0 0-1,1 1 0,1-2 0,46 4 207,0-3 0,91-10 0,-37 1-438,-59 6-881,0-1 0,0-1 0,57-17 0,-56 12-1322,-9 3-4911,-14-1-3192</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21.227"/>
    </inkml:context>
    <inkml:brush xml:id="br0">
      <inkml:brushProperty name="width" value="0.035" units="cm"/>
      <inkml:brushProperty name="height" value="0.035" units="cm"/>
    </inkml:brush>
  </inkml:definitions>
  <inkml:trace contextRef="#ctx0" brushRef="#br0">5179 279 11033,'0'0'12954,"-3"-2"-12746,-6-3-109,-1 1 1,1 0-1,-1 0 1,0 1 0,-15-3-1,-58-6-20,23 3 97,-134-12-160,25 3 50,-283-30 19,369 45-104,20 0 46,-64-10 1,-28-3 38,98 11-72,-62 2 1,-9 0 88,-121-4-194,96 4 82,20 1 9,-78-4 86,39 4 9,36 1-28,-208 4 196,258-3-109,-18 1-19,-301 22 89,5 12-33,361-29-169,-183 24-17,73-13 148,129-14-152,1 0-1,-29 8 1,2 1 2,9-3 19,2 2 0,-48 21 0,50-18-10,19-8 26,0 1-1,-20 14 0,4-2-35,10-6-11,2 0 0,-1 1 0,-22 23 0,33-27 24,0-1 1,0 2-1,0-1 0,1 1 1,1 0-1,0 1 1,-6 16-1,3-1 4,2 0 0,0 0 0,2 1-1,2 0 1,0 0 0,2 0 0,0 0 0,8 56-1,2 1-25,-6-42 18,2-1 1,2 1-1,22 76 0,-15-83 4,23 46 1,-28-66-5,1 0 1,1 0-1,0-1 0,23 24 1,7-1-16,1-2 0,65 42 0,101 51-61,-167-105-2,12 4 48,72 27 0,-41-19-43,36 11 12,169 43 1,-265-84 47,209 52-21,-211-52 32,31 6 2,1-2 0,0-2-1,106 1 1,14-12 3,130-8-68,-81-1 136,-78 6-151,-125 5 101,410-26-155,-312 16 177,91-6-140,-46 1 47,0 1-129,21-6-12,-19 2 95,-82 10 40,106-28 0,-44 8 31,-31 10 11,154-33 53,-136 23-81,-84 20 69,0-2 1,73-28-1,-52 13-52,-41 17 54,-1-2 1,-1 0-1,34-21 0,-42 21-38,5-3 56,0-1 0,-1-1 0,-1-1 0,31-32 0,-31 26 112,56-69 139,-67 79-152,-1-1 0,-1 0 0,0-1 0,-1 0 0,7-22 0,-7 14 225,0-1 0,-2 1-1,-1-1 1,-1 0 0,-1 0 0,-1-37-1,-3 13 55,1 22-151,0-1 0,-2 0 0,-1 1 0,-14-52 0,10 56-188,2 4 3,-1-1 0,0 1 0,-2 0-1,-14-23 1,5 15 4,-1 1 0,-31-32 0,2 0 72,35 41-45,0-1-1,-2 2 1,-16-16-1,-25-18 218,36 30-183,-1 0 0,0 2 0,-35-22 0,44 32-103,0-1 1,1 0 0,-13-13 0,-21-14 45,37 30-75,0 0 0,1 0 0,0-1 0,0 0 0,0 0 0,-7-10 0,8 10-15,-1-1 0,0 1 0,-1 1 0,0-1 1,0 1-1,-12-6 0,0 0-90,3 2-172,0 2-1,-1-1 1,0 2 0,0 0 0,0 1-1,-24-3 1,-120-7-4181,121 13 3022,8-1 224,-108-3-8090,47 12-2164</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26.882"/>
    </inkml:context>
    <inkml:brush xml:id="br0">
      <inkml:brushProperty name="width" value="0.035" units="cm"/>
      <inkml:brushProperty name="height" value="0.035" units="cm"/>
    </inkml:brush>
  </inkml:definitions>
  <inkml:trace contextRef="#ctx0" brushRef="#br0">190 172 13105,'18'-35'11477,"-36"29"-11521,4 2 30,11 4 42,1-4 43,0-2-3,0 1 0,0-1-1,0 0 1,1 1 0,0-1 0,0 0 0,0 0 0,1 0-1,0 0 1,0 0 0,3-11 0,-3 14 485,-1 0-171,-8-29 496,9 29 79,-3 3-932,1 0-1,0 1 1,0-1 0,0 1 0,0-1 0,0 1 0,-1 0 0,1 0 0,0 0 0,1 0 0,-1 0 0,0 1 0,0-1 0,0 0 0,1 1 0,-1 0 0,1-1 0,-1 1-1,1 0 1,0 0 0,0-1 0,-1 1 0,0 3 0,-3 5-5,1 1-1,0 0 1,-4 14-1,4-9 25,-23 73 64,-16 107 0,38-162-20,0 46-1,4-45 46,0-29-76,1-1-1,0 1 1,0-1 0,0 1 0,1-1 0,0 0 0,0 1-1,0-1 1,1 1 0,-1-1 0,1 0 0,1 0 0,-1 0-1,1 0 1,0-1 0,0 1 0,0-1 0,0 1 0,1-1-1,0 0 1,0-1 0,0 1 0,0-1 0,1 1 0,-1-1-1,1 0 1,0-1 0,0 1 0,8 2 0,7 1 173,0-1 0,1-1 0,-1 0 1,1-2-1,0 0 0,27-2 0,39-4-230,147-27 0,-121 13 0,-74 10-626,43-13 0,-30 6-1202,-66 10-11051,-23-2-945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27.257"/>
    </inkml:context>
    <inkml:brush xml:id="br0">
      <inkml:brushProperty name="width" value="0.035" units="cm"/>
      <inkml:brushProperty name="height" value="0.035" units="cm"/>
    </inkml:brush>
  </inkml:definitions>
  <inkml:trace contextRef="#ctx0" brushRef="#br0">176 1 13097,'0'0'1680,"-4"4"-160,-1 3-1216,-1 0 0,1 0 0,0 1 0,0-1 0,1 1 0,0 0 0,1 1 0,-1-1 0,2 1 0,-4 15-1,-25 129 1414,-36 235 1112,57-302-2444,3-34-276,2-1-1,2 1 0,8 97 1,11-38-1124,-15-104 646,0-1 1,1 1-1,0 0 0,0-1 0,0 0 1,6 10-1,-7-14 84,0 0 0,0-1 1,0 1-1,1 0 0,-1-1 0,1 1 1,-1-1-1,1 1 0,3 1 0,-4-2-63,0-1 0,0 1 0,0-1 0,0 1 0,1-1 0,-1 0 0,0 1 0,0-1 0,1 0 0,-1 0 0,0 0 0,0 0 0,0 0 0,1 0 0,-1 0 0,0-1 0,3 0 0,25-13-8965</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27.702"/>
    </inkml:context>
    <inkml:brush xml:id="br0">
      <inkml:brushProperty name="width" value="0.035" units="cm"/>
      <inkml:brushProperty name="height" value="0.035" units="cm"/>
    </inkml:brush>
  </inkml:definitions>
  <inkml:trace contextRef="#ctx0" brushRef="#br0">4 151 14289,'-2'-12'860,"1"1"-1,1-20 1,0 29-718,0 1 1,1 0 0,-1-1 0,1 1 0,-1 0 0,1-1 0,0 1-1,-1 0 1,1 0 0,0 0 0,0 0 0,0-1 0,0 1 0,0 1-1,0-1 1,0 0 0,0 0 0,0 0 0,2 0 0,23-10 1313,-19 9-865,31-12 2873,41-8-1,-30 9-1733,21 2-393,-70 11-1354,1 1-1,0-1 1,-1 0-1,1 1 1,-1-1 0,1 1-1,0-1 1,-1 1-1,1-1 1,-1 1-1,0-1 1,1 1-1,-1-1 1,1 1 0,-1 0-1,0-1 1,1 1-1,-1 0 1,0-1-1,0 1 1,0 0-1,1 0 1,-1-1 0,0 1-1,0 0 1,0-1-1,0 1 1,0 1-1,0-1-36,0 6-99,-1 0 0,1 1 0,-1-1 1,-1 0-1,1 1 0,-1-1 0,0 0 1,-1 0-1,0 0 0,-4 7 0,-6 18-535,6-12 346,-127 344-3557,134-364 3956,0 1 0,0 0 0,0-1 0,0 1 0,0 0 0,0-1 0,0 1 0,0 0 0,0-1 0,0 1 0,1-1 0,-1 1 0,0 0-1,0-1 1,1 1 0,-1-1 0,0 1 0,1-1 0,-1 1 0,1-1 0,-1 1 0,0-1 0,1 1 0,-1-1 0,1 1 0,-1-1 0,1 0 0,0 1 0,-1-1 0,2 1 0,-1-1 146,1 2-79,1-1 0,0 0 0,-1 0 0,1 0 0,0 0 0,-1 0 0,1-1 0,0 1 0,0-1 0,0 0 0,-1 0 0,1 0 0,0 0 0,4-1 1,46-11 1242,-28 5-662,290-83 1043,-105 27-1227,-59 19-4751,-260 85-8412,40-13-269</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28.144"/>
    </inkml:context>
    <inkml:brush xml:id="br0">
      <inkml:brushProperty name="width" value="0.035" units="cm"/>
      <inkml:brushProperty name="height" value="0.035" units="cm"/>
    </inkml:brush>
  </inkml:definitions>
  <inkml:trace contextRef="#ctx0" brushRef="#br0">25 466 13509,'-21'-3'2154,"17"2"171,9 0-1569,0 1 1,0-1-1,0-1 1,0 1 0,0-1-1,8-4 1,9-3 770,64-14 957,2 3-1,96-9 1,-109 18-1979,805-108-505,-242 53 0,135-18 0,-651 60 0,-119 24 0,-2 0-9,0 0 1,-1 0-1,1 0 1,-1 0 0,1-1-1,0 1 1,-1 0 0,1 0-1,-1 0 1,1 0-1,-1 0 1,1-1 0,-1 1-1,1 0 1,-1-1-1,1 1 1,-1 0 0,1-1-1,-1 1 1,1 0-1,-1-1 1,0 1 0,1-1-1,-1 1 1,0-1-1,1 1 1,-1-1 0,-1-1-118,0 0 1,0 0 0,0 0 0,-1 0-1,1 0 1,-1 0 0,1 1 0,-1-1-1,0 0 1,0 1 0,0 0 0,1-1-1,-1 1 1,-1 0 0,1 0-1,0 0 1,-3-1 0,-43-15-2577,31 13 1095,0 2 1,0 0-1,0 1 1,-1 0 0,1 2-1,-31 4 1,43-5 1039,-90 8-12212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28.584"/>
    </inkml:context>
    <inkml:brush xml:id="br0">
      <inkml:brushProperty name="width" value="0.035" units="cm"/>
      <inkml:brushProperty name="height" value="0.035" units="cm"/>
    </inkml:brush>
  </inkml:definitions>
  <inkml:trace contextRef="#ctx0" brushRef="#br0">439 2 9741,'0'0'3325,"-3"0"-2146,-10-1-538,9 1-464,0 0 1,0 0-1,0 0 1,0 0-1,0 1 1,0 0 0,0 0-1,0 0 1,1 0-1,-1 0 1,0 1-1,0-1 1,-5 5 0,-4 2 119,-10 4 103,1 1 0,1 2 0,0 0 0,1 1 0,-33 35 0,20-10 551,-39 64 0,61-89-609,-1 0 1,-15 17-1,23-28-206,0 0 0,0 0 0,1 1 0,0-1 0,0 1 0,0 0 0,1 0 1,0 0-1,0 1 0,1-1 0,0 0 0,0 1 0,0-1 0,1 0 0,-1 1 0,2-1 0,-1 1 0,1-1 0,0 0 0,0 1 0,1-1 0,-1 0 0,2 0 0,-1 0 0,1 0 1,-1 0-1,2 0 0,-1-1 0,1 0 0,-1 1 0,8 6 0,-2-5 23,0-1 0,0 0 0,0 0 1,1-1-1,-1 0 0,1-1 0,1 0 1,-1 0-1,1-1 0,10 1 0,20 3 586,54 1 0,-51-5-256,48 0 297,96-8-1,-123 2-671,-9-3-200,-55 6-26,0-1 0,0 0-1,0 0 1,0 0 0,0 0 0,0 0 0,0 0 0,0 0-1,0 0 1,-1 0 0,1 0 0,0-1 0,-1 1 0,1 0-1,-1 0 1,1-1 0,-1 1 0,0 0 0,1-1 0,-1 1-1,0 0 1,0-1 0,0 1 0,0-3 0,-7 1-227,1 0 0,-1 0 0,0 1 0,0 0 0,0 0 0,0 0 0,-10 0-1,10 1 62,-37-4-1999,0 1-1,-79 6 1,76-1 905,-99-1-6440,81-3-74</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28.979"/>
    </inkml:context>
    <inkml:brush xml:id="br0">
      <inkml:brushProperty name="width" value="0.035" units="cm"/>
      <inkml:brushProperty name="height" value="0.035" units="cm"/>
    </inkml:brush>
  </inkml:definitions>
  <inkml:trace contextRef="#ctx0" brushRef="#br0">1 114 18526,'19'-10'1003,"-11"6"-197,0 0 0,0-1 0,-1 0 0,1 0 0,11-11 1,-14 12-328,0 1 0,1 0 0,-1 0 0,0 1 0,1 0 0,-1 0 0,1 0 0,0 1 0,0-1 0,0 1 1,0 1-1,0-1 0,10 1 0,17-3 866,195-28-996,-175 27-1156,-35 8-1160,-14-2 1073,-5-2 579,-1-1 0,0 1 1,0 0-1,0 0 1,0 0-1,0 1 1,0-1-1,0 0 0,0 1 1,0-1-1,1 1 1,-1 0-1,0-1 0,0 1 1,1 0-1,-3 2 1,-35 24-4758,23-15 1226,-34 20-8003</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29.135"/>
    </inkml:context>
    <inkml:brush xml:id="br0">
      <inkml:brushProperty name="width" value="0.035" units="cm"/>
      <inkml:brushProperty name="height" value="0.035" units="cm"/>
    </inkml:brush>
  </inkml:definitions>
  <inkml:trace contextRef="#ctx0" brushRef="#br0">0 295 18538,'120'-77'2804,"-78"52"12,0 11-368,7-7-435,-7 7-385,0-7-336,-4 7-360,1 0-636,-8 0-296,-10 7-656,0 3-980,4 1-532,-29-32-1177,4 3 229,-17 39-15746</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29.651"/>
    </inkml:context>
    <inkml:brush xml:id="br0">
      <inkml:brushProperty name="width" value="0.035" units="cm"/>
      <inkml:brushProperty name="height" value="0.035" units="cm"/>
    </inkml:brush>
  </inkml:definitions>
  <inkml:trace contextRef="#ctx0" brushRef="#br0">24 150 13513,'18'-9'1978,"-15"7"-223,-4 2-1571,0 0 0,0 1 0,-1-1 0,1 0 0,0 0 0,0 0 0,0 1-1,0-1 1,0 1 0,-1-1 0,1 1 0,0-1 0,0 1 0,0 0 0,0-1 0,1 1 0,-1 0-1,-1 1 1,-5 2 2948,-10-13-1118,17 6-24,9-2-574,27-6 148,41-9-267,406-51-730,-257 44-520,-219 26-47,52-4 0,-55 5 0,0 1 0,0-1 0,0 1 0,0 0 0,0 0 0,0 0 0,0 1 0,0-1 0,0 1 0,5 3 0,-8-4 0,1 0 0,-1 0 0,0 0 0,0 0 0,0 1 0,0-1 0,0 0 0,0 1 0,0-1 0,0 0 0,-1 1 0,1-1 0,0 1 0,-1-1 0,1 1 0,-1-1 0,0 1 0,1 0 0,-1-1 0,0 1 0,0-1 0,0 1 0,0 0 0,0-1 0,-1 2 0,-1 6 0,0 0 0,0 0 0,-6 12 0,2-5 0,-73 211 0,30-93 0,-43 183 0,58-175 0,33-134-229,0 1 0,1-1 0,0 1 0,0 0 0,1-1 1,3 16-1,-3-21 114,0 0 1,0-1 0,0 1-1,0-1 1,0 1-1,0-1 1,1 0 0,-1 0-1,1 1 1,0-1 0,2 2-1,-3-3 58,1 0 1,-1 0-1,0 0 0,1 0 0,-1-1 0,1 1 1,-1 0-1,1-1 0,-1 1 0,1-1 0,-1 0 1,1 0-1,-1 1 0,1-1 0,0 0 0,-1 0 1,1-1-1,-1 1 0,1 0 0,2-1 0,-1 0-203,-1 0 0,1 0 0,-1 0-1,0-1 1,1 1 0,-1 0 0,0-1-1,0 0 1,0 1 0,0-1 0,-1 0-1,1 0 1,0 0 0,-1 0 0,1-1-1,-1 1 1,0 0 0,2-4 0,0-3-2420,1 1 0,-1-1 1,3-17-1,0-2-7272</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29.931"/>
    </inkml:context>
    <inkml:brush xml:id="br0">
      <inkml:brushProperty name="width" value="0.035" units="cm"/>
      <inkml:brushProperty name="height" value="0.035" units="cm"/>
    </inkml:brush>
  </inkml:definitions>
  <inkml:trace contextRef="#ctx0" brushRef="#br0">4 302 10217,'0'0'75,"0"0"-1,0 0 1,0 0 0,-1 0-1,1 0 1,0 0 0,0 0 0,0 0-1,0 0 1,-1-1 0,1 1-1,0 0 1,0 0 0,0 0 0,0 0-1,0 0 1,-1 0 0,1-1-1,0 1 1,0 0 0,0 0 0,0 0-1,0 0 1,0-1 0,0 1-1,0 0 1,0 0 0,0 0 0,0-1-1,0 1 1,0 0 0,0 0-1,0 0 1,0 0 0,0-1 0,0 1-1,0 0 1,0 0 0,0 0-1,0-1 1,5-13 4252,-4 12-3802,0 0 0,1 0 0,-1 0 1,0 0-1,1 0 0,0 0 0,-1 0 0,1 1 0,0-1 0,0 0 1,0 1-1,0 0 0,2-2 0,12-2 415,0 1 0,0 0 0,1 1 0,24-2 0,77 2 1631,-70 3-2195,1027-84-215,-925 57-161,-147 26-10,-1 1 0,1 0-1,0-1 1,-1 1 0,1-1 0,-1 0 0,1 0-1,-1 0 1,0 0 0,1-1 0,-1 1 0,0-1-1,0 1 1,2-3 0,-3 4-9,-1-1-1,1 0 0,-1 0 1,1 0-1,-1 1 1,0-1-1,1 0 1,-1 0-1,0 0 1,0 0-1,0 0 0,0 0 1,0 0-1,0 0 1,0 0-1,0 0 1,0 1-1,0-1 1,0 0-1,-1 0 0,1 0 1,0 0-1,0 0 1,-1 0-1,0-1 1,-3-3-246,0-1 0,0 1 1,-1 0-1,0 1 1,0-1-1,0 1 0,0 0 1,-10-5-1,9 5-374,-1 0 0,0 1 0,0 0 0,-1 0 0,1 1 0,-1 0 0,1 0 0,-12-1 0,-38 0-6318,-28 0-7075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31.678"/>
    </inkml:context>
    <inkml:brush xml:id="br0">
      <inkml:brushProperty name="width" value="0.035" units="cm"/>
      <inkml:brushProperty name="height" value="0.035" units="cm"/>
    </inkml:brush>
  </inkml:definitions>
  <inkml:trace contextRef="#ctx0" brushRef="#br0">0 1 5997,'0'0'17526,"4"2"-15705,28 22-889,0 0 1,-2 2-1,29 32 0,76 98 2632,-110-126-3434,80 99-130,64 76 0,-94-118-127,66 101-1,-134-176 661,-5-8-2858</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32.040"/>
    </inkml:context>
    <inkml:brush xml:id="br0">
      <inkml:brushProperty name="width" value="0.035" units="cm"/>
      <inkml:brushProperty name="height" value="0.035" units="cm"/>
    </inkml:brush>
  </inkml:definitions>
  <inkml:trace contextRef="#ctx0" brushRef="#br0">476 15 14793,'-17'-5'1892,"17"5"-1842,0 0 1,0-1 0,0 1-1,0 0 1,0-1 0,0 1-1,0 0 1,0 0 0,0-1-1,1 1 1,-1 0-1,0-1 1,0 1 0,0 0-1,0 0 1,0-1 0,1 1-1,-1 0 1,0 0 0,0-1-1,0 1 1,1 0-1,-1 0 1,0 0 0,0-1-1,0 1 1,1 0 0,-1 0-1,0 0 1,1 0 0,-1 0-1,0 0 1,0 0-1,1-1 1,-1 1 0,4-1 4008,-7 6-3545,-48 122 380,-110 288 487,107-270-890,-83 260 415,126-368-847,-3 11-270,2 1 1,1 0-1,-3 53 1,14-93-176,0-1 0,1 1 0,0 0 0,1-1 0,0 1 1,3 10-1,-2-9-728,-2-10 1060,-1 0 1,0 0-1,0 0 0,0 0 0,0 0 0,0 0 0,0 0 0,0 0 0,0-1 0,0 1 0,0 0 1,0 0-1,0 0 0,0 0 0,0 0 0,1 0 0,-1 0 0,0 0 0,0 0 0,0 0 0,0 0 0,0 0 1,0-1-1,0 1 0,1 0 0,-1 0 0,0 0 0,0 0 0,0 0 0,0 0 0,0 0 0,0 0 1,0 0-1,1 0 0,-1 0 0,0 0 0,0 1 0,0-1 0,0 0 0,0 0 0,0 0 0,0 0 0,1 0 1,-1 0-1,0 0 0,0 0 0,0 0 0,0 0 0,0 0 0,0 0 0,0 0 0,0 1 0,0-1 1,0 0-1,1 0 0,-1 0 0,0 0 0,0 0 0,0 0 0,22-24-6056,11-21-3717</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37.112"/>
    </inkml:context>
    <inkml:brush xml:id="br0">
      <inkml:brushProperty name="width" value="0.035" units="cm"/>
      <inkml:brushProperty name="height" value="0.035" units="cm"/>
    </inkml:brush>
  </inkml:definitions>
  <inkml:trace contextRef="#ctx0" brushRef="#br0">8 0 9797,'-7'13'7045,"24"-16"4580,-5 1-8997,1 0-4792,38 1 3791,74 10 0,-51-2-1045,89 1-582,109 12 0,-261-18 0,0-1 0,0-1 0,19-1 0,-8 0 0,41 3 0,-21-1-415,-87-7-14746,17 9 954</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37.515"/>
    </inkml:context>
    <inkml:brush xml:id="br0">
      <inkml:brushProperty name="width" value="0.035" units="cm"/>
      <inkml:brushProperty name="height" value="0.035" units="cm"/>
    </inkml:brush>
  </inkml:definitions>
  <inkml:trace contextRef="#ctx0" brushRef="#br0">1 81 16986,'20'-14'2151,"-15"11"-1585,-1-1-1,1 1 1,0 0-1,-1 0 0,1 1 1,1-1-1,-1 1 1,0 0-1,0 0 1,1 1-1,-1 0 0,10-1 1,62-5 2601,-38 3-2356,4 1-55,84-6 932,-42 7-4653,-69-1 1214,-16 3 1698,0 0 0,0 0 0,0 0 0,0 0-1,0-1 1,0 1 0,0 0 0,0 0 0,0 0 0,0-1 0,0 1-1,0 0 1,0 0 0,0 0 0,0 0 0,-1-1 0,1 1 0,0 0 0,0 0-1,0 0 1,0 0 0,0 0 0,0-1 0,0 1 0,-1 0 0,1 0 0,0 0-1,0 0 1,0 0 0,0 0 0,0 0 0,-1 0 0,1 0 0,0-1 0,0 1-1,0 0 1,-1 0 0,1 0 0,0 0 0,0 0 0,-1 0 0,-1 0-272,0-1-1,0 1 1,0-1 0,-1 1 0,1 0 0,0 0 0,0 0 0,-1 0 0,1 0 0,0 0 0,-1 1 0,1-1 0,0 1 0,-4 1 0,-34 21-6511,-10 2-4431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37.671"/>
    </inkml:context>
    <inkml:brush xml:id="br0">
      <inkml:brushProperty name="width" value="0.035" units="cm"/>
      <inkml:brushProperty name="height" value="0.035" units="cm"/>
    </inkml:brush>
  </inkml:definitions>
  <inkml:trace contextRef="#ctx0" brushRef="#br0">1 81 18686,'91'-49'2712,"-46"42"-208,-6 7-376,-1 0-459,-13-3-329,17-1-276,-4 1-156,1 3-424,-1-4-568,-13 4-756,3 0-784,-10-7-961,-1 3-1519,-41 8-15170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38.201"/>
    </inkml:context>
    <inkml:brush xml:id="br0">
      <inkml:brushProperty name="width" value="0.035" units="cm"/>
      <inkml:brushProperty name="height" value="0.035" units="cm"/>
    </inkml:brush>
  </inkml:definitions>
  <inkml:trace contextRef="#ctx0" brushRef="#br0">46 165 11561,'-7'-38'4204,"-7"48"-1098,0 1 1298,12-14-3290,-1-5-546,2 7-516,1 1 0,-1 0 0,1-1 0,0 1 0,-1-1 1,1 0-1,-1 1 0,1-1 0,0 1 0,0-1 0,-1 1 0,1-1 1,0 0-1,0 1 0,0-1 0,0 0 0,0 1 0,0-1 0,0 0 1,0 1-1,0-1 0,0 0 0,0 1 0,0-1 0,0 1 0,0-1 0,1 0 1,-1 1-1,0-1 0,0 1 0,1-1 0,-1 0 0,0 1 0,1-1 1,-1 1-1,1-1 0,-1 1 0,1-1 0,-1 1 0,1 0 0,-1-1 1,1 1-1,-1 0 0,1-1 0,-1 1 0,2-1 0,22-7 932,1 1 0,-1 1-1,47-5 1,-39 7-569,85-16 67,112-14 46,-56 22-528,-87 3 0,-63 12 0,-21-2 0,0 1 0,0-1 0,0 0 0,0 0 0,0 1 0,0 0 0,0-1 0,-1 1 0,1 0 0,-1-1 0,1 1 0,-1 0 0,0 0 0,0 0 0,0 1 0,0-1 0,0 0 0,0 0 0,0 0 0,-1 1 0,1-1 0,-1 0 0,0 1 0,1-1 0,-2 5 0,1 5 0,-1 0 0,0 1 0,-6 20 0,3-17 0,-31 119 0,4-21 0,-37 167 0,66-271 3,0 1 1,1-1-1,-1 18 1,0 10-79,-2-15-164,-9 43-974,12-64 1061,1 1-1,-1 0 1,1-1 0,0 1-1,0 0 1,0-1-1,0 1 1,0 0 0,1-1-1,-1 1 1,1 0-1,0-1 1,0 1 0,0-1-1,2 4 1,24 33-6113,-21-32 4387</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38.515"/>
    </inkml:context>
    <inkml:brush xml:id="br0">
      <inkml:brushProperty name="width" value="0.035" units="cm"/>
      <inkml:brushProperty name="height" value="0.035" units="cm"/>
    </inkml:brush>
  </inkml:definitions>
  <inkml:trace contextRef="#ctx0" brushRef="#br0">0 166 14085,'1'0'183,"0"1"0,-1 0 0,1-1-1,0 1 1,0-1 0,-1 1 0,1-1 0,0 0-1,0 1 1,0-1 0,0 0 0,0 1 0,0-1-1,-1 0 1,1 0 0,0 0 0,0 0 0,0 0-1,0 0 1,0 0 0,0 0 0,0 0-1,0 0 1,0-1 0,0 1 0,0-1 0,33-12 3198,-5 1-710,75-8 973,157-8-1,-194 23-3236,364-24-407,-407 26 0,-9-2-51,-13 0-176,-12 0-1207,8 5 860,-12-5-1696,0 0 1,-1 1 0,-16-2-1,7 1-1702,-44-14-10475</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2.420"/>
    </inkml:context>
    <inkml:brush xml:id="br0">
      <inkml:brushProperty name="width" value="0.035" units="cm"/>
      <inkml:brushProperty name="height" value="0.035" units="cm"/>
    </inkml:brush>
  </inkml:definitions>
  <inkml:trace contextRef="#ctx0" brushRef="#br0">0 1 9813,'0'0'9232,"3"1"-8112,3 3-529,1 0-1,-1 1 1,0 0-1,-1 0 1,1 0-1,7 10 1,9 9 402,16 11 152,2-2 0,54 35 0,42 35-291,-48-34-2492,-80-63 900,30 24-2581,-36-28 2529,0 1 0,0-1 0,0 0 0,-1 0-1,1 1 1,0-1 0,-1 1 0,0 0 0,1-1 0,-1 1 0,0 0 0,0 3 0,3 15-9841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2.719"/>
    </inkml:context>
    <inkml:brush xml:id="br0">
      <inkml:brushProperty name="width" value="0.035" units="cm"/>
      <inkml:brushProperty name="height" value="0.035" units="cm"/>
    </inkml:brush>
  </inkml:definitions>
  <inkml:trace contextRef="#ctx0" brushRef="#br0">208 25 12097,'-32'-20'2286,"31"19"-2162,0 1-1,0-1 1,1 1-1,-1-1 1,0 1-1,0 0 0,0-1 1,0 1-1,0 0 1,1 0-1,-1-1 1,0 1-1,0 0 1,0 0-1,0 0 1,0 0-1,0 0 0,0 0 1,0 1-1,1-1 1,-1 0-1,0 0 1,0 1-1,0-1 1,0 0-1,-1 1 1,-1 1 379,-18 4 2148,19 0-1694,-14 55 310,-14 100 1,11-51-829,-4 17-756,-12 253 0,34-97-5087,1-279 2913,1-9-2618,5-18-3071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3.036"/>
    </inkml:context>
    <inkml:brush xml:id="br0">
      <inkml:brushProperty name="width" value="0.035" units="cm"/>
      <inkml:brushProperty name="height" value="0.035" units="cm"/>
    </inkml:brush>
  </inkml:definitions>
  <inkml:trace contextRef="#ctx0" brushRef="#br0">0 106 16077,'0'0'2768,"4"-1"-226,312-29 6177,-153 18-6058,146-9-2661,113-11 0,-394 28 0,33-2 0,-99 7-3707,-54 2-9059,47 0-544</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3.428"/>
    </inkml:context>
    <inkml:brush xml:id="br0">
      <inkml:brushProperty name="width" value="0.035" units="cm"/>
      <inkml:brushProperty name="height" value="0.035" units="cm"/>
    </inkml:brush>
  </inkml:definitions>
  <inkml:trace contextRef="#ctx0" brushRef="#br0">32 147 12449,'-7'-7'729,"-15"-17"884,22 23-1541,0 1 1,-1 0-1,1-1 1,0 1-1,0-1 1,-1 1-1,1 0 0,0-1 1,0 1-1,0-1 1,0 1-1,0-1 1,0 1-1,0 0 0,0-1 1,0 1-1,0-1 1,0 1-1,0-1 1,0 1-1,0-1 1,0 1-1,0 0 0,0-1 1,0 1-1,1-1 1,-1 1-1,0-1 1,0 1-1,0 0 0,1-1 1,-1 1-1,0 0 1,1-1-1,-1 1 1,0 0-1,1-1 1,-1 1-1,0 0 0,1 0 1,-1-1-1,1 1 1,-1 0-1,0 0 1,1 0-1,-1 0 0,1 0 1,-1 0-1,1-1 1,-1 1-1,1 0 1,24-7 4013,27-13 1,18-5-37,-14 8-3225,-32 9-535,0 2 0,0 0 1,28-3-1,-28 10-593,0 5-1205,-24-6 1386,1 0 1,0 1 0,0-1 0,0 0 0,-1 0-1,1 1 1,0-1 0,0 0 0,-1 1-1,1-1 1,0 1 0,-1-1 0,1 1 0,-1-1-1,1 1 1,0 0 0,-1-1 0,1 1-1,0 1 1,-22 11-2938,10-3 1646,0 0 1,1 1-1,0 0 1,-9 12-1,1 0-2379,-29 27-7841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3.570"/>
    </inkml:context>
    <inkml:brush xml:id="br0">
      <inkml:brushProperty name="width" value="0.035" units="cm"/>
      <inkml:brushProperty name="height" value="0.035" units="cm"/>
    </inkml:brush>
  </inkml:definitions>
  <inkml:trace contextRef="#ctx0" brushRef="#br0">1 243 19082,'112'-99'3096,"-67"85"-268,8-7-439,3 0-473,0 0-380,0 7-316,-3-3-520,-8 3-700,-6 3 0,-22 4 0,15 4-1044,-4 3-920,-32 21-4405,-13 14-515,-18-14-6638</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3.961"/>
    </inkml:context>
    <inkml:brush xml:id="br0">
      <inkml:brushProperty name="width" value="0.035" units="cm"/>
      <inkml:brushProperty name="height" value="0.035" units="cm"/>
    </inkml:brush>
  </inkml:definitions>
  <inkml:trace contextRef="#ctx0" brushRef="#br0">112 0 9653,'-12'22'2599,"0"0"0,-10 32 0,10-19-904,-7 36 0,-12 145 436,28-179-2044,2 0 0,5 47 0,-1-37-940,6-6-1857,1-17-4350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4.340"/>
    </inkml:context>
    <inkml:brush xml:id="br0">
      <inkml:brushProperty name="width" value="0.035" units="cm"/>
      <inkml:brushProperty name="height" value="0.035" units="cm"/>
    </inkml:brush>
  </inkml:definitions>
  <inkml:trace contextRef="#ctx0" brushRef="#br0">280 0 13917,'0'0'4787,"-3"1"-3829,0 0-809,-1 1-29,0-1 0,1 1-1,-1-1 1,0 1 0,1 0-1,-1 1 1,1-1 0,0 0-1,0 1 1,0 0 0,0 0 0,0 0-1,1 0 1,-4 5 0,-4 7 37,-13 18 211,-19 37-1,-25 56 183,52-98-175,-31 48 0,44-73-253,0 0 1,0 0-1,0 0 0,0 0 1,1 0-1,-1 1 0,1-1 1,0 1-1,0-1 1,0 1-1,1-1 0,-1 1 1,1 0-1,0 5 0,0-6 17,1 0 0,0-1-1,-1 1 1,1 0-1,0 0 1,1-1-1,-1 1 1,0-1 0,1 1-1,-1-1 1,1 1-1,0-1 1,0 0-1,3 3 1,2 0 133,-1 0 0,1-1 0,0 1-1,0-2 1,0 1 0,1-1 0,-1 0 0,1 0 0,0-1 0,14 2-1,4-1-54,0-1-1,1-1 1,37-5-1,76-16 638,-15 2-510,-73 14-1612,19-3-3159,-99 13-19661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4.668"/>
    </inkml:context>
    <inkml:brush xml:id="br0">
      <inkml:brushProperty name="width" value="0.035" units="cm"/>
      <inkml:brushProperty name="height" value="0.035" units="cm"/>
    </inkml:brush>
  </inkml:definitions>
  <inkml:trace contextRef="#ctx0" brushRef="#br0">137 1 12605,'8'13'2976,"-19"-18"409,-1-2-2374,12 7-989,0 0-1,-1 0 0,1 0 1,0 0-1,0 0 0,0 0 1,0 0-1,0 0 0,0 0 1,0 0-1,0 0 0,-1-1 1,1 1-1,0 0 0,0 0 1,0 0-1,0 0 0,0 0 1,0 1-1,-1-1 0,1 0 1,0 0-1,0 0 0,0 0 1,0 0-1,0 0 1,0 0-1,0 0 0,0 0 1,-1 0-1,1 0 0,0 0 1,0 0-1,0 0 0,0 0 1,0 1-1,0-1 0,0 0 1,0 0-1,0 0 0,0 0 1,0 0-1,0 0 0,0 0 1,0 0-1,0 1 0,0-1 1,0 0-1,-1 0 1,1 0-1,0 0 0,0 0 1,0 0-1,1 0 0,-1 1 1,0-1-1,0 0 0,-15 39 1087,1 1 0,-8 43-1,-11 91-231,21-107-600,2 1-637,3 1 0,3 0-1,7 101 1,-2-153-508,2 1 1,0-1-1,1 0 1,8 24-1,-12-41 813,0 1 0,0-1 0,0 0 0,0 0-1,0 0 1,0 0 0,0 0 0,0 1-1,0-1 1,0 0 0,0 0 0,1 0-1,-1 0 1,0 0 0,0 0 0,0 1 0,0-1-1,0 0 1,0 0 0,0 0 0,0 0-1,1 0 1,-1 0 0,0 0 0,0 0-1,0 0 1,0 1 0,0-1 0,0 0 0,1 0-1,-1 0 1,0 0 0,0 0 0,0 0-1,0 0 1,0 0 0,1 0 0,-1 0-1,0 0 1,0 0 0,0 0 0,0 0-1,0 0 1,1 0 0,-1 0 0,0-1 0,0 1-1,0 0 1,0 0 0,23-5-5382,10-10-3231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5.010"/>
    </inkml:context>
    <inkml:brush xml:id="br0">
      <inkml:brushProperty name="width" value="0.035" units="cm"/>
      <inkml:brushProperty name="height" value="0.035" units="cm"/>
    </inkml:brush>
  </inkml:definitions>
  <inkml:trace contextRef="#ctx0" brushRef="#br0">247 1 13945,'-1'1'226,"-1"1"-1,0 0 0,1-1 1,-1 0-1,0 1 0,0-1 1,0 0-1,0 0 0,0 0 1,0 0-1,0 0 1,0 0-1,0 0 0,-5 0 1,5-1-78,-1 1 1,0 0 0,1-1 0,0 1 0,-1 0 0,1 0 0,-1 1 0,1-1 0,0 0-1,0 1 1,0 0 0,-3 2 0,-11 14 243,1 0 0,1 1 1,1 1-1,1 0 0,-16 35 0,4 6 294,-23 86 0,43-133-260,-3 23 1049,7-36-1397,0 1 0,0-1 0,0 1 0,0-1 0,0 0 0,1 1 0,-1-1 0,0 1 0,1-1 0,-1 0 0,1 1 0,0-1 0,-1 0 0,1 0 0,0 0 0,0 1 0,0-1 0,-1 0-1,1 0 1,0 0 0,1 0 0,0 1 0,5 0 166,0 1-1,0-1 1,1 0-1,-1-1 1,0 1-1,1-1 1,-1-1-1,1 0 1,-1 0-1,10-1 1,198-12 1812,-57-6-2852,-150 18 215,0-2-1,0 1 0,12-6 1,-10 3-3286,-1 2-3981,-26 8-5746</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5.327"/>
    </inkml:context>
    <inkml:brush xml:id="br0">
      <inkml:brushProperty name="width" value="0.035" units="cm"/>
      <inkml:brushProperty name="height" value="0.035" units="cm"/>
    </inkml:brush>
  </inkml:definitions>
  <inkml:trace contextRef="#ctx0" brushRef="#br0">37 0 7813,'0'0'970,"3"3"-118,20 17 19,-21-18-807,-1 0-108,14 27 285,-15-28-197,0 0 0,1-1 0,-1 1 0,0-1 0,0 1 0,0 0 0,0-1 0,0 1 0,0 0 0,0-1 0,0 1 0,0 0 0,-1-1 0,1 1 0,0 0 0,0-1 0,-1 1 0,1-1 0,0 1 0,-1 0 0,1-1 0,0 1 0,-1-1 0,0 1 0,0 1 209,-9 18 5958,-1-1-3394,-10 22 152,13-20-2288,2 0 0,0 0-1,1 1 1,2 0 0,-3 36 0,10 111 838,1-79-895,-4-44-1045,2-1 0,3 1 0,14 60 0,-5-25-5573,-14-75 2785</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5.738"/>
    </inkml:context>
    <inkml:brush xml:id="br0">
      <inkml:brushProperty name="width" value="0.035" units="cm"/>
      <inkml:brushProperty name="height" value="0.035" units="cm"/>
    </inkml:brush>
  </inkml:definitions>
  <inkml:trace contextRef="#ctx0" brushRef="#br0">8 372 14673,'-8'9'4742,"27"-29"-2142,-14 16-2217,0 1 1,0-1-1,1 1 1,0 0 0,-1 0-1,1 0 1,13-3-1,49-9 2156,-39 10-1783,369-45 2821,-208 30-2765,1200-104-812,-810 80 0,-377 21-26,-138 15-97,-66 7-172,0-1 0,0 1 0,0 0 0,0-1 0,0 1 1,0 0-1,-1 0 0,1 0 0,0 0 0,-1 0 0,1 0 0,-4-1 1,-4-3-332,0 1 0,0 1 0,-1-1 0,1 2 0,-1-1 0,0 1 0,0 1 0,-11-1 0,-11 1-3623,-44 5-1,-11 3-7418</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6.148"/>
    </inkml:context>
    <inkml:brush xml:id="br0">
      <inkml:brushProperty name="width" value="0.035" units="cm"/>
      <inkml:brushProperty name="height" value="0.035" units="cm"/>
    </inkml:brush>
  </inkml:definitions>
  <inkml:trace contextRef="#ctx0" brushRef="#br0">543 8 9965,'-26'-3'667,"-22"-1"2240,43 4-2440,1 1 1,-1 0-1,1 0 0,0 0 1,-1 1-1,1-1 1,0 1-1,0 0 1,-7 5-1,-36 27 1000,-26 33-13,-90 109 0,149-160-1305,-3 4 255,1 0-1,1 2 0,0-1 0,-20 44 0,31-56-249,0-1 0,1 1 0,0-1 1,0 1-1,1 0 0,0 0 0,1 0 0,0 1 0,0-1 1,1 0-1,0 0 0,1 0 0,0 1 0,0-1 0,1 0 1,5 17-1,-3-19-34,0-1 1,0 1-1,1-1 1,0 1-1,0-1 1,0-1-1,1 1 1,0-1-1,0 0 1,0 0-1,1-1 1,0 1-1,0-2 1,9 5-1,5 1 268,0-1 0,0-1 0,39 8 0,-19-9-90,0-1 1,1-3 0,72-3-1,-52-5 122,110-23 0,-169 28-478,1 0-1,-1 0 1,0 0 0,1 0 0,-1 0-1,0-1 1,0 1 0,0-1 0,0 0-1,0 0 1,4-4 0,-6 5 24,-1 1 0,1-1 0,-1 0 0,0 0-1,1 0 1,-1 1 0,0-1 0,0 0 0,1 0 0,-1 0 0,0 0 0,0 0 0,0 1 0,0-1 0,0 0 0,0 0 0,0 0 0,0 0 0,-1 0 0,1 1 0,0-1 0,0 0-1,-1 0 1,1 0 0,0 1 0,-1-1 0,1 0 0,-1 0 0,1 1 0,-1-1 0,0 0 0,1 1 0,-1-1 0,1 1 0,-1-1 0,0 0 0,0 1 0,1 0 0,-1-1 0,-1 0-1,-7-5-379,0 1 0,-1 0 0,0 0 0,0 0 0,0 2 0,0-1 0,-14-2 0,-80-11-2516,88 16 2447,-172-13-4603,18 2-3346,112 5 988</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6.507"/>
    </inkml:context>
    <inkml:brush xml:id="br0">
      <inkml:brushProperty name="width" value="0.035" units="cm"/>
      <inkml:brushProperty name="height" value="0.035" units="cm"/>
    </inkml:brush>
  </inkml:definitions>
  <inkml:trace contextRef="#ctx0" brushRef="#br0">60 57 13373,'-20'-7'1049,"16"6"-454,0-1 1,-1 1-1,1 0 0,-1 0 0,1 0 0,-1 1 0,-4 0 0,13-2 1837,4-1-1365,1 0 0,1 1 0,-1 0 0,0 0 0,0 1 0,1 0 0,11 1 0,27-3 365,42-4-708,52-7-264,-132 13-740,1 0 0,0 0 1,0 1-1,-1 1 0,13 1 0,-20-1-2013,-15 5-3237,6-3 4110,-29 13-5679,-10 5-4663</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6.649"/>
    </inkml:context>
    <inkml:brush xml:id="br0">
      <inkml:brushProperty name="width" value="0.035" units="cm"/>
      <inkml:brushProperty name="height" value="0.035" units="cm"/>
    </inkml:brush>
  </inkml:definitions>
  <inkml:trace contextRef="#ctx0" brushRef="#br0">0 172 17262,'116'-49'3008,"-67"21"-80,-4 11-280,1 3-443,-4 0-437,7 0-340,4 3-292,-1 1-752,-20 3-384,-11 3 0,7 1 0,-4 3-920,-31 21-14365,0-4 1707</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7.210"/>
    </inkml:context>
    <inkml:brush xml:id="br0">
      <inkml:brushProperty name="width" value="0.035" units="cm"/>
      <inkml:brushProperty name="height" value="0.035" units="cm"/>
    </inkml:brush>
  </inkml:definitions>
  <inkml:trace contextRef="#ctx0" brushRef="#br0">70 221 5436,'-14'-1'469,"-19"-4"254,32 5-625,-1-1 0,1 1-1,0-1 1,0 1 0,0-1 0,-1 1-1,1-1 1,0 0 0,0 1 0,0-1-1,0 0 1,0 0 0,0 0 0,0 0-1,1 0 1,-1 0 0,-4-9 11757,7 6-10156,4-3-1294,-1 0 0,1 0 0,0 0 0,1 1 0,-1 0 0,1 1 0,1-1 0,-1 1 0,1 0 0,0 1 0,0 0 0,0 0 0,0 1 1,1 0-1,9-2 0,33-10 1022,131-32 1550,46 7-2939,-198 38-38,-28 3 0,1 0 0,-1 0 0,0 1 0,0-1 0,0 1 0,0-1 0,0 1 0,0 0 0,0 0 0,0 0 0,-1 0 0,1 0 0,-1 0 0,0 1 0,1-1 0,-1 0 0,0 1 0,0-1 0,-1 1 0,1-1 0,0 5 0,0 0 1,-1 0-1,-1 0 1,1 0 0,-1 0-1,-1 0 1,1 0 0,-1 0-1,0-1 1,-5 10 0,-32 61-22,32-63 8,-62 104-691,-58 116-1010,108-184 2241,18-48-447,1 1 0,-1-1 0,1 1 0,0-1 1,0 1-1,0-1 0,0 1 0,1-1 0,-1 1 0,1-1 0,0 1 1,-1-1-1,1 1 0,0-1 0,0 0 0,0 0 0,1 1 0,-1-1 0,2 2 1,-1-3-62,0 0 0,-1 0 1,1 0-1,0-1 1,-1 1-1,1-1 1,0 1-1,0-1 1,0 0-1,0 1 0,0-1 1,-1 0-1,3 0 1,83-1-6,0-3 1,136-25-1,-169 24-350,-41 4-83,-1 0-1,1 0 1,-1-1 0,17-5 0,-28 6 110,0 1 1,1-1-1,-1 0 0,0 0 1,0 0-1,0-1 1,0 1-1,0 0 0,0 0 1,0-1-1,-1 1 1,1 0-1,0-1 0,-1 1 1,1-1-1,-1 1 1,1-3-1,0 1-1026,-1 3 1194,0 0 0,1 0 0,-1 0 0,0 0 0,0 0 0,0-1 0,0 1 0,0 0 0,0 0 1,0 0-1,0 0 0,0-1 0,0 1 0,0 0 0,0 0 0,0 0 0,0 0 0,0-1 0,-1 1 0,1 0 0,0 0 0,0 0 0,0 0 1,0 0-1,0-1 0,0 1 0,0 0 0,0 0 0,0 0 0,-1 0 0,1 0 0,0 0 0,0 0 0,0-1 0,0 1 0,0 0 1,-1 0-1,1 0 0,0 0 0,0 0 0,0 0 0,0 0 0,0 0 0,-1 0 0,1 0 0,0 0 0,0 0 0,0 0 0,0 0 0,-1 0 1,1 0-1,0 0 0,0 0 0,-30-11-12710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7.619"/>
    </inkml:context>
    <inkml:brush xml:id="br0">
      <inkml:brushProperty name="width" value="0.035" units="cm"/>
      <inkml:brushProperty name="height" value="0.035" units="cm"/>
    </inkml:brush>
  </inkml:definitions>
  <inkml:trace contextRef="#ctx0" brushRef="#br0">264 0 12849,'0'0'8189,"-4"3"-7296,-6 6-569,-1 0-1,1 0 1,1 1-1,0 0 1,-14 21-1,-35 66 250,35-57-389,1 4 90,3 1 1,2 1-1,-20 79 1,28-92 103,8-29-291,1-1 0,-1 1 0,1 0 0,0 0 1,0 0-1,0 0 0,0 0 0,1 0 0,-1 0 0,1 0 0,0 0 0,0 0 0,3 4 0,-1 0 80,1-1 0,0 1 0,10 12-1,-11-16-80,1-1 1,-1 1-1,1-1 0,0 0 0,0 0 1,0 0-1,0 0 0,0-1 0,1 1 0,-1-1 1,6 1-1,6 2 310,32 6 1,-28-7-144,16 2 212,1-1 0,62-1 0,73-12 203,-81 3-592,-53 3-1044,1-1 1,61-13-1,-95 15 530,0-1-1,-1 0 1,1 0 0,0-1-1,-1 1 1,0-1-1,1 0 1,5-6 0,18-10-10086</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47.997"/>
    </inkml:context>
    <inkml:brush xml:id="br0">
      <inkml:brushProperty name="width" value="0.035" units="cm"/>
      <inkml:brushProperty name="height" value="0.035" units="cm"/>
    </inkml:brush>
  </inkml:definitions>
  <inkml:trace contextRef="#ctx0" brushRef="#br0">74 0 11137,'8'8'2592,"-16"-4"-1724,-29-2 5618,32-2-4333,-6 14-26,8-8-1992,0 0 0,0 1 0,1-1 0,0 1 0,0-1 0,0 1 0,1 0 1,0 0-1,0-1 0,1 1 0,0 13 0,-1 0 29,6 333 1319,-5-343-1488,17 146-1231,0-10-3729,-16-119 335,-4 43 1,-6-23-5553</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56.612"/>
    </inkml:context>
    <inkml:brush xml:id="br0">
      <inkml:brushProperty name="width" value="0.035" units="cm"/>
      <inkml:brushProperty name="height" value="0.035" units="cm"/>
    </inkml:brush>
  </inkml:definitions>
  <inkml:trace contextRef="#ctx0" brushRef="#br0">646 309 5757,'4'-15'374,"1"-1"161,-4 1 3025,1 12-3328,-1 0 0,1-1-1,0 1 1,0 0-1,1 0 1,2-3 0,-3 3 19,0 0 1696,0 2-1870,0 0-1,0 0 1,-1-1 0,1 1 0,0 0-1,-1-1 1,1 0 0,1-2-1,2-1 233,-24 12-196,0 2 0,1 0-1,-20 13 1,-50 39 83,26-18 38,-73 64 0,94-70-178,11-11 66,1 1 1,-41 50 0,45-42-40,0 1 0,-30 61 0,47-80-41,1 1 1,1 0 0,0 0 0,1 1-1,1-1 1,1 1 0,0 0-1,1 22 1,2-16 69,1 0 0,8 43 0,-6-54-49,1-1 0,0 0 0,1 0 0,0-1-1,1 1 1,11 18 0,-5-13 26,0-1 1,1-1-1,0 0 0,2-1 0,-1-1 1,2 0-1,0-1 0,1 0 1,0-1-1,1-1 0,0-1 1,0-1-1,1 0 0,36 10 0,-25-11-2,0-1-1,1-2 1,0-1-1,0-1 1,55-3-1,-43-4-17,-1-1-1,-1-2 1,73-22-1,-50 7-30,-1-4-1,-1-2 1,-1-3 0,-2-2-1,65-50 1,-93 61-1,-1-2 1,-2-1-1,0-2 1,-1 0-1,-2-2 1,-1-1-1,-1-1 1,-2 0-1,-1-2 1,-2-1-1,-1 0 1,-1-1-1,19-69 1,-26 73 39,-2-1 1,-2 0-1,-1-1 0,-1 0 1,-2 1-1,-1-1 0,-2 0 1,-1 1-1,-1-1 0,-2 1 1,-12-38-1,13 54-60,-1 1 0,-1 1 0,-1-1 0,0 1 0,0 1 0,-1-1 0,-1 1-1,-1 1 1,1 0 0,-2 1 0,-19-17 0,16 17-14,-1 0 0,0 2 0,0-1 0,-1 2 0,0 0 0,-1 1 0,1 1 0,-1 1 0,-31-6 0,10 6-193,1 3 0,0 0-1,-1 3 1,-75 11 0,39 2-2947,-107 34 1,158-40-1448,9 4-2661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55.410"/>
    </inkml:context>
    <inkml:brush xml:id="br0">
      <inkml:brushProperty name="width" value="0.035" units="cm"/>
      <inkml:brushProperty name="height" value="0.035" units="cm"/>
    </inkml:brush>
  </inkml:definitions>
  <inkml:trace contextRef="#ctx0" brushRef="#br0">1055 313 8877,'0'0'4486,"0"-5"-3562,2-8-396,3-28 2846,3 30-2751,-7 10-573,0 1 1,-1-1-1,1 0 0,0 1 0,-1-1 0,1 0 0,0 1 0,-1-1 0,1 0 1,-1 0-1,1 0 0,-1 1 0,0-1 0,1 0 0,-1 0 0,0-1 0,-3-1-9,0-1-1,-1 1 0,0-1 0,0 1 0,0 0 0,0 1 0,0-1 0,-1 1 0,1 0 0,-1 0 0,-5-2 0,-6-3 8,-14-8-14,-1 2 0,-1 1 0,0 1 0,0 1 0,-1 3 0,0 0 0,-1 2 0,1 1 1,-1 2-1,0 2 0,0 1 0,0 1 0,1 2 0,-1 1 0,1 2 0,0 1 0,-52 20 1,60-17-19,0 0 0,-35 23 1,47-25-18,1-1 0,1 2 0,-1 0 0,2 0 1,-1 1-1,-11 16 0,-1 6 23,1 1-1,2 1 1,1 1-1,-22 62 1,32-72-19,1 0 1,1 1-1,2 0 1,0 0-1,2 1 0,1-1 1,3 49-1,3-36 32,1-1 0,2 1 0,24 72-1,-21-86-19,2 1-1,0-1 1,2-1-1,0-1 1,2 0-1,24 28 1,-22-32 2,1 0 0,1-1-1,0-1 1,2-1 0,0 0 0,1-2-1,0-1 1,1-1 0,1-1 0,0-1 0,1-1-1,0-1 1,0-1 0,1-2 0,-1 0 0,36 1-1,3-3 20,-1-3 0,1-4 0,-1-1 0,1-4 0,-2-3 0,1-2 0,-2-3 0,0-3 0,-1-2 0,-1-3 0,109-61 0,-143 70 45,-1-2-1,0 0 1,-1-2-1,-1-1 1,-1 0-1,31-38 1,-40 40-17,0 0 0,-1-1 1,0 0-1,-2-1 0,0 0 1,-2-1-1,0 0 0,-1 0 1,6-35-1,-9 24 2,-2 0 1,-1 0-1,-2 0 0,-1 0 0,-1 0 1,-2 1-1,-12-45 0,8 43-40,-1 0-1,-2 1 1,-1 0 0,-1 1-1,-2 1 1,-1 0 0,-1 1-1,-27-32 1,26 39-27,0 1 0,-2 1 1,0 1-1,-1 1 0,-1 1 0,-1 0 0,0 2 1,-1 1-1,-1 1 0,-33-12 0,27 15-15,0 1-1,0 1 1,-1 2-1,-42-3 0,24 6-319,0 3 0,-55 7 0,70-1-477,0 1 0,0 2 1,1 2-1,1 1 0,0 1 1,0 2-1,-44 27 0,5 7-4328,6 6-3043</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1:57.734"/>
    </inkml:context>
    <inkml:brush xml:id="br0">
      <inkml:brushProperty name="width" value="0.035" units="cm"/>
      <inkml:brushProperty name="height" value="0.035" units="cm"/>
    </inkml:brush>
  </inkml:definitions>
  <inkml:trace contextRef="#ctx0" brushRef="#br0">1007 373 4868,'1'0'147,"-1"1"0,1 0 0,0-1-1,0 1 1,0-1 0,0 0 0,0 1-1,0-1 1,0 0 0,0 1 0,0-1 0,0 0-1,0 0 1,-1 0 0,1 0 0,0 0-1,0 0 1,0 0 0,0 0 0,0 0-1,0-1 1,0 1 0,0 0 0,0 0-1,0-1 1,1 0 0,23-15 2017,-22 14-2265,-1 0 2274,12-8-500,-14 10-1572,1-1 1,-1 1-1,1 0 0,-1 0 0,1 0 1,-1-1-1,0 1 0,1 0 1,-1-1-1,0 1 0,1 0 1,-1-1-1,0 1 0,0 0 0,1-1 1,-1 1-1,0-1 0,0 1 1,1 0-1,-1-1 0,0 1 0,0-1 1,0 1-1,0-1 0,0 1 1,0-1-1,0 1 0,0-1 1,0 1-1,0 0 0,0-2 0,-1 2-35,1-1 0,-1 1 0,0-1 0,1 1 0,-1-1 0,0 1 0,0-1 0,0 1 0,1 0 0,-1-1 0,0 1 0,0 0 0,0 0 0,0-1 0,0 1 0,-43-2 126,41 2-33,-71 1-14,1 3-1,-1 4 0,2 2 0,-1 4 0,2 3 0,-99 37 0,146-45-98,1 1-1,1 1 0,0 1 1,0 1-1,2 1 1,-1 1-1,2 0 0,0 2 1,1 0-1,0 1 0,2 1 1,0 0-1,-23 39 1,21-25-29,0 1 1,3 1 0,1 1-1,1 0 1,2 0 0,-12 74 0,20-88-10,2 1 0,0-1 0,1 0 0,1 0 1,1 0-1,1 0 0,1 0 0,1 0 0,1-1 1,0 0-1,2 0 0,1-1 0,15 28 0,-15-33 28,1-1 1,1 0-1,0-1 0,0 0 0,1-1 0,1 0 0,0-1 0,1-1 1,0 0-1,1-1 0,-1 0 0,2-1 0,-1-1 0,1 0 0,0-1 1,1-1-1,0 0 0,28 3 0,28 0 81,0-3 1,1-3-1,-1-3 1,140-22-1,282-93 125,-432 98-196,-1-4 0,-1-2-1,-1-2 1,69-43-1,-116 61-16,0-1 0,-1-1-1,0 0 1,-1-1-1,0-1 1,0 1-1,-1-2 1,-1 1 0,0-1-1,-1-1 1,0 1-1,-1-1 1,-1-1-1,0 1 1,-1-1 0,0 0-1,-1-1 1,-1 1-1,-1-1 1,0 1-1,-1-1 1,0 0 0,-2 1-1,0-1 1,0 0-1,-1 1 1,-9-28 0,-6-6-10,-2 1 0,-2 1 0,-2 1 0,-3 1 0,-1 1 0,-2 2 0,-2 0 1,-2 2-1,-61-57 0,37 43-3,-3 2 1,-76-51-1,111 87-122,0 1-1,-1 1 0,-1 1 0,0 1 1,-1 2-1,0 1 0,-1 1 1,0 1-1,-29-3 0,47 9-195,1 1 0,0 0 0,0 0 0,0 1 0,0 1 0,0-1 0,0 2 0,0-1 0,0 1 0,0 1 1,1 0-1,0 0 0,0 1 0,0 0 0,0 0 0,1 1 0,0 1 0,0-1 0,-10 12 0,-28 30-5050,-2 4-3262</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02.126"/>
    </inkml:context>
    <inkml:brush xml:id="br0">
      <inkml:brushProperty name="width" value="0.035" units="cm"/>
      <inkml:brushProperty name="height" value="0.035" units="cm"/>
    </inkml:brush>
  </inkml:definitions>
  <inkml:trace contextRef="#ctx0" brushRef="#br0">1406 65 3964,'29'3'959,"-23"-3"1325,-4 3-2055,12 26 168,-13-26-21,17-8 184,-15 3-443,15-4 345,-15 5 691,1 0-496,31-15 5066,-39 16-5544,-31-6 342,32 5-243,-1 1-21,-24-2 192,18 1-294,0 0 0,1 1 1,-1 0-1,0 1 0,-15 2 0,6 1 51,0-2-1,0 0 1,0-1 0,-1-1 0,-37-5 0,-22 1 64,-6 1-26,-56 2 36,83 5-237,-16 1 67,-127 25-1,90-1-64,-156 64-1,252-86-41,0 0-1,1 1 1,0 0-1,0 1 1,0 1-1,1 0 1,-20 21-1,24-22 2,1 0-1,1 1 1,0 0-1,0 0 1,1 0-1,0 1 0,1 0 1,0 0-1,1 1 1,-6 23-1,4-4-4,2 0 0,0 0 0,3 0 0,2 33 0,0-44 5,2 0 0,1-1 1,0 1-1,1-1 0,1 0 0,1 0 0,12 23 0,3-3-10,1 0 1,2-2-1,58 67 1,-29-48 35,85 69 1,-75-77-13,1-2 0,2-4 0,84 39 0,-127-70-11,1-1 1,1-1 0,0-1-1,0-1 1,0-2 0,1 0 0,0-2-1,0-1 1,41-2 0,2-6-4,-1-3-1,100-25 1,-99 16 11,78-33-1,64-38 11,-120 44 12,-1-4 1,-4-3 0,98-77-1,-160 111 46,-1-2 0,-2 0-1,0-2 1,30-36 0,-45 47-42,1 0-1,-1 0 1,-1-1 0,0 0 0,0 0-1,-1 0 1,-1-1 0,0 1 0,-1-1-1,0 0 1,-1-1 0,1-25 0,-5 17 17,0-1-1,-1 0 1,-1 1 0,-1 0-1,-1 0 1,-1 0 0,-1 1 0,-20-40-1,11 32-17,0 0 0,-2 2 0,-1 0 0,-1 1 0,-37-35 0,32 37-27,-2 2 0,0 1 0,-1 1 0,-2 1 0,1 2 0,-46-19 0,30 19-61,-1 2-1,0 2 0,-1 2 0,-50-5 0,7 5-303,-106 3 0,149 8-571,0 4 0,0 1 1,-93 22-1,66-2-1910,67-22 1334,0 1-1,0 0 1,-11 8 0,5 3-6207</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04.486"/>
    </inkml:context>
    <inkml:brush xml:id="br0">
      <inkml:brushProperty name="width" value="0.035" units="cm"/>
      <inkml:brushProperty name="height" value="0.035" units="cm"/>
    </inkml:brush>
  </inkml:definitions>
  <inkml:trace contextRef="#ctx0" brushRef="#br0">923 301 5965,'5'-5'8893,"-11"1"-3761,-25 1-2574,9 3-2878,-31 3 0,-47 25 817,57-16-412,0 2 0,1 2 0,1 2 0,0 2 0,2 1-1,-58 41 1,63-36-49,0 1-1,2 2 0,1 1 0,-33 41 0,43-45-5,2 1 1,1 1 0,0 1-1,3 0 1,-25 63-1,30-60 2,1 0-1,1 1 1,2 1 0,1-1-1,1 1 1,3-1-1,0 1 1,2 0-1,9 56 1,-5-65 0,1 1 0,2-1 0,0 0 0,2-1 0,0 0 0,2 0 0,0-1 0,2-1 0,0 0 0,2-1 0,0 0 0,38 35 0,-32-37 11,0-2-1,1-1 1,1 0-1,0-2 1,1-1-1,0-1 1,1-1 0,1-1-1,0-1 1,0-1-1,51 6 1,-31-9 1,0-2 0,0-2 1,0-2-1,0-2 0,0-2 1,61-15-1,-79 14-35,1-2 1,-1-2 0,-1 0-1,0-2 1,-1 0-1,0-3 1,-1 0-1,0-1 1,-1-2-1,-1 0 1,-1-2-1,-1 0 1,20-24-1,-13 9 2,-1-1 1,-2-1-1,-2-2 0,-1 0 0,34-84 1,-44 88-7,-2-1 0,-2 0 0,-1 0 0,-1-1 0,-2 0 1,-2 0-1,-3-67 0,-2 67-1,-2 0-1,-2 1 1,-1 0 0,-2 0-1,-2 0 1,-1 1 0,-1 0-1,-2 2 1,-2-1 0,-1 2-1,-1 0 1,-2 2 0,-1 0-1,-1 1 1,-1 1 0,-2 2-1,-50-42 1,35 39 17,-1 1 1,-1 3-1,-1 1 1,-1 3-1,-77-27 1,68 31-209,-1 3 1,-1 2 0,0 2 0,-98-4-1,49 18-654,90-3 334,0 2 1,0-1-1,1 2 1,-26 9 0,37-11 135,-1 0-1,1-1 1,0 1 0,0 1 0,0-1 0,0 0 0,1 1 0,-1-1 0,0 1 0,-2 5 0,3-6-194,1 0-1,0 0 1,0 0 0,0 0-1,0 0 1,0 0 0,1 0-1,-1 1 1,0 3 0,1-2-624,1 0 0,-1-1 0,1 1-1,0 0 1,0-1 0,1 5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05.076"/>
    </inkml:context>
    <inkml:brush xml:id="br0">
      <inkml:brushProperty name="width" value="0.035" units="cm"/>
      <inkml:brushProperty name="height" value="0.035" units="cm"/>
    </inkml:brush>
  </inkml:definitions>
  <inkml:trace contextRef="#ctx0" brushRef="#br0">10 50 11597,'-1'0'253,"1"0"0,-1 0-1,1 0 1,-1-1 0,1 1 0,-1 0 0,1-1-1,-1 1 1,1 0 0,-1-1 0,1 1 0,0-1-1,-1 1 1,1-1 0,-1 1 0,1-1-1,0 1 1,0-1 0,-1 1 0,1-1 0,0 1-1,0-1 1,0 1 0,-1-1 0,1 0 0,0 1-1,0-2 1,16-1 7958,-2 1-9739,67-9 4765,113-2 1,-124 9-2327,-54 2-928,1 1 0,28 1-1,-42 0-288,-1 0 0,1 1 0,0 0 0,-1-1 0,1 1 0,-1 0 0,1 0 0,2 2 0,-1-1-883,-66 4-4981,8 1-1422,5-9-4411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05.668"/>
    </inkml:context>
    <inkml:brush xml:id="br0">
      <inkml:brushProperty name="width" value="0.035" units="cm"/>
      <inkml:brushProperty name="height" value="0.035" units="cm"/>
    </inkml:brush>
  </inkml:definitions>
  <inkml:trace contextRef="#ctx0" brushRef="#br0">134 1 11977,'0'0'8696,"-2"2"-8428,-88 203 527,80-177-651,2 0 0,1 0 0,1 1 0,1 0 0,-1 53 0,6-73-105,0 5 310,1 0 0,-1-1-1,4 16 1,-3-25-206,0 0 0,0 0 0,1 0 0,-1 0 0,1 0 0,0 0 0,0-1 0,0 1 0,1-1 0,-1 1 0,1-1 0,0 0 0,0 0 0,5 5 0,5 0 143,0 0 0,1 0 0,-1-1-1,1-1 1,1 0 0,16 4 0,98 18 819,-78-19-805,101 25-110,-131-29-2137,30 10 1,-48-13 197,-3-23-19400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05.979"/>
    </inkml:context>
    <inkml:brush xml:id="br0">
      <inkml:brushProperty name="width" value="0.035" units="cm"/>
      <inkml:brushProperty name="height" value="0.035" units="cm"/>
    </inkml:brush>
  </inkml:definitions>
  <inkml:trace contextRef="#ctx0" brushRef="#br0">151 1 11601,'-1'0'231,"1"0"-1,-1 0 1,1 0-1,0 0 1,-1 0-1,1 0 1,-1 1-1,1-1 1,-1 0 0,1 0-1,0 0 1,-1 1-1,1-1 1,-1 0-1,1 1 1,0-1-1,-1 0 1,1 1 0,0-1-1,0 0 1,-1 1-1,1 0 1,-5 13 1774,1 24-2150,4-24 845,-9 44 143,-17 61-1,-1 6-220,-29 333 232,45-157-6393,10-270 160,-2-1-3344</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08.263"/>
    </inkml:context>
    <inkml:brush xml:id="br0">
      <inkml:brushProperty name="width" value="0.035" units="cm"/>
      <inkml:brushProperty name="height" value="0.035" units="cm"/>
    </inkml:brush>
  </inkml:definitions>
  <inkml:trace contextRef="#ctx0" brushRef="#br0">895 95 4888,'-3'13'1775,"10"-17"318,7-5 9556,-17 7-11402,-20-12 158,20 12 395,1 1-736,-24-14 62,23 14-53,0-1-42,-39-17 88,31 15-59,0-1 1,0 0-1,-10-7 1,20 11-57,-1 0 1,1 1-1,0-1 1,0 0-1,-1 1 0,1-1 1,0 1-1,-1 0 0,1 0 1,0-1-1,-1 1 1,1 0-1,-1 0 0,1 0 1,0 0-1,-2 1 1,-4-1 1,-37-4 50,26 2-40,1 1 0,-30 1 0,14 3-4,1 1 0,0 1 0,0 2-1,-60 21 1,19 8 21,59-32-38,1 1 1,-1 1 0,1 0 0,0 1-1,1 0 1,0 1 0,0 1 0,0 0-1,-17 17 1,5-3 15,1 5-4,17-15-6,0-1 1,-5 19 0,-7 13 1,12-34-2,1 1 0,0 1 1,1-1-1,-3 17 0,-3 11-13,6-27 5,1-1 1,-2 20-1,4-20 10,-1-1 0,-6 20-1,6-23-5,0-1-1,0 1 0,0 0 0,1 0 1,0-1-1,1 1 0,0 0 0,1 14 1,4 30 36,-4-37-36,1 1 0,0-1 0,5 15 0,2 10 16,-8-31-12,1 0 1,0 0 0,0 0 0,1 0-1,0-1 1,1 1 0,5 10 0,-2-8 13,0 0 0,0-1 1,1 0-1,1 0 0,14 13 1,-20-20-11,0 1 0,0-1 0,-1 1 0,1 0 0,-1 0 0,1 0 0,2 6 0,12 14-11,19 15 15,-23-25-2,13 14 50,2-1 1,35 26-1,-55-49-33,-1 1 0,1-1 1,0-1-1,14 4 0,-7-3 16,24 6 18,0-2-1,1-2 1,0-1-1,65-3 1,-87-1 12,68-7 233,-40 2-164,-27 4-68,-1-1 0,0 0 0,0-2 0,0 0 0,-1-1 0,31-13 1,-40 12 51,1 0 0,-1 0 0,10-11 0,-13 12-69,1-1-1,0 1 1,0 1 0,1-1-1,7-4 1,-3 3 117,-1-1 1,1-1 0,17-16-1,14-9 433,-41 32-585,0 0 0,0 0 0,1 0 0,-1 0 0,0 0 0,0 0 0,0 0 0,0 0-1,-1 0 1,1-1 0,0 1 0,0 0 0,0-3 0,8-11 222,14-14 21,-21 26-169,-1 0 59,14-23 238,-13 24-198,-2-2-158,0 1 1,0 0-1,0-1 1,0 1 0,1 0-1,0-1 1,0 1-1,0 0 1,1-4 0,2-5 49,-2 1 13,12-47 137,8-83-1,-19 105-103,-2 1-1,-1-1 0,-7-40 1,4 63-86,-1 1 0,-1-1-1,0 0 1,0 1 0,-15-22 0,11 21-23,0 0-1,-1 0 1,-1 1-1,0 1 0,-1 0 1,0 0-1,0 1 1,-22-13-1,-11-4 41,-61-25 0,66 34-50,-93-38-41,114 50-228,0 1 0,0 0 0,-1 2 1,1 0-1,-25 0 0,35 3-131,1 1 1,-1 1-1,1-1 1,-1 1-1,1 1 0,0 0 1,0 0-1,0 0 0,0 1 1,-10 7-1,-27 22-3735,9 3-4375,21-19-375</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11.252"/>
    </inkml:context>
    <inkml:brush xml:id="br0">
      <inkml:brushProperty name="width" value="0.035" units="cm"/>
      <inkml:brushProperty name="height" value="0.035" units="cm"/>
    </inkml:brush>
  </inkml:definitions>
  <inkml:trace contextRef="#ctx0" brushRef="#br0">11 8 11145,'15'-6'1534,"-14"5"-658,-2 2 51,-24 12 7304,29-14-6312,26-1 557,30 1 0,-12 1-1205,223-3 569,-221 3-1768,11 3-1070,-60-1 479,-4-1-87,-15 1-829,-12 0-1124,-36 1-7146,12-5-4256</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11.853"/>
    </inkml:context>
    <inkml:brush xml:id="br0">
      <inkml:brushProperty name="width" value="0.035" units="cm"/>
      <inkml:brushProperty name="height" value="0.035" units="cm"/>
    </inkml:brush>
  </inkml:definitions>
  <inkml:trace contextRef="#ctx0" brushRef="#br0">367 11 6425,'-2'-1'1294,"-13"-9"10435,15 11-11657,-1 0-1,1 0 1,0-1-1,-1 1 1,1 0-1,-1-1 1,1 1-1,-1 0 1,1-1-1,-1 1 1,0 0-1,1-1 0,-1 1 1,0-1-1,1 1 1,-2 0-1,1-1-15,0 1 0,0-1 0,1 1 0,-1-1 0,0 1 0,1-1 0,-1 1 0,0 0 0,1-1 0,-1 1 0,1 0 0,-1 0 0,1-1 0,-1 1 0,1 0 0,-1 0 0,1 1 0,-4-1 190,-12 7-175,1-1 0,1 2 0,-1 0 0,1 0 0,1 2 0,0-1 0,0 2 0,-11 13 0,-14 19 319,2 0 0,-46 79 0,76-112-198,2-1 0,-1 1 0,1 0 0,1 0 0,0 1 0,1-1 0,0 1 0,1-1 0,0 1 0,0-1 0,1 1 0,1 0 0,3 19 0,-2-26-105,0 0-1,0 0 1,0 0-1,1 0 1,0 0 0,0-1-1,0 1 1,0-1-1,1 0 1,-1 0-1,1 0 1,0 0-1,1-1 1,-1 1-1,0-1 1,1 0-1,7 3 1,2 1 125,1 0-1,1-2 1,-1 1 0,24 3 0,-11-5-68,-1-1 0,1-2 0,0-1 0,-1-1 0,1-1 0,0-1 0,-1-2 0,43-12 0,-66 16-209,1-1 0,-1 0 0,0 0 0,1 0 0,-1 0 0,0-1 0,0 0 0,0 0 0,-1 0 0,1 0-1,-1 0 1,1-1 0,-1 1 0,3-5 0,-5 6-48,1-1 0,-1 1 0,0-1 0,0 0 0,0 1 0,0-1 0,0 0-1,0 0 1,-1 1 0,1-1 0,-1 0 0,0 0 0,0 0 0,0 0 0,0 0-1,-1 1 1,1-1 0,-1 0 0,1 0 0,-1 0 0,0 1 0,0-1 0,-3-4-1,0 0-210,-1 1-1,0-1 1,-1 1 0,0 0-1,1 1 1,-2-1-1,1 1 1,-1 0-1,1 1 1,-2 0-1,1 0 1,0 0-1,-1 1 1,1 0-1,-15-4 1,-11-1-1876,0 2 0,-49-4 0,66 9 1172,-12-3-3263,-5 1-2251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12.765"/>
    </inkml:context>
    <inkml:brush xml:id="br0">
      <inkml:brushProperty name="width" value="0.035" units="cm"/>
      <inkml:brushProperty name="height" value="0.035" units="cm"/>
    </inkml:brush>
  </inkml:definitions>
  <inkml:trace contextRef="#ctx0" brushRef="#br0">373 0 6149,'0'0'4205,"-3"0"-3517,-29 3 357,29-2-247,-1-1-386,-73-4 2326,65 5-2667,0 1 0,-1 1 0,1 0-1,0 0 1,1 1 0,-1 0 0,1 1 0,-15 9 0,-10 3-371,-11-2-707,21-8-733,3 1-3282</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14.438"/>
    </inkml:context>
    <inkml:brush xml:id="br0">
      <inkml:brushProperty name="width" value="0.035" units="cm"/>
      <inkml:brushProperty name="height" value="0.035" units="cm"/>
    </inkml:brush>
  </inkml:definitions>
  <inkml:trace contextRef="#ctx0" brushRef="#br0">0 126 11021,'1'1'97,"-1"-1"0,0 1-1,1-1 1,-1 1 0,1-1 0,-1 1-1,1-1 1,0 0 0,-1 1 0,1-1-1,-1 0 1,1 1 0,0-1 0,-1 0-1,1 0 1,0 1 0,-1-1 0,1 0-1,0 0 1,-1 0 0,1 0 0,0 0-1,-1 0 1,1 0 0,0 0 0,-1 0-1,2-1 1,14-13 4801,-14 12-4354,0-1-1,0 1 1,1-1-1,-1 1 1,1 0-1,0 0 1,0 0-1,0 0 1,3-1 0,27-7 1476,0 1 0,64-8 0,-36 8-456,49-5-776,5-2-497,-80 7-554,-32 9-1296,-34-11-26402</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15.001"/>
    </inkml:context>
    <inkml:brush xml:id="br0">
      <inkml:brushProperty name="width" value="0.035" units="cm"/>
      <inkml:brushProperty name="height" value="0.035" units="cm"/>
    </inkml:brush>
  </inkml:definitions>
  <inkml:trace contextRef="#ctx0" brushRef="#br0">61 10 8489,'0'-1'131,"-1"1"-1,1-1 1,0 1 0,0 0 0,0-1 0,0 1 0,-1-1-1,1 1 1,0-1 0,0 1 0,-1 0 0,1-1-1,0 1 1,-1 0 0,1-1 0,0 1 0,-1 0 0,1 0-1,0-1 1,-1 1 0,1 0 0,-1 0 0,1 0-1,-1-1 1,1 1 0,0 0 0,-1 0 0,1 0 0,-1 0-1,0 0 1,-10 9 3439,5-2-1701,4-3-1213,-3 30 374,0 0 0,1 36 0,-1 5-220,-2 3-41,3 0 0,4 1 0,15 119 1,-13-183-990,2 1 0,10 29 1,-9-31-1041,-1 0 1,4 19-1,-7-28-1707</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17.733"/>
    </inkml:context>
    <inkml:brush xml:id="br0">
      <inkml:brushProperty name="width" value="0.035" units="cm"/>
      <inkml:brushProperty name="height" value="0.035" units="cm"/>
    </inkml:brush>
  </inkml:definitions>
  <inkml:trace contextRef="#ctx0" brushRef="#br0">623 111 7349,'-11'-6'9210,"0"2"-4054,-4 3-2921,-7 3-3399,-13 0 1077,-6-5 108,0 2 0,0 1 0,0 2 0,0 3 0,0 0 0,-73 22-1,72-18-29,24-5 34,-1 0-1,-32 13 1,48-16 26,0 1-1,0-1 0,0 1 1,1 0-1,-1 0 1,1 0-1,-1 0 1,1 0-1,0 1 0,-4 3 1,6-5-5,-1 1 1,0-1 0,0 0-1,1 0 1,-1 1 0,1-1-1,-1 1 1,1-1 0,0 0-1,-1 1 1,1-1 0,0 1-1,0-1 1,0 1-1,0-1 1,0 0 0,0 1-1,1-1 1,-1 1 0,0-1-1,1 1 1,-1-1 0,1 0-1,1 3 1,4 6 272,1 1-1,1-2 1,0 1 0,0-1-1,1 0 1,13 10 0,65 43 1022,-11-9-442,10 17 6,-83-67-899,0-1 0,-1 1 0,1 0 0,-1 0 0,0 0 0,0 1 0,0-1-1,0 0 1,-1 1 0,1 0 0,-1-1 0,0 1 0,0 0 0,0-1-1,-1 1 1,1 0 0,-1 0 0,0 0 0,0-1 0,-1 7 0,-1 2-292,0 0 1,-1 0 0,-1 0-1,-7 16 1,6-16-157,-1 0 0,0-1 0,-1 0 1,-1 0-1,0-1 0,0 1 0,0-2 0,-2 1 0,1-1 0,-1-1 1,0 0-1,-1 0 0,-15 8 0,24-15 444,1 0 1,0-1-1,-1 1 1,1 0-1,0-1 0,-1 1 1,1-1-1,-1 1 1,1-1-1,-1 0 0,1 0 1,0 0-1,-1 1 1,1-1-1,-1-1 0,1 1 1,-1 0-1,1 0 1,-1-1-1,1 1 0,-1 0 1,1-1-1,-1 0 1,1 1-1,0-1 0,0 0 1,-1 1-1,1-1 1,0 0-1,0 0 0,0 0 1,0 0-1,0 0 1,0-1-1,0 1 0,0 0 1,0 0-1,0-1 1,1 1-1,-1 0 0,1-1 1,-1 1-1,1-1 1,-1-1-1,-2-6 192,1 1 0,0-2 0,0 1 1,1 0-1,0-17 0,2 8 187,1 1 0,0-1 1,1 1-1,1 0 0,1 0 1,1 0-1,0 0 0,1 1 1,1 0-1,18-28 0,9-6 1423,72-79-1,-101 122-1739,166-173 1047,-167 176-1122,-4 3-60,1 0 0,0 0 0,-1 0 0,1 0 0,-1-1 0,0 1 0,1 0-1,-1-1 1,0 1 0,0-1 0,0 0 0,0 1 0,0-1 0,0 0 0,0 1 0,-1-1 0,1 0 0,0 0 0,-1 0 0,0 0 0,1 0 0,-1 1 0,0-1 0,0 0 0,0 0 0,0 0 0,-1 0 0,1 0 0,0 0 0,-1 0 0,-1-3 0,1 1-265,-1 1 1,1-1-1,-1 0 1,0 0-1,0 1 1,-1 0-1,1-1 0,-1 1 1,0 0-1,0 0 1,0 0-1,0 1 1,0-1-1,0 1 1,-1-1-1,-6-2 1,5 3-502,0 1 1,1-1 0,-1 1-1,0 1 1,0-1 0,0 1 0,0 0-1,0 0 1,0 0 0,-7 1-1,-41 6-11758</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24.378"/>
    </inkml:context>
    <inkml:brush xml:id="br0">
      <inkml:brushProperty name="width" value="0.035" units="cm"/>
      <inkml:brushProperty name="height" value="0.035" units="cm"/>
    </inkml:brush>
  </inkml:definitions>
  <inkml:trace contextRef="#ctx0" brushRef="#br0">918 91 5240,'0'0'12231,"-4"0"-12156,-15 1-25,-1 0 0,1 1 0,0 1 0,-34 9 0,40-8-29,5-3 5,0 2 1,0-1-1,0 1 0,0 0 0,1 1 0,-11 6 0,4 0-11,-3 1 6,1 1-1,-26 24 0,9 2 57,1 1 0,3 2 0,1 1 0,1 0 0,-21 53 0,-81 238 335,69-94-192,47-179-122,-23 120 693,-21 279-1,42-277-398,-5 105 164,7-94-332,0 26-52,12-63-65,0 92-1,1 210 107,-10-50-63,-7-254-102,-1-3-88,1 111 111,21-57-35,-1-125-54,-3 490-23,3-347 47,0-133-21,15 98 0,28 88 16,-32-197-32,-5-24-5,-4 0 1,0 58-1,-14 111 56,6-177-8,2-16-13,0 0 0,2-1-1,1 1 1,2 0 0,0-1-1,3 0 1,0 0 0,2 0 0,22 49-1,-18-47 5,14 49 0,6 19 1,-10-37-2,-17-45-1,0-1 1,0 0-1,2 0 1,9 15-1,67 109-5,-73-124-4,-5-7 11,0-1-1,0 1 1,1-1-1,1 0 1,-1-1 0,1 0-1,1 0 1,-1 0-1,15 8 1,11 6-3,-24-15-8,1 0 0,0-1-1,22 10 1,13-1 13,1-2 1,0-3-1,93 11 1,-119-19-1,-17-1-3,0 0 0,0 0 0,0-1 0,0 0 1,0 0-1,0 0 0,0 0 0,6-2 0,-3 0-6,0 1 0,0 0-1,0 1 1,11 0-1,-12 0 7,0 0-1,-1-1 1,1 1-1,0-1 1,0 0-1,8-3 0,10-4 3,-5 3-3,-1-1-1,0-1 0,0 0 0,0-2 1,-1 0-1,0-1 0,18-14 0,-3-5-1,-1-1-1,-2-1 1,26-37-1,66-108 1,-103 148 7,32-55 4,42-94 0,-71 126 18,24-82-1,-27 72-22,45-211 11,-13-44-41,-45 279 25,8-55 147,-5 0 1,-3-97-1,-22-2 529,16 174-622,-1 0 1,-7-26-1,0-9 28,-8-216 121,8 158-52,-14-133 111,2 66-23,-8-51-52,1-22-78,4 6-26,-1 4-243,8-519-167,14 368 319,4 245-3,1 62 86,-13-113 0,-16-72 59,15 137-136,7 73-35,-20-107 0,17 124 73,-3-83 0,1 10 40,8 61 14,2 39-66,-1 0-1,0 0 1,-5-25-1,3 28-9,1-1 0,1 1 0,0-1 0,1-13 0,1 12-12,-2-1-1,-3-26 1,0 19 29,-1-43 1,5 43-29,-2 1 1,-4-24 0,-7-44 8,10 63-19,0-1-1,-9-28 1,4 22 23,2 0 0,-2-63 0,5 63-95,1-10 115,2 24-32,-2 0 0,-4-27 0,3 32 33,-18-70-84,20 80 20,0 0-5,-5-39-15,6 38 55,-1 1 14,-5-31-5,6 32 188,-10-15 39,9 16-230,-1 0 1,1 0 0,0 0-1,0 0 1,-1 0 0,0 1-1,1-1 1,-1 0 0,0 1-1,0-1 1,1 1-1,-1 0 1,0-1 0,-1 1-1,-3-2 1,5 3-22,-16-8 29,-1 1 1,1 0-1,-1 1 0,-35-6 1,-74 1-65,103 9 54,5 1-41,-56-1-15,37 3-33,1 1-1,-42 9 1,75-11 75,2 1-52,-1-1 0,1 1 0,0 0 0,-1 0 0,1 0 1,0 0-1,0 1 0,0-1 0,-2 2 0,2-2-76,0 0-360,-8 10-1595,7-7 1580,-12 13-2896,3-2-3464</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2:26.434"/>
    </inkml:context>
    <inkml:brush xml:id="br0">
      <inkml:brushProperty name="width" value="0.035" units="cm"/>
      <inkml:brushProperty name="height" value="0.035" units="cm"/>
    </inkml:brush>
  </inkml:definitions>
  <inkml:trace contextRef="#ctx0" brushRef="#br0">56 270 4864,'-21'-21'9197,"4"33"-7015,13-8 2322,22-2-2324,15-1-1064,49-5-1,-14 0-279,395-23 2435,-375 21-2829,144-3 82,-228 9-694,-21-10-5009,-8 2-1693,-13 10 3882,7-1 556,-102 2-2259,-3 4 4158,-220-1 7120,214-7-2970,37-8 66,92 8-3227,7 0 1725,7 0-2022,0-1 1,0 1-1,0 0 0,1 0 1,-1 0-1,0 0 0,0 0 1,1 0-1,-1 0 0,0 0 0,1 1 1,-1-1-1,3 0 0,15-6 226,1 1 0,1 0 0,-1 2 0,1 0-1,35-1 1,-24 3-37,866-78 3704,-775 75-8404,-125 1 2366,-2 0 1378,1 0 0,-1 0 0,0 0-1,0 0 1,0 0 0,0 1 0,-1 0 0,1 0 0,-1 0 0,-9-4-1,-17-6-5304,-7-1-4899</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13:42.314"/>
    </inkml:context>
    <inkml:brush xml:id="br0">
      <inkml:brushProperty name="width" value="0.035" units="cm"/>
      <inkml:brushProperty name="height" value="0.035" units="cm"/>
    </inkml:brush>
  </inkml:definitions>
  <inkml:trace contextRef="#ctx0" brushRef="#br0">67 458 5485,'0'0'6638,"1"-3"-5883,9-21 6548,-30 397-6357,1-42-616,9-49-137,-1 122 165,4-281-225,2-92-94,4-24-36,0-3-24,1 0 5,0 37 68,0-37 160,6 14-163,-2-1-39,-3-14 58,-14 23-59,12-24 31,3 40-25,-1-38-2,3 14 41,1 2-51,1-1 0,2 0 0,0 0 0,0 0 0,20 28 0,-10-16 29,-15-25-25,1 0-1,1-1 1,-1 0 0,1 1 0,0-2-1,0 1 1,0 0 0,1-1-1,7 5 1,0-2 34,-1 0 0,1-1 0,19 6 0,-10-7 12,1-1-1,-1-1 0,0-1 0,38-1 1,-25 0-31,83 1 97,0-5 0,219-35-1,-123 13-153,-41 7 27,-38 4-18,29-6 26,-31 6 4,-56 7 48,-6 3-44,12-1-19,131-16 15,44-5 49,-134 15 65,79-13-234,-85 15 88,255-11 3,-128 10 51,358 6 9,-492 0-7,-61 0-39,69 5 0,-92 0 3,31-3 0,-3 1-12,135 15-3,-178-14 22,59 6-17,133 9 43,-92-9-29,234 14 98,-266-16-114,38 3-34,52 7 158,35 5-182,-116-14 70,-50-4-10,38 7 1,-38-3 10,41-1 0,-54-3-4,108 14 8,-62-5 40,128 18-57,-92-15 78,77 5 30,-57-4-133,-79-8 67,62 2 1,58 5 21,-40-1-131,-54-6 52,32 1 19,75 3-11,134 5 72,-153-5-58,-62-9 60,80-1-58,102-12 43,12-2 106,-93 1-225,45 0 63,-132 5 23,32-5-8,53-2-4,-155 14 13,81-5 36,40-2-55,-16 2 77,7 0-64,-24 2 98,274-21-139,-322 18 162,275-31-208,-305 31 71,63-1 0,0 2 34,60-6 14,-66 7 59,176-8 156,138-10-105,-328 18-118,64 0 40,73-2-89,-53-1-11,-47 1 137,-1 0-163,126-4 59,-73 2-2,93-7 11,-133 8 150,63-1-120,-49 2 159,5 0-100,145 7 52,245 8 868,-362 1-672,121 2-5,38-7-311,-244-6 67,69 1-190,321 7 101,-368-7 84,-67 1 666,101-12-1,-162 11-489,-1 1-228,-1 0 0,0-1-1,0 1 1,0-1 0,1 1 0,-1-1 0,0 0 0,0 1 0,0-1-1,0 0 1,0 0 0,1-1 0,3-2 40,38-27 406,-38 25-365,37-63 106,-27 46-149,-1 0 0,22-49-1,9-53 152,-6-3 0,27-161 0,-43 179-262,7-49 4,65-470-62,-88 593 105,-4 22 1,0 0 0,1-25 0,-4-100 71,-1 135-81,1 1-1,-1 0 0,0 0 0,0 0 0,0 0 1,0 0-1,0 0 0,-1 0 0,-1-3 0,-2-3 16,4 7-8,0 0 1,0 0-1,-1 0 0,1 0 0,-1 0 1,0 0-1,0 0 0,0 0 1,0 0-1,0 1 0,0-1 0,-4-1 1,3 0 0,0 2 1,1-1-1,0 1 0,-1-1 0,1 1 0,0 0 0,-1 0 1,0 0-1,1 0 0,-1 1 0,-4-1 0,-13-4 13,-59-16 11,-149-19 0,-170-6-68,164 32 30,49 15 16,79 1-31,-98-1 32,-184-2 44,194 4-82,49 1 48,-115 6-36,-66 4 3,-152 24-7,-540 26 93,616-36-110,207-10 20,-13 0 14,101-9 14,-37 1 31,9-5-51,-198 2-22,196-6 33,-139-2-2,54 3-52,80 3 8,-283 9 62,-5 9 33,-538 21-88,478-23 4,411-19 40,-217-1 59,-398-15-91,415 15 22,-254-2-31,246-4 55,-271-8-8,198-7 0,195 9-21,-100 1 4,-31 3-19,62 3-3,-334-10 88,-212-60-69,684 62-1,-26-4-4,-160-13-18,153 23 45,-95-2 2,-288 29-27,78-3-32,273-17 71,88-2-1,-80-5-35,-41-1-2,124 9 10,-280 16-52,238-14 109,94-4-31,-140 3-41,129-1 8,1 1 0,-31 7 0,12-2 12,-127 23 27,73-16-41,-263 32-7,178-26 3,158-16 20,-28 10-1,-21 4-1,-9-4 12,42-8-20,24-2 11,10-3-1392,-9-1 4345,14-1-4686</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0.653"/>
    </inkml:context>
    <inkml:brush xml:id="br0">
      <inkml:brushProperty name="width" value="0.035" units="cm"/>
      <inkml:brushProperty name="height" value="0.035" units="cm"/>
    </inkml:brush>
  </inkml:definitions>
  <inkml:trace contextRef="#ctx0" brushRef="#br0">6 12 11489,'-5'-12'2496,"6"16"1518,13 22-528,4-3-2310,2-1 0,1-2 0,40 33 0,9 7 72,122 104 240,-140-122-1273,-23-19-945,41 24 0,-4-13-5070,-61-35 718,2-12 1261,3-2-6172</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1.237"/>
    </inkml:context>
    <inkml:brush xml:id="br0">
      <inkml:brushProperty name="width" value="0.035" units="cm"/>
      <inkml:brushProperty name="height" value="0.035" units="cm"/>
    </inkml:brush>
  </inkml:definitions>
  <inkml:trace contextRef="#ctx0" brushRef="#br0">243 0 9461,'0'0'9536,"-2"3"-8861,-3 8-477,0 0-1,1 0 0,0 0 1,1 1-1,0-1 0,1 1 0,-1 18 1,-1 0-20,-108 648 1780,62-271-1297,36-280-503,11-104-121,-11 38 0,4-19 38,6 16 92,12-77-418,-1 6 150,-2 0-105,-1-1 1,0 0-1,-1 0 1,0 0-1,1-25 1,-4-77-3070,0 96 2348,-4-47-5037,-6 0-3823</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1.553"/>
    </inkml:context>
    <inkml:brush xml:id="br0">
      <inkml:brushProperty name="width" value="0.035" units="cm"/>
      <inkml:brushProperty name="height" value="0.035" units="cm"/>
    </inkml:brush>
  </inkml:definitions>
  <inkml:trace contextRef="#ctx0" brushRef="#br0">0 43 16041,'10'-2'1032,"12"0"3443,-19-1-1397,4-10-1592,-6 11-1219,0 1-1,0 0 0,0 0 0,0 0 1,1-1-1,-1 1 0,1 0 0,-1 1 1,1-1-1,-1 0 0,1 0 0,-1 1 1,1-1-1,0 0 0,-1 1 0,4-1 0,31-1 319,-19 1 109,133-3 109,-104 5-761,-38-1-712,0 0 0,0 1 0,0 1 0,11 2 0,-11-2-319,-8-2 945,-1 0 0,1 0 0,0 0 0,0 0 0,0 0 0,0 1 0,0-1 0,0 0 0,0 0 0,-1 0 0,1 0 0,0 0 0,0 0 0,0 0 0,0 1 0,0-1 0,0 0 0,0 0 0,0 0 0,0 0 0,0 0 0,0 0 0,0 1 0,0-1-1,0 0 1,0 0 0,0 0 0,0 0 0,0 1 0,0-1 0,0 0 0,0 0 0,0 0 0,0 0 0,0 0 0,0 1 0,0-1 0,0 0 0,0 0 0,0 0 0,0 0 0,0 0 0,0 0 0,0 1 0,1-1 0,-1 0 0,0 0 0,0 0 0,0 0 0,0 0 0,0 0 0,0 0 0,1 0 0,-1 0 0,0 0-1,0 0 1,0 1 0,0-1 0,0 0 0,1 0 0,-1 0 0,0 0 0,0 0 0,0 0 0,0 0 0,0 0 0,1 0 0,-1 0 0,0-1 0,-10 19-3546,-2 0-1,-16 19 1,-10 1-7996</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1.695"/>
    </inkml:context>
    <inkml:brush xml:id="br0">
      <inkml:brushProperty name="width" value="0.035" units="cm"/>
      <inkml:brushProperty name="height" value="0.035" units="cm"/>
    </inkml:brush>
  </inkml:definitions>
  <inkml:trace contextRef="#ctx0" brushRef="#br0">1 148 18706,'101'-32'2772,"-55"25"-68,3-7-476,7 0-375,-4 4-305,4-4-308,0 0-256,-3 3-252,-14 1-732,-18 6 0,7-3-584,24 0-1124,-31 4-580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2.311"/>
    </inkml:context>
    <inkml:brush xml:id="br0">
      <inkml:brushProperty name="width" value="0.035" units="cm"/>
      <inkml:brushProperty name="height" value="0.035" units="cm"/>
    </inkml:brush>
  </inkml:definitions>
  <inkml:trace contextRef="#ctx0" brushRef="#br0">477 426 4776,'0'0'3112,"4"-2"-1546,34-9 1558,-35 10 75,30 1-141,-24 0-2387,-5 0 1036,-4-1-1659,0 1 0,0-1 0,1 1 0,-1-1 0,0 1 1,0-1-1,1 1 0,-1-1 0,0 1 0,1-1 0,-1 1 0,0 0 0,1-1 0,-1 1 0,1 0 0,-1-1 0,0 1 0,1 0 0,-1-1 0,1 1 0,-1 0 0,1 0 0,-1 0 0,1 0 0,-1-1 0,2 1 0,-1 0 34,-1 0-1,1 0 0,0 0 0,-1-1 1,1 1-1,0 0 0,0-1 0,-1 1 1,1 0-1,0-1 0,-1 1 0,1-1 1,-1 1-1,1-1 0,-1 0 0,1 1 1,-1-1-1,1 1 0,-1-1 0,1 0 1,-1 1-1,0-1 0,1-1 0,2-12-74,-2 7-93,0 0 0,0 0 0,0 0 0,-1 0-1,0 0 1,-1-10 0,-1 5-97,-1 0 1,0 0-1,-1 0 0,0 1 1,-1 0-1,0 0 0,-1 0 0,0 0 1,-11-15-1,6 13-9,-1 0 0,0 0 0,0 2 0,-1-1 0,-1 2 0,-21-14 0,16 12 157,-1 0 1,0 2-1,-1 0 0,0 2 0,-30-9 1,34 12 155,2 0 61,1 2 0,-1 0 0,-25-3 0,37 6-142,-1 0 0,0 0 0,1 0 0,-1 0 0,1 1 0,-1 0 0,0-1 0,1 1 0,0 0 0,-1 1 0,1-1 0,0 1 0,-1-1 0,1 1 0,0 0 0,0 0 0,0 0 0,1 1 0,-1-1 0,0 1 0,-2 3 0,0 2 44,1-1 0,-1 1 0,2 0 0,-1 0 0,1 0-1,1 1 1,-1-1 0,0 11 0,-6 74 1011,5-36-420,-7 240 2122,24 0-1433,-12-265-1261,7 258 539,-13 41-3031,4-314 1446,0 1 0,-1-1 0,-1 0 0,-1 0 0,0 0 0,-2 0 0,-10 23 0,1-17-5456,-2-11-3930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2.514"/>
    </inkml:context>
    <inkml:brush xml:id="br0">
      <inkml:brushProperty name="width" value="0.035" units="cm"/>
      <inkml:brushProperty name="height" value="0.035" units="cm"/>
    </inkml:brush>
  </inkml:definitions>
  <inkml:trace contextRef="#ctx0" brushRef="#br0">1 60 17946,'1'-1'427,"0"0"1,-1-1 0,1 1 0,0 0-1,0 0 1,0 0 0,0 0 0,1 0-1,-1 0 1,0 0 0,0 0-1,0 1 1,1-1 0,-1 0 0,0 1-1,1-1 1,-1 1 0,1-1 0,-1 1-1,3-1 1,36 1 1137,-18 1-167,202-8 366,8 0-652,-93-3-5090,-130 9 3530,16-4-4288,-10 0-2696,2-2-5757</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2.872"/>
    </inkml:context>
    <inkml:brush xml:id="br0">
      <inkml:brushProperty name="width" value="0.035" units="cm"/>
      <inkml:brushProperty name="height" value="0.035" units="cm"/>
    </inkml:brush>
  </inkml:definitions>
  <inkml:trace contextRef="#ctx0" brushRef="#br0">786 14 16061,'-3'-2'271,"0"0"0,0 1 0,0-1-1,0 1 1,0 0 0,-1 0 0,1 0-1,0 0 1,-1 0 0,1 1 0,-1-1-1,1 1 1,-1 0 0,1 0 0,-1 1-1,1-1 1,0 1 0,-1-1 0,1 1-1,-1 0 1,1 0 0,-6 3 0,-7 4 447,1-1 0,0 2 0,-16 11 0,9-4-294,1 1 1,0 1-1,2 1 0,-30 37 1,-56 96 337,44-50-442,5 2-1,5 3 1,-70 212 0,94-228-218,5 2 1,3 0 0,5 2 0,3-1-1,3 130 1,12-151-163,4 1-1,2-2 1,4 0 0,3 0-1,32 86 1,-37-125-286,2 0 1,1 0-1,1-2 1,2 0-1,1 0 0,1-2 1,45 49-1,-54-68-30,1 0-1,-1-1 0,2 0 1,-1-1-1,1 0 1,1-1-1,-1-1 0,1 0 1,29 8-1,-23-10-1038,1 0-1,0-1 0,-1 0 0,2-2 1,-1-1-1,35-3 0,32-15-8737</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3.184"/>
    </inkml:context>
    <inkml:brush xml:id="br0">
      <inkml:brushProperty name="width" value="0.035" units="cm"/>
      <inkml:brushProperty name="height" value="0.035" units="cm"/>
    </inkml:brush>
  </inkml:definitions>
  <inkml:trace contextRef="#ctx0" brushRef="#br0">488 1 7757,'0'0'5487,"-4"2"-3933,-2 3-1103,-1 0-1,1 1 1,0 0 0,1 0-1,-1 0 1,1 0-1,-6 11 1,-29 59 956,15-27-689,1-7-217,-95 188 2172,84-156-2056,-6 10-35,-53 159 1,79-181-1140,0-1-1439,3-25-2710,1-50-10535</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3.390"/>
    </inkml:context>
    <inkml:brush xml:id="br0">
      <inkml:brushProperty name="width" value="0.035" units="cm"/>
      <inkml:brushProperty name="height" value="0.035" units="cm"/>
    </inkml:brush>
  </inkml:definitions>
  <inkml:trace contextRef="#ctx0" brushRef="#br0">0 0 18042,'0'0'7074,"4"1"-5085,26 11-887,-1 0 1,50 31-1,51 43 1253,-70-38-2588,-3 1-1,85 97 1,-71-70-492,-56-59-941,-1 0 0,14 22 1,3 11-6144,-25-41 5478,9 13-10890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3.689"/>
    </inkml:context>
    <inkml:brush xml:id="br0">
      <inkml:brushProperty name="width" value="0.035" units="cm"/>
      <inkml:brushProperty name="height" value="0.035" units="cm"/>
    </inkml:brush>
  </inkml:definitions>
  <inkml:trace contextRef="#ctx0" brushRef="#br0">0 1 18414,'0'0'2507,"2"3"-223,8 15-429,-1 2-1,-1-1 1,10 33-1,-1 7-1237,-3 2-1,9 81 1,1 5-4819,-24-140 3312,0-1 0,0 1-1,-1 0 1,0-1 0,0 1-1,-1 0 1,0-1 0,0 0 0,0 1-1,-5 7 1,0 2-3442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3.987"/>
    </inkml:context>
    <inkml:brush xml:id="br0">
      <inkml:brushProperty name="width" value="0.035" units="cm"/>
      <inkml:brushProperty name="height" value="0.035" units="cm"/>
    </inkml:brush>
  </inkml:definitions>
  <inkml:trace contextRef="#ctx0" brushRef="#br0">204 1 17966,'-7'21'2496,"3"-4"-388,11 15-284,0 13-308,-10-3-348,-4 11-223,0 10-197,-11 7-244,-6 4-388,-1-1-600,8 1-684,-8-11-589,-3-14-895,7-7 120,0-4-3633,11-20-5484</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4.301"/>
    </inkml:context>
    <inkml:brush xml:id="br0">
      <inkml:brushProperty name="width" value="0.035" units="cm"/>
      <inkml:brushProperty name="height" value="0.035" units="cm"/>
    </inkml:brush>
  </inkml:definitions>
  <inkml:trace contextRef="#ctx0" brushRef="#br0">414 0 15609,'0'0'13296,"-1"5"-12638,-9 32-225,-1-1-1,-19 41 0,-40 72-421,15-35-332,-6 22-1323,-45 150 0,87-216 364,-5 13-1712,5-28-6656,11-31-710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4.549"/>
    </inkml:context>
    <inkml:brush xml:id="br0">
      <inkml:brushProperty name="width" value="0.035" units="cm"/>
      <inkml:brushProperty name="height" value="0.035" units="cm"/>
    </inkml:brush>
  </inkml:definitions>
  <inkml:trace contextRef="#ctx0" brushRef="#br0">1 21 18682,'6'-21'2240,"-4"22"-1004,0 8 115,5 6 2654,14 1-2645,-13-11-573,240 211 1980,-164-138-2428,-23-16-482,-3 3 0,63 90 0,-68-85-397,-37-47-1569,-1 0 0,13 28 0,-3-4-6823,-10-25-4623</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4.957"/>
    </inkml:context>
    <inkml:brush xml:id="br0">
      <inkml:brushProperty name="width" value="0.035" units="cm"/>
      <inkml:brushProperty name="height" value="0.035" units="cm"/>
    </inkml:brush>
  </inkml:definitions>
  <inkml:trace contextRef="#ctx0" brushRef="#br0">0 176 14969,'0'-3'286,"1"0"-1,-1 0 0,1 0 1,-1 0-1,1 1 0,0-1 1,0 0-1,0 1 0,1-1 1,-1 0-1,0 1 0,4-4 1,0 1 388,0 0 0,0 1 0,1 0 1,10-7-1,7-2 507,1 0 0,0 1 0,0 2 0,35-11 0,-28 13-469,72-17 1458,-85 21-2005,-15 2-171,-2 6-127,0 0 75,0 0 0,0 0 0,0 0 0,-1 0 0,0 0 0,0 1 0,0-1 0,-1 0-1,1 0 1,-1 0 0,-1 6 0,-20 48-823,15-42 466,-9 29 0,4 7-43,7-24 504,-11 31 0,14-53 74,0 0-1,0 0 1,1 0-1,0 0 1,0 0-1,0 10 1,1-14-74,0 0 0,1-1 0,-1 1 0,0 0 0,1 0 0,-1-1 0,1 1 0,0 0 0,0-1 0,0 1 0,0-1 0,0 1 0,0-1 0,0 1 0,0-1 0,0 0 0,1 1 0,-1-1 0,0 0 1,1 0-1,-1 0 0,1 0 0,0 0 0,-1-1 0,1 1 0,0 0 0,-1-1 0,4 1 0,6 3 140,15 4 181,-1-1 1,1-2-1,46 5 1,-49-9-198,126-2-1119,-134 0 175,0-1 1,-1-1 0,1 0-1,-1-1 1,1 0-1,-1-1 1,24-13-1,-7 1-7150,-11 8-6118</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5.285"/>
    </inkml:context>
    <inkml:brush xml:id="br0">
      <inkml:brushProperty name="width" value="0.035" units="cm"/>
      <inkml:brushProperty name="height" value="0.035" units="cm"/>
    </inkml:brush>
  </inkml:definitions>
  <inkml:trace contextRef="#ctx0" brushRef="#br0">228 1 17038,'-53'59'2384,"32"-20"-336,11 6-276,-1 8-300,1-1-268,-4 4-316,0 4-287,-7 3-441,14 0-865,-4 0-379,-3-7-1004,-7-10-1008,4-8-3013,13-13-5392</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5.425"/>
    </inkml:context>
    <inkml:brush xml:id="br0">
      <inkml:brushProperty name="width" value="0.035" units="cm"/>
      <inkml:brushProperty name="height" value="0.035" units="cm"/>
    </inkml:brush>
  </inkml:definitions>
  <inkml:trace contextRef="#ctx0" brushRef="#br0">95 0 20574,'0'0'5960,"-7"21"-6164,3 4-796,-13-25-1388,-15 17-308,11 8-3313,7-18-5244</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5.581"/>
    </inkml:context>
    <inkml:brush xml:id="br0">
      <inkml:brushProperty name="width" value="0.035" units="cm"/>
      <inkml:brushProperty name="height" value="0.035" units="cm"/>
    </inkml:brush>
  </inkml:definitions>
  <inkml:trace contextRef="#ctx0" brushRef="#br0">130 0 15085,'14'11'1369,"-35"6"-889,-7-24-1253,-21 7-1871,32 11-1272,-11-4-2701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5.721"/>
    </inkml:context>
    <inkml:brush xml:id="br0">
      <inkml:brushProperty name="width" value="0.035" units="cm"/>
      <inkml:brushProperty name="height" value="0.035" units="cm"/>
    </inkml:brush>
  </inkml:definitions>
  <inkml:trace contextRef="#ctx0" brushRef="#br0">130 32 20434,'0'0'7177,"-17"-7"-9926,3 0-99,-25 0-3657,-20-3-6020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6.128"/>
    </inkml:context>
    <inkml:brush xml:id="br0">
      <inkml:brushProperty name="width" value="0.035" units="cm"/>
      <inkml:brushProperty name="height" value="0.035" units="cm"/>
    </inkml:brush>
  </inkml:definitions>
  <inkml:trace contextRef="#ctx0" brushRef="#br0">868 0 14693,'-34'8'5102,"29"-8"-4981,1 0 1,0 1-1,0 0 1,0 0-1,0 0 1,0 1-1,0-1 1,0 1-1,0 0 1,0 0-1,1 1 1,-1-1-1,1 0 1,-5 5-1,-14 17 343,0 1-1,-35 53 0,25-32-222,-180 279 929,-38 143-214,212-390-1572,4 3 0,3 0-1,-38 166 1,68-239-125,-1 0-1,2 0 0,-1 15 0,1-21 275,0 0 1,0 0-1,0 0 0,1 0 1,-1-1-1,1 1 0,-1 0 1,1 0-1,-1 0 1,1 0-1,0 0 0,0-1 1,0 1-1,0 0 0,3 2 1,-4-3-34,1-1 1,0 0-1,0 1 1,0-1-1,0 0 0,0 0 1,0 0-1,0 0 1,0 0-1,0 0 1,0 0-1,0 0 1,-1 0-1,1-1 0,0 1 1,0 0-1,0-1 1,1 0-1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6.364"/>
    </inkml:context>
    <inkml:brush xml:id="br0">
      <inkml:brushProperty name="width" value="0.035" units="cm"/>
      <inkml:brushProperty name="height" value="0.035" units="cm"/>
    </inkml:brush>
  </inkml:definitions>
  <inkml:trace contextRef="#ctx0" brushRef="#br0">0 1 19870,'0'0'4556,"3"1"-2406,13 7-1193,-1 1-1,0 1 1,-1 0 0,0 1 0,14 14 0,1 0-603,53 44-335,-3 4 0,-3 3 1,-3 3-1,72 103 0,-108-130-638,-8-13-1902,-1 2 0,35 69 0,-38-54-5508,-1-11-5543</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6.793"/>
    </inkml:context>
    <inkml:brush xml:id="br0">
      <inkml:brushProperty name="width" value="0.035" units="cm"/>
      <inkml:brushProperty name="height" value="0.035" units="cm"/>
    </inkml:brush>
  </inkml:definitions>
  <inkml:trace contextRef="#ctx0" brushRef="#br0">81 1 13137,'0'1'97,"1"0"1,-1 0-1,0 0 0,0 0 1,1 0-1,-1 0 0,0 0 1,0 0-1,0 0 0,0 0 0,-1 0 1,1 0-1,0 0 0,0 0 1,-1 0-1,1 0 0,0 0 1,-1 0-1,0 2 0,0-3-9,0 0-1,0 0 1,1 0-1,-1 0 1,0-1-1,0 1 1,0 0-1,0 0 1,1 0-1,-1-1 1,0 1-1,0 0 1,1-1-1,-1 1 1,0-1-1,0 0 0,-2 0 356,1-1 0,0 1 0,-1 0-1,1 0 1,-1 0 0,1 0-1,-1 0 1,0 1 0,-4-1-1,7 6 431,-9 34 114,6-26-681,0 0-1,1 0 1,-2 24 0,-10 192 1317,15-222-1553,-1-1 0,1 0-1,0 1 1,3 9 0,-1-2 112,-2-9 373,3-8-384,51-41 106,58-60 0,-44 39-208,-40 36 356,2 2 1,1 2 0,1 0 0,53-29 0,-81 52-375,-4 1-39,0 0 0,0 1 0,-1-1 0,1 1 0,0-1 0,0 1 0,0 0 0,0-1 0,0 1 0,0 0 0,1-1 1,-1 1-1,0 0 0,0 0 0,0 0 0,0 0 0,0 0 0,0 0 0,0 0 0,0 1 0,0-1 0,0 0 0,0 1 0,0-1 1,0 0-1,0 1 0,0-1 0,0 1 0,0 0 0,0-1 0,0 1 0,-1 0 0,1-1 0,0 1 0,0 0 0,0 1 0,5 4 4,-1-1 0,-1 1 0,1 0-1,-1 0 1,0 0 0,0 1-1,-1-1 1,0 1 0,0 0-1,-1 0 1,1 0 0,-1 0-1,-1 1 1,2 11 0,8 138-2398,-7-77-702,-3-26-2917,-2-30 821,1 8-5634</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17.048"/>
    </inkml:context>
    <inkml:brush xml:id="br0">
      <inkml:brushProperty name="width" value="0.035" units="cm"/>
      <inkml:brushProperty name="height" value="0.035" units="cm"/>
    </inkml:brush>
  </inkml:definitions>
  <inkml:trace contextRef="#ctx0" brushRef="#br0">225 1 19038,'19'21'3303,"28"39"0,8 11-178,-26-36-2617,-1 1 0,-2 2 0,-1 1 0,23 48 0,60 177 950,-79-175-1458,-4 1 0,-4 2 0,15 135 0,-30-156 0,-4 1 0,-2-1 0,-3 0 0,-4 0 0,-18 85 0,6-77-386,-2 0-1,-5-2 1,-2-1-1,-4-1 1,-3-1-1,-4-3 1,-65 95-1,-46 26-5284,46-70-1307,-31 19-7064</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22.659"/>
    </inkml:context>
    <inkml:brush xml:id="br0">
      <inkml:brushProperty name="width" value="0.035" units="cm"/>
      <inkml:brushProperty name="height" value="0.035" units="cm"/>
    </inkml:brush>
  </inkml:definitions>
  <inkml:trace contextRef="#ctx0" brushRef="#br0">287 712 5040,'0'3'1504,"1"1"-1,-1 0 1,0-1-1,0 1 1,0-1-1,-2 7 1,-9 20 1077,4-16-3177,-20 26 1,21-32 1453,-36 55-339,-49 101 1,0 50 238,89-206-663,-1 0 1,2-1-1,-1 1 1,1 0-1,0 0 0,0 0 1,1 13-1,0-19-66,0 1-1,1-1 0,-1 0 1,0 0-1,1 0 0,-1 0 1,1 0-1,0 0 1,0 0-1,0 0 0,0 0 1,0-1-1,0 1 0,0 0 1,0-1-1,1 1 0,-1 0 1,1-1-1,-1 1 1,1-1-1,0 0 0,-1 0 1,1 0-1,0 0 0,0 0 1,0 0-1,0 0 0,0 0 1,0-1-1,0 1 1,0-1-1,2 1 0,4-1 21,0 0 1,0-1-1,-1 0 0,1 0 0,0 0 0,-1-1 0,1 0 0,-1-1 1,1 0-1,-1 0 0,0-1 0,0 1 0,8-7 0,5-4 68,0-1 0,34-34 0,-32 25-124,-1-1 0,-1 0 0,-1-1 1,-2-2-1,0 1 0,-2-2 0,-1 0 0,-1-1 0,-2 0 0,-1-1 1,-1 0-1,-2-1 0,6-60 0,-10 49-30,-2 0-1,-1 0 1,-3 1-1,-2-1 1,-1 1 0,-2 0-1,-2 1 1,-2 0-1,-2 0 1,-20-42 0,16 44 245,-2-1 1,-1 2-1,-40-52 1,41 64 120,-17-31 1,23 25-231,12 29-75,3 6 11,30 161 311,-15-51-269,25 209 187,-31-220-273,34 152 0,-32-205 85,-6-19-97,1-1 0,2 1 1,1-2-1,24 51 1,-31-74 11,0 0 1,1-1 0,-1 1-1,1 0 1,0-1 0,0 0-1,0 0 1,1 0 0,0-1 0,-1 1-1,1-1 1,1 0 0,-1-1-1,10 5 1,-6-5-10,-1 0 0,1 0 1,0-1-1,-1 0 0,1 0 0,0-1 1,0-1-1,-1 1 0,11-3 0,5-3-70,1 0-1,-1-2 0,0-1 0,-1-1 1,42-24-1,-37 17-162,30-26 0,-32 23 53,-17 13 118,-2 0 1,1-1-1,-1 0 0,0 0 1,-1-1-1,0 0 1,7-13-1,-12 20 61,0-1 1,1 0-1,-1 1 0,0-1 1,-1 0-1,1 1 0,0-1 0,-1 0 1,0 0-1,1 1 0,-1-1 1,0 0-1,-1 0 0,1 0 1,0 0-1,-1 1 0,0-1 0,1 0 1,-1 1-1,0-1 0,0 0 1,-1 1-1,1-1 0,0 1 0,-1 0 1,0-1-1,-2-1 0,-4-6-30,-1 1-1,0 1 0,0-1 1,-16-9-1,23 16 45,-11-6 220,0 0 0,-1 1 0,0 1 0,-16-5 0,11 3 98,16 7 10,6 2-300,1-1 1,-1 1-1,0 0 0,0 0 1,0 0-1,0 1 0,5 1 1,9 5 0,90 38 84,16 6-32,12 0-884,-126-49 597,-2 0-34,0-1 0,0 0 0,0 0 1,0-1-1,11 1 0,-16-2 186,0 0 1,0 0-1,0 0 0,0 0 1,0-1-1,0 1 0,0-1 1,0 1-1,-1-1 1,1 0-1,0 0 0,0 0 1,-1 0-1,1 0 0,0 0 1,-1 0-1,1 0 0,-1-1 1,0 1-1,1-1 1,-1 1-1,0-1 0,0 1 1,0-1-1,0 0 0,1-3 1,4-9-113,-1 0 0,-1-1 0,0 0 0,1-19 0,4-64 1,-7 68 193,12-286 2042,-10 241-205,-3-1 1,-4 0-1,-12-79 0,16 162-1734,-1-1 0,0 1 1,0 0-1,0-1 0,-2 9 0,-1 14-34,-17 311 527,-19 688-388,56-682-933,-9-226 270,-5-61 184,4-1 1,20 86 0,-26-141 247,-1 1 1,1-1 0,1 1-1,-1-1 1,0 1 0,1-1 0,0 0-1,-1 0 1,1 0 0,4 5 0,-6-8 4,1 0 0,-1 1 1,1-1-1,0 0 1,-1 1-1,1-1 1,-1 0-1,1 1 0,0-1 1,-1 0-1,1 0 1,-1 0-1,1 0 0,0 0 1,-1 0-1,1 0 1,0 0-1,-1 0 1,1 0-1,0 0 0,-1 0 1,1 0-1,-1 0 1,1-1-1,0 1 0,-1 0 1,1 0-1,-1-1 1,1 1-1,-1 0 1,1-1-1,-1 1 0,2-1 1,4-6 40,-1 0 0,1 0 0,-1-1 1,-1 0-1,1 0 0,3-9 0,-6 13-47,15-35 63,-3 0 1,-1 0 0,15-76 0,-19 73-24,30-139 38,23-282 0,-60 433-125,-3-35 1,0 54-60,0 1 1,-1-1 0,0 1-1,0 0 1,-1 0 0,-7-15-1,9 23 30,0 0 1,-1-1-1,1 1 0,-1 0 1,1 1-1,-1-1 0,0 0 0,0 0 1,0 1-1,0-1 0,0 1 1,0-1-1,0 1 0,-1 0 1,1 0-1,0 0 0,-1 0 0,1 0 1,-4 0-1,0 0-117,-1 0 0,0 0 0,1 1-1,-13 1 1,10 0-91,1 0 0,0 1 0,-1 1 0,1-1 0,0 1 0,0 1-1,1-1 1,-12 8 0,-7 6-1216,-23 20 0,32-23 649,5-4 168,-5 2-1055,1 0 0,1 2 0,0 0-1,-13 17 1,15-9-4637</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23.382"/>
    </inkml:context>
    <inkml:brush xml:id="br0">
      <inkml:brushProperty name="width" value="0.035" units="cm"/>
      <inkml:brushProperty name="height" value="0.035" units="cm"/>
    </inkml:brush>
  </inkml:definitions>
  <inkml:trace contextRef="#ctx0" brushRef="#br0">161 202 13997,'0'0'3547,"-3"0"-2082,-25-3-50,14 3 2140,0-14-3635,-29-20-55,42 33 134,-1 0 0,0 0 0,1-1 0,0 1 0,-1-1 0,1 1 0,0-1 0,0 0 0,-1 1 0,1-1 0,1 0 0,-3-4 0,2 3-3,0 1-13,-1 3 9,0 1 9,0-1 0,0 1-1,1 0 1,-1-1 0,1 1-1,-1 0 1,1 0 0,0 0 0,0 0-1,-1 0 1,0 4 0,-8 26-22,7-14 25,1 0 0,0 0 0,2 1 0,0-1 0,1 0 0,1 0 0,0 0 0,2 0 0,0 0 0,1-1 0,11 28 0,-13-37 6,1-1 0,0 1 0,0-1-1,0 0 1,1 0 0,0-1 0,0 0-1,1 1 1,-1-2 0,1 1 0,13 8 0,-11-8-46,0 0 1,0-1 0,1-1 0,0 1 0,0-2-1,0 1 1,1-1 0,-1 0 0,18 2-1,-20-5 7,-1-1 0,1 0 0,0 0 0,-1 0 0,1-1 0,-1 0 0,0 0 0,1-1 0,-1 1 0,0-1 0,0-1 0,-1 1 0,1-1 0,-1 0 0,0 0 0,0-1 0,0 0 0,0 0 0,-1 0 0,0 0 0,0-1 0,-1 1 0,5-9 0,5-13-36,-1 0-1,-1-1 1,14-56 0,-16 50 71,-5 21 105,-1-1 0,0 1 0,1-21 0,0 33 88,7-3-95,-1 0 0,1-1 0,-1 0 0,0-1 0,-1 0 0,1-1 0,-1 0 0,0 0 0,14-17 0,100-86 545,-121 109-651,-1 0-1,1 0 1,0 0-1,-1 0 1,1 1-1,0-1 1,0 0-1,0 1 1,0 0-1,0-1 1,-1 1-1,1 0 1,0 0-1,0 0 1,0 0-1,0 0 1,0 1-1,0-1 1,2 1-1,-2 2 9,0-1 0,-1 1 1,1 0-1,-1-1 0,1 1 0,-1 0 0,0 0 0,0 0 0,-1 0 0,1 0 0,0 0 0,-1 0 1,0 5-1,8 163-753,-3-45-264,0-81-246,2-1-1,18 64 1,-24-102 902,1 0 1,0 0-1,1 0 1,-1 0-1,1 0 1,0 0-1,7 8 1,-8-12 210,0 1-1,1 0 1,-1-1 0,1 0 0,0 0 0,0 0 0,0 0 0,0 0 0,0 0 0,0-1 0,0 1 0,1-1 0,-1 0 0,5 1 0,0-1-144,1 1 1,-1-2-1,1 1 1,0-1-1,-1 0 1,1-1 0,-1 0-1,1-1 1,-1 1-1,0-1 1,1-1-1,-1 0 1,0 0-1,7-4 1,28-19-2772,2-7-999</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24.428"/>
    </inkml:context>
    <inkml:brush xml:id="br0">
      <inkml:brushProperty name="width" value="0.035" units="cm"/>
      <inkml:brushProperty name="height" value="0.035" units="cm"/>
    </inkml:brush>
  </inkml:definitions>
  <inkml:trace contextRef="#ctx0" brushRef="#br0">186 1030 5829,'-5'4'364,"-1"0"0,1-1 1,-1 0-1,0 0 1,1-1-1,-2 1 1,1-1-1,0-1 1,-8 2-1,4 0 229,5-2 2977,4-1-3442,0 0-1,-1 0 1,1 0 0,0 0 0,-1 0 0,1 0-1,-1 0 1,1 0 0,0-1 0,-1 1-1,1 0 1,-2-1 0,-1-1 159,0 2 34,-1-1 0,1 1 0,-1-1 0,1 1 0,-1 1-1,1-1 1,0 1 0,-1-1 0,-5 3 0,-7 1 66,13-4 603,-1 13-637,4-12-335,1 0 0,-1 0-1,0 0 1,1 0 0,-1 0 0,1 0 0,0 0 0,-1 0 0,1 0 0,0 0-1,-1 0 1,1 0 0,0 0 0,0 0 0,0 1 0,0-1 0,0 0 0,0 0-1,1 0 1,-1 0 0,0 0 0,1 2 0,2 3 5,1 0-1,0-1 1,0 1 0,0-1 0,0 0-1,1 0 1,0 0 0,0-1-1,0 1 1,1-1 0,6 4 0,-9-7-48,0 1 0,0 0 0,0-1 0,0 0 0,0 1 1,0-1-1,1 0 0,-1-1 0,0 1 0,1-1 0,-1 1 1,0-1-1,1 0 0,-1 0 0,0 0 0,1-1 0,-1 1 1,0-1-1,1 0 0,-1 0 0,0 0 0,0 0 0,0-1 1,0 1-1,0-1 0,0 0 0,0 1 0,-1-1 0,1-1 1,-1 1-1,1 0 0,-1-1 0,0 1 0,0-1 0,0 0 1,0 1-1,0-1 0,-1 0 0,3-5 0,3-11-125,-1 0 0,-1 0 0,0 0 0,-1 0 0,1-35 0,-5-103-134,-1 119 303,-11-158 492,6 148-57,-2 0 1,-14-47 0,17 77-170,2-1 1,0 0 0,0-20 0,-1 5-6,4 34-272,-1 0-1,0 0 1,0 0 0,0 0 0,0 0-1,0 0 1,0 0 0,0 0 0,0 1-1,0-1 1,1 0 0,-1 0-1,0 1 1,0-1 0,0 1 0,0-1-1,1 1 1,-2 0 0,0 0 1,0 0-1,0 1 1,0-1 0,1 1 0,-1-1 0,0 1-1,1 0 1,-1-1 0,1 1 0,0 0 0,-1 0 0,1 0-1,0 0 1,0 0 0,0 0 0,0 3 0,-10 39 37,8-29-26,-5 29 20,2 1-1,0 79 0,5-105-29,2 13 9,1-1 0,1 1 0,2-1 0,1 0 0,2-1 0,0 1 0,23 49 0,-26-69-44,-1-1 0,2 1-1,0-1 1,0 0-1,1-1 1,0 0-1,0 0 1,1 0 0,0-1-1,1 0 1,0-1-1,0 0 1,0 0-1,1-1 1,0 0-1,0-1 1,1 0 0,0 0-1,0-1 1,0-1-1,0 0 1,0 0-1,1-1 1,-1-1 0,1 0-1,-1 0 1,1-1-1,0-1 1,-1 0-1,1 0 1,-1-1-1,22-7 1,1-3-335,0-2 0,-1-1 0,0-2 0,-1-1-1,-2-2 1,34-26 0,-12-5-791,-38 37 356,24-21 0,-38 35 785,1 0 0,-1 0 0,0 0-1,0 0 1,0 0 0,0 0 0,0 0 0,0-1-1,1 1 1,-1 0 0,0 0 0,0 0 0,0 0-1,0 0 1,0 0 0,0-1 0,0 1-1,0 0 1,0 0 0,0 0 0,0 0 0,0-1-1,0 1 1,0 0 0,0 0 0,0 0 0,0 0-1,0 0 1,0-1 0,0 1 0,0 0 0,0 0-1,0 0 1,0 0 0,0-1 0,0 1 0,0 0-1,0 0 1,0 0 0,0 0 0,-1-1 0,-10-36-567,11 36 573,0 1 0,0 0 0,0 0 0,0 0 0,0 0-1,-1-1 1,1 1 0,0 0 0,0 0 0,0 0 0,0 0-1,0-1 1,0 1 0,0 0 0,0 0 0,0 0 0,-1 0-1,1 0 1,0 0 0,0-1 0,0 1 0,0 0 0,-1 0-1,1 0 1,0 0 0,0 0 0,0 0 0,0 0 0,0 0-1,-1 0 1,1 0 0,0 0 0,0 0 0,0 0 0,-1 0-1,1 0 1,0 0 0,0 0 0,0 0 0,0 0 0,-1 0-1,1 0 1,0 0 0,0 0 0,0 0 0,0 0 0,-1 1-1,-13 0 36,1 1 0,-1 0 0,0 2-1,1-1 1,0 2 0,-20 8 0,25-9 137,0 1 0,0 0 0,0 0 0,1 1 0,0 0-1,0 0 1,0 0 0,1 1 0,-6 8 0,11-14-124,0 0 0,0 0 0,1 1 0,-1-1 0,1 0 0,-1 0 0,1 1 0,0-1 0,-1 0 0,1 1 0,0-1 0,0 1 0,0-1 0,0 0 0,0 3 0,0 3 82,0-4-76,0 0-1,0 0 0,0 0 0,0 0 0,0 0 0,1-1 1,-1 1-1,1 0 0,0 0 0,0 0 0,0-1 1,0 1-1,0 0 0,1-1 0,-1 1 0,3 2 0,0 0 14,0-1-1,0 0 0,0 0 1,0-1-1,1 1 0,-1-1 1,1 0-1,5 2 0,5 2 58,1-1-1,-1-1 1,1 0-1,33 5 1,-14-7 3,0-1 0,1-2 0,60-8 0,-23 2-58,-22 0-792,0-2 0,78-24 0,-128 32 700,2-1-94,-1 1 1,1-1 0,-1 0-1,1-1 1,-1 1-1,0 0 1,1-1 0,-1 1-1,0-1 1,0 0 0,0 0-1,0 0 1,0 0-1,0 0 1,-1 0 0,2-3-1,0 2-41,-1 0-358,-9-15-156,4 1 608,2 14 171,1-1 184,-3-28 642,3 29 2692,3 2-3523,0 0 0,1 0 0,-1 0 0,0 0 0,0-1 1,0 1-1,5-4 0,-3 2 13,-5 3-106,0 0 0,0 0-1,0 0 1,0 0 0,0 0 0,0 0-1,1 0 1,-1-1 0,0 1 0,0 0-1,0 0 1,0 0 0,0 0 0,1 0-1,-1 0 1,0 0 0,0 0 0,0 0-1,0 0 1,0 0 0,1 0 0,-1 0-1,0 0 1,0 0 0,0 0 0,0 0-1,0 0 1,1 0 0,-1 0 0,0 0-1,0 0 1,0 1 0,0-1-1,0 0 1,1 0 0,-1 0 0,0 0-1,0 0 1,0 0 0,0 0 0,0 0-1,0 1 1,0-1 0,13 15 147,-1 1-1,0 0 1,16 31 0,-4-7-434,-22-36 175,0-1 1,1 0-1,0 0 1,-1 0 0,1 0-1,0-1 1,1 1 0,-1-1-1,0 0 1,1 1-1,-1-2 1,1 1 0,0 0-1,-1-1 1,1 1 0,0-1-1,0 0 1,0-1-1,0 1 1,0-1 0,0 1-1,0-1 1,0 0-1,0-1 1,4 0 0,11-2-148,0-1 0,0-1 1,-1 0-1,19-9 0,-12 4 364,4 1-67,-19 6-18,0-1 1,0 1 0,-1-2 0,13-6 0,23-10-7,-30 15 111,-1-1 0,27-16 0,-38 21-98,1-1-1,-1 0 0,0 0 0,0 0 0,0 0 1,0 0-1,0-1 0,0 1 0,-1-1 0,0 0 0,0 1 1,0-1-1,0 0 0,-1 0 0,2-7 0,-1-5 66,-1 0 0,0 0-1,-1 0 1,-4-25 0,0-14 117,28-245 1429,-17 245-1293,3-96 848,-9 137-951,-1 0-1,-1-1 1,0 1 0,-3-15 0,-1-22 534,5 47-588,0 8-41,5 102 154,0 24-205,-3 236-434,-1 56-4101,-18-235-4121,3-105-599</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24.572"/>
    </inkml:context>
    <inkml:brush xml:id="br0">
      <inkml:brushProperty name="width" value="0.035" units="cm"/>
      <inkml:brushProperty name="height" value="0.035" units="cm"/>
    </inkml:brush>
  </inkml:definitions>
  <inkml:trace contextRef="#ctx0" brushRef="#br0">1 137 17930,'3'-24'6156,"18"10"-4812,-3 0-324,6 0-236,1 0-307,3 0-685,21-4-793,-18 4-943,-13 11-1336,17 3-3017,24-7-5700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25.721"/>
    </inkml:context>
    <inkml:brush xml:id="br0">
      <inkml:brushProperty name="width" value="0.035" units="cm"/>
      <inkml:brushProperty name="height" value="0.035" units="cm"/>
    </inkml:brush>
  </inkml:definitions>
  <inkml:trace contextRef="#ctx0" brushRef="#br0">75 291 9713,'-66'147'6069,"64"-144"-5989,1 0 0,0-1-1,0 1 1,0 0 0,0 0-1,1 0 1,-1 0 0,1 0 0,0 0-1,0-1 1,0 1 0,0 0 0,0 0-1,0 0 1,1 0 0,0 0-1,0 3 1,1-2 5,0 0 1,0 1-1,1-1 0,-1 0 0,1 0 1,0-1-1,0 1 0,0-1 0,7 6 1,-1-2 60,0 0 1,0-1-1,1 0 1,0-1-1,0 0 1,0-1-1,1 0 1,12 3-1,8-2 118,0 0 0,0-2 0,1-2 0,-1 0 0,0-2 0,1-2 0,31-6 0,25-10 120,99-34 0,207-100 63,-113 38-858,-249 103 300,0 0-95,53-14-1,-75 24 171,0 0 0,0 1 0,-1 0 0,1 0 0,0 1 0,0 1 0,0 0 0,0 0 1,-1 1-1,13 3 0,12 5-40,-19-5 43,-1 0-1,1 0 0,22 13 1,1 4-67,-13-8 107,0 0-1,0-2 1,30 10 0,-16-11 179,-1-1 0,2-2 0,-1-2-1,64 1 1,-45-7 38,0-3-1,89-15 0,-27-3 49,262-52 136,81-18-529,-444 90 79,-1 0 0,0 1 0,0 1 0,1 1 0,-1 1 1,0 0-1,0 1 0,-1 1 0,25 10 0,-28-10 52,0-1 0,0 0 0,0-1 0,29 2 0,60-5 118,-84-1-102,368-42 1071,-138 10-167,132 4-15,2 32-775,-295-2-52,152-18 0,-162 8 27,1 3 0,135 8-1,-121 10-62,100 26 0,88 38-66,-188-50-28,-52-15-140,0-2 0,66 7 0,-81-15 128,0 0 0,0-2 1,0-1-1,-1-1 0,36-9 0,57-26 1,-40 12 9,-22 8 3,354-95 875,-327 94-442,-17 4 4,95-11-1,-139 25-342,0 0-1,0 1 1,0 1-1,0 1 1,-1 1-1,1 1 1,-1 1-1,32 11 1,67 40 73,-114-53-112,67 23-955,-72-26 853,1 1 0,-1-1 0,1 1 1,0-1-1,-1 0 0,1 1 1,0-1-1,-1 0 0,1 0 1,-1 0-1,1 0 0,0 0 0,-1-1 1,1 1-1,0 0 0,-1-1 1,1 1-1,-1-1 0,1 0 1,-1 1-1,3-3 0,-1 1-268,0-1-1,0 0 1,0 0 0,-1 0-1,1-1 1,-1 1-1,3-6 1,-5 8-152,1 0 0,0-1 0,0 1 0,-1-1 0,1 1 0,-1-1-1,1 1 1,-1-1 0,1 1 0,-1-1 0,0 0 0,0 1 0,0-3 0,-8-28-11991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26.225"/>
    </inkml:context>
    <inkml:brush xml:id="br0">
      <inkml:brushProperty name="width" value="0.035" units="cm"/>
      <inkml:brushProperty name="height" value="0.035" units="cm"/>
    </inkml:brush>
  </inkml:definitions>
  <inkml:trace contextRef="#ctx0" brushRef="#br0">186 46 12365,'-28'-35'1764,"14"24"1569,-10 11-2793,6 0-728,-3 4-1036,-18 10-1125,25-7-1751,-14 7-3057</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26.116"/>
    </inkml:context>
    <inkml:brush xml:id="br0">
      <inkml:brushProperty name="width" value="0.035" units="cm"/>
      <inkml:brushProperty name="height" value="0.035" units="cm"/>
    </inkml:brush>
  </inkml:definitions>
  <inkml:trace contextRef="#ctx0" brushRef="#br0">142 0 12413,'-34'76'5897,"19"-45"-4350,-20 59-1,27-64-1271,-3 8 5,2 1 0,1 0 0,-5 66 0,8-67-778,2-8-790,3-23-200,3-11-828,6-27-3141,1-6-3310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26.645"/>
    </inkml:context>
    <inkml:brush xml:id="br0">
      <inkml:brushProperty name="width" value="0.035" units="cm"/>
      <inkml:brushProperty name="height" value="0.035" units="cm"/>
    </inkml:brush>
  </inkml:definitions>
  <inkml:trace contextRef="#ctx0" brushRef="#br0">63 255 13321,'-38'-3'1852,"31"2"-218,5 4-311,2-3-1105,-1 3 124,0 0 0,-1 0 0,1-1 1,-1 1-1,1 0 0,-1-1 0,-4 4 0,10 12 398,-2-12-594,-1 1 0,0-1-1,0 0 1,-1 13-1,0-14-111,-1-1 0,2 0 0,-1 1 0,0-1 0,1 1 0,0-1 0,0 0 0,0 1 0,2 3 0,-1-5 247,1-6-115,11-11 16,0-1 1,0 0-1,-2-1 0,0-1 0,15-27 0,-9 16 95,23-30-1,-20 35 154,35-29 1,16-19 726,-30 37-675,-41 34-472,-1-1 0,1 1 0,0 0 0,-1 0 0,1 0 0,0 0-1,0-1 1,-1 1 0,1 0 0,0 0 0,0 0 0,-1 0 0,1 1 0,0-1 0,0 0 0,-1 0 0,1 0 0,0 1 0,-1-1 0,1 0 0,0 1 0,-1-1 0,1 0-1,0 1 1,-1-1 0,1 1 0,-1-1 0,2 2 0,0-1 27,1 2-23,1 0 0,-1 1 0,0-1 0,1 0 0,-2 1 1,1 0-1,0 0 0,-1 0 0,1 0 0,-1 0 0,-1 0 0,3 5 0,2 12-163,7 29 0,-7-23-175,1 10-783,-1 0 0,3 64 0,-10 19-4578,1-75-223,3-19-3566</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27.690"/>
    </inkml:context>
    <inkml:brush xml:id="br0">
      <inkml:brushProperty name="width" value="0.035" units="cm"/>
      <inkml:brushProperty name="height" value="0.035" units="cm"/>
    </inkml:brush>
  </inkml:definitions>
  <inkml:trace contextRef="#ctx0" brushRef="#br0">76 953 5653,'0'0'12332,"2"3"-11401,15 26 460,-17-29-1379,1 1 0,-1-1 1,0 0-1,0 0 0,0 0 0,0 0 0,0 0 0,0 0 0,0 0 0,0 0 0,0 1 1,0-1-1,0 0 0,0 0 0,0 0 0,1 0 0,-1 0 0,0 0 0,0 1 0,0-1 1,0 0-1,0 0 0,0 0 0,0 0 0,0 0 0,0 0 0,-1 1 0,1-1 1,0 0-1,0 0 0,0 0 0,0 0 0,0 0 0,0 0 0,0 1 0,0-1 0,0 0 1,0 0-1,0 0 0,0 0 0,-1 0 0,1 0 0,0 0 0,0 0 0,0 0 0,0 1 1,-14 13 295,0 1 0,1 1 0,1 0 0,0 1 0,-11 22 0,22-36-296,0-1-1,0 1 1,0 0 0,0 0 0,1 0 0,-1-1 0,1 1 0,0 0 0,0 0-1,0 0 1,0 0 0,0 0 0,1 0 0,-1 0 0,1-1 0,0 1-1,-1 0 1,3 3 0,-1-3-5,0 0-1,0 0 1,0 0 0,1 0-1,0 0 1,-1 0-1,1-1 1,0 1 0,0-1-1,1 0 1,-1 0-1,4 2 1,5 2 5,1-1-1,0-1 1,0 0 0,1-1 0,-1 0-1,22 1 1,-22-3-7,-1 0-1,1-1 1,0 0 0,0-1-1,-1-1 1,1 0 0,-1 0-1,1-2 1,16-5-1,-23 5-10,1 1 0,-1-1 0,0 0-1,0 0 1,0 0 0,-1-1-1,1 0 1,-1 0 0,0 0-1,-1-1 1,1 0 0,-1 0 0,0 0-1,-1 0 1,0-1 0,0 1-1,0-1 1,3-11 0,0-5-56,-2 0 1,0 0 0,-1 0-1,-1-1 1,-2-24 0,-14-122-269,3 68 189,-18-295 416,10 218 648,17 158-749,-9-34 461,8 42-416,-5 35 53,3-7-252,1 0 1,1 1-1,1-1 0,-2 25 1,5 70 25,0-76-32,4 75 104,31 177 0,-29-256-105,0 0 0,2-1 0,16 36 0,-17-46-12,2 0 0,0-1 0,1-1-1,0 0 1,26 29 0,-29-38-73,-1-1 0,1 1 0,1-2 0,-1 1 0,1-1 0,0-1 1,1 1-1,-1-1 0,1-1 0,0 0 0,0-1 0,0 1 0,1-2 0,-1 0 0,1 0 0,0-1 0,-1 0 0,1 0 1,0-2-1,0 1 0,-1-1 0,1-1 0,-1 0 0,1 0 0,-1-1 0,0-1 0,0 1 0,0-2 0,12-6 0,3-5-359,-2-1-1,0 0 1,39-42-1,-48 45 227,-2-1 0,0-1 0,0 0-1,-1-1 1,-2 0 0,14-29-1,-22 42 175,0 1 0,1-1 0,-1 0-1,-1 0 1,1 0 0,-1 0 0,1 1-1,-1-1 1,0 0 0,-1 0 0,1 0-1,-1 0 1,1 0 0,-1 0 0,0 1-1,-1-1 1,1 0 0,0 1 0,-1-1-1,0 1 1,0-1 0,0 1 0,-1 0-1,-4-6 1,5 7 25,-1 0 1,1 0-1,-1 0 0,1 0 0,-1 1 0,0-1 0,0 1 1,0-1-1,0 1 0,0 0 0,0 0 0,0 1 0,-1-1 1,1 0-1,0 1 0,0 0 0,0 0 0,-1 0 0,1 0 1,0 1-1,0-1 0,-1 1 0,1 0 0,0-1 1,0 2-1,0-1 0,0 0 0,0 0 0,-4 4 0,-1 0 43,0 1-1,1 0 0,0 1 0,0-1 0,0 1 0,1 1 0,0-1 1,0 1-1,1 0 0,0 1 0,0-1 0,1 1 0,0 0 0,1 0 1,0 0-1,0 0 0,1 1 0,0-1 0,1 1 0,0-1 0,1 1 1,0 0-1,0-1 0,1 1 0,0 0 0,0-1 0,1 1 0,1-1 1,-1 0-1,2 0 0,-1 0 0,6 10 0,-3-9 29,0-1-1,0 0 0,0 0 1,1 0-1,1-1 0,-1 0 1,1-1-1,1 1 0,-1-2 1,1 1-1,0-1 0,1 0 1,0-1-1,0 0 1,0-1-1,0 0 0,0-1 1,13 3-1,-6-1-58,1-2 0,-1 0 0,1-1 0,0-1 1,0 0-1,0-2 0,0 0 0,0-1 0,0 0 0,-1-2 0,1 0 0,29-11 1,-28 7-172,-1-1 0,1-1 0,-2 0 1,1-1-1,-2-1 0,0 0 0,0-2 1,-1 0-1,0 0 0,-2-1 0,13-18 0,-6 3-118,-1-1-1,-1-1 1,26-65-1,21-109 496,-55 163 272,-2 0-1,5-74 0,-10-85 1721,-3 150-1723,-1 53-423,-1-1 0,1 0 1,-1 1-1,1-1 1,-1 1-1,1 0 0,0-1 1,-1 1-1,1 0 0,0 0 1,0 0-1,-3 2 0,-1 1 12,1 1 0,0 0-1,-1 0 1,1 0-1,1 0 1,-1 1-1,1 0 1,-5 10-1,1 5 168,-7 28 1,6-20-70,-110 437 1496,42 11-1076,60-289-401,8 1-1,28 311 0,-19-488-179,5 67-3,8-98-988,-6-2 687,-1-1 0,-2 1 0,8-45 0,-4 13 19,-8 50 263,64-376-1066,-27 152 976,-12 79 565,8-35 815,-33 179-1439,-4 7-216,-27 32-891,22-24 396,-2 0 1,-14 14 0,3-5-3653,-22 25-1,17-13-4541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28.407"/>
    </inkml:context>
    <inkml:brush xml:id="br0">
      <inkml:brushProperty name="width" value="0.035" units="cm"/>
      <inkml:brushProperty name="height" value="0.035" units="cm"/>
    </inkml:brush>
  </inkml:definitions>
  <inkml:trace contextRef="#ctx0" brushRef="#br0">78 225 11685,'-11'20'1964,"8"-16"-119,7-5-197,21-9 697,-15 5-1571,-1 2 0,1-1 0,0 1 0,14-3 0,20-2 377,-40 6-763,0 2-58,31-9 86,-32 8-442,-11-14-878,6 12 779,-1-2 42,-1 0 0,0 1 0,1 0 0,-1 0-1,-1 0 1,1 0 0,-1 1 0,1-1 0,-1 1 0,-6-3 0,-9-6-104,-122-76-549,141 87 743,1 1 0,-1 0 0,1-1 0,0 1 0,-1 0 0,1-1 0,-1 1 0,1 0 0,-1 0 0,1-1-1,-1 1 1,0 0 0,1 0 0,-1 0 0,1 0 0,-1 0 0,1 0 0,-1 0 0,1 0 0,-1 0 0,0 0 0,1 0 0,-1 0 0,1 0 0,-1 0 0,1 0 0,-1 1 0,1-1-1,-1 0 1,1 0 0,-1 1 0,1-1 0,-1 0 0,0 1 0,1 0 8,-1 1-1,1-1 0,0 0 1,-1 1-1,1-1 0,0 0 1,0 1-1,0-1 0,0 0 1,0 1-1,0-1 0,0 1 1,1 1-1,1 4 63,0 1 0,0-1-1,0 0 1,1 0 0,4 7 0,8 7 111,0-1 0,29 30 0,-14-17-61,7 3-588,1 0 1,47 33 0,-61-52-732,-22-16 583,1-2 84,-1 0 476,0 1 1,1-1-1,-1 0 0,0 0 0,0 0 0,0 0 1,0 0-1,0-1 0,0 1 0,0-1 0,-1 1 1,4-4-1,-3 1 21,0 0 0,0 0 0,0-1 1,-1 1-1,1 0 0,-1-1 0,1-4 0,5-30 178,-4 21 99,0 0 0,2 0 0,0 1 0,13-31 0,5 5 457,16-35 339,-38 75-878,0 0-40,8-35 38,-8 34-105,-1 8-13,-5 69 63,2-45-111,2 54-1,1-80 1,0 0 0,1 0 0,-1 1-1,1-1 1,-1 0 0,1 0-1,0 0 1,0 0 0,0-1-1,0 1 1,0 0 0,0 0-1,1-1 1,-1 1 0,1 0 0,-1-1-1,1 1 1,-1-1 0,1 0-1,0 0 1,0 1 0,0-1-1,-1 0 1,1 0 0,0-1-1,0 1 1,0 0 0,0-1 0,1 1-1,-1-1 1,0 0 0,3 1-1,5-1 3,-1 0 0,1 0 0,-1-1-1,0 0 1,15-4 0,11-5 89,-1-1 0,38-19 0,8-2 352,-35 13-98,-31 13-206,0 0 0,0 0-1,1 1 1,0 1-1,0 0 1,25-2-1,-37 7-174,1 0 0,-1 0 0,0 1 0,0-1 0,0 0 0,0 1 0,0 0 0,0 0 0,0 0 0,-1 0-1,1 0 1,3 4 0,-4 1-100,0 1 0,-1-1-1,1 0 1,-1 1-1,-1-1 1,1 1 0,-2 14-1,1 11-569,0-25 641,-1 105-4399,-1-74 1575,5-13-1908,3 0-3293</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29.512"/>
    </inkml:context>
    <inkml:brush xml:id="br0">
      <inkml:brushProperty name="width" value="0.035" units="cm"/>
      <inkml:brushProperty name="height" value="0.035" units="cm"/>
    </inkml:brush>
  </inkml:definitions>
  <inkml:trace contextRef="#ctx0" brushRef="#br0">364 922 6677,'-65'3'1380,"-114"8"4713,105-1-2891,70-9-3060,1 0 0,0 0 1,0 0-1,0 1 0,0-1 1,1 1-1,-1-1 0,0 1 1,1 0-1,-1 0 0,1 0 0,-1 1 1,1-1-1,-3 5 0,3-5 375,2 3-435,1-1 1,0 0-1,0 0 0,0 0 0,0 1 1,1-1-1,0-1 0,0 1 1,0 0-1,0 0 0,0-1 0,1 1 1,-1-1-1,1 1 0,0-1 0,0 0 1,0 0-1,1-1 0,-1 1 0,1-1 1,0 1-1,-1-1 0,6 2 1,6 3 15,0-1 0,1 0 0,0 0 0,30 4 1,-25-5-40,0-1 1,1-1-1,-1 0 1,1-2-1,-1-1 1,1-1-1,37-5 1,-55 5-67,-1 0 0,1-1-1,-1 1 1,1 0 0,-1-1 0,1 0 0,-1 0 0,0 0 0,0 0-1,0-1 1,0 1 0,0-1 0,-1 0 0,1 0 0,-1 0 0,1 0 0,-1 0-1,0 0 1,0 0 0,-1-1 0,1 1 0,-1-1 0,0 0 0,0 1 0,0-1-1,0 0 1,0 1 0,-1-1 0,0-6 0,1-10-119,-2-1 0,-1 0 0,0 1-1,-8-28 1,5 22-29,-81-357-977,42 197 1697,-17-54 1337,59 235-1853,0 0-1,-1 0 1,1 0 0,-1 0-1,-5-6 1,5 5-2,0 3 70,2 18 8,0 0-1,2 19 1,0-5-63,35 508 354,-30-497-458,2 0 0,1 0 0,3-1 0,0-1-1,3 0 1,1 0 0,2-2 0,43 67 0,-54-93-44,1 0 0,0-1 0,1 0 1,0 0-1,0-1 0,1 0 0,0 0 0,0-1 0,1-1 0,0 0 1,0 0-1,23 7 0,-25-10-61,0-1 1,0 0-1,1-1 1,-1 0-1,0 0 0,1-1 1,-1 0-1,0-1 1,1 0-1,-1 0 1,0-1-1,0 0 0,0-1 1,0 0-1,0 0 1,-1-1-1,15-8 1,-7 0-294,0 0 1,-1-1 0,0-1 0,-1 0 0,0-1 0,-1-1 0,-1 0 0,0-1 0,-2 0 0,0 0 0,0-1 0,11-33 0,-18 42 290,-1-1 0,1 1 0,-1-1 0,-1 0 0,1-11 0,-2 17 129,0 0-1,-1 0 1,1 1 0,-1-1 0,1 0-1,-1 0 1,0 0 0,-1 1 0,1-1-1,0 0 1,-1 1 0,0-1 0,0 1-1,0 0 1,0 0 0,-4-5 0,1 4 101,1 0 0,-1 0 0,1 1 1,-1 0-1,0-1 0,0 1 0,0 1 1,-1-1-1,1 1 0,-1 0 0,0 0 1,1 1-1,-1-1 0,0 1 0,0 1 1,0-1-1,0 1 0,1 0 0,-1 0 1,0 1-1,0-1 0,0 1 0,0 1 1,1-1-1,-1 1 0,0 0 0,1 0 1,-1 1-1,1 0 0,-7 4 0,6-1 59,-1 0-1,1 1 0,0-1 0,1 1 0,0 1 0,-6 8 1,11-15-113,-4 7 125,0 1-1,1-1 1,0 1 0,0-1-1,1 1 1,0 0 0,1 0-1,-1 0 1,2 0 0,0 0-1,0 0 1,0 0 0,3 13-1,-1-10-61,-1-1 0,2 0 0,-1 0 0,2 0 0,-1 0 0,1 0 0,1-1 0,0 0 1,1 0-1,0 0 0,0 0 0,1-1 0,0 0 0,1-1 0,0 1 0,14 11 0,-7-10-34,0-1 1,1-1-1,-1 0 1,2-1 0,-1 0-1,1-2 1,0 0 0,0 0-1,0-2 1,1 0-1,-1-1 1,23-1 0,-11-1-217,1-1 1,-1-2-1,0-1 1,0-1-1,0-2 1,45-16 0,-50 14-230,-1-2 1,0 0 0,0-2 0,-2-1 0,0 0 0,0-1 0,-1-2 0,-1 0-1,-1-1 1,0 0 0,-2-2 0,0 0 0,-1-1 0,21-39 0,-32 51 759,0-1 1,-1 0 0,0 1-1,-1-2 1,2-18 0,-3 19-178,0 6 1826,-30 14-1184,27-9 449,1 3-1025,-2 31 167,3-32-92,1-3-323,0 0 1,0 0-1,0 0 0,0 0 0,0 0 1,0 1-1,-1-1 0,1 0 0,0 1 1,0-1-1,0 0 0,0 1 0,-1-1 1,1 1-1,0 0 0,0-1 0,0 2 1,0-1-5,1 0 0,-1 0 0,0 0 0,0 0 0,0-1 0,0 1 0,1 0 0,-1-1 0,0 1 0,1-1 0,-1 1 0,0-1 0,1 1 0,-1-1 0,0 0 0,3 0 0,89 0 102,-80 0-106,1 1-1,18 3 1,-29-3-4,1-1 0,-1 1 0,0 0 0,0 0 1,0 0-1,0 0 0,0 1 0,0-1 0,0 1 0,0 0 1,0 0-1,-1 0 0,5 4 0,28 40-31,55 56-1,-84-97-4,0 0 0,0-1 0,0 1-1,1-1 1,-1-1 0,1 1 0,0-1 0,0 0-1,0-1 1,0 0 0,1 0 0,-1 0-1,1-1 1,-1 0 0,1-1 0,-1 1-1,1-2 1,12-1 0,-6 0-103,-1-1-1,0 0 1,0-1 0,0-1-1,-1 0 1,0 0 0,0-2-1,0 1 1,18-14 0,-22 12 98,1 1 1,-1-2 0,-1 1-1,1-1 1,-1 0 0,-1 0-1,0-1 1,0 0 0,-1 0-1,0 0 1,-1-1-1,5-16 1,2-15 233,10-86 0,-11 57 105,74-365 1916,-78 412-1987,-2 8 204,0 0 0,-2 0-1,2-25 1,-7-45 1050,3 81-833,-1 9-305,-6 24-70,1 1 1,-2 47-1,3 64 49,4-101-231,10 448 360,48-67-4251,-55-407 2836,0 0 1,0 0-1,-2 25 1,-5 10-7746</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29.669"/>
    </inkml:context>
    <inkml:brush xml:id="br0">
      <inkml:brushProperty name="width" value="0.035" units="cm"/>
      <inkml:brushProperty name="height" value="0.035" units="cm"/>
    </inkml:brush>
  </inkml:definitions>
  <inkml:trace contextRef="#ctx0" brushRef="#br0">0 158 18730,'28'-38'2320,"25"34"-96,-29 1-40,18-1-376,18 1-327,-18-1-317,7 1-236,4-1-200,-8 1-316,-20 3-592,6-7-912,8-14-1096,-32 3-61,-18 1-5439,-13-11-7910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1:56.785"/>
    </inkml:context>
    <inkml:brush xml:id="br0">
      <inkml:brushProperty name="width" value="0.035" units="cm"/>
      <inkml:brushProperty name="height" value="0.035" units="cm"/>
    </inkml:brush>
  </inkml:definitions>
  <inkml:trace contextRef="#ctx0" brushRef="#br0">211 256 5533,'15'-29'1054,"-12"23"2285,-17-4-2667,11 7-510,1 1 1,-1-1-1,1 0 0,0 0 0,0 0 0,0-1 0,0 1 0,0 0 0,1-1 1,0 1-1,-2-5 0,-1 7-65,-37-8 110,37 8 156,0 1-157,-3-2-7,-1 0 1,0 0-1,1 0 0,0-1 0,-1 0 0,1 0 1,-8-6-1,12 7 200,0 1-197,-26-11 212,26 11 1147,0-1-1196,-25-10 3639,32 12-3777,29 0-24,0-2 0,0-1 0,44-10 0,32-9 3,146-10 0,114 13-97,-172 12-64,613 4 101,-794 3-132,338 14-68,-21 1 107,78 2-93,113 4 17,-266-6 53,-59-3-31,-102-8 6,878 55 49,-790-42-87,267-9 0,46-21 29,189 15 57,-577-1-95,98-1 150,-14 3-204,18-16 70,-77 4 15,92-8 0,115 14 40,-260 3-36,61-2 17,166 4 102,-169-3-62,-57-2-137,40-4 191,-38 1-174,154-8 0,-177 14 41,-42 1 16,0-1-1,28-4 1,-27 2 39,-1 1 0,26 2-1,-16 0-14,-25-1 3,-1 0 41,88-9 460,-23 1-158,19 1-92,-81 7-243,1-1 0,-1 1 0,1 1 0,-1-1 0,1 1 0,9 3 0,-13-3 279,29-5 119,-28 2-75,-21 5-445,5-3-427,0 1-1,0-2 1,-1 1 0,1-2-1,0 1 1,0-2-1,1 1 1,-1-1-1,-11-6 1,6 4-935,-26-11-4802,3-10-3818</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2:19.176"/>
    </inkml:context>
    <inkml:brush xml:id="br0">
      <inkml:brushProperty name="width" value="0.035" units="cm"/>
      <inkml:brushProperty name="height" value="0.035" units="cm"/>
    </inkml:brush>
  </inkml:definitions>
  <inkml:trace contextRef="#ctx0" brushRef="#br0">68 585 5901,'-17'-2'531,"8"0"-1488,2 1 3419,0 0 3042,-2 0 4270,7 0-9564,0-1-1,0 0 1,0 1-1,0-1 1,1 0-1,-1 0 1,1 0-1,-1-1 1,-1-2-1,12-2 84,1 1-1,-1 1 1,1 0-1,0 0 1,15-4-1,61-14 220,-78 21-446,762-112 506,-235 79-522,-428 30-16,239-27 3,56-2-94,-36 19 64,113-10 39,-5 1-69,12 1 59,-250 1-37,-78 5 27,117-6-20,299-18-114,-86 41 151,-37 4-32,-406-4-25,6 0 21,281 7 1,-122 0 26,-20-1-66,26-1 61,10 1-42,-90 0 47,42 2-74,45-3 80,-21-2-74,57 6 228,-87-5-166,36 1 48,51 2 46,291 17 116,316 25 610,-379-35 364,-458-14-1078,222 9 794,-207-7-841,-32-3-75,-7 1-83,-9-5-2673,-21-26-102,-1 1 0,-51-45-1,9 18-3944,-13-8-4300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2:27.320"/>
    </inkml:context>
    <inkml:brush xml:id="br0">
      <inkml:brushProperty name="width" value="0.035" units="cm"/>
      <inkml:brushProperty name="height" value="0.035" units="cm"/>
    </inkml:brush>
  </inkml:definitions>
  <inkml:trace contextRef="#ctx0" brushRef="#br0">165 610 5821,'-4'0'1293,"-37"3"769,37-2 641,2 0-1908,-19 17 612,20-16-13,-4-2-701,-36 3 6014,37-3-6362,-33-3 323,32 3 1312,10-1-1408,33-8 85,1 3 1,68-3-1,-21 2-250,104-12 111,190-20-45,-28 3-317,72 4 12,-369 29-144,341-11 40,-184 4-53,335-23 50,84-16-42,-134 24-43,890-104 381,-1068 85-11,-112 16 158,-144 24-273,-48 3-33,0 0-1,0 0 0,0-1 0,17-5 1,-27 4-138,37-4-67,-2 4-460,-42-6-1470,-3-10 17,4 12 1362,0 0 0,-1 0 1,1 1-1,-6-12 1,6 16 79,0 0 1,0 0-1,0 1 0,-1-1 1,1 0-1,0 1 1,-1-1-1,0 1 1,1-1-1,-1 1 1,0 0-1,1-1 1,-1 1-1,0 0 0,0 0 1,0 0-1,0 1 1,0-1-1,0 0 1,-3 0-1,-41-10-12164</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2:34.580"/>
    </inkml:context>
    <inkml:brush xml:id="br0">
      <inkml:brushProperty name="width" value="0.035" units="cm"/>
      <inkml:brushProperty name="height" value="0.035" units="cm"/>
    </inkml:brush>
  </inkml:definitions>
  <inkml:trace contextRef="#ctx0" brushRef="#br0">111 88 7265,'-33'-6'1446,"33"6"-1377,-1 0 0,0 0 0,0 0 0,1 0 0,-1 0 0,0 0 0,0 0-1,1 0 1,-1 1 0,0-1 0,0 0 0,1 0 0,-1 1 0,0-1 0,1 0-1,-1 1 1,0-1 0,1 1 0,-1-1 0,0 1 0,1-1 0,-1 1 0,1 0-1,-1-1 1,1 1 0,0 0 0,-1-1 0,1 1 0,-1 0 0,0 1 229,-2 1 691,-8 11 9985,7-15-10777,2 1-107,-2-2 54,0 1 0,0 0 0,0 0 0,0 0 0,-1 1 0,-7-1 0,25-4 17,0 1 0,0 0 0,1 1 0,-1 0 0,1 1 0,22-1 0,28-4 227,18-3-160,160 1 0,-90 7-157,285 0-61,344 9 124,-667-6-125,-44 1 12,114 6-30,3 1 63,-67-3-6,33-2-9,26-6 74,39-2 62,-16 0-210,-160 4 43,61-7 0,7 0 35,462 7 945,-351 7-954,-19-2 26,76-2 143,-119 2-172,-70 0-74,123 8 87,205-3 170,-23-34-76,-336 21-115,71-1-36,120 4 75,189-8-62,-411 6-14,88-3 22,454-8 31,-317 13 166,-3-1-121,-92-1-45,-58 1-71,116 3 42,-179 3-1,-15-1 50,36 0 0,24-4 62,478 11 626,-451-9-559,34 3 362,-120-5-300,0 0 0,1-2 0,-1 0 0,25-7 0,-47 9-243,8-1 63,-1 1-1,1-1 1,-1 2 0,1-1 0,0 1 0,12 3 0,26 1 144,115 2-214,-103-4 0,1 4 0,-47-4 0,1-1 0,-1-1 0,1 0 0,0-1 0,-1 0 0,1-1 0,21-4 0,-14 2 0,-14 1 0,1 2 0,22 8 0,6-1-199,-31-7-907,-18-17-3573,-19-26-6535,6-2-1371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3:54.902"/>
    </inkml:context>
    <inkml:brush xml:id="br0">
      <inkml:brushProperty name="width" value="0.035" units="cm"/>
      <inkml:brushProperty name="height" value="0.035" units="cm"/>
    </inkml:brush>
  </inkml:definitions>
  <inkml:trace contextRef="#ctx0" brushRef="#br0">15 368 6345,'0'0'22,"0"0"0,0 0 0,0 0 0,1 0 0,-1 0 0,0 0 0,0 0 1,0 0-1,0 0 0,0 0 0,0 0 0,1 0 0,-1 0 0,0-1 0,0 1 1,0 0-1,0 0 0,0 0 0,0 0 0,0 0 0,1 0 0,-1 0 0,0 0 1,0-1-1,0 1 0,0 0 0,0 0 0,0 0 0,0 0 0,0 0 0,0 0 1,0-1-1,0 1 0,0 0 0,0 0 0,0 0 0,0 0 0,0 0 0,0 0 1,0-1-1,0 1 0,0 0 0,0 0 0,0 0 0,0 0 0,0 0 0,0-1 1,0 1-1,0 0 0,0 0 0,-1 0 0,1 0 0,0 0 0,0 0 0,0 0 0,-13 2 11036,27-10-10721,-13 8-324,0-1 0,0 0 1,0 1-1,-1-1 1,1 1-1,0-1 0,0 0 1,-1 1-1,1-1 0,-1 0 1,1 0-1,0 0 0,-1 1 1,0-1-1,1 0 1,-1 0-1,1 0 0,-1 0 1,0 0-1,0-1 0,0-1 9,0 0-1,0 1 1,0-1 0,-1 0-1,0 1 1,1-1-1,-1 1 1,-2-4-1,-11-21 65,12 25 22,1 0-84,0 1-17,1 0 1,-1 1 0,0-1-1,1 0 1,-1 0 0,1 1-1,0-1 1,-1 0 0,1 0-1,0 0 1,-1 0 0,1 1-1,0-1 1,0 0 0,0 0-1,0 0 1,0 0 0,0 0-1,0 0 1,0 1 0,0-1-1,0 0 1,0 0 0,1 0-1,-1 0 1,1-1 0,1 2 11,0-1 1,0 0 0,0 1 0,1-1-1,-1 1 1,0 0 0,0 0 0,1 0-1,-1 0 1,3 1 0,12-1-87,89 9 141,-63-4-49,-25-4-20,36 8 0,-27-4-36,34 3 0,-21-4 48,8 2 25,0-3 0,64-5 0,-51 1 194,-34 1-185,-1-1 0,36-6-1,15-6 95,86-3-1,-104 9-76,-37 4-19,31-1 0,73-6 100,35 5 121,-27-4-62,-87 6-101,0-3 0,79-19 1,-85 16-106,-13 2 27,-16 3-17,1 1 0,0 1 0,14-2 0,55-2 1,56-2 3,54 1-18,-41-4 118,-121 12-101,-1 0 9,38-3 1,-62 1-25,30-2 18,45 0 0,2 4 25,-38-1-37,1 2-1,56 10 1,-68-7 10,47 1 1,-47-4 4,110-3 71,-57-1-66,-16-1-34,-40 1 29,51 3 0,117 28-11,-131-19-53,-40-6 63,1-2 1,0-1-1,-1-1 0,29-4 0,109-24 69,-73 11-71,-54 13-5,12-2-5,-38 4-18,1 0 0,-1 1 0,0 0 0,0 1 0,24 2 0,61 17 75,-21-3-57,-22-8 120,-1-3-1,1-2 1,0-2 0,91-11-1,9-7 48,2-5 50,-111 18-230,-33 4 36,0-1 1,0-1-1,0 0 1,0 0-1,15-7 1,-24 8-20,39-2 98,-38 3-120,14-3-21,2 2-211,-16-17-2249,-4 16 2019,1-1-1,-1 1 1,0-1 0,0 1-1,0-1 1,-1 1-1,1-1 1,-1 1 0,1-1-1,-1 1 1,0-1 0,0 1-1,0 0 1,0-1 0,0 1-1,0 0 1,0 0 0,-3-3-1,-22-34-8944</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4:51.812"/>
    </inkml:context>
    <inkml:brush xml:id="br0">
      <inkml:brushProperty name="width" value="0.035" units="cm"/>
      <inkml:brushProperty name="height" value="0.035" units="cm"/>
    </inkml:brush>
  </inkml:definitions>
  <inkml:trace contextRef="#ctx0" brushRef="#br0">1 309 4876,'7'31'12298,"-6"-34"-11917,2-2-184,-2 2-73,1 0 0,-1 0 0,1 0 1,-1 0-1,0 0 0,1-6 1247,2 10-1142,12 2-78,38 4 571,68-3-51,1 1-333,-30 0-174,52-4 47,125-2-40,-160 0-140,77-5-5,12 0 24,16-2-21,69-13-9,-75 7-27,66 15 17,-203 2-20,264 36-5,-264-27 78,70 0-70,-37-5 10,3-1 41,175-12 1,-60-2-38,153 1-5,-188 6 8,175 2 26,352-5 121,-528-10-27,11-6 203,-172 17-266,45 0-1,13-1 53,-12 3-27,-68 1 44,0 0-72,38 0 170,-40-1-188,1 0 0,0 0-1,-1-1 1,1 1 0,-1-1 0,1 0-1,2-2 1,-3 2 0,1 1 606,0 1-583,32 3 192,-31-3-11,-1 0-243,572-21 382,-515 16-377,769-56 768,-825 61-775,749-38 1099,-620 37-995,39-2 161,-104 3-105,-41 0-841,43-3 0,-67 2-290,-3-3-521,-2-4 632,0 1 1,0 0 0,0-1-1,-1 1 1,0 0-1,-1 0 1,0 0 0,0 1-1,0 0 1,-1-1 0,0 1-1,0 1 1,-10-10 0,-23-15-9141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4:54.442"/>
    </inkml:context>
    <inkml:brush xml:id="br0">
      <inkml:brushProperty name="width" value="0.035" units="cm"/>
      <inkml:brushProperty name="height" value="0.035" units="cm"/>
    </inkml:brush>
  </inkml:definitions>
  <inkml:trace contextRef="#ctx0" brushRef="#br0">1 0 20594,'8107'0'0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05.703"/>
    </inkml:context>
    <inkml:brush xml:id="br0">
      <inkml:brushProperty name="width" value="0.035" units="cm"/>
      <inkml:brushProperty name="height" value="0.035" units="cm"/>
    </inkml:brush>
  </inkml:definitions>
  <inkml:trace contextRef="#ctx0" brushRef="#br0">3698 237 5573,'5'17'1152,"-4"-17"-1129,-1 0 0,0-1 0,0 1 0,0 0 0,0 0 0,0 0 0,0 0-1,0 0 1,0 0 0,0 0 0,0 0 0,0 0 0,0 0 0,0 0 0,0 0 0,0 0-1,0 0 1,0 0 0,0 0 0,0 0 0,0 0 0,1 0 0,-1 0 0,0 0 0,0 0-1,0-1 1,0 1 0,0 0 0,0 0 0,0 0 0,0 0 0,0 0 0,0 1 0,0-1-1,0 0 1,1 0 0,-1 0 0,0 0 0,0 0 0,0 0 0,0 0 0,0 0 0,0 0-1,0 0 1,0 0 0,0 0 0,0 0 0,0 0 0,0 0 0,0 0 0,0 0 0,0 0-1,0 0 1,0 0 0,1 0 0,-1 0 0,0 1 0,0-1 0,0 0 0,0 0 0,0 0-1,0 0 1,0 0 0,0 0 0,0 0 0,2-31 14744,-8 30-14713,1 0-1,0-1 0,0 1 0,0-1 0,-9-4 0,-3-1 30,-5 1 106,-38-6 0,-8-2 107,56 11-223,1 0 0,-18-1-1,1 0 18,15 1-73,1 2 0,-20-1 0,24 1 11,-1 1 0,0-1 0,1 0 0,-14-4 0,14 3-18,0 0 1,-1 1-1,1-1 1,-1 2-1,-8-1 1,-21-2 70,-144-23 181,76 14-160,-13-3 111,-4 5 9,-38-4 80,33 5-46,25 3-17,-50-4 342,43 8-360,66 2-134,0-1 0,-54-10 0,63 7-8,-45-1 0,10 1-17,37 2-61,1 1 0,-47 5 1,-9 1-30,50-4 40,0 2 1,-51 10 0,-78 27-13,-4 16-4,-48 24-44,145-55 24,45-15 24,0 0 0,-34 19 0,12-3-59,17-9 45,1 1 0,-57 42 1,10 17-86,49-45 101,23-24 21,2-3-33,1 0 0,0 1 0,-1 0 0,2 0 0,-1 1 0,-5 9 0,-24 49 39,21-42-29,-18 43 0,18-30 9,2-7-35,0 2 0,-10 49 0,20-72 21,-1 0 0,1 1 0,1-1 0,-1 0 0,2 12 0,0-8-26,-1-4 5,1 1-1,-1-1 1,2 1 0,-1-1-1,1 1 1,0-1 0,1 0 0,0 0-1,1 0 1,-1 0 0,1-1-1,1 1 1,8 10 0,-4-4-54,-5-6 68,1 0 0,1-1 0,-1 0-1,1 0 1,0 0 0,1 0-1,-1-1 1,15 10 0,23 12-134,-16-10 116,48 24 0,16-1-19,140 44 0,29-21-137,-98-25 35,-139-34 109,40 4 0,-31-5 54,338 50-247,-295-45 183,0-3 1,119-7-1,-58 0 105,-120 2-44,0-2-1,0 0 0,21-5 1,1 0 13,188-9-25,-123 6 10,60-5 68,211-46 0,-229 23-155,-19 7 40,-22 3 83,26-9-64,-6-8 105,-117 40-31,1 0-1,-1 0 0,0-1 0,0 0 0,-1 0 0,1-1 0,-1 0 1,9-10-1,-14 14 98,1-40 350,-2 38-350,-1 0 7,0-11-29,1-1-1,1 1 1,4-19-1,-5 30-15,3-31 216,-3 28-249,0 1 0,0-1 1,-1 1-1,0-13 0,0 18-57,-9-56 582,-3-99 1,12 73-358,0 79-205,0-1-21,0-44 18,-3 11-71,3 35 38,-1-1 3,-9-125 72,10 125-49,1 2 17,1-1-26,-1 0 1,1-1-1,-1 1 0,0-1 1,-1 1-1,1-1 0,0 1 0,-1-1 1,0 1-1,0-1 0,0 0 1,0 1-1,0-1 0,-1 1 1,0-1-1,1 1 0,-3-6 0,-4-18-8,6 23-17,0 0-1,0-1 0,0 1 0,-1 0 0,1 0 1,-5-6-1,-7-10-631,-26-27 0,24 30-2459,-23-33 0,36 46 1902,0 1 0,-1-1 0,1 1 0,-1 0 0,0-1 0,0 1 0,-6-4 0,-19-7-9538</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09.321"/>
    </inkml:context>
    <inkml:brush xml:id="br0">
      <inkml:brushProperty name="width" value="0.035" units="cm"/>
      <inkml:brushProperty name="height" value="0.035" units="cm"/>
    </inkml:brush>
  </inkml:definitions>
  <inkml:trace contextRef="#ctx0" brushRef="#br0">0 151 7785,'28'-14'9101,"-25"11"-7819,5-8-127,22-24 1484,-7 18 2367,-21 17-4900,1 0-1,0 0 1,0 0-1,0 1 0,0-1 1,0 1-1,0 0 0,0 0 1,-1 0-1,1 0 0,0 1 1,3 1-1,-1 4-36,-1 0-1,0-1 1,0 1 0,0 1-1,-1-1 1,0 1 0,3 8-1,-4-10-28,19 53 221,2-1 1,54 98-1,-68-143-237,0 1 0,1-2 0,1 0-1,0 0 1,0-1 0,1 0 0,0-1-1,1 0 1,23 13 0,-26-18 27,1 1-1,0-1 1,1-1 0,-1 0 0,1-1 0,0 0-1,-1-1 1,1 0 0,1-1 0,-1 0 0,0-1 0,0 0-1,13-3 1,-7 0-3,-1 0 1,0-2-1,0 0 0,0 0 0,-1-2 0,0 0 1,0-1-1,-1-1 0,0 0 0,0-1 1,-1 0-1,0-1 0,-1-1 0,0 0 0,-1-1 1,-1-1-1,0 1 0,0-2 0,-2 1 0,0-2 1,0 1-1,-2-1 0,0 0 0,8-26 1,-14 34-124,0 0 1,0 0-1,-1 0 1,0 0-1,-1-1 1,0 1-1,0 0 1,0 0-1,-1 0 1,-1 0-1,-4-11 1,5 13 21,-4-9-87,-1 0 1,-1 1-1,0 0 1,-1 0-1,-1 1 1,0 0 0,0 1-1,-14-13 1,-17-20 147,39 42 67,1 6 32,0 12 39,1 0 0,0 0 0,1 0 0,0 0 1,5 18-1,1 13 96,0 57 256,-9 191-1,-48 97 302,38-328-1665,-28 80 0,27-106 148,-1-1 0,-2 0 0,-30 47 0,41-75 97,-1 0 1,0 0 0,0 0 0,-1-1 0,0 0 0,-1 0-1,-10 7 1,13-11-447,0 0-1,-1 0 0,1 0 0,-1 0 1,0-1-1,0 0 0,-9 2 0,10-4-1267,-1 1 0,1-1 0,-1 0 0,-8-1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09.683"/>
    </inkml:context>
    <inkml:brush xml:id="br0">
      <inkml:brushProperty name="width" value="0.035" units="cm"/>
      <inkml:brushProperty name="height" value="0.035" units="cm"/>
    </inkml:brush>
  </inkml:definitions>
  <inkml:trace contextRef="#ctx0" brushRef="#br0">571 0 11489,'15'20'2231,"-12"-15"2751,-7 12-3376,-1-6-1327,-7 28 273,-2-1-1,-23 42 1,-46 73 27,31-61-205,-34 78-172,-35 62-470,92-182 43,-56 85-1925,84-133 1862,0 0 1,-1 0-1,0 0 0,1 0 1,-1 0-1,0 0 1,0-1-1,0 1 0,0-1 1,-1 1-1,1-1 1,0 0-1,-4 2 0,6-3 151,-1 0 0,0 0-1,1 0 1,-1 0-1,1 0 1,-1 0-1,1 0 1,-1 0 0,0 0-1,1 0 1,-1-1-1,1 1 1,-1 0 0,1 0-1,-1-1 1,1 1-1,-1 0 1,1 0-1,-1-1 1,1 1 0,-1-1-1,-8-18-3532,-1-23-3380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09.918"/>
    </inkml:context>
    <inkml:brush xml:id="br0">
      <inkml:brushProperty name="width" value="0.035" units="cm"/>
      <inkml:brushProperty name="height" value="0.035" units="cm"/>
    </inkml:brush>
  </inkml:definitions>
  <inkml:trace contextRef="#ctx0" brushRef="#br0">1 13 16209,'0'1'114,"0"0"0,1-1 0,-1 1 0,1 0 0,-1-1 0,1 1 0,-1 0 0,1-1 0,-1 1 0,1-1-1,0 1 1,-1-1 0,1 0 0,0 1 0,-1-1 0,1 0 0,0 1 0,-1-1 0,1 0 0,1 1 0,4-10 2310,-6 8-2312,0 0 0,1 1-1,-1-1 1,0 0-1,0 1 1,0-1-1,1 1 1,-1-1 0,0 0-1,1 1 1,-1-1-1,0 1 1,1-1-1,-1 1 1,1-1 0,-1 1-1,1-1 1,-1 1-1,1 0 1,-1-1-1,1 1 1,-1 0 0,1-1-1,0 1 1,-1 0-1,1 0 1,-1-1-1,1 1 1,0 0 0,-1 0-1,1 0 1,0 0-1,-1 0 1,1 0-1,0 0 1,-1 0 0,1 0-1,0 0 1,-1 0-1,1 1 1,0-1-1,-1 0 1,1 0 0,0 1-1,16 6 2044,29 6 1,-29-8-1553,-1 0 1,20 9-1,131 73-9,-138-70-589,22 14-320,-1 3 1,-2 3-1,45 43 1,-84-71-865,-1 0 0,0 0 0,-1 1 0,0 0 0,0 0 1,6 16-1,2-1-4412,3-1-9091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0.517"/>
    </inkml:context>
    <inkml:brush xml:id="br0">
      <inkml:brushProperty name="width" value="0.035" units="cm"/>
      <inkml:brushProperty name="height" value="0.035" units="cm"/>
    </inkml:brush>
  </inkml:definitions>
  <inkml:trace contextRef="#ctx0" brushRef="#br0">39 432 12333,'-10'4'1538,"-7"4"-151,6-6 6034,11-6-7239,2-6-123,0 1 0,1-1 1,0 1-1,7-15 0,1-2-33,0 1-1,-2-1 0,-1-1 0,7-48 0,-2 15-23,8-42 157,-21 99-124,-2 6-29,-1 5-6,0 0 0,0 0 0,0 0 0,1 0 0,0 0 0,1 1 0,0-1 0,0 0 0,1 1 0,0-1 0,0 1 0,1-1 0,0 1 0,0-1 0,4 12 0,3 11-21,-5-16 9,1-1 0,0 0 0,1 0-1,7 14 1,-10-24 9,0-1 0,1 1 0,-1-1 1,0 0-1,1 1 0,0-1 0,0 0 0,0-1 0,0 1 0,0 0 0,1-1 0,-1 0 0,1 0 0,-1 0 0,1 0 0,0-1 1,0 1-1,-1-1 0,8 2 0,-3-3-2,0 1 1,0-1-1,0 0 1,0 0-1,0-1 1,-1 0-1,1-1 1,0 0-1,0 0 1,12-6-1,-3 0-2,1 0 0,-2-2 0,21-14 0,-18 10 5,-1-2-1,-1 0 1,27-31 0,36-59-21,-24 22 554,-54 82-340,-1 3-180,0 0 0,0 1 0,0-1 0,0 0 1,-1 1-1,1-1 0,0 1 0,-1-1 0,1 1 0,0 2 0,1 5 10,5 16 28,-1-1 1,-2 1-1,0 0 0,-2 1 0,-1 26 0,3 25-50,5-3-153,-4-48-382,-2 1-1,-1 0 0,-1 0 0,-1 0 0,-6 44 0,5-67 130,0 0 0,0-1 0,0 1 0,0 0 0,-1-1 0,-3 7 0,-10 9-5190,0 0-3992</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0.643"/>
    </inkml:context>
    <inkml:brush xml:id="br0">
      <inkml:brushProperty name="width" value="0.035" units="cm"/>
      <inkml:brushProperty name="height" value="0.035" units="cm"/>
    </inkml:brush>
  </inkml:definitions>
  <inkml:trace contextRef="#ctx0" brushRef="#br0">0 1 15825,'21'14'5801,"0"-11"-7889,-3-3-732,-11 18-2105,0 3-3884</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1.126"/>
    </inkml:context>
    <inkml:brush xml:id="br0">
      <inkml:brushProperty name="width" value="0.035" units="cm"/>
      <inkml:brushProperty name="height" value="0.035" units="cm"/>
    </inkml:brush>
  </inkml:definitions>
  <inkml:trace contextRef="#ctx0" brushRef="#br0">312 16 9001,'0'-1'125,"-1"0"0,1 0-1,-1 0 1,0 0 0,1 0 0,-1 0 0,0 0 0,1 1 0,-1-1-1,0 0 1,0 0 0,0 1 0,0-1 0,0 1 0,0-1 0,0 1 0,0-1-1,0 1 1,0-1 0,0 1 0,-1 0 0,0 0 202,1 1 0,-1-1 0,0 1 0,0-1 0,0 1 0,1 0 1,-1 0-1,1 0 0,-1 0 0,-1 2 0,-11 6 1906,10-6-1894,0 0 0,-1 1 0,1-1 0,1 1 0,-1 0 0,0 0 0,-4 8 0,-22 23 384,3-9-313,2 1 0,1 1 0,-26 39-1,24-29-97,14-21 22,-15 26 0,25-39-209,20 7 261,-16-10-367,0 0 0,0 0 0,1 0-1,-1 0 1,1 0 0,-1-1 0,0 1 0,1-1-1,-1 0 1,1 1 0,-1-1 0,1 0 0,-1 0-1,1-1 1,-1 1 0,1 0 0,-1-1 0,1 0-1,2-1 1,7-2 50,0-1 0,20-12-1,-9 2-74,-1 0 1,-1-2-1,30-27 0,52-65-623,-93 98 570,29-40-221,-38 48 258,0 1 0,1 0 0,-1-1 0,0 1 0,0-1 0,-1 1 0,1-1 0,0 1 0,0-6 0,0-1-4,1 6 72,-3 5-54,0 0-1,0 0 1,0-1-1,0 1 1,0 0-1,0-1 1,0 1-1,-1 0 1,-1 1-1,-5 7-32,4-2 61,0 0 0,0 0 0,1 0 0,1 0 0,-1 0 1,1 1-1,1-1 0,-1 1 0,1-1 0,1 1 0,0-1 0,0 1 0,1 0 1,0-1-1,0 1 0,1-1 0,4 14 0,-3-14-14,0 1 0,1-1 1,0 0-1,0 0 0,1 0 0,0-1 0,0 0 0,0 0 1,1 0-1,1 0 0,-1-1 0,1 0 0,0 0 1,0-1-1,0 0 0,14 7 0,-12-8-280,0-1 0,0 0 0,1 0 0,-1-1 1,1 0-1,0-1 0,-1 0 0,1-1 0,13 0 0,6-3-4004,52-12-1,-16-1-5317</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1.459"/>
    </inkml:context>
    <inkml:brush xml:id="br0">
      <inkml:brushProperty name="width" value="0.035" units="cm"/>
      <inkml:brushProperty name="height" value="0.035" units="cm"/>
    </inkml:brush>
  </inkml:definitions>
  <inkml:trace contextRef="#ctx0" brushRef="#br0">0 1567 7213,'4'45'14196,"3"-179"-8102,0 17-4925,0-224 575,10-359-701,-9 429-1255,-8 269 191,0 0 1,0 0-1,0 0 1,0 0 0,0 0-1,1 0 1,-1 0-1,1 0 1,-1 0-1,1 0 1,0 0-1,0 0 1,0 1-1,0-1 1,0 0-1,0 1 1,0-1-1,0 0 1,1 1-1,-1 0 1,1-1-1,-1 1 1,1 0 0,-1 0-1,1 0 1,3-2-1,-1 2-52,0 1 1,0-1-1,0 1 0,0 0 0,-1 0 1,1 1-1,0-1 0,0 1 0,0 0 0,0 0 1,-1 0-1,1 0 0,6 4 0,8 3-399,-1 1 0,0 1 0,0 1-1,18 16 1,60 61-5014,-49-32-1577,-4 8-4718</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1.648"/>
    </inkml:context>
    <inkml:brush xml:id="br0">
      <inkml:brushProperty name="width" value="0.035" units="cm"/>
      <inkml:brushProperty name="height" value="0.035" units="cm"/>
    </inkml:brush>
  </inkml:definitions>
  <inkml:trace contextRef="#ctx0" brushRef="#br0">1 28 21158,'18'-7'2436,"3"0"-388,3 4-480,1-4-335,6 3-309,22 4-524,-8 0-568,4 4-1028,-7-1-785,-7 15-1539,-21-4-3229,4 3-6420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2.557"/>
    </inkml:context>
    <inkml:brush xml:id="br0">
      <inkml:brushProperty name="width" value="0.035" units="cm"/>
      <inkml:brushProperty name="height" value="0.035" units="cm"/>
    </inkml:brush>
  </inkml:definitions>
  <inkml:trace contextRef="#ctx0" brushRef="#br0">239 90 7537,'19'0'1770,"-29"3"163,4-1-1534,0-1 0,-1 1-1,1 0 1,-10 5 0,-73 60 1472,68-50-26,-32 34 0,37-34-917,13-14-738,0 0-1,1 0 1,0 0-1,-1 0 1,1 1-1,0-1 1,-1 5-1,1-4 15,0-1 262,2 1 3,-2 4-67,1 0 1,0 1-1,1-1 0,0 0 0,1 10 0,0-14-257,0 0 0,0 0-1,0 0 1,0-1 0,0 1-1,1-1 1,0 1 0,0-1-1,0 1 1,0-1 0,0 0-1,0 0 1,1 0-1,4 3 1,7 5 134,1-1 0,0-1 0,1-1 0,21 9 0,-18-8-154,-2-2-351,0-2 1,1 0-1,27 5 1,-25-7-809,31 11-1,-41-14 224,8-5 187,-13 5 442,1-2 0,-1 1 0,0-1-1,0 1 1,0-1 0,0-1 0,0 1 0,-1-1 0,9-5-1,7-13-693,25-31 0,7-9 776,-45 54 227,1 0 1,-1 0-1,1 0 0,0 1 1,1 0-1,0 0 0,0 1 1,0 0-1,0 1 0,1 0 0,0 1 1,0-1-1,14-1 0,-23 5-114,0 0-1,-1 0 0,1 0 1,0 0-1,0 0 0,0 0 1,0 0-1,0 0 0,0 0 0,0 1 1,-1-1-1,1 0 0,0 1 1,0-1-1,0 1 0,-1-1 1,1 1-1,0-1 0,0 1 0,0 1 1,3 0 26,0 1-12,0-1-1,0 1 1,0 0 0,0 0-1,0 0 1,-1 1-1,0-1 1,1 1-1,-1 0 1,-1 0-1,1 0 1,0 0-1,-1 0 1,3 9-1,1 5-55,0 0 0,4 29 0,2 10-1218,-12-57 1237,0 0 1,0 0 0,0 0-1,0 0 1,0 0 0,0 0-1,0 1 1,0-1 0,0 0 0,1 0-1,-1 0 1,0 0 0,0 0-1,0 0 1,0 1 0,0-1-1,0 0 1,0 0 0,0 0-1,0 0 1,0 0 0,0 0 0,1 0-1,-1 0 1,0 0 0,0 1-1,0-1 1,0 0 0,0 0-1,0 0 1,0 0 0,1 0-1,-1 0 1,0 0 0,0 0 0,0 0-1,0 0 1,0 0 0,0 0-1,1 0 1,-1 0 0,0 0-1,0 0 1,0 0 0,0 0-1,0 0 1,1 0 0,-1 0 0,0 0-1,0-1 1,16 0-349,-10 0 269,0 0 0,0 0 0,0 0 0,0 0 0,0-1 0,0 0 0,6-3 0,7-6-35,-1 0 1,0-1 0,-1-1-1,0-1 1,-1 0-1,19-23 1,-8 4 70,0 0 0,27-48-1,7-34 667,-53 99-456,-6 12 37,-4 4-196,1 1 0,-1-1 0,0 1-1,1-1 1,-1 1 0,1-1-1,-1 1 1,1 0 0,0 0 0,-1 0-1,-2 2 1,-1 1-7,-6 4-13,1 0-1,1 1 0,-1 0 0,1 1 0,1 0 0,0 0 1,0 1-1,1 0 0,-6 14 0,-7 16 90,-20 56 0,40-95-45,-1-1-1,1 0 1,-1 0-1,1 0 1,-1 1-1,1-1 0,0 0 1,0 1-1,0-1 1,-1 0-1,1 0 0,0 1 1,1-1-1,-1 0 1,0 1-1,0-1 1,1 0-1,-1 0 0,0 1 1,1-1-1,-1 0 1,2 2-1,-1-2 8,0 0 1,0 0-1,0-1 1,1 1-1,-1 0 0,0-1 1,0 1-1,1 0 1,-1-1-1,0 0 1,1 1-1,-1-1 0,1 0 1,-1 0-1,0 1 1,1-1-1,1-1 0,7 1 107,-1-1 0,1-1 0,0 0 0,16-5-1,-9 0 19,-1-1-1,1-1 1,-1 0-1,-1-1 0,0 0 1,0-1-1,13-14 1,19-14 404,57-43 996,83-58 820,-143 115-2064,-43 25-316,0 0 0,0-1 0,-1 1 0,1 0 0,0 0 0,0 0 0,0 0 0,-1 0 0,1 1 0,0-1 0,0 0 0,0 0 0,-1 0 0,1 1 0,0-1 0,0 0 0,-1 1 0,1-1 0,0 1 0,-1-1 0,1 1 0,-1-1 0,1 1 0,0-1 0,-1 1 0,1 0 0,-1-1 0,1 1 0,0 1 0,1 0-23,1 3-22,0-1-1,0 1 1,0 0 0,-1 0 0,1 0-1,-1 0 1,0 0 0,-1 1-1,1-1 1,-1 0 0,0 1 0,0 7-1,1 15-429,-3 35 0,-1-22 52,-10 126-1459,6-128 896,2 1 1,2 0-1,2-1 1,6 57-1,-6-94 836,1 1-1,-1-1 0,0 1 1,1-1-1,0 0 1,-1 1-1,1-1 0,0 0 1,0 1-1,0-1 0,0 0 1,1 0-1,-1 0 1,1 0-1,-1 0 0,1 0 1,0-1-1,0 1 0,-1 0 1,1-1-1,0 1 1,0-1-1,1 0 0,-1 0 1,0 0-1,0 0 0,1 0 1,-1 0-1,3 0 1,2 0-443,0-1 0,0 0 1,0-1-1,0 0 0,0 0 0,0 0 1,0-1-1,11-4 0,35-16-4752</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3.042"/>
    </inkml:context>
    <inkml:brush xml:id="br0">
      <inkml:brushProperty name="width" value="0.035" units="cm"/>
      <inkml:brushProperty name="height" value="0.035" units="cm"/>
    </inkml:brush>
  </inkml:definitions>
  <inkml:trace contextRef="#ctx0" brushRef="#br0">328 794 10037,'-3'1'269,"1"1"1,-1-1-1,0-1 0,0 1 1,0 0-1,0-1 0,0 1 1,0-1-1,0 0 0,0 0 1,0 0-1,0-1 1,-5 0-1,7 0-114,-1 1-1,1 0 1,0-1 0,-1 1-1,1 0 1,-1 0 0,1 0-1,0 0 1,-1 0 0,1 0-1,-1 0 1,1 1-1,0-1 1,-1 0 0,1 1-1,-2 0 1,-3 1 283,-2 0-134,-1 0 1,1 1-1,0 0 0,0 1 0,0 0 1,1 0-1,-1 0 0,1 1 1,0 0-1,0 1 0,1 0 1,-1 0-1,-5 8 0,-32 33 557,18-20-328,-25 34 0,48-57-477,0 0 1,1 0-1,0 0 0,0 0 1,0 1-1,-2 6 0,3-10-49,1 1 0,0-1 0,-1 1-1,1-1 1,0 1 0,0-1 0,0 1 0,0 0-1,0-1 1,1 1 0,-1-1 0,0 1-1,1-1 1,-1 1 0,1-1 0,-1 0-1,1 1 1,0-1 0,-1 1 0,1-1-1,0 0 1,0 0 0,0 1 0,0-1-1,2 1 1,4 3 10,-1-1 1,2 0-1,-1-1 0,0 0 1,1 0-1,-1 0 0,1-1 1,0 0-1,0 0 0,0-1 1,0 0-1,0-1 0,14 0 1,7-2-83,-1 0 0,48-12 1,-53 9-65,0-1-1,0-1 1,-1-1 0,0-1 0,-1-1-1,0-1 1,0-1 0,-1-1 0,-1 0 0,21-19-1,-8 1-471,0-1 0,-3-1 0,43-61-1,-54 66 215,-2-1 0,0 0 0,-2-2 0,-1 1 0,13-52 0,-9 11 156,9-100 1,-12 5 3055,-14 156-2504,0-1 0,0 1 0,-1 0 0,-1 0 0,1 0 0,-2 0 0,1 0 0,-8-15 0,4 2 1199,2 12-767,4 11-721,0 0 0,-1 0 1,1 0-1,-1 1 0,1-1 1,-1 0-1,1 0 0,-1 0 1,1 1-1,0-1 0,-1 0 1,1 1-1,0-1 0,-1 0 1,1 1-1,0-1 0,-1 0 1,1 1-1,0-1 0,0 1 1,-1-1-1,1 1 0,0-1 1,0 0-1,0 1 0,-2 2 58,1 0-1,-1 0 0,1 0 0,0 0 1,0-1-1,0 1 0,0 1 0,1-1 0,-1 0 1,1 0-1,0 0 0,0 4 0,-1 11 161,-6 319 1630,8-153-1453,0 173-929,8-121-3255,-9-145-256,-8-30-4606,2-35-1121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3.230"/>
    </inkml:context>
    <inkml:brush xml:id="br0">
      <inkml:brushProperty name="width" value="0.035" units="cm"/>
      <inkml:brushProperty name="height" value="0.035" units="cm"/>
    </inkml:brush>
  </inkml:definitions>
  <inkml:trace contextRef="#ctx0" brushRef="#br0">1 2 16361,'0'0'4968,"4"0"-2998,6-1-1451,1 1 0,-1 0 0,0 1-1,0 0 1,0 0 0,0 1 0,0 1 0,0 0 0,13 5 0,-5-1-378,-1 1 1,0 0-1,0 1 1,-1 1-1,0 1 1,0 0-1,-1 1 1,-1 1-1,0 0 1,-1 0-1,21 30 0,1 3-1403,8 10-2945,-20-18-6248</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3.877"/>
    </inkml:context>
    <inkml:brush xml:id="br0">
      <inkml:brushProperty name="width" value="0.035" units="cm"/>
      <inkml:brushProperty name="height" value="0.035" units="cm"/>
    </inkml:brush>
  </inkml:definitions>
  <inkml:trace contextRef="#ctx0" brushRef="#br0">127 18 12925,'-56'15'1918,"47"-12"-1070,7 1-74,2 43 1675,0-45-2369,0-1 1,0 1 0,0-1 0,0 1-1,0-1 1,-1 1 0,1-1 0,-1 1-1,1-1 1,-1 1 0,0-1-1,1 0 1,-1 1 0,0-1 0,-2 2-1,-1 4 129,-2 9 98,0 0-1,2 0 1,0 0 0,-2 18 0,-10 33 268,15-63-522,0 0 1,1 0-1,-1 0 0,1 0 1,-1 0-1,2 5 1,-2 0 34,1-5 111,3-4 32,13 4 32,-12-2-218,-1-1-1,1-1 0,0 1 1,0 0-1,-1-1 0,1 0 0,0 0 1,0 0-1,0 0 0,5-2 1,-1 1-22,8-2 25,1-1-1,-1-1 1,0 0-1,0-1 1,0 0-1,24-15 1,-37 19-254,-3-2-33,0 2 219,0-1-16,0 1 0,0-1 0,0 1 0,0-1-1,0 1 1,0-1 0,-1 1 0,1-1 0,-1 1 0,1-1-1,-1 1 1,0 0 0,0-1 0,0 1 0,-1 0 0,1 0-1,0 0 1,-1-1 0,1 1 0,-1 1 0,0-1 0,0 0-1,0 0 1,0 1 0,0-1 0,-3-1 0,-8-6-146,-1 0-1,-28-13 1,39 21 231,-14-10 213,16 11-196,0-1 0,0 0-1,0 1 1,0-1 0,1 0 0,-1 1 0,0-1 0,0 0 0,1 0 0,-1 0 0,0 0 0,1 0 0,-1 0 0,1 0-1,-1 0 1,1 0 0,0 0 0,-1 0 0,1 0 0,0 0 0,0 0 0,0 0 0,0 0 0,0 0 0,0-1-1,0 1 1,0 0 0,0 0 0,0 0 0,1 0 0,-1 0 0,0 0 0,1 0 0,0-2 0,0 0 34,1-1 1,0 1 0,0 0-1,0 0 1,0 0 0,0 0-1,0 0 1,1 1 0,-1-1-1,1 1 1,0-1 0,0 1-1,0 0 1,0 0 0,0 0-1,0 0 1,1 1 0,3-2-1,10-3 340,0 0 0,24-4 0,-32 8-281,38-8 408,1 1 0,0 3 0,54-1 0,-100 7-713,0 1 0,1 0 0,-1-1 0,0 1 0,0 0 0,0 0 0,0 0 0,0 0 0,0 0 1,0 1-1,0-1 0,0 0 0,0 1 0,-1 0 0,1-1 0,-1 1 0,1 0 0,-1 0 0,0 0 0,1 0 0,-1 0 0,0 0 0,0 0 1,-1 0-1,1 0 0,0 1 0,-1-1 0,1 0 0,-1 1 0,0 3 0,14-17 986,-4 3-643,1 0 1,0 2-1,0-1 0,0 1 1,1 1-1,-1 0 0,1 0 0,1 2 1,-1-1-1,0 2 0,1-1 1,15 0-1,-13 2-45,0 1-1,0 0 1,0 1-1,0 0 1,0 1 0,0 1-1,0 1 1,-1 0-1,1 0 1,16 9 0,-20-7-80,0 0 1,-1 1-1,0 0 1,0 0-1,-1 1 1,0 0 0,0 1-1,14 18 1,-12-11-330,-2 0 1,0 0-1,0 1 1,-2 0-1,8 22 0,-3-7-1008,-7-21-805,-1 0 1,5 22-1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4.783"/>
    </inkml:context>
    <inkml:brush xml:id="br0">
      <inkml:brushProperty name="width" value="0.035" units="cm"/>
      <inkml:brushProperty name="height" value="0.035" units="cm"/>
    </inkml:brush>
  </inkml:definitions>
  <inkml:trace contextRef="#ctx0" brushRef="#br0">273 606 8829,'-5'15'936,"0"1"0,2 0 0,-1-1 0,0 25 0,3-30-295,1 0 1,0 1-1,1-1 0,0 0 0,1 0 0,4 18 0,-5-24-547,1 0-1,-1 0 0,1 0 0,0-1 1,-1 1-1,2 0 0,-1-1 0,0 1 1,1-1-1,0 0 0,0 1 0,0-1 1,0-1-1,0 1 0,0 0 0,1-1 1,-1 0-1,7 3 0,5 2 117,-13-6-159,1 1 0,0-1 0,0 0 0,0 0 0,0 0 0,0 0 0,1 0 0,-1-1 0,0 0 0,0 1 0,0-1 0,1 0 0,-1 0 0,0-1 0,0 1 0,4-2 0,10-3-41,-17 4-35,0 0 1,1 1-1,-1-1 0,0 0 0,0 0 1,0 0-1,0 0 0,0 0 1,0 1-1,0-1 0,-1 0 1,1 0-1,0 0 0,0 0 0,0 1 1,-1-1-1,1 0 0,-1 0 1,1 0-1,-1 0 0,0 0-40,0-2-26,-1 0 0,1 0 0,-1 0 0,0 0 0,0 0 0,-1 0 1,1 1-1,0-1 0,-1 1 0,0 0 0,1-1 0,-1 1 0,0 0 0,0 1 0,0-1 0,-1 1 0,1-1 1,-4 0-1,-9-3-447,0 0 0,-27-2 0,18 2-47,-128-14-1140,73 11 2495,79 8-738,1 0 0,-1-1 1,0 1-1,1 0 0,-1-1 1,0 1-1,1-1 0,-1 1 0,1-1 1,-1 1-1,1-1 0,-1 0 1,1 1-1,-1-1 0,1 1 1,0-1-1,-1 0 0,1 0 0,0 1 1,0-1-1,-1 0 0,1 1 1,0-1-1,0 0 0,0-1 1,-1 0 101,1 1-64,-1-1-1,1 1 1,-1-1 0,1 1 0,0-1-1,0 1 1,-1-1 0,1 0 0,0 1-1,0-1 1,0 1 0,1-1 0,-1 0-1,0 1 1,1-1 0,-1 1 0,1-1 0,-1 1-1,1-1 1,0 1 0,-1 0 0,3-3-1,1-1 159,0 1 0,1-1 0,0 1 0,8-6-1,8-7 373,84-86 2044,86-75 872,-123 120-2304,106-119 0,-156 154-945,-1 0 0,-2-1-1,22-45 1,-35 67-164,-2 9-58,11 442 1597,-36 5-24,24-444-1618,-32 343-115,-26-7-569,59-345 658,-27 95-2020,23-85 1391,-1 0 0,0 0 0,-1-1 0,0 1-1,-1-2 1,-9 12 0,-12 12-3082,25-29 2799,-11 9-5119,12-13 4608,-1 1 0,1-1-1,-1 0 1,0 0 0,1 0 0,-1 0-1,-4-1 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5.253"/>
    </inkml:context>
    <inkml:brush xml:id="br0">
      <inkml:brushProperty name="width" value="0.035" units="cm"/>
      <inkml:brushProperty name="height" value="0.035" units="cm"/>
    </inkml:brush>
  </inkml:definitions>
  <inkml:trace contextRef="#ctx0" brushRef="#br0">70 1 11669,'-1'2'168,"-1"-1"-1,1 1 1,0 0-1,-1 0 1,0-1-1,1 1 1,-1-1-1,0 1 1,1-1-1,-1 0 1,0 0-1,0 0 0,0 0 1,0 0-1,0 0 1,0 0-1,-1-1 1,1 1-1,0-1 1,-11 0 14292,4 103-12765,1-13-1454,4 133 5,32 279-1,-8-334-679,-20-168 431,0 0 0,0 0 0,0 0 1,0-1-1,0 1 0,1 0 0,-1 0 1,0 0-1,0 0 0,0 0 1,0 0-1,0 0 0,0 0 0,0 0 1,0 0-1,0 0 0,0 0 1,1 0-1,-1 0 0,0 0 0,0 0 1,0 0-1,0 0 0,0 0 0,0 0 1,0 0-1,0 0 0,0 0 1,0 0-1,1 0 0,-1 0 0,0 0 1,0 0-1,0 0 0,0 0 1,0 0-1,0 1 0,0-1 0,0 0 1,0 0-1,0 0 0,0 0 0,0 0 1,0 0-1,0 0 0,1 0 1,-1 0-1,9-11-107,0 1-3,0-1 1,-1-1 0,0 1-1,9-19 1,11-25-171,2 2 0,47-63 1,-15 19 423,-60 93-122,-4 9-36,-9 11-347,2 1 0,0 0-1,0 0 1,2 1 0,-10 35 0,12-38-429,0-1 1,-13 25 0,-6 14-3549,6-15-4373</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5.805"/>
    </inkml:context>
    <inkml:brush xml:id="br0">
      <inkml:brushProperty name="width" value="0.035" units="cm"/>
      <inkml:brushProperty name="height" value="0.035" units="cm"/>
    </inkml:brush>
  </inkml:definitions>
  <inkml:trace contextRef="#ctx0" brushRef="#br0">60 1117 8469,'-9'6'1888,"0"0"1,0 0-1,1 1 0,-14 14 1,19-18-976,4 1-410,0 0 0,0 0 0,0 0-1,0 0 1,4 7 0,-2-3 295,2-3 583,4-1-985,0-1 0,0 0 0,0-1 0,0 1 0,0-2 0,0 1 0,0-1 0,11-1 0,64-2 1528,125-19 0,-88 5-1063,-58 9-1410,65-16 0,-125 22 343,-1 0 1,1 0-1,0 0 1,-1 0-1,1 0 0,-1 0 1,1-1-1,-1 1 1,1-1-1,2-2 0,-4 3 127,-1 0 0,1 0-1,-1 1 1,1-1 0,-1 0 0,1 0-1,-1 0 1,0 0 0,1 1-1,-1-1 1,0 0 0,0 0-1,1 0 1,-1 0 0,0 0-1,0 0 1,0 0 0,0 0-1,0 0 1,-1 0 0,1 0-1,0 1 1,0-1 0,0 0-1,-1 0 1,1 0 0,-1 0-1,1 0 1,0 1 0,-1-1-1,0 0 1,1 0 0,-1 1-1,1-1 1,-2-1 0,-5-5-428,-1 0 0,0 0 0,0 1 0,0 0 0,-1 1 0,0-1 0,-16-5 0,-31-21-1010,-137-105 1752,186 132-2,-2-1 0,0 0 0,0-1-1,1 0 1,-1 0 0,-10-14-1,18 19-165,-1 0-1,1 0 0,0 0 0,0 0 0,0-1 1,0 1-1,0 0 0,0 0 0,1-1 0,-1 1 0,1-1 1,-1 1-1,1-1 0,0 1 0,0 0 0,0-1 0,1 1 1,-1-1-1,0 1 0,1-1 0,-1 1 0,1 0 1,0-1-1,0 1 0,0 0 0,0 0 0,0 0 0,1 0 1,-1 0-1,3-3 0,5-8 318,1 1 0,0 0 0,1 0 0,0 1 0,1 0 0,20-13-1,14-3 867,80-33 0,57-12 590,-170 68-1747,229-83 798,-238 85-958,-1 1 0,0-1-1,1 1 1,-1-1-1,0 0 1,0 0 0,0-1-1,0 1 1,-1 0 0,1-1-1,-1 0 1,1 0-1,-1 0 1,0 0 0,2-4-1,-1 2-46,-1 0-1,0 0 0,-1-1 1,1 1-1,-1 0 1,0-1-1,-1 1 0,1-1 1,-1-6-1,-2-8-188,0 0 0,-2-1 0,0 1 0,-9-24 0,10 34 265,0-1 14,-1 1 206,1 0 0,0 0 1,1 0-1,0-1 0,0 1 1,1 0-1,1-1 0,0 1 1,2-18-1,-2 26 126,6-39 323,9 75-576,-1 1 0,-2 1 1,-1 0-1,-2 1 0,5 41 0,22 286-1180,-34-316 431,0 97-2046,-4-121 1449,0-1 1,-2 0-1,-1 1 0,-9 27 0,-10 14-5489,0-10-4167</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6.250"/>
    </inkml:context>
    <inkml:brush xml:id="br0">
      <inkml:brushProperty name="width" value="0.035" units="cm"/>
      <inkml:brushProperty name="height" value="0.035" units="cm"/>
    </inkml:brush>
  </inkml:definitions>
  <inkml:trace contextRef="#ctx0" brushRef="#br0">0 265 16033,'4'-2'2653,"9"-4"-1477,1 1 0,0 1 0,0 0-1,0 0 1,1 2 0,26-3 0,-16 4-714,0 1 0,1 2-1,28 4 1,48 1-3822,-98-7 2558,-1 0 626,1-2 1,0 1-1,0 0 0,0-1 0,-1 0 0,1 0 1,-1 0-1,1 0 0,-1 0 0,0-1 0,0 1 0,0-1 1,0 0-1,0 0 0,-1 0 0,4-6 0,5-9-29,15-34 0,-4 6 965,-18 39-153,-1-1 0,-1 0 0,1 0 0,-1 0-1,0 0 1,-1 0 0,1-10 0,-1 2 2612,-3 33-2270,-46 539-646,53-454-709,-1-57 196,-4-43 208,0 0 0,0 0 0,0 0 0,1 0 0,-1 0 0,1-1 0,-1 1 0,1 0 0,0 0 0,-1-1 0,1 1 0,0 0 0,0-1 0,0 1 0,0-1 0,0 1 0,1-1 0,-1 1 0,0-1 0,1 0 0,-1 0 0,1 0 0,-1 0 0,1 0 0,0 0 0,-1 0 0,1 0 0,0-1 0,0 1 0,0-1 0,-1 1 0,1-1 0,0 1 0,4-1 0,3 0 0,0-1 1,0 0-1,0 0 0,0 0 1,16-6-1,73-28 19,20-5 106,-105 36-119,0 2-1,0 0 0,0 0 1,0 1-1,0 1 0,0 0 1,16 2-1,-24-1-62,0 0 0,0 0-1,0 1 1,0-1 0,0 1-1,-1 0 1,1 1 0,-1-1-1,1 1 1,-1 0 0,0 0-1,0 0 1,0 0 0,-1 1-1,1 0 1,-1-1 0,0 1-1,0 1 1,0-1 0,0 0 0,-1 1-1,0-1 1,1 1 0,-2 0-1,1 0 1,-1 0 0,2 6-1,0 4-851,-1 0 0,0 0 0,-1 18 0,-3 41-7428,1-59 5492,0 12-8438</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6.595"/>
    </inkml:context>
    <inkml:brush xml:id="br0">
      <inkml:brushProperty name="width" value="0.035" units="cm"/>
      <inkml:brushProperty name="height" value="0.035" units="cm"/>
    </inkml:brush>
  </inkml:definitions>
  <inkml:trace contextRef="#ctx0" brushRef="#br0">153 23 11849,'5'-22'2015,"-15"26"509,-6 7 3993,13-11-5506,0 1-895,0-1 1,1 1 0,-1 0 0,1 0 0,-1 0 0,1 0 0,0 0 0,-1 0 0,1 1 0,0-1 0,0 1 0,0 0 0,0 0 0,0 0 0,0-1 0,0 2 0,1-1 0,-1 0 0,1 0 0,-2 4 0,-2 5 167,0 1 0,1 0 1,-4 20-1,3-9-114,-33 155 756,31-132-605,-4 92 0,11-96-150,2 0 1,2 0-1,1-1 0,22 81 1,-22-105-133,1-2 0,0 1 0,1 0 0,0-1 0,1-1 0,1 1 1,1-1-1,0-1 0,0 0 0,1 0 0,1-1 0,0-1 0,1 1 0,0-2 0,19 12 0,-14-12-215,0-1 0,0-1-1,1 0 1,0-1-1,1-1 1,38 6-1,-50-11-236,1 0 0,0 0 0,0-1 1,0 0-1,-1-1 0,1 0 0,0 0 0,0-1 0,-1 0 0,1-1 0,-1 0 0,0 0 0,0-1 0,0 0 0,0 0 0,-1-1 0,1 0 0,6-5 0,13-19-6568,-10 13-4702</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6.767"/>
    </inkml:context>
    <inkml:brush xml:id="br0">
      <inkml:brushProperty name="width" value="0.035" units="cm"/>
      <inkml:brushProperty name="height" value="0.035" units="cm"/>
    </inkml:brush>
  </inkml:definitions>
  <inkml:trace contextRef="#ctx0" brushRef="#br0">0 113 17246,'105'-25'2848,"-52"1"-196,-4 13-296,-11 11-524,8-3-403,-1-1-405,1 4-628,0 0-744,-8-7-1160,-13-17-1533,-4 10-119,-11 28-3261</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7.654"/>
    </inkml:context>
    <inkml:brush xml:id="br0">
      <inkml:brushProperty name="width" value="0.035" units="cm"/>
      <inkml:brushProperty name="height" value="0.035" units="cm"/>
    </inkml:brush>
  </inkml:definitions>
  <inkml:trace contextRef="#ctx0" brushRef="#br0">483 0 6901,'-9'3'258,"-1"-1"-1,1 0 1,0 0 0,-1-1 0,1 0 0,-1-1 0,0 0 0,1 0 0,-15-3 0,15 2-85,0 1 0,0 1 1,0-1-1,0 1 0,1 1 1,-1 0-1,0 0 0,0 1 0,-15 7 1,-8 1 1497,-71 25 6591,90-33-7414,0 1-1,0 1 1,0 0 0,1 1 0,-19 11-1,28-15-723,0 0 0,0 0-1,0 1 1,1-1 0,-1 1-1,0 0 1,1 0 0,0 0 0,0 0-1,0 0 1,0 0 0,1 0-1,-1 1 1,1-1 0,-1 1-1,1-1 1,1 1 0,-1-1-1,0 1 1,1 0 0,0 0 0,-1-1-1,2 1 1,-1 0 0,0-1-1,2 7 1,3 11 150,0-1 0,2 0 0,1 0-1,0 0 1,1-1 0,15 23 0,24 49-1161,-46-88 536,0-2-405,7 4 435,-9-5 293,1 1 0,0 0 0,0-1 0,-1 1-1,1-1 1,0 0 0,0 1 0,0-1 0,0 0 0,-1 1-1,1-1 1,0 0 0,0 0 0,0 0 0,0 0-1,0 0 1,0 0 0,0 0 0,0 0 0,0 0-1,0 0 1,-1 0 0,1-1 0,0 1 0,0 0-1,0-1 1,0 1 0,0-1 0,-1 1 0,1-1-1,0 1 1,0-1 0,-1 1 0,1-1 0,0 0-1,-1 1 1,1-1 0,-1 0 0,1 0 0,89-92-1634,-25 25 1145,-18 28 333,-43 38 279,-1-1 0,1 1 0,-1 0 0,1-1 0,0 1 0,0 1-1,0-1 1,0 1 0,7-2 0,2 18 12,-12-13-89,2 5-28,0-1 1,0 0 0,0 1-1,-1 0 1,0-1-1,-1 1 1,1 0 0,0 11-1,1 3-304,-2-18 82,9 14-214,-1-2 255,-9-15 187,0 0 0,0 0 0,0 1 1,0-1-1,0 0 0,0 0 0,0 0 1,1 0-1,-1 0 0,0 0 0,0 1 1,0-1-1,0 0 0,0 0 0,0 0 0,0 0 1,0 0-1,0 0 0,1 0 0,-1 0 1,0 0-1,0 0 0,0 0 0,0 1 1,0-1-1,0 0 0,1 0 0,-1 0 1,0 0-1,0 0 0,0 0 0,0 0 0,0 0 1,1 0-1,-1 0 0,0 0 0,0 0 1,0 0-1,0-1 0,0 1 0,0 0 1,1 0-1,-1 0 0,0 0 0,0 0 1,0 0-1,0 0 0,12-5-55,0 1 0,-1-2-1,0 0 1,-1 0 0,1-1 0,-1 0 0,12-11-1,59-67-44,-4 3 33,-31 35-223,-44 44 121,-3 7-208,-4 13 339,-1 0 0,-1 0 1,-1-1-1,0 0 0,-16 23 0,-6 10-29,-12 15 388,43-63-280,-1-1-1,0 1 0,0 0 0,0 0 0,1-1 0,-1 1 0,0 0 0,1-1 1,-1 1-1,1-1 0,-1 1 0,1 0 0,-1-1 0,1 1 0,-1-1 0,1 1 1,-1-1-1,1 0 0,0 1 0,-1-1 0,1 1 0,1-1 0,-2 0 34,1 1-26,1 0 0,-1 0 0,0 0-1,0-1 1,1 1 0,-1-1 0,1 1 0,-1-1 0,1 1 0,-1-1 0,1 0 0,-1 0 0,1 0 0,-1 0 0,1 0 0,-1 0 0,1 0 0,-1 0 0,0-1 0,1 1 0,-1-1 0,1 1 0,-1-1 0,3-1 0,4 0 90,155-57 1928,39-11 86,-157 59-1752,-20 5-69,34-12 1,-56 16-310,0 1 0,0 0 1,0 0-1,1 0 1,-1 1-1,0-1 1,0 1-1,1-1 0,-1 1 1,0 0-1,0 0 1,1 1-1,-1-1 1,0 1-1,6 1 0,-7-1-52,0 0-1,0 0 1,-1 1-1,1-1 1,0 0-1,-1 1 1,1-1-1,-1 1 0,0 0 1,0-1-1,1 1 1,-1 0-1,0 0 1,0 0-1,-1-1 1,1 1-1,0 0 1,-1 0-1,1 0 0,-1 1 1,1-1-1,-1 0 1,0 0-1,0 0 1,-1 4-1,1 17-943,-2-1 0,0 1 1,-8 26-1,0-10-3062,-2-1-3717,4-18-4149</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8.190"/>
    </inkml:context>
    <inkml:brush xml:id="br0">
      <inkml:brushProperty name="width" value="0.035" units="cm"/>
      <inkml:brushProperty name="height" value="0.035" units="cm"/>
    </inkml:brush>
  </inkml:definitions>
  <inkml:trace contextRef="#ctx0" brushRef="#br0">275 726 10457,'-2'-3'1877,"-15"-20"1243,15 21-324,-2 3-2241,-13 8-181,-1 0-1,2 1 1,-1 1 0,1 0-1,1 1 1,0 1-1,-15 16 1,-54 62 863,81-87-1144,0 0 1,1-1-1,0 2 0,0-1 1,0 0-1,1 0 1,-1 1-1,1-1 0,-1 9 1,1-11-53,1 0 0,-1 1 1,1-1-1,0 0 0,0 1 0,0-1 1,1 0-1,-1 1 0,0-1 1,1 0-1,0 1 0,-1-1 0,1 0 1,0 0-1,0 1 0,0-1 0,1 0 1,1 2-1,33 25 1074,-28-27-760,4-2-210,-8 1-114,-1-1 0,1 0 0,0 0-1,-1 0 1,1 0 0,0 0 0,0-1-1,-1 0 1,1 0 0,-1 0 0,1 0-1,-1 0 1,1-1 0,-1 1 0,0-1-1,1 0 1,-1 0 0,0-1 0,0 1 0,-1 0-1,1-1 1,2-3 0,3-5-91,0 0 1,-1-1-1,0 0 0,-1-1 1,-1 1-1,0-1 1,4-19-1,16-96-1072,-1-262-732,-23 302 1703,-4-174 803,3 257-462,-1 5-117,0 1 1,0-1 0,0 1-1,0 0 1,0 0 0,0 0-1,0 0 1,0-1 0,0 1 0,1 1-1,-1-1 1,0 0 0,0 0-1,0 1 1,1-1-35,-4 5 102,1 1 1,0-1 0,0 1-1,1 0 1,-1 0-1,1 1 1,-1 9 0,-3 58 470,4-35-327,-9 129 335,8 1 0,32 288 0,-18-392-1885,25 82-1,-10-58-3402,-5-21-3224,-11-40-2987</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25:18.696"/>
    </inkml:context>
    <inkml:brush xml:id="br0">
      <inkml:brushProperty name="width" value="0.035" units="cm"/>
      <inkml:brushProperty name="height" value="0.035" units="cm"/>
    </inkml:brush>
  </inkml:definitions>
  <inkml:trace contextRef="#ctx0" brushRef="#br0">197 0 11237,'-60'145'8535,"-11"33"-5930,59-141-2007,2 1 0,-12 76 0,14-55 303,2-22 243,-2 45-1,9-81-1097,-1 1 0,1 0 0,0-1 1,-1 1-1,1-1 0,0 1 0,0-1 0,0 1 0,0-1 0,0 0 0,0 1 0,0-1 0,1 0 0,-1 0 0,0 0 1,1 0-1,-1 0 0,1 0 0,-1 0 0,1 0 0,-1-1 0,1 1 0,2 0 0,1-1-6,1 0 0,-1 0 0,0 0 0,1-1 0,-1 0 0,0 0 0,0 0-1,0-1 1,10-3 0,-7 1 7,210-69 853,-197 66-830,-1-1 24,1 2 0,-1 0 0,43-5 0,-59 11-79,-1 0 1,0 0 0,0 1-1,0-1 1,0 1-1,0 0 1,-1 0 0,1 0-1,0 0 1,0 0-1,0 1 1,-1-1 0,1 1-1,-1 0 1,1 0 0,-1 0-1,0 0 1,0 0-1,0 0 1,0 1 0,0-1-1,0 1 1,-1-1-1,1 1 1,-1 0 0,1-1-1,0 6 1,3 5 25,0 1 1,-1 0-1,-1 0 0,2 25 1,-2-4-106,-3-1-1,0 1 1,-3-1 0,0 0 0,-16 61-1,18-87-355,-1 0-1,1 0 0,1 1 1,0-1-1,0 0 0,0 0 1,1 0-1,0 0 0,1 1 1,0-1-1,0-1 0,1 1 1,0 0-1,4 7 0,-6-11-193,-1-4 555,0 0-1,0 0 1,0 0 0,0 0 0,0-1 0,0 1 0,1 0-1,-1 0 1,0 0 0,0 0 0,0 0 0,0 0-1,0 0 1,0 0 0,0 0 0,0 0 0,0 0 0,0 0-1,0 0 1,0 0 0,0 0 0,0-1 0,0 1-1,1 0 1,-1 0 0,0 0 0,0 0 0,0 0 0,0 0-1,0 0 1,0 0 0,0 0 0,0 0 0,0 0-1,0 0 1,1 0 0,-1 0 0,0 0 0,0 0 0,0 0-1,0 1 1,0-1 0,0 0 0,0 0 0,0 0-1,0 0 1,0 0 0,0 0 0,0 0 0,1 0 0,-1 0-1,0 0 1,0 0 0,0 0 0,10-21-6490,-2-21-4254</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1:35.586"/>
    </inkml:context>
    <inkml:brush xml:id="br0">
      <inkml:brushProperty name="width" value="0.035" units="cm"/>
      <inkml:brushProperty name="height" value="0.035" units="cm"/>
    </inkml:brush>
  </inkml:definitions>
  <inkml:trace contextRef="#ctx0" brushRef="#br0">18 64 4956,'-17'14'17029,"19"-16"-16818,2-1-132,0 0 1,0 0-1,1 0 1,0 0-1,-1 1 1,1-1-1,0 1 1,0 0-1,0 1 1,7-2-1,62-8 475,-37 6-187,254-19 1597,2 22-1533,6 1-257,-214-2-174,268 2-107,-222 2 149,22 2 8,70 6-133,-43-5 93,68 15-10,-66-2-37,-6-1 28,-69-11-7,238 2 102,-124-4-89,-66 1 9,65-4-30,424-21-265,-487 22-33,-63 1 262,36 2 47,39-2 52,-153-2-34,221-12-120,-176 7 118,80 5 0,-99 1-31,66-8 0,-19 0 2,99 13 48,7 1-1,203-8 64,-187 2-97,-206-1 13,457 5 36,-201 5-64,10-10 87,301-1 39,283-3 156,-541 5 256,-92-6-144,57 0 173,743 28 1705,-806-23-1372,-154-5-589,-46 3-144,-1 0 1,1 2 0,-1-1-1,28 4 1,2 1 371,-42-3-389,1-1-65,11 1 260,0 1-1502,-15 1 540,-8 4 341,2-4 171,1-1 1,-1 1-1,0-1 0,0 0 1,0-1-1,0 1 0,-1-1 0,-9 0 1,-9 3-42,22-3 114,-1-1-111,2 0 384,-24-1-1207,22 0-514,19 0 197,2 0-656,-17 1 1911,0 0 0,0 0-1,1 0 1,-1 0 0,0 0 0,0 0 0,0 0 0,0 0 0,0 0-1,0 0 1,1 0 0,-1 0 0,0 0 0,0 0 0,0 0 0,0 0-1,0 0 1,0 0 0,0 0 0,1 0 0,-1 0 0,0 0 0,0 0-1,0 0 1,0 0 0,0 0 0,0-1 0,0 1 0,0 0 0,0 0 0,1 0-1,-1 0 1,0 0 0,0 0 0,0 0 0,0 0 0,0-1 0,0 1-1,0 0 1,0 0 0,0 0 0,0 0 0,0 0 0,0 0 0,0-1-1,0 1 1,0 0 0,0 0 0,0 0 0,0 0 0,0 0 0,0 0-1,0-1 1,0 1 0,0 0 0,0 0 0,0-20-6468,0-1-4266</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1:41.038"/>
    </inkml:context>
    <inkml:brush xml:id="br0">
      <inkml:brushProperty name="width" value="0.035" units="cm"/>
      <inkml:brushProperty name="height" value="0.035" units="cm"/>
    </inkml:brush>
  </inkml:definitions>
  <inkml:trace contextRef="#ctx0" brushRef="#br0">4027 4 5473,'0'0'13749,"-5"0"-13400,-11-1-94,13 0-193,-1 0 0,0 1-1,1-1 1,-1 1 0,0 0 0,1 0 0,-1 0 0,1 1-1,-1-1 1,0 1 0,-5 2 0,-3 1 97,0 0-1,0-1 1,-1 0-1,1-1 1,-1 0 0,1-1-1,-14-1 1,9 1-65,-198 12 922,86-7-823,-33 2 65,-247 17-127,163-11-84,42-3 72,-36 3 127,110-4-175,-42 4 69,108-8-130,28-3-26,-39 7 0,35-1 12,-245 62 32,68-6 42,108-35 28,15 6-108,-6 1-30,59-23 31,0 2 0,1 2 0,1 1 0,0 2 0,2 2 0,-51 40 1,48-30 38,-70 77 1,27-24-69,56-61 46,2 2 0,1 1 0,-34 49 1,41-51-15,2 0 1,0 1-1,2 0 1,1 1-1,1 1 1,-9 41 0,2-2 66,-9 42-131,-15 235 3,34-253 79,3-51-22,3-23 37,0 0-1,1 1 0,2 29 1,0-34-23,1 0-15,-1 1 1,0 0 0,-3 26-1,1-27 15,1-1-1,1 1 0,0 0 1,0 0-1,2-1 0,-1 0 1,9 24-1,-4-16-20,-2 0 0,4 28 0,-5-27 26,0 0 0,2-1 0,1 1 0,1-1 0,11 21 0,3 12-35,-14-38 36,1 0-1,0-1 1,1 0-1,0 0 0,1-1 1,23 21-1,13 19-32,12 10 125,8 10-162,-58-62 66,1 0 0,1 0 1,0-1-1,1 0 0,0-1 1,17 11-1,-12-10 6,0 2 1,16 15-1,-20-17 7,-1 0-1,2-1 1,0 0-1,27 14 1,48 21 100,49 20 93,-18-17-186,0-6 138,-54-17-74,104 24-1,-96-33-60,66 11-7,88-7 157,-133-15-210,45 0 37,298-18 90,-235 5-98,-89 10-60,5 0 4,4 1 32,-69 0 57,8-3 112,-36-1-161,-1 1 0,36 6 0,42 3 16,15 2 10,101 5 45,-94-11-91,102 2-16,-6 0 80,-54-3-24,-15-1 15,472 6 14,-393-11-39,868 27-26,-725 3 35,-227-19-53,95 3-33,-105-11 70,295-9 9,-25-6 14,-151 1 162,17 2-280,-24 1 100,-40-3-9,159-14 12,-246 15-17,312-49 166,-126-13-171,-228 51 117,137-62 0,-109 34 191,171-109-1,-258 145-147,-1-1 0,-1-2 0,0 0 0,-1-1-1,-1 0 1,20-31 0,-16 17 113,-1-1 1,-2-1-1,21-56 0,-25 55-147,74-178 240,-79 193-238,0-1 0,6-24 1,-8 23 115,14-35 0,-10 33-81,-2-1 1,-1 0 0,-1 0 0,-1-1-1,-1 0 1,-2-1 0,1-51 0,-6 26-64,-2-1 1,-2 1-1,-14-55 1,9 60-13,-33-82 0,29 97-41,-1 1 1,-2 1-1,-1 0 0,-1 2 1,-2 0-1,-38-40 1,-168-139-48,39 72 9,131 102 8,-2 2-1,0 2 0,-94-29 0,-198-44-32,342 101 43,-481-92-16,236 51 131,-9 17-151,185 21 52,-359-3-62,303 8 64,-626 0-76,143-7-199,336 3 199,-126 1-114,261-2 119,25 0 8,-453-16-82,483 16 115,-26-4-39,50 0 61,-18-1-1,-135-35-1,-20-21-22,217 58 25,-34-15-1,-8-2-33,-2 3 32,-88-16 1,65 21-3,-32-5-6,5 6-6,-171-16-14,112 23-2,-294 21 0,22 44 69,267-36-23,31-4-61,-436 99 524,494-92-372,-43 10-23,-30 1 113,60-11-3932,46-5-1001,24-5-3992,12-6-1848</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1:44.854"/>
    </inkml:context>
    <inkml:brush xml:id="br0">
      <inkml:brushProperty name="width" value="0.035" units="cm"/>
      <inkml:brushProperty name="height" value="0.035" units="cm"/>
    </inkml:brush>
  </inkml:definitions>
  <inkml:trace contextRef="#ctx0" brushRef="#br0">5573 182 7161,'4'5'642,"4"5"-458,-6-4 7915,-5-6-7631,-32-6 476,31 5-479,0 1-41,-98-6 1455,68 6-1365,-42-6-1,52 3-356,0 2-1,-25 1 1,21 1-44,-33-4 0,-121-7 111,-96-4 171,143 5-257,40 2-65,-60-1 36,-34-1-82,49 2 38,-58-6-11,116 4-13,-192-26 145,247 32-169,0 1 1,-28 1-1,-17-1-2,-82-5 100,83 5-127,-38 1 148,79 4-95,-1-2-1,0-2 0,0 0 0,-34-8 0,50 7-36,1 0-1,0 1 1,-19 1-1,19 0 2,1 0 0,0-1 0,-21-4 0,14 2 1,0 0 0,0 1-1,-32 1 1,26 1 19,-34-4 1,26 0 16,-50 2 1,6 1 68,-2 2-95,14 1 10,58-1-28,-44-3 9,5 2 67,-61 6-1,30 0 147,-89 15-39,104-11-70,-182 40 144,230-45-228,0 0 0,0 1 0,1 0-1,0 1 1,1 1 0,-14 10 0,0 0 20,0-1 30,0 1-1,2 1 1,0 2-1,-33 34 1,25-17-3,2-1 103,-55 49 1,-42 39 73,71-66-124,-53 60 55,68-73-134,-63 59 93,68-70-118,25-25-2,0 1 0,-11 14 1,0 0-2,19-22-19,0 0-1,0 1 0,1-1 1,-1 1-1,1 0 0,0 0 1,0 0-1,1 1 0,-1-1 1,1 1-1,-3 7 0,3-6-9,0 0-1,0 0 1,0 0-1,-1 0 1,0 0-1,0-1 1,-1 0-1,-6 8 1,6-7 14,-1-1 0,2 1 0,-1 0 0,0 0 0,1 0 1,1 1-1,-4 9 0,1-1-15,0-1 0,0 0 1,-10 17-1,7-15 45,1 0 0,-5 18 0,-41 214 58,39-173-86,-10 84-31,22-127 15,2 0-1,5 55 1,0-10-146,-4-53 60,0 0 0,2 0 0,0 0 0,12 43 0,35 99 3,-33-109 59,6 20 30,18 49 34,14 39-21,-21-68-57,-27-80 21,18 31 1,4 7 31,-17-30-38,20 30-1,-13-23 71,-5-10-29,31 35 0,7 11-190,-43-57 132,0 0 0,13 11 0,-10-10-25,-1 0 1,14 19-1,-18-24 43,0 1 1,1-1-1,0 0 0,0-1 0,0 0 0,1 0 1,18 9-1,-13-7 12,32 19-27,1-3 1,0-2-1,64 20 1,-54-23 2,52 14 82,-66-24-101,85 7 1,-12-16-81,133 2 34,-127-4-22,-42-3 123,-13-1-140,152-14-53,-56 2 185,-88 12-74,255-16 70,-67 4-62,-107 1 50,7-2-83,30-1 7,-39 7 123,42 6-68,-146 5 112,-28 0-72,-1 1 0,34 4 0,113 9 39,-122-10-31,56 9-1,27 1 83,-42-4-89,33 1 149,3 0-231,-30 0 226,16 4-167,18 1 217,-46-7-96,42 1 13,86-12-15,-152 0-66,78-16-1,-75 10-58,0-4 0,74-26 0,110-56-41,85-31 13,-192 83 62,59-22 40,120-31 583,-119 43-459,-33 11 249,-11 3-24,-70 17-246,66-22 282,-138 41-308,-1 0-1,1-2 0,-1 1 0,-1-1 0,14-10 0,-18 12-63,1-1-1,-1 0 1,0 0 0,0-1-1,-1 1 1,0-1-1,0 0 1,0 0 0,0-1-1,2-7 1,92-336 182,-85 296-235,0-7 294,9-119 0,-21 135 142,-9-81 0,2 92-328,0 0 1,-3 0-1,0 1 1,-3 1-1,0 0 1,-2 0-1,-18-29 1,4 7-36,18 33-53,-1 1 0,-17-25 0,-78-80 94,22 27 17,61 68-115,-52-59 56,67 81-51,1-1 1,1 1-1,-1-1 0,1-1 1,1 1-1,0-1 1,-7-18-1,9 22-11,0 0 0,0 1 0,-1-1 1,0 1-1,-8-9 0,-9-12 25,-53-72-2,0 11-33,65 76 10,0 1 0,0 0 0,-1 0 0,-19-14 0,2 2 72,-45-45-20,-153-108 1,186 152-76,-24-18-1,53 35 18,1 1 1,-1-1-1,-20-6 0,-10-6 12,26 12-5,5 6-5,-23-10 5,-355-116 87,38 53-191,238 55 91,74 15 12,-68 2 0,43 3 81,-54 5-27,54-1-67,39-4 126,0-2 0,-1 0 0,-33-6 0,24 5 133,2-1-91,24 1-137,0 0 0,0 0-1,0 0 1,0 1 0,-1 1 0,1-1 0,0 1 0,-8 2 0,-40 2 103,51-5-87,-34 0-336,-56 7 0,91-7-262,-1 0-1611,-3 1 1788,2-1-334,0 0 0,0 0 0,-1-1 1,1 0-1,-6-1 0,8 1-568,0 0 0,0 0 0,0-1-1,1 1 1,-1-1 0,0 1 0,-3-5-1,-11-7-9761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1:47.797"/>
    </inkml:context>
    <inkml:brush xml:id="br0">
      <inkml:brushProperty name="width" value="0.035" units="cm"/>
      <inkml:brushProperty name="height" value="0.035" units="cm"/>
    </inkml:brush>
  </inkml:definitions>
  <inkml:trace contextRef="#ctx0" brushRef="#br0">67 67 4808,'0'0'2638,"-3"1"-1673,-61 30 10143,70-31-10333,43-3 663,85-16 0,-55 6-491,286-35 1856,-202 37-1246,-86 7-521,-118 15-912,-626 139-906,612-138 749,34-6-102,0-1 0,-1-2 0,-23 2 0,74-13-1014,253-59-4237,-87 37-3360,-61 16-1271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2:22.882"/>
    </inkml:context>
    <inkml:brush xml:id="br0">
      <inkml:brushProperty name="width" value="0.035" units="cm"/>
      <inkml:brushProperty name="height" value="0.035" units="cm"/>
    </inkml:brush>
  </inkml:definitions>
  <inkml:trace contextRef="#ctx0" brushRef="#br0">111 169 4088,'-12'4'407,"9"-3"-215,1 0 1,-1 0 0,1 0-1,-1 0 1,1-1-1,-1 0 1,0 1-1,-2-1 1,-5 17 1171,2-2 2562,9-12-3536,4 29 446,-4-29 1611,-4-1-1967,2-2-396,-1 2 23,-1-1 1,0 1-1,1-1 1,-1 1 0,1 0-1,0 0 1,-1 0 0,1 0-1,-4 5 1,-10-3 485,15-4-508,0 0 1,1 0 0,-1 1 0,0-1 0,1 0 0,-1 1 0,0-1 0,1 0-1,-1 1 1,1-1 0,-1 1 0,1-1 0,-1 1 0,1-1 0,-1 1 0,1-1-1,-1 1 1,1 0 0,0-1 0,-1 1 0,1 0 0,0-1 0,0 1 0,-1 0 0,1-1-1,0 1 1,0 0 0,0-1 0,0 1 0,0 1 0,6 20 1671,-5-19-2105,0 0 556,2-1-154,0-1 1,0 1 0,0-1 0,0 0 0,0 0-1,6 2 1,-3-1 30,-4-1 307,2-1-314,31 6 80,-31-5-32,35-5-47,10 1-30,198 5 114,-117-4-117,-42 1-37,223 9 38,142 23 88,-335-33-70,-71 0-40,32-4-87,68-1 7,-27 3 46,-17 0-14,23-3 21,45-1-3,-41 3 31,291 7-16,-317 2 62,228-10-48,-180-1-48,1 1-14,99-2-2,-132 1 177,60 10-214,210-16 48,-57 10 110,-197 4-59,-37-2 20,105 3-128,-29-5 38,61 7 42,-51 0 8,56 3 156,-133 3-235,230 4 152,-269-10-132,130 1-47,20-5 109,-108 1-1,-106-1-4,224-6 14,-69 3 6,-44 2-8,142-3-4,-102 5-7,-54 1 75,160 6-99,72-2 136,-111-10-209,139-6 35,3-4 114,-223 6 36,-64 2-48,198-9 169,-121 3-41,165-9 61,-13 7 108,-7-5 756,101-1 1037,-89 7-382,-303 12-1673,142-13 1354,-111 7-817,-37 7-14,1 0-549,34-1 317,-41 0-489,-1 0 1,1 0-1,0-1 0,-1 1 0,1-1 0,0 0 0,-4-2 0,-11-7-1274,-9 1-972,22 9 1851,1 0 1,-1 0-1,1-1 1,0 1-1,-1-1 1,1 0-1,0-1 0,0 1 1,-5-5-1,5 2-722,0 0-1,0-1 0,1 1 0,0-1 0,-4-10 0,-20-45-11194</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4.009"/>
    </inkml:context>
    <inkml:brush xml:id="br0">
      <inkml:brushProperty name="width" value="0.035" units="cm"/>
      <inkml:brushProperty name="height" value="0.035" units="cm"/>
    </inkml:brush>
  </inkml:definitions>
  <inkml:trace contextRef="#ctx0" brushRef="#br0">78 15 5100,'7'6'1243,"-13"-12"-213,-4-6 32,8 10-135,0 3-14,-20 19 3288,20-19-2961,-4 5-716,2-3 154,1 1 1,0-1-1,0 0 0,0 1 1,0-1-1,-2 6 1,-3 7 289,6-12 2954,10 9-2376,-8-12-1512,0 0 1,0 0-1,1 0 1,-1-1-1,1 1 1,-1 0-1,1 0 0,-1 0 1,1 0-1,0-1 1,-1 1-1,1 0 1,0-1-1,-1 1 0,1 0 1,0-1-1,0 1 1,1 0-1,4 0 115,0 0-1,1 0 1,-1-1-1,0 0 1,0 0-1,11-2 1,6 1 181,274 21 2203,-145-6-1748,-94-10-804,297 31-859,-298-25-3131,-57-10 3971,0 0 0,0-1 0,0 1 0,0 0 0,0 0 0,0 0 1,0 0-1,0 0 0,0 0 0,-1 0 0,1 0 0,0 0 1,0 0-1,0-1 0,1 1 0,-1 0 0,0 0 0,0 0 0,0 0 1,0 0-1,0 0 0,0 0 0,0 0 0,0 0 0,0 0 1,0 0-1,0-1 0,0 1 0,0 0 0,0 0 0,0 0 0,0 0 1,0 0-1,0 0 0,0 0 0,1 0 0,-1 0 0,0 0 1,0 0-1,0 0 0,0 0 0,0 0 0,0 0 0,0 0 0,0 0 1,0 0-1,0 0 0,0 0 0,1 0 0,-1 0 0,0 0 1,0 0-1,0 0 0,0 0 0,-1-5-712,-1-1 1,0 1-1,0 0 1,0 0-1,0 0 0,-1 1 1,-5-8-1,-12-9-6373,0 2-2552</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4.437"/>
    </inkml:context>
    <inkml:brush xml:id="br0">
      <inkml:brushProperty name="width" value="0.035" units="cm"/>
      <inkml:brushProperty name="height" value="0.035" units="cm"/>
    </inkml:brush>
  </inkml:definitions>
  <inkml:trace contextRef="#ctx0" brushRef="#br0">403 1 12145,'0'0'2211,"-2"1"-349,-1 3-1053,0 0 0,0-1 0,0 1 0,0 1 1,-4 6-1,4-3-633,0 0 0,0 0 1,-2 16-1,-4 8 375,-11 35 124,-100 305 788,-53 166-64,138-379-416,32-136-681,0 1 1,2 0-1,1-1 1,5 46-1,-3-59-168,1 1 1,0-1-1,0 0 0,1 0 0,0 0 0,1 0 0,0-1 1,1 1-1,0-1 0,0-1 0,1 1 0,0-1 0,0-1 1,11 10-1,-6-8 62,0 0 0,1 0 0,0-1 0,1-1 0,-1 0 0,1-1 0,1 0 0,-1-1 0,22 4 0,29 2-19,95 5-1,70-11-97,-157-4-78,278-2-1,159 3 0,-331 2 38,102 5-548,-193-9-1732,-31-6-2687,-53 5 1143,-25-20-14568</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4.703"/>
    </inkml:context>
    <inkml:brush xml:id="br0">
      <inkml:brushProperty name="width" value="0.035" units="cm"/>
      <inkml:brushProperty name="height" value="0.035" units="cm"/>
    </inkml:brush>
  </inkml:definitions>
  <inkml:trace contextRef="#ctx0" brushRef="#br0">74 1 7905,'-41'9'1224,"40"-9"-1125,-1 1 0,0-1 0,0 1 0,1 0 0,-1-1 0,1 1 0,-1 0 0,1 0 0,-1 0 0,1 0 0,-1 1 0,1-1 0,0 0 0,0 1 0,-1-1 0,1 0 0,0 1 0,0-1 0,-1 4 0,0-2 224,1-1 272,1 2-390,0-1 0,0 0 0,0 1 0,1-1 1,0 0-1,0 0 0,0 0 0,0 0 0,0 0 0,0 0 0,1 0 0,-1 0 0,1 0 0,0 0 1,0-1-1,0 1 0,0-1 0,6 5 0,1 0 679,0-1-1,1 0 1,0-1-1,13 6 1,23 11 1644,-29-11-1845,53 29 1691,-44-27-1571,0 2 0,0 1 0,-2 1-1,0 1 1,-1 1 0,38 41 0,-55-54-754,-1 1 0,1 0-1,-2 0 1,1 0 0,-1 0 0,0 1 0,-1 0-1,1 0 1,-1 0 0,-1 0 0,0 0 0,0 1-1,-1-1 1,0 1 0,0-1 0,-1 1 0,0-1-1,0 1 1,-1-1 0,0 1 0,-1-1 0,0 0-1,0 1 1,-4 7 0,-7 20-921,-1 0 1,-2-1-1,-1-1 0,-1-1 1,-3 0-1,0-2 0,-37 42 1,-12 3-7445,-3-2-6178</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5.584"/>
    </inkml:context>
    <inkml:brush xml:id="br0">
      <inkml:brushProperty name="width" value="0.035" units="cm"/>
      <inkml:brushProperty name="height" value="0.035" units="cm"/>
    </inkml:brush>
  </inkml:definitions>
  <inkml:trace contextRef="#ctx0" brushRef="#br0">50 1364 11489,'0'4'117,"-1"14"1023,0 0 1,-1-1-1,-1 1 0,-8 26 0,9-39-482,0 0 0,0-1 0,-1 1 0,0-1 0,0 1 0,0-1 0,-10 10 5047,25-25-4517,-1 3-977,1-7-53,0 0-1,-1-1 1,0-1-1,-2 0 1,0 0-1,9-26 1,-3 11-22,268-650 552,-50 110 552,-230 565-1207,1-3 41,1 0 0,0 0 0,0 1 1,1-1-1,8-11 0,-13 21-72,-1-1 0,0 1 0,1-1-1,-1 1 1,1-1 0,-1 1 0,1 0-1,-1-1 1,1 1 0,-1-1 0,1 1-1,0 0 1,-1-1 0,1 1 0,-1 0-1,1 0 1,0 0 0,-1-1-1,1 1 1,0 0 0,-1 0 0,1 0-1,0 0 1,-1 0 0,1 0 0,0 0-1,-1 0 1,1 1 0,0-1 0,-1 0-1,1 0 1,-1 0 0,1 1 0,0-1-1,-1 0 1,1 1 0,-1-1 0,1 1-1,-1-1 1,1 0 0,-1 1 0,1-1-1,-1 1 1,1-1 0,-1 1 0,0-1-1,1 1 1,-1 0 0,0-1 0,0 1-1,1 1 1,2 4 1,0 0 0,-1 0-1,0 1 1,2 7 0,2 17-3,-1 1 0,1 56 0,-8 71 0,-1-46 0,3-107 0,-9 432-442,5-353-847,-14 119-1959,14-177 768,-15 43 0,12-51 114,-1 0 0,0-1-1,-12 18 1,-2-2-8013</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5.711"/>
    </inkml:context>
    <inkml:brush xml:id="br0">
      <inkml:brushProperty name="width" value="0.035" units="cm"/>
      <inkml:brushProperty name="height" value="0.035" units="cm"/>
    </inkml:brush>
  </inkml:definitions>
  <inkml:trace contextRef="#ctx0" brushRef="#br0">1 18 19522,'0'0'2524,"17"-11"-396,4 4-332,0 7-459,0 0-217,14 11-232,18 6-508,-4-13-472,4 6-1020,-29-6-785,15 10 153,17 7-5548,-11-4-7282</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6.009"/>
    </inkml:context>
    <inkml:brush xml:id="br0">
      <inkml:brushProperty name="width" value="0.035" units="cm"/>
      <inkml:brushProperty name="height" value="0.035" units="cm"/>
    </inkml:brush>
  </inkml:definitions>
  <inkml:trace contextRef="#ctx0" brushRef="#br0">1 14 19254,'32'28'2692,"-8"-35"-220,18-3-252,0 3-247,7 0-393,0 0-324,11 7-256,3-4-680,0 4-320,-14 0 0,-7 0 0,-17 0 0,6 4-1124,-3 3-896,-56-4-5361,-24 11 816,-1 7-6128</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6.166"/>
    </inkml:context>
    <inkml:brush xml:id="br0">
      <inkml:brushProperty name="width" value="0.035" units="cm"/>
      <inkml:brushProperty name="height" value="0.035" units="cm"/>
    </inkml:brush>
  </inkml:definitions>
  <inkml:trace contextRef="#ctx0" brushRef="#br0">0 35 20566,'151'-24'2716,"-85"27"-320,-6-6-411,-8-1-457,1-3-364,-25 11-540,11-1-604,24 1-652,-42-4-948,7 0-845,0 3-1335</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6.572"/>
    </inkml:context>
    <inkml:brush xml:id="br0">
      <inkml:brushProperty name="width" value="0.035" units="cm"/>
      <inkml:brushProperty name="height" value="0.035" units="cm"/>
    </inkml:brush>
  </inkml:definitions>
  <inkml:trace contextRef="#ctx0" brushRef="#br0">738 63 11305,'-4'-1'371,"0"-1"0,1 1 0,-1-1-1,0 0 1,0 0 0,1 0 0,0-1 0,-1 1 0,1-1 0,-5-5 0,-14-10 1596,19 15-1786,-1 1 1,0 0 0,0 0-1,-1 1 1,1-1 0,0 1 0,-1 0-1,1 0 1,-9-1 0,-47 2 469,50 0-513,-15 1 96,1 1 0,0 1 0,1 1 0,-1 1 0,1 1 0,-40 16 0,30-7 86,1 2 0,0 2 0,2 0 0,-49 41 0,65-47-149,0 0-1,1 0 1,1 1-1,1 1 1,0 0-1,0 1 0,2 0 1,0 0-1,1 1 1,0 0-1,-5 20 1,11-29-159,0 1 1,1 0 0,0 0 0,0 0-1,1 1 1,0-1 0,1 0-1,0 0 1,0 0 0,1 0 0,0-1-1,0 1 1,1 0 0,1-1 0,-1 1-1,1-1 1,1 0 0,-1 0-1,1-1 1,1 0 0,9 11 0,-4-6-191,1-1 0,0 0 0,1 0 0,0-2 0,0 1 0,1-2 0,1 0 0,-1 0 0,1-2-1,1 0 1,22 6 0,10-3-2159,1-2-1,94 0 0,-75-5-2276,13-1-4160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6.826"/>
    </inkml:context>
    <inkml:brush xml:id="br0">
      <inkml:brushProperty name="width" value="0.035" units="cm"/>
      <inkml:brushProperty name="height" value="0.035" units="cm"/>
    </inkml:brush>
  </inkml:definitions>
  <inkml:trace contextRef="#ctx0" brushRef="#br0">1 29 12597,'0'0'3772,"1"3"-2398,34 62 1677,-23-39-2419,2-1 0,21 29 1,-25-41-281,2 0 0,-1 0 0,2-2 0,0 1 0,0-2 0,1 0 0,0 0-1,1-1 1,18 7 0,-12-8-69,1-1 0,1-1-1,-1-1 1,1-1 0,0-1-1,-1-1 1,1-1-1,0-1 1,36-5 0,-56 5-311,1-1 0,-1 1 1,1-1-1,-1 0 1,1 0-1,-1 0 0,0-1 1,1 1-1,-1-1 0,0 1 1,0-1-1,0 0 1,0 0-1,0-1 0,-1 1 1,4-3-1,-5 2-64,1 1-1,-1-1 1,0 1 0,0-1-1,0 1 1,0-1 0,0 1-1,-1-1 1,1 0 0,-1 1-1,0-1 1,1 0 0,-1 0-1,0 1 1,-1-1 0,1 0-1,0 0 1,-1 1 0,0-1-1,1 1 1,-3-6 0,-1-1-251,-1 0 0,0 0 0,0 0 0,-1 1 0,0 0-1,-1 0 1,0 0 0,0 1 0,-14-12 0,-12-6-1925,-38-23 0,59 40 1623,-56-34-5113,2 0-3424</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7.233"/>
    </inkml:context>
    <inkml:brush xml:id="br0">
      <inkml:brushProperty name="width" value="0.035" units="cm"/>
      <inkml:brushProperty name="height" value="0.035" units="cm"/>
    </inkml:brush>
  </inkml:definitions>
  <inkml:trace contextRef="#ctx0" brushRef="#br0">14 67 16289,'26'-9'1678,"-23"7"-674,-14 3 302,-10 5 3234,10 190-2088,11-167-2280,6 45 1,-4-63-118,0 1-1,1-1 1,0 0 0,1 0-1,0-1 1,11 20 0,-14-29-35,0 1 1,0 0-1,0-1 1,0 1 0,0-1-1,0 0 1,0 1 0,1-1-1,-1 0 1,1 0-1,-1 0 1,1 0 0,-1 0-1,1 0 1,0 0 0,-1 0-1,1-1 1,0 1-1,-1-1 1,1 1 0,0-1-1,0 0 1,0 1 0,0-1-1,-1 0 1,1 0-1,0-1 1,0 1 0,0 0-1,0 0 1,-1-1 0,4-1-1,4-1 38,-1-1 0,-1 0 0,1-1 1,-1 0-1,10-8 0,-6 5-3,21-17 122,-1-2-1,-1-1 0,33-40 0,64-97-2827,-124 160 2166,0 1 0,-1-1 0,1 0 1,-1 0-1,0 1 0,0-2 0,-1 1 0,1 0 0,-1 0 0,0 0 0,-1-1 0,1-8 0,-4-17-7309,-1 13-2259</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7.374"/>
    </inkml:context>
    <inkml:brush xml:id="br0">
      <inkml:brushProperty name="width" value="0.035" units="cm"/>
      <inkml:brushProperty name="height" value="0.035" units="cm"/>
    </inkml:brush>
  </inkml:definitions>
  <inkml:trace contextRef="#ctx0" brushRef="#br0">127 53 5044,'-67'-18'-220,"29"4"-472,27 4-508,1-1 336</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8.045"/>
    </inkml:context>
    <inkml:brush xml:id="br0">
      <inkml:brushProperty name="width" value="0.035" units="cm"/>
      <inkml:brushProperty name="height" value="0.035" units="cm"/>
    </inkml:brush>
  </inkml:definitions>
  <inkml:trace contextRef="#ctx0" brushRef="#br0">184 86 10093,'9'-18'2219,"-9"18"-2181,0 0 0,0 0-1,0 0 1,-1 0 0,1 0 0,0 0 0,0 0 0,0 0 0,0 0-1,0 0 1,0 0 0,0 0 0,0 0 0,0 0 0,0 0 0,-1 0 0,1 0-1,0 0 1,0 0 0,0 0 0,0 0 0,0 0 0,0 0 0,0 0-1,0 0 1,0 0 0,0-1 0,0 1 0,0 0 0,0 0 0,0 0 0,-1 0-1,1 0 1,0 0 0,0 0 0,0 0 0,0 0 0,0 0 0,0 0 0,0-1-1,0 1 1,0 0 0,0 0 0,0 0 0,0 0 0,0 0 0,0 0-1,0 0 1,0 0 0,0 0 0,0-1 0,0 1 0,1 0 0,-12 2 984,5-2-489,1 0 0,0 1 1,0 0-1,-1 0 1,1 0-1,0 0 1,0 1-1,0 0 0,1 0 1,-1 1-1,0-1 1,1 1-1,-1 0 1,1 0-1,-5 5 1,-23 24 1022,26-28-1368,1 1-1,-1 0 1,1 1 0,0-1 0,0 1-1,1 0 1,0 1 0,0-1-1,0 1 1,1-1 0,-5 14 0,6-14-211,1 0 1,0-1 0,0 1-1,1 0 1,-1 0 0,1 0-1,1 0 1,-1 0 0,1-1-1,0 1 1,0 0 0,1 0-1,-1-1 1,1 1 0,0-1-1,1 0 1,0 1 0,-1-1-1,2 0 1,-1 0 0,0-1-1,1 1 1,0-1 0,0 0-1,1 0 1,-1 0 0,1 0-1,-1-1 1,1 0 0,0 0-1,1 0 1,-1 0 0,0-1-1,9 2 1,-9-2-116,1-1 0,-1 0 0,1 0-1,0 0 1,-1-1 0,1 0 0,0 0 0,-1-1-1,1 1 1,0-1 0,8-3 0,-10 3 9,1-2 0,-1 1 0,0 0 0,0-1 0,0 0 0,0 0 0,0 0 0,0 0 0,-1-1 0,0 0 0,0 1 0,0-1 0,0 0 0,3-7 0,6-9-294,-2-2-1,0 1 0,-2-1 1,0-1-1,-2 0 1,7-37-1,-4 27 786,-8 30-66,-6-16 290,0 5 216,8 13-405,5 8-57,-3-1-111,0 0 0,-1 1-1,1-1 1,-1 1 0,0 0 0,3 12-1,8 13 455,-4-10-158,8 28 0,-14-36-360,0 0 0,0 0 1,1 0-1,1-1 0,0 0 0,1-1 0,0 1 0,14 13 0,-16-20-121,-1 0-40,1 0-1,0 0 1,0-1-1,0 0 0,1 0 1,0-1-1,0 1 1,0-2-1,8 5 1,-1-4-184,-1 0 1,1-1-1,-1-1 0,1 0 1,0 0-1,16-1 1,-20-2 19,-1 1 0,0-1 0,1-1 0,-1 0-1,0 0 1,0-1 0,0 0 0,0 0 0,-1-1 0,10-5 0,0-4-174,1-1 0,-2-1 0,0 0 1,0-1-1,-2-1 0,0 0 0,-1-1 0,-1-1 0,0 0 0,11-24 1,-1 2 939,2 1 0,32-39 0,-55 76-534,0 1 62,0-1-1,-1 0 0,1 0 1,-1 0-1,0-1 0,0 1 1,1-5-1,1-1 232,-2 7 154,15-3 467,-15 5-956,0-1 0,0 1 1,0-1-1,1 1 1,-1-1-1,0 1 0,1 0 1,-1-1-1,0 1 1,0 0-1,1 0 0,-1 0 1,2 0-1,0 1 31,0 0 1,0 1-1,-1-1 0,1 1 1,0-1-1,-1 1 1,1 0-1,-1 0 0,0 0 1,0 0-1,1 0 0,1 4 1,24 33 338,-22-30-334,125 167 554,-121-165-725,1-1-1,0 0 1,1 0-1,-1-1 1,2-1-1,-1 0 1,1-1-1,0 0 1,1-1-1,0-1 1,0 0-1,20 5 1,-10-5-34,1-1 0,-1-1 0,1-1 1,0-1-1,0-1 0,41-5 0,-43 2 225,7-1 611,55-15 1,-38 6 892,51-8 0,-63 18-755,-31 3-503,-4 3-57,1 22-48,0-20-319,0 0-1,-1 0 1,0 0-1,0 0 1,0 0-1,0 0 1,-1 0 0,0 0-1,0 0 1,0 0-1,-1-1 1,0 1 0,-4 8-1,3-6-763,0-1-1,0 1 1,0 0-1,1 0 1,0 1-1,1-1 1,-2 10-1,2-13-2738,-6-25-14178</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8.138"/>
    </inkml:context>
    <inkml:brush xml:id="br0">
      <inkml:brushProperty name="width" value="0.035" units="cm"/>
      <inkml:brushProperty name="height" value="0.035" units="cm"/>
    </inkml:brush>
  </inkml:definitions>
  <inkml:trace contextRef="#ctx0" brushRef="#br0">130 63 17206,'-14'-28'2148,"-7"11"1648,3 10-4320,1-4-1116,-11 18-6685,-4 0-1352</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8.801"/>
    </inkml:context>
    <inkml:brush xml:id="br0">
      <inkml:brushProperty name="width" value="0.035" units="cm"/>
      <inkml:brushProperty name="height" value="0.035" units="cm"/>
    </inkml:brush>
  </inkml:definitions>
  <inkml:trace contextRef="#ctx0" brushRef="#br0">547 61 16550,'-12'-12'1630,"12"12"-1607,0 0 0,0 0 0,0-1 0,0 1 0,0 0 0,0 0 0,0 0 0,0 0 0,0 0-1,-1 0 1,1 0 0,0 0 0,0 0 0,0 0 0,0 0 0,0-1 0,0 1 0,0 0 0,0 0 0,0 0 0,0 0-1,-1 0 1,1 0 0,0 0 0,0 0 0,0 0 0,0 0 0,0 0 0,0 0 0,0 0 0,-1 0 0,1 0 0,0 0-1,0 0 1,0 0 0,0 0 0,0 0 0,0 0 0,0 0 0,0 0 0,-1 0 0,1 1 0,0-1 0,0 0 0,0 0-1,0 0 1,0 0 0,0 0 0,0 0 0,0 0 0,0 0 0,0 0 0,0 0 0,0 0 0,-1 1 0,1-1-1,-5 4 169,0 0 0,-1 0-1,0-1 1,1 0 0,-1 0-1,0 0 1,-1-1-1,1 0 1,0 0 0,-14 2-1,-19 6-214,6 5-352,0 1 0,-56 37-1,29-15 136,22-17 257,16-10 364,1 2 0,-25 19 0,-22 15 1694,65-45-1516,18 8 577,-12-9-1056,0 0 0,0 0 0,0 0 0,0 0 0,0-1 1,0 1-1,0-1 0,0 0 0,0 0 0,1 0 1,-1 0-1,6-1 0,38-12 283,-36 10-260,208-75 1277,-171 58-1172,-1-3 0,60-39 0,-102 59-273,0-1 1,0 0 0,-1 0 0,1-1 0,-1 0-1,7-8 1,-4 4-148,-7 8 200,0 1 1,0 0-1,1 0 0,-1 0 1,0 0-1,0 0 0,0-1 0,0 1 1,0 0-1,1 0 0,-1 0 0,0 0 1,0-1-1,0 1 0,0 0 0,0 0 1,0-1-1,0 1 0,0 0 0,0 0 1,0 0-1,0-1 0,0 1 0,0 0 1,0 0-1,0-1 0,0 1 0,0 0 1,0 0-1,0 0 0,0-1 0,0 1 1,0 0-1,0 0 0,-1-2-21,-1-4-114,0 1 1,0-1 0,0 0 0,-1 1-1,-5-8 1,7 11 97,-1 0-1,0 0 1,0 0-1,0 0 1,0 0-1,-1 1 1,1-1-1,0 1 1,-1 0-1,1-1 0,-1 1 1,1 0-1,-1 0 1,1 1-1,-1-1 1,-4 0-1,-17-2 626,24 6-247,0 0-268,1 1 1,-1-1-1,1 1 1,-1-1-1,1 0 0,0 0 1,0 1-1,0-1 0,1 0 1,-1 0-1,1 0 1,0 0-1,0 0 0,2 2 1,1 0 34,0 0 0,0 0 0,0-1 0,0 1 0,1-1 0,10 5 0,-1-1 57,1-2 1,0 0-1,0 0 1,0-1-1,23 3 1,-26-6-81,177 26 817,-143-24-803,0-1-1,51-4 0,-92 0-287,-1 0 0,0 0 0,1 0 1,-1-1-1,0 0 0,0 0 0,0 0 0,9-6 0,-13 7 137,-1 1 0,1-1-1,-1 0 1,1 0 0,0 0 0,-1 1-1,0-1 1,1 0 0,-1 0-1,1 0 1,-1 0 0,0 0 0,0 0-1,1 0 1,-1 0 0,0 0-1,0 0 1,0 1 0,0-3 0,0 0-137,1-2 32,0 0 0,-1-1-1,1 1 1,-1 0-1,0 0 1,0 0-1,-1-1 1,-1-6-1,1 9 89,0 0 201,-4-8 400,0 1 0,-1 0 0,-13-17 0,17 25 232,4 0-437,15-18 239,-11 17-295,133-7 984,-136 11-1221,1-1-1,-1 1 0,0 0 0,0 0 0,1 1 0,-1-1 0,0 1 0,0 0 0,0-1 0,-1 1 1,1 1-1,0-1 0,4 5 0,-5-4-8,1 1 1,-1 0 0,0 0-1,0 0 1,0 0-1,-1 0 1,0 1 0,1-1-1,-1 0 1,0 9-1,2 45-199,-3-28-23,-1-17 9,1 0 1,1 0 0,0 0-1,1 0 1,4 14-1,-1-3-406,-1-6-98,11 33 0,-13-45 443,1 0 0,0 0 0,1 0 0,-1 0-1,1-1 1,0 1 0,1-1 0,7 8 0,-6-9-180,-1-1 1,1 0-1,0 0 1,0 0-1,0-1 1,0 1-1,0-2 0,1 1 1,-1-1-1,0 0 1,1 0-1,-1 0 1,8-1-1,-8 0-76,45 0-5379,4-1-3657</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8.992"/>
    </inkml:context>
    <inkml:brush xml:id="br0">
      <inkml:brushProperty name="width" value="0.035" units="cm"/>
      <inkml:brushProperty name="height" value="0.035" units="cm"/>
    </inkml:brush>
  </inkml:definitions>
  <inkml:trace contextRef="#ctx0" brushRef="#br0">361 24 12909,'-7'-1'86,"-118"-20"3689,111 20-3205,0 0 1,0 1-1,0 1 0,0 0 1,0 1-1,1 1 1,-18 4-1,24-4-432,-1 0-1,1 0 0,0 0 0,0 1 1,0 0-1,0 0 0,1 1 1,0 0-1,-9 8 0,13-10-115,-1 0 1,1 0-1,0 0 0,0 0 0,0 0 0,0 0 0,1 1 1,-1-1-1,1 1 0,0-1 0,0 1 0,0-1 0,1 1 1,-1 0-1,1-1 0,0 1 0,0 0 0,0-1 0,0 1 0,1 0 1,0-1-1,-1 1 0,3 5 0,1 1-46,1-1 0,0 1-1,0-1 1,1 0 0,0-1-1,1 1 1,0-1 0,0-1-1,1 1 1,0-1 0,0 0 0,0-1-1,18 10 1,-2-2-556,2-2 1,0 0-1,0-1 0,31 7 1,68 13-3266,-41-14-1592,-11-5-2297</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09.278"/>
    </inkml:context>
    <inkml:brush xml:id="br0">
      <inkml:brushProperty name="width" value="0.035" units="cm"/>
      <inkml:brushProperty name="height" value="0.035" units="cm"/>
    </inkml:brush>
  </inkml:definitions>
  <inkml:trace contextRef="#ctx0" brushRef="#br0">1 11 15281,'9'5'2493,"17"0"9842,-11-5-11290,-13 0-2250,2 0 2992,-7-2-1677,-24-15 48,25 15-16,4 7-237,0-1 73,0 1 0,0-1 0,0 0 0,1 0-1,4 6 1,1-1-16,0 1-1,1-1 1,0-1 0,1 0-1,0 0 1,0-1 0,0 0-1,1-1 1,0 0-1,0-1 1,20 7 0,-10-5-625,0-1 1,1-1 0,-1-1-1,1-1 1,35 0 0,-29-3-1195,-12 1-541,29-4 0,-38 2 1558,-1-1 0,0 1-1,0-1 1,-1 0 0,1-1 0,0 0 0,8-5 0,34-29-10286</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10.312"/>
    </inkml:context>
    <inkml:brush xml:id="br0">
      <inkml:brushProperty name="width" value="0.035" units="cm"/>
      <inkml:brushProperty name="height" value="0.035" units="cm"/>
    </inkml:brush>
  </inkml:definitions>
  <inkml:trace contextRef="#ctx0" brushRef="#br0">44 174 10385,'-26'6'1983,"21"-5"1406,9 65 689,-19 53-2238,14-108-1711,1-1 1,-1 0 0,2 0 0,-1 0-1,3 12 1,-1-10 26,16-22 74,-11 6-203,0 0-1,0-1 1,0 1 0,-1-1 0,0 0 0,0-1 0,-1 0-1,1 1 1,4-9 0,6-4 15,56-67 134,22-22 20,-63 69-97,-20 24-71,-8 11 0,-1 4-27,-1 0 1,1 0 0,0 0 0,0 0 0,0 1 0,-1-1 0,1 0 0,-1 1 0,1 0 0,-1-1 0,0 1-1,1 0 1,-1-1 0,2 5 0,-2 5-1,-1 1 0,0-1-1,0 1 1,-3 12 0,0 10 22,7 86 4,-3-110-37,-1-6 17,1-1-1,-1 0 1,1 1-1,0-1 1,0 1-1,0-1 1,1 0-1,-1 0 1,1 0-1,0 0 0,3 4 1,-4-5 3,0-1 1,0 1 0,1-1-1,-1 0 1,1 1-1,-1-1 1,1 0-1,-1 0 1,1 0-1,0 0 1,-1-1-1,1 1 1,0 0-1,0-1 1,-1 1-1,1-1 1,0 1-1,0-1 1,0 0-1,0 0 1,0 0-1,0 0 1,0 0-1,1-1 1,7-1 55,-1-1 1,1 0-1,-1-1 1,0 0-1,-1-1 1,16-9-1,47-41 407,-44 32-290,79-67 1009,40-32 605,-1 16 431,-145 105-2217,1 1 1,0-1-1,-1 1 1,1-1-1,0 1 1,-1-1-1,1 1 1,0 0-1,0-1 1,-1 1-1,1 0 1,0 0-1,0 0 1,-1-1-1,1 1 1,0 0-1,0 0 1,0 0-1,0 0 1,-1 0-1,1 1 1,0-1-1,1 0 1,-2 1-1,1-1 0,-1 1 0,1 0 0,0-1 0,-1 1 0,1 0 0,-1-1 1,0 1-1,1 0 0,-1-1 0,0 1 0,1 0 0,-1 0 0,0 0 0,0-1 0,0 1 0,0 0 1,0 1-1,1 5 10,-2 0 0,1 0 0,-1 0 0,0 0 0,-4 9 0,-11 39-46,0-4-682,1 1 0,3 1 0,-7 76 0,18-119 548,0 137-2698,2-133 2159,1 0 0,0 0 0,0 0 0,2 0 0,0 0 0,0-1 0,13 24 0,-16-33 136,2-1 0,-1 0 0,0 0 0,1 1 1,-1-2-1,1 1 0,0 0 0,0 0 0,0-1 0,1 0 0,4 4 0,1-1-1192,23 16-6352</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11.204"/>
    </inkml:context>
    <inkml:brush xml:id="br0">
      <inkml:brushProperty name="width" value="0.035" units="cm"/>
      <inkml:brushProperty name="height" value="0.035" units="cm"/>
    </inkml:brush>
  </inkml:definitions>
  <inkml:trace contextRef="#ctx0" brushRef="#br0">200 1139 8185,'-78'22'3577,"51"-15"-1597,22-6-1705,1 0-1,-1 0 1,0 1-1,1-1 1,-1 1-1,1 1 1,0-1 0,0 1-1,-1-1 1,2 1-1,-1 0 1,0 0-1,1 1 1,-1-1 0,1 1-1,0 0 1,0 0-1,0 0 1,1 0-1,0 0 1,0 1 0,0-1-1,0 1 1,0-1-1,1 1 1,0 0-1,-1 6 1,-1 9 141,2-15 497,1-1-250,3 37 935,-2-40-1494,0 1 0,0-1 0,0 1 0,-1-1-1,1 1 1,1-1 0,-1 1 0,0-1 0,0 0 0,0 0-1,1 1 1,-1-1 0,1 0 0,-1 0 0,1 0 0,-1-1 0,1 1-1,0 0 1,-1-1 0,1 1 0,0-1 0,2 1 0,6 0 21,0 0 0,0 0 0,0-2 0,0 1 0,0-1 0,14-3 0,-10 1-266,-3 1-183,0-1 1,0 0 0,-1 0-1,1-1 1,11-6-1,-20 9 251,-1 0-1,1 0 0,-1 0 0,1 0 0,-1 0 0,0 0 0,1-1 0,-1 1 0,0 0 0,0-1 0,0 1 0,0-1 0,0 0 0,0 1 0,0-1 0,0 1 0,-1-1 0,1 0 0,-1 0 0,1 0 0,-1 1 0,0-1 0,0 0 1,0 0-1,0 0 0,0 1 0,0-1 0,0 0 0,0 0 0,-1 0 0,1 1 0,-1-1 0,1 0 0,-1 0 0,0 1 0,0-1 0,-1-2 0,1 2-293,0-3 10,1 1 362,0-1 0,0 0 0,0 0 0,1 1 0,1-7 0,-1 5 22,-1 2 90,15 18 254,0-1 173,25 29-1,-26-25-31,25 20 0,-15-18-434,1-1-1,1-2 0,0 0 1,1-2-1,1-1 0,0-1 1,1-1-1,0-2 0,1-1 1,0-1-1,0-2 0,0 0 1,1-3-1,56-1 0,-75-2-162,-1 0 0,1-1 1,0-1-1,-1 0 0,1 0 0,-1-1 0,0 0 0,0-1 0,-1-1 0,0 1 0,0-2 0,0 1 0,16-15 0,-15 10 11,0-1 0,-1 0 0,0 0 1,-1-1-1,-1 0 0,0-1 0,0 1 0,-1-2 1,-1 1-1,5-18 0,8-38-22,19-137 1,-12-77 928,12-76 1761,7 24 1664,-45 330-3745,-2 14-333,-31 124-110,-26 118-43,52-203-53,-47 398-1854,51-390 1607,3 1-1,3 0 1,1-1 0,4 0 0,1 0-1,18 54 1,-21-90 139,1 0 0,0 0 0,2-1 0,0 1 0,1-2 0,1 0 1,0 0-1,22 24 0,-27-35 78,1 0 0,0 0 0,-1 0 0,2-1 1,-1 0-1,1 0 0,-1-1 0,1 0 0,0 0 0,1-1 1,-1 0-1,1-1 0,-1 0 0,1 0 0,0 0 0,0-1 1,0-1-1,-1 0 0,1 0 0,0 0 0,16-4 0,-12 1-68,0-1-1,-1-1 0,1 0 1,-1-1-1,0 0 0,-1-1 1,0 0-1,0 0 0,0-1 0,-1-1 1,0 0-1,14-17 0,-1-2-137,-1-1-1,-1-2 1,22-42 0,-26 42 201,-2 0 1,-2-1-1,-1-1 1,13-53-1,-18 48 1078,-2 1-1,1-44 0,-3 84-587,121 117 1148,-77-72-1150,6 10-1,13 11-30,-40-43-256,-2 1 0,22 33 0,-38-49-156,-6-9-36,9 13-57,0-1 78,-8-11 3,-2-2 23,17 20 146,-16-19 169,13 12-136,3 3-131,0 0 0,-1 1 0,0 0 0,-2 1 0,0 1 0,12 23 0,-22-34-338,2 0 0,-1 0 0,1-1 0,0 0-1,14 11 1,-1 0-1355,-18-17-124,9-10-8013,-7 5 7384,12-11-8178</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11.329"/>
    </inkml:context>
    <inkml:brush xml:id="br0">
      <inkml:brushProperty name="width" value="0.035" units="cm"/>
      <inkml:brushProperty name="height" value="0.035" units="cm"/>
    </inkml:brush>
  </inkml:definitions>
  <inkml:trace contextRef="#ctx0" brushRef="#br0">130 14 13813,'-24'-14'1508,"3"18"-540,0 6-783,0-10-1262,0 0-283,10 22-2684,1-1-2965</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11.581"/>
    </inkml:context>
    <inkml:brush xml:id="br0">
      <inkml:brushProperty name="width" value="0.035" units="cm"/>
      <inkml:brushProperty name="height" value="0.035" units="cm"/>
    </inkml:brush>
  </inkml:definitions>
  <inkml:trace contextRef="#ctx0" brushRef="#br0">5 1 14969,'0'0'2105,"-1"4"17,0 2-1708,0 0 0,0 0 0,1 0-1,0 0 1,0 1 0,0-1-1,1 0 1,0 0 0,0 0-1,0 0 1,1 0 0,0 0 0,0-1-1,0 1 1,5 7 0,26 33 345,1-1 0,54 52 0,89 68 2449,-13-13-1742,-138-125-2575,-7-6-3032,32 25-1,-55-27-16249</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11.823"/>
    </inkml:context>
    <inkml:brush xml:id="br0">
      <inkml:brushProperty name="width" value="0.035" units="cm"/>
      <inkml:brushProperty name="height" value="0.035" units="cm"/>
    </inkml:brush>
  </inkml:definitions>
  <inkml:trace contextRef="#ctx0" brushRef="#br0">0 785 15497,'17'-2'6011,"5"-2"-2565,-17 3-3400,-1 0-1,1-1 0,-1 1 0,1-1 1,-1 0-1,0 0 0,0-1 0,0 1 1,5-5-1,19-19 343,-1-1-1,-1 0 1,-1-2 0,28-44-1,12-13 202,-11 19-239,154-204 42,-195 251-803,2-2-1105,0 1 0,26-29 0,-41 45-1776,-8-11-3298,1 1-4261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12.119"/>
    </inkml:context>
    <inkml:brush xml:id="br0">
      <inkml:brushProperty name="width" value="0.035" units="cm"/>
      <inkml:brushProperty name="height" value="0.035" units="cm"/>
    </inkml:brush>
  </inkml:definitions>
  <inkml:trace contextRef="#ctx0" brushRef="#br0">0 0 15665,'171'11'7724,"-161"-11"-7376,29 3 2083,58 11 0,-29-3-860,285 45-15,102 14-515,-395-63-1041,227 31 0,-273-36-122,26 3-1214,-37-5 1179,-1 0-1,0 0 1,0-1 0,0 1 0,0 0 0,0-1-1,0 0 1,0 1 0,0-1 0,0 0-1,0 0 1,0 0 0,0 0 0,0-1 0,2-2-1,-3 4 29,-1 0-1,1 0 0,-1 0 0,0-1 1,1 1-1,-1 0 0,0 0 1,1-1-1,-1 1 0,0 0 0,1 0 1,-1-1-1,0 1 0,0 0 1,1-1-1,-1 1 0,0-1 0,0 1 1,0 0-1,1-1 0,-1 1 1,0 0-1,0-1 0,0 1 1,0-1-1,0 1 0,0-1 0,0 1 1,0 0-1,0-1 0,0 1 1,0-1-1,0 1 0,0 0 0,0-1 1,-1 0-1,-20-3-6591,18 3 5990,-45-5-12827</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12.637"/>
    </inkml:context>
    <inkml:brush xml:id="br0">
      <inkml:brushProperty name="width" value="0.035" units="cm"/>
      <inkml:brushProperty name="height" value="0.035" units="cm"/>
    </inkml:brush>
  </inkml:definitions>
  <inkml:trace contextRef="#ctx0" brushRef="#br0">108 0 10365,'0'0'8262,"-1"4"-6406,-10 51 3991,-2 2-3310,-9 45-851,9-12-724,-11 48-1663,14-80-2317,4-19-1940,-2-14-3731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7:12.806"/>
    </inkml:context>
    <inkml:brush xml:id="br0">
      <inkml:brushProperty name="width" value="0.035" units="cm"/>
      <inkml:brushProperty name="height" value="0.035" units="cm"/>
    </inkml:brush>
  </inkml:definitions>
  <inkml:trace contextRef="#ctx0" brushRef="#br0">21 4 20074,'0'0'6516,"-21"-3"-30122</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9:53.621"/>
    </inkml:context>
    <inkml:brush xml:id="br0">
      <inkml:brushProperty name="width" value="0.035" units="cm"/>
      <inkml:brushProperty name="height" value="0.035" units="cm"/>
    </inkml:brush>
  </inkml:definitions>
  <inkml:trace contextRef="#ctx0" brushRef="#br0">1541 690 5573,'-12'6'1359,"10"-2"1399,17 3 1803,-5-4-5158,-7-2 1214,-1-2-101,11-5 75,-5 1 1970,-13 5 414,-31-3-2532,-95-30-120,-233-22 81,323 50-383,-245-19 81,285 24-102,-38-3 27,-118-1-20,123 7 5,-35 9 1,59-9-17,-1 1 0,1 0 0,0 0 0,0 1 0,0 0 0,-13 11 0,-32 15-2,43-25 12,1-1-5,-1 1-1,1 0 0,-21 15 0,29-19 3,-29 23 2,1 1-1,1 2 1,-40 48-1,66-69 1,1 0-1,-1 0 0,1 1 1,0-1-1,1 1 1,0 0-1,-2 11 1,1-4 9,2-13-12,0 1 0,1 0 0,-1 0 0,1 0 0,0 0 0,0-1 0,0 1 0,0 0 0,0 0 0,1 0 0,0 3 0,2 22 23,0 12-11,15 73-1,-5-37-21,5 74 0,-12-126 23,0 0 0,2-1-1,1 0 1,1 0 0,19 33 0,-24-49-9,-1 0 1,1-1 0,0 0 0,1 0-1,-1 0 1,1-1 0,11 8-1,51 31 21,-47-32-33,8 6-1,98 53 23,-109-63-14,32 16 18,75 47 1,4 3-27,-21-15 0,-42-22 3,1-4 0,84 30-1,31-5 43,-60-21-65,111 28 48,-157-46-27,27 5-32,88 26 75,-40-8-74,20 7 87,267 69 21,-434-117-72,392 76 14,-277-56-30,284 59 16,-136-27 35,-166-35-35,486 100-20,164-33-9,-102-59 62,-569-24-50,424 2 153,75-27-137,-444 14-18,100-7-37,285-37 112,-487 49-56,276-36 45,-4-23 8,-165 20 102,239-109 0,-284 107-36,101-65 1,-154 82 30,-1-1-1,69-66 1,-91 75-63,0-1 0,25-38 0,-22 28-58,-2 2 46,20-40 0,-7 15-113,-24 41 54,0 0 0,-2-1 0,12-27 1,10-33 4,16-50 46,-37 85 18,-7 32-39,0 0 0,1 0 0,-1-1 0,7-12 0,0 3 62,-6 13 12,-1 0-15,25-80 555,-25 81-615,0-1-1,0 1 0,0-1 0,-1 1 1,1-1-1,-1 1 0,0-1 1,0-4-1,0-3 107,0-5-112,-1-1 0,0 0-1,-2 0 1,1 1-1,-2-1 1,0 1 0,-1 0-1,-10-21 1,-8-15 38,-13-23-41,22 51-21,7 11-16,0 1 0,-1-1-1,0 2 1,0-1 0,-18-16-1,-40-32 12,-4 3 0,-2 3-1,-2 3 1,-2 3 0,-2 4-1,-131-54 1,76 48-46,-2 6 0,-270-51 0,-130 17 116,201 25-123,61 9 72,60 9 17,-77-10-42,-839-68-20,569 51 3,542 60 18,-153-19 29,-698-62-17,740 76-17,-139-4 15,-115 18-67,274-2 37,-110 20 0,87-9-3,-37 10 82,29-3-70,-228 52 69,200-35-21,-312 73-16,291-66-122,24-4 149,83-19-53,1 4 0,-102 51 0,174-75 4,1 1 0,0 1 0,-12 8 0,-11 9-18,-3 2 7,1 1-1,1 1 1,-33 39-1,37-37 13,-13 15 9,26-27-13,-1 0 0,-23 18 0,16-12 85,21-20-94,-1-3 15,0 1 0,0 0 0,0 0 0,0 0 0,0 0 0,1 1 0,-6 2 0,-5 3 440,5-2-343,1 0 1,-1 1-1,1 0 0,-8 8 1,14-12-115,-13 5 62,3-2-2164,11-5 1733,0 0-1,-1 0 1,1 0-1,0 0 1,-1 0-1,1 0 1,0 0-1,-1 0 1,1 0-1,0 0 1,-1 0-1,1 0 1,0-1-1,-1 1 1,-6-10-8060,6 6 8855,-7-11-9682</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9:55.595"/>
    </inkml:context>
    <inkml:brush xml:id="br0">
      <inkml:brushProperty name="width" value="0.035" units="cm"/>
      <inkml:brushProperty name="height" value="0.035" units="cm"/>
    </inkml:brush>
  </inkml:definitions>
  <inkml:trace contextRef="#ctx0" brushRef="#br0">2070 652 6837,'0'0'9615,"-3"-1"-9239,-7-5-88,0 1-1,0 1 1,0 0-1,-1 1 1,0 0-1,-14-2 0,-71-6 501,52 8-391,14 1-155,-53 4 1,9 1-14,18-1 0,1 2-1,-86 18 0,-108 40 170,241-60-383,-47 15 27,0 3 0,2 2 0,-81 46 0,87-37-22,1 2 1,-64 59 0,75-58-15,1 1 0,2 2 0,2 1 1,1 2-1,-27 49 0,16-22 7,-72 129-15,69-117 15,-33 69-74,-21 108 120,83-213-44,4-14-5,2 1 0,-7 42 0,9-43-8,4-19 18,0 1-1,1 0 1,0 0-1,0 13 1,4 4 16,0 0 0,2-1 0,1 1 1,2-1-1,0-1 0,2 0 0,0 0 0,2 0 1,1-2-1,1 0 0,24 33 0,-6-17-16,2 0 0,2-3 0,1 0-1,1-3 1,58 40 0,23-2 45,-77-48-47,2-1-6,88 33 0,53 4 42,-94-32-33,633 147 51,-583-146-55,216 27 26,2-21-12,-245-24-24,127 5-40,265-16-1,-220-24 43,-195 15-24,537-49 37,-517 45 117,152-40 0,-214 39-48,64-29 0,-48 16-44,34-13 40,57-21 58,-124 50-51,37-19 1,18-6 178,-73 30-167,0-1 0,-1 0 0,19-13 0,-16 10 131,28-14-1,-33 18-141,-1-1 0,1 0 0,-2 0 0,13-12 0,-5 5-9,-2 2 36,0 0 0,0-1-1,-1-1 1,-1 0 0,22-28-1,36-79 557,-62 105-506,1 0 1,14-18 0,13-18-10,106-173 781,-70 103-662,-59 99-211,-1-2 1,-2 1 0,-1-2 0,0 0 0,-2 0-1,-1 0 1,-2-1 0,4-29 0,-6 23-9,-1 13-26,-1 0 0,-1 1 1,-2-30-1,-2 22-5,0 0 1,-2 0 0,-1 0-1,-21-51 1,-17-13 4,-100-149 0,43 110-83,62 81 63,-18-22-29,-3 3-1,-98-85 1,73 85 29,-3 3 1,-2 5-1,-132-65 1,69 52-27,-233-74 1,-320-43-105,235 110-1321,233 57-1740,2 21-3976,156 6 1169,20 6-3364</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9:56.206"/>
    </inkml:context>
    <inkml:brush xml:id="br0">
      <inkml:brushProperty name="width" value="0.035" units="cm"/>
      <inkml:brushProperty name="height" value="0.035" units="cm"/>
    </inkml:brush>
  </inkml:definitions>
  <inkml:trace contextRef="#ctx0" brushRef="#br0">43 256 7285,'-15'30'1528,"12"-25"3610,3-5-5114,0-1 0,0 1 0,0-1 0,-1 0 0,1 1-1,0-1 1,0 1 0,-1-1 0,1 1 0,0-1 0,-1 1 0,1-1-1,0 1 1,-1-1 0,1 1 0,-1-1 0,1 1 0,-1 0 0,0-1-1,0 0-4,0 0-1,0 1 0,1-1 0,-1 0 0,0 0 0,0 0 0,1 0 0,-1 0 0,0 0 0,1 0 0,-1 0 1,1 0-1,-1 0 0,1 0 0,0 0 0,-1-2 0,-5-38-298,6 37 63,7-11-277,-6 11 423,2 0 0,-1 1 0,0-1 0,1 1 0,-1 0 0,1 0 0,0 0 0,0 0 0,0 0 0,0 1 0,1-1 0,6-3 1,59-31-960,-46 26 116,-1-1-1,41-29 0,-59 38 309,0-1-1,0 0 1,0-1-1,0 1 1,6-9-1,7-11-1819</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39:57.915"/>
    </inkml:context>
    <inkml:brush xml:id="br0">
      <inkml:brushProperty name="width" value="0.035" units="cm"/>
      <inkml:brushProperty name="height" value="0.035" units="cm"/>
    </inkml:brush>
  </inkml:definitions>
  <inkml:trace contextRef="#ctx0" brushRef="#br0">2396 434 4496,'1'0'53,"-1"0"0,1 0 0,-1 0-1,0 0 1,1 0 0,-1 0 0,1-1-1,-1 1 1,0 0 0,1 0 0,-1 0 0,1 0-1,-1-1 1,0 1 0,1 0 0,-1 0-1,0-1 1,0 1 0,1 0 0,-1 0-1,0-1 1,1 1 0,-1 0 0,0-1-1,0 1 1,0 0 0,1-1 0,-1 1-1,0-1 1,0 1 0,0 0 0,0-1 0,0 1-1,0-1 1,0 1 0,0 0 0,0-1-1,0 1 1,0-1 0,0 1 0,0 0-1,0-1 1,0 1 0,0-1 0,0 1-1,-1 0 1,1-1 0,0 1 0,0 0-1,0-1 1,-1 1 0,1 0 0,0-1-1,0 1 1,-1 0 0,1-1 0,0 1 0,-1 0-1,1 0 1,0-1 0,-1 1 0,1 0-1,0 0 1,-1 0 0,0-1 0,-2-1-253,-8-10 764,8 10 1425,0 0-1689,-5-2 75,-1 1 1,-1-1 0,1 2 0,0-1 0,-1 2-1,1-1 1,-1 1 0,-16 0 0,14 1-36,0-1-1,-1 0 1,1-1 0,0 0 0,-20-8 0,10 3 95,0 0 1,-1 2-1,0 1 0,0 0 1,-1 2-1,-35 0 0,-15-2 227,23 1-206,0 3 0,-60 6 1,86-4-243,-42-3 0,-14 2-34,36 2-116,0 2 0,0 2 0,0 3-1,1 1 1,-47 18 0,-6 12 67,1 5-1,-120 78 1,145-78-77,-121 104 0,167-128-40,0 1-12,-38 41 1,33-28 15,-97 128 29,99-125-34,2 1-1,2 2 1,-27 63 0,16-14 50,9-27-50,3 0 0,-26 124 0,43-141-12,1 93 0,5-137 1,1 28 17,2 0-1,1 0 0,2 0 0,0 0 0,13 31 0,-8-30 7,1-1 0,2 0 0,1-1 0,1-1 0,1 0-1,2-1 1,1-1 0,1-1 0,2-1 0,0-1 0,48 38 0,-44-42-10,29 22 22,90 50 1,-1-20 1,2-6 0,211 63-1,-259-99-40,371 98 69,-318-97-83,323 60 63,-357-72-57,327 46 161,-423-63-151,342 33-38,0-29 228,-79-31 149,-35-7 236,382-73 1326,-573 90-1716,474-144 1458,-319 65-1024,-164 69-439,-2-3-1,53-40 1,-11-1 74,100-98 1,-151 127-150,-2-1 0,-2-2 1,-1-2-1,42-74 0,-43 65-34,-22 37-15,0 0 0,15-36 1,-16 29-35,27-80 245,-33 87-237,0 0-1,-1 0 0,0-1 1,-1-24-1,-2 7-29,1 11 48,-1 1 0,-2 0 0,-4-26 0,-72-298-56,70 323 8,-20-43 0,2 7 3,14 31-15,-2 1 1,-1 1-1,0 0 1,-36-44 0,20 33 9,-2 1 0,-48-41 0,31 37-1,-1 2 0,-2 3 0,-77-41 0,44 34 33,-144-48 0,176 72-34,-220-70 58,-31-2-52,295 88-9,-16-4 3,-36-14 1,46 15 0,0 1 1,0 0 0,-22-2-1,23 4 0,0 0-1,-1-1 0,-20-9 0,8 2 40,0 1 1,-39-8-1,14 4 62,-140-46 74,-62-10-33,172 50 1,-201-30-243,241 44 102,-203-20-28,75 10-6,-44 9-28,111 7 79,-449 16 28,484-11 117,39-4-189,-55 10 1,11 1 76,55-10-47,0 1 0,0 1-1,0 0 1,-18 8 0,-62 18 21,27-8 28,-109 40 122,101-34-90,52-19-38,-49 22 0,-37 22 4,-38 20 35,37-16-113,-72 42-176,155-85-1445,29-12 444,7-27-25487</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2.413"/>
    </inkml:context>
    <inkml:brush xml:id="br0">
      <inkml:brushProperty name="width" value="0.035" units="cm"/>
      <inkml:brushProperty name="height" value="0.035" units="cm"/>
    </inkml:brush>
  </inkml:definitions>
  <inkml:trace contextRef="#ctx0" brushRef="#br0">7443 515 6925,'0'0'2834,"0"4"-1637,9 37 916,-8-37 2619,-2-8-4357,0 1-323,0-1 1,0 1 0,0 0 0,0 0 0,0-1 0,-1 1-1,0 0 1,1 0 0,-1 0 0,0 1 0,-1-1 0,1 0-1,0 1 1,-1-1 0,1 1 0,-1 0 0,0 0 0,0 0-1,0 0 1,-4-2 0,-9-2 87,1 1 0,-1 1 0,0 0 0,-27-2 0,-28-8 228,31 4 4,-61-8 0,-44-14 212,51 9-321,-117-22 82,-404-79 207,32 42-378,449 65-172,-1131-84 353,1145 98-315,-163-1 80,-45 3-133,119-1 66,-529 13 196,467 2-252,59-1 119,-99 14-63,239-18-44,-244 35 77,223-27-68,-81 16 29,90-14-50,-57 14 161,66-11-81,49-16-63,1 2 0,0 1 0,0 1 0,1 1 0,-35 20 1,13-1 31,21-15-44,1 2-1,-40 34 1,27-15 43,1 1 0,-51 70 0,74-87-48,1 1 0,0 0-1,2 1 1,0 0 0,1 1 0,2-1-1,0 2 1,-5 26 0,3 23 20,2 1 0,4-1 1,3 1-1,17 129 0,5-92-25,-4-26 73,-7-29-87,2-1 1,3 0-1,31 75 1,-9-36 72,54 117-182,-92-209 131,92 168-97,-66-128 31,59 74 1,-13-25-16,57 60 92,-79-92-78,-33-37 47,32 31 1,27 14-2,3-3 1,167 99-1,-183-127 68,108 66-133,-153-91 87,0 0-1,0-1 1,0-1 0,1 0 0,25 5 0,-23-7-23,0 1 1,19 10-1,-20-8 19,38 11 0,43 8-4,48 11 63,-49-17-81,-36-8 52,84 9 0,12 1-74,-96-13 165,5 3-145,39 4-30,208 24 195,-236-34-200,118 19-38,-93-10 72,21 4 66,-12-4-84,-73-10 88,56 2-1,52 9 5,-100-10-68,83 3 1,-16-9 49,-5 0-47,184-21 1,-229 11-5,74-15 12,7 1-15,-31 5 16,359-77 17,-337 63 53,24-4-75,107-31 60,-108 24 22,263-73-201,-365 99 154,-22 6 21,48-18 0,34-16 49,22-10 148,-91 30-85,-1-1 1,-2-3-1,-1-2 1,68-56-1,-37 22 30,-36 32 239,-2-1 0,-1-1 0,57-70 0,-79 82-246,-5 5 72,2 1 1,17-19-1,-14 18-74,-1-1 1,-1-1-1,-1 0 1,22-41-1,-19 32 11,29-65 163,-27 54-246,-15 32-86,23-47 121,-2-1-1,28-99 1,-30 80-63,-13 48 0,-2 0 1,7-39 0,-7-3 5,-2-1 1,-3 1-1,-3-1 1,-3 1-1,-4-1 1,-19-84-1,18 112-60,-4-50 1,5 28 9,0-5 135,7 48-121,-1 0 0,-1 1 0,-1-1 0,0 1 1,-2-1-1,-8-19 0,6 22-45,0 0 0,-1 1 1,-1 0-1,-1 0 0,0 1 0,-1 0 0,-1 1 1,0 1-1,-1 0 0,0 1 0,-23-16 1,-146-95-46,122 83 85,25 15-20,-1 2 0,-39-19 0,24 18-11,-1 3 1,0 2-1,-78-17 1,-53 8-31,138 17-15,43 11 47,-1-1 1,-28-5-29,29 6 186,1-2-17,-18-7-2264,-18-10-12630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4.200"/>
    </inkml:context>
    <inkml:brush xml:id="br0">
      <inkml:brushProperty name="width" value="0.035" units="cm"/>
      <inkml:brushProperty name="height" value="0.035" units="cm"/>
    </inkml:brush>
  </inkml:definitions>
  <inkml:trace contextRef="#ctx0" brushRef="#br0">459 1034 8865,'-9'-6'564,"1"0"0,-19-9 1,26 15-517,0-1 0,1 1 0,-1 0 0,0-1 0,0 1 1,0 0-1,1 0 0,-1 0 0,0 0 0,0 0 1,0 0-1,0 0 0,0 0 0,1 0 0,-1 0 0,0 0 1,0 1-1,0-1 0,1 0 0,-1 1 0,0-1 0,0 0 1,0 1-1,1-1 0,-1 1 0,0-1 0,1 1 0,-2 1 1,1-2 88,0 1 1,0 0-1,0 0 1,0 0-1,0-1 1,0 1-1,0-1 1,0 1-1,0-1 1,0 1-1,-1-1 1,1 1 0,0-1-1,0 0 1,0 0-1,-3 0 1,3 0-96,-6 0 217,0 0 0,0 1-1,0-1 1,0 1 0,0 0 0,0 1 0,0 0 0,0 0 0,-8 4 0,-3 3 108,1 1 1,0 1 0,1 0 0,0 1 0,1 1 0,0 0 0,1 1-1,0 1 1,1 0 0,-21 34 0,10-14 40,8-11-31,0 0 0,-15 33 0,28-48-272,0 0 1,1 0-1,0 0 1,0 0-1,1 0 0,0 0 1,1 0-1,0 0 1,0 0-1,1 1 1,3 13-1,-3-21-80,0 0-1,0 0 1,0 0-1,0 0 1,1 0-1,-1 0 1,1 0-1,-1-1 1,1 1-1,0-1 1,0 1-1,0-1 1,-1 0-1,1 1 1,1-1-1,-1 0 1,0 0-1,0-1 1,0 1 0,3 0-1,4 2 23,0-1 1,1-1-1,14 1 1,-13-2-55,1 0 1,-1-1 0,1 0-1,0-1 1,-1 0-1,0-1 1,0 0 0,0-1-1,0 0 1,0 0-1,-1-2 1,1 1-1,-1-1 1,-1-1 0,1 0-1,-1 0 1,-1 0-1,15-17 1,3-7-191,-1-2 0,-2 0 0,37-73 0,-43 70 43,-1 0-1,-2 0 0,-2-2 0,14-68 1,8-159-129,-29 207 498,-3-76-1,-12 83-17,2 66-165,1-6-25,1 5 25,0 0-1,1 0 1,0 1 0,1-1-1,1 1 1,1 0 0,0 0-1,0 0 1,2 0 0,1 24-1,4 18 169,18 80-1,-13-100-135,2-1-1,1-1 1,19 38 0,-28-65-74,1 1 0,0-1 1,0 0-1,1 0 1,0 0-1,0-1 0,1 0 1,0 0-1,7 5 1,-9-9-40,-1-1 1,1 0-1,0-1 1,0 1 0,0-1-1,0 1 1,0-2-1,0 1 1,0 0 0,0-1-1,0 0 1,0 0 0,6-1-1,-5-1-18,0 0-1,-1 0 0,1-1 1,-1 0-1,1 0 1,-1 0-1,0 0 1,0-1-1,-1 0 1,8-7-1,-10 9 32,12-13-178,0 0 1,-1-1-1,-1 0 1,0-1 0,-1 0-1,8-20 1,-14 28 232,-4 7-3,0 0 1,0 0-1,0 1 0,0-1 1,0 0-1,0 1 0,1-1 1,-1 1-1,0 0 0,1-1 1,-1 1-1,1 0 0,0 0 1,2-2-1,-3 3-9,0 0-1,-1 0 1,1 0-1,0 0 1,0 0 0,0 0-1,0 0 1,0 0-1,0 0 1,0 0 0,-1 0-1,1 0 1,0 1-1,0-1 1,0 0 0,0 1-1,-1-1 1,1 1 0,0-1-1,0 1 1,-1-1-1,2 2 1,3 3 21,-1 0 0,1 1 0,-1 0 0,0 0 0,-1 0-1,4 8 1,4 5 89,2-1 57,1 0 1,0 0-1,1-2 1,1 0 0,20 15-1,-25-23-97,0-1 1,1 0-1,0-1 0,0 0 1,0-1-1,1 0 0,0-1 0,0-1 1,0 0-1,0 0 0,14 0 1,-25-4-95,0 1 1,-1 0-1,1 0 1,0-1-1,-1 1 1,1-1-1,-1 0 1,1 1-1,-1-1 1,1 0-1,-1 0 1,1 0-1,-1 0 1,1 0-1,-1 0 1,0 0-1,0-1 1,0 1-1,0 0 1,0-1-1,0 1 1,0-1-1,0 1 1,0-1-1,-1 1 1,1-1-1,-1 0 1,1 1-1,-1-1 1,1 0-1,-1 1 1,0-4-1,1-3-136,0 0 0,-1 0-1,0 0 1,-1 0 0,0 0-1,-2-11 1,-4-8-36,-1 0 0,-1 0 0,-1 0 0,-1 1 1,-2 1-1,0 0 0,-2 1 0,-1 0 0,-1 1 0,0 1 0,-2 1 0,-39-35 0,35 37 566,8 7 153,0 0 0,0-1 0,2-1 0,-1 0 0,-18-27 0,30 38 45,3 2-473,-1 0 0,1-1 1,-1 1-1,1 0 1,0-1-1,-1 1 1,0-1-1,1 1 0,-1 0 1,0-1-1,0 1 1,0-3-1,0 2-60,0 0-1,0 1 1,0-1 0,1 0 0,-1 1-1,0-1 1,1 0 0,-1 1-1,1-1 1,1-1 0,2 0 38,0 0 1,0 0 0,1 0-1,-1 1 1,1-1 0,0 1-1,-1 1 1,1-1 0,0 1-1,0-1 1,6 1 0,7-4 39,80-19 272,-27 7-647,105-39 0,-134 38-150,-1-1 1,-2-2-1,0-1 0,48-38 1,-66 43 620,0-1 0,-1-2-1,-1 0 1,0-1 0,-2 0 0,-1-2 0,0 0 0,14-30 0,-26 44 147,1 0 0,0 1 1,1 0-1,0 0 0,9-9 0,-13 15 27,1 5-39,0 3-300,1-1 0,-1 1 0,0-1 0,0 1 0,-1 0 0,0 0 0,0 0 0,0 0 0,-1 0 0,0 1 0,0-1 0,0 7 0,0 16 88,-4 41 0,1-51-76,-54 561 182,32-401-1416,-22 130-4155,43-294 4502,-1 0 1,0-1-1,-1 1 0,-1-1 0,-10 19 0,9-22-1020,0 1 0,-1-2 1,-14 16-1,-8 4-7100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4.343"/>
    </inkml:context>
    <inkml:brush xml:id="br0">
      <inkml:brushProperty name="width" value="0.035" units="cm"/>
      <inkml:brushProperty name="height" value="0.035" units="cm"/>
    </inkml:brush>
  </inkml:definitions>
  <inkml:trace contextRef="#ctx0" brushRef="#br0">1 81 17318,'35'10'2700,"-28"-27"-492,3-8-316,1 15-304,3-1-468,4 1-147,3 3-201,7 0-220,0 7-316,3-4-452,22 4-884,-32 4-629,10-8-1143,22 4 36,-1 11-3277,-6-11-5396</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4.750"/>
    </inkml:context>
    <inkml:brush xml:id="br0">
      <inkml:brushProperty name="width" value="0.035" units="cm"/>
      <inkml:brushProperty name="height" value="0.035" units="cm"/>
    </inkml:brush>
  </inkml:definitions>
  <inkml:trace contextRef="#ctx0" brushRef="#br0">335 0 14033,'-46'6'1465,"36"-5"2921,12 2-3752,-1-2-542,0 0-21,1 1 1,-1-1-1,0 0 1,0 0 0,0 1-1,0-1 1,0 1-1,-1-1 1,1 1-1,0-1 1,-1 1-1,1-1 1,-1 1-1,1-1 1,-1 1 0,0 0-1,0-1 1,0 1-1,0 0 1,0-1-1,0 1 1,0 0-1,0-1 1,-1 1 0,1-1-1,-1 1 1,1 0-1,-1-1 1,0 1-1,1-1 1,-3 3-1,-12 22 767,3-6-49,1 0 0,-15 40 0,1 24 1083,-27 166-1,12 95 153,31-251-1589,-33 381 26,22-208-602,8-90-124,11-44-1460,2-80-492,-13-74-428,9 11 2290,1-1-1,-1 1 1,2-1-1,-1 0 1,1-21-1,9-59-1030,-5 65 1053,20-129-792,86-294 0,49 18 3313,-72 214 465,-23 40 309,-56 156-2894,-6 17-307,-3 9-466,-9 12-594,-1-1 0,0 0 0,-1 0-1,-29 26 1,-6 6-5555,9-5-3411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5.157"/>
    </inkml:context>
    <inkml:brush xml:id="br0">
      <inkml:brushProperty name="width" value="0.035" units="cm"/>
      <inkml:brushProperty name="height" value="0.035" units="cm"/>
    </inkml:brush>
  </inkml:definitions>
  <inkml:trace contextRef="#ctx0" brushRef="#br0">40 0 14281,'-13'0'1216,"5"0"6372,8 5-7204,-4 19 50,-8 28 1,11-51-422,1 1 0,0-1 0,-1 1 0,1-1 0,0 0 0,0 1 0,0-1 0,0 1 0,0-1 0,0 0 0,0 1 0,1-1 0,-1 1 0,0-1 1,2 3-1,0 2 10,11 54 36,-13-56 78,7 11-92,-1 1 123,-6-16-163,0 0 1,0 1-1,0-1 1,0 0-1,0 0 0,0 0 1,0 0-1,0 0 1,0 0-1,0 1 1,0-1-1,0 0 0,1 0 1,-1 0-1,0 0 1,0 0-1,0 0 1,0 0-1,0 1 0,0-1 1,0 0-1,0 0 1,1 0-1,-1 0 1,0 0-1,0 0 0,0 0 1,0 0-1,0 0 1,0 0-1,1 0 1,-1 0-1,0 0 0,0 0 1,0 0-1,0 0 1,0 0-1,0 0 0,1 0 1,-1 0-1,0 0 1,0 0-1,0 0 1,0 0-1,0 0 0,1 0 1,-1 0-1,0 0 1,0 0-1,0 0 1,0 0-1,0 0 0,0 0 1,0-1-1,1 1 1,-1 0-1,0 0 1,0 0-1,144-69 1696,-10 4-843,-81 44-1704,68-17 1,-80 24-2328,-38 12 170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5.564"/>
    </inkml:context>
    <inkml:brush xml:id="br0">
      <inkml:brushProperty name="width" value="0.035" units="cm"/>
      <inkml:brushProperty name="height" value="0.035" units="cm"/>
    </inkml:brush>
  </inkml:definitions>
  <inkml:trace contextRef="#ctx0" brushRef="#br0">24 165 9073,'4'-8'250,"0"-5"2433,-12 20-22,-2 7 4461,9-11-6746,-11 23 326,12-25-674,0 0 0,0 0-1,0 0 1,0 0 0,0 0 0,0 0-1,1 0 1,-1-1 0,0 1-1,1 0 1,-1 0 0,0 0-1,1 0 1,-1 0 0,1-1-1,-1 1 1,1 0 0,0 0 0,-1-1-1,2 2 1,0 0 63,5 8 16,0-1-1,0 0 1,1-1-1,1 1 1,-1-2-1,16 12 1,64 35 199,-26-17-322,-33-16 19,-28-20-18,0-1 0,0 0 0,0 1-1,0-1 1,0 0 0,0 0 0,0 0 0,0 0 0,0 0 0,0 0-1,0 0 1,0 0 0,0 0 0,0 0 0,0 0 0,0-1 0,-1 1 0,1 0-1,1-1 1,1 0-46,-2 0 32,0 1 0,0 0 0,0 0 0,0-1 0,-1 1 0,1-1 0,0 1 0,0-1 0,0 1 0,-1-1 0,1 1 0,0-1 0,0 0 0,-1 1 0,1-1 0,-1 0 0,1 0 0,-1 0 0,1 1 0,-1-1 1,1 0-1,-1 0 0,0 0 0,1 0 0,-1 0 0,0 0 0,0 0 0,0 0 0,0 0 0,0 1 0,0-1 0,0 0 0,0 0 0,0 0 0,0-2 0,-11-36-358,9 31 255,-2-3-59,-1 1-1,0-1 0,0 1 0,-7-10 0,-9-16-301,9 14-10,0 2 0,-2-1-1,0 2 1,-1 0-1,-1 0 1,0 1 0,-26-20-1,39 35 81,0 1 0,0-1 0,0-1 0,1 1-1,-1 0 1,1 0 0,0-1 0,0 0 0,-2-4 0,-2-3-2982</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6.343"/>
    </inkml:context>
    <inkml:brush xml:id="br0">
      <inkml:brushProperty name="width" value="0.035" units="cm"/>
      <inkml:brushProperty name="height" value="0.035" units="cm"/>
    </inkml:brush>
  </inkml:definitions>
  <inkml:trace contextRef="#ctx0" brushRef="#br0">193 796 8225,'-46'-16'1693,"43"15"-1376,-1 1 0,1 1 0,0-1 0,0 0 0,0 1 1,-1 0-1,1 0 0,0 0 0,0 0 0,0 0 0,0 0 0,1 1 1,-1-1-1,0 1 0,0 0 0,-4 4 0,-7 3 389,10-6-357,-1 0 0,0 0-1,1 1 1,-1-1 0,1 1 0,0 0 0,1 0 0,-1 1-1,0-1 1,1 1 0,-5 9 0,4-6 10,0 1 1,0 0-1,1 0 1,0 1-1,-2 13 0,5-23-349,0 0-1,0 0 0,0 0 0,0 0 0,0 1 0,0-1 0,-1 0 1,1 0-1,0 0 0,0 1 0,0-1 0,1 0 0,-1 0 0,0 0 1,0 0-1,0 1 0,0-1 0,0 0 0,0 0 0,0 0 0,0 1 1,0-1-1,0 0 0,0 0 0,0 0 0,1 0 0,-1 0 1,0 1-1,0-1 0,0 0 0,0 0 0,0 0 0,1 0 0,-1 0 1,0 0-1,12 10 259,1-1 1,21 13 0,-28-19-231,0-1 1,0 1-1,1-1 1,-1 0-1,1 0 1,0-1-1,-1 0 1,1 0-1,8 0 1,0-2-46,-1-1 1,0 0 0,0-1-1,26-9 1,-31 8-67,0 0 0,0 0 0,-1-1 1,1 0-1,-1-1 0,0 0 0,-1 0 0,1-1 0,-1 0 0,0 0 0,-1-1 0,11-15 0,-2-1-290,-1-1-1,-1 0 0,10-30 0,-5 1-347,-3-1 0,-2-1 0,7-75 0,-19 128 695,2-29-234,-1-1 0,-1 0 0,-8-62-1,-29-92 1326,15 115 172,20 68-841,-11 15 294,8-6-565,1 0-54,-1 0 1,0 0-1,1 0 1,0 1-1,0-1 1,1 1-1,0 0 1,-2 7 0,-12 56 507,6-16-167,-5 11 272,4 1-1,3 0 0,2 0 1,5 119-1,6-142-430,1 0 0,2 0 0,2-1 0,17 47 1,-21-75-376,-1 0 0,2 0 0,0-1 1,0 0-1,1 0 0,1 0 1,-1-1-1,2-1 0,0 0 0,0 0 1,1 0-1,0-2 0,1 1 0,-1-1 1,21 9-1,-28-15 0,-1-1 0,0 0 0,0 0 0,1 0 0,-1-1 0,1 1 0,-1-1 0,1 1 0,-1-1 1,0 0-1,1-1 0,-1 1 0,1-1 0,4-1 0,36-14-945,-43 15 1045,7-4-257,0 0 0,0-1 0,-1 0 0,1-1 0,-1 0 0,-1 0 0,1 0 0,-1-1 0,-1 0-1,1 0 1,-2 0 0,6-11 0,9-24-234,-2-1 0,22-87-1,-23 71 1694,-14 56-97,-4 8-656,0 4-279,0 0 1,1 1 0,0-1 0,0 0-1,0 0 1,1 0 0,2 15 0,0-14-36,1 13 166,1-1-1,1 0 1,2 0 0,8 20 0,-2-8 160,-9-21-256,0-1-1,1 0 1,0 0 0,1 0 0,0-1-1,1 0 1,0 0 0,12 12 0,-14-16-186,1-1 1,-1 0 0,1-1-1,0 1 1,0-1 0,1 0-1,-1 0 1,1-1 0,0 0-1,0 0 1,0-1 0,0 0-1,0 0 1,14 2 0,-14-4-99,0 0 1,0-1 0,0 0-1,0 0 1,0-1-1,0 1 1,-1-2 0,1 1-1,-1-1 1,1 1-1,-1-2 1,0 1-1,0-1 1,-1 0 0,10-8-1,-8 4-33,0 0-1,-1 0 0,1-1 0,-2 1 1,6-12-1,2-1-48,-13 20 169,1 0 1,-1 0-1,1 0 0,-1 0 1,1 0-1,-1 0 1,0-1-1,1 1 0,-1 0 1,0 0-1,0 0 1,0 0-1,0 0 0,0 0 1,0 0-1,0-1 1,0 0-1,-1-5 9,7-18 126,-15 7 33,5 1-100,3 14 504,0 6-99,-2 15 55,1 0-1,0 0 1,1 0-1,2 21 1,0-33-503,-1 0-1,1 0 1,1 1 0,-1-1 0,1-1-1,0 1 1,1 0 0,-1 0 0,1-1-1,0 1 1,1-1 0,-1 0 0,1 0 0,0 0-1,0-1 1,8 7 0,-3-4-599,0 0 0,1 0 0,0-1 1,0 0-1,1 0 0,18 6 0,-21-10-919,0 0 1,0 0-1,0-1 0,0 0 1,0-1-1,13 0 1,10 0-8923</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6.706"/>
    </inkml:context>
    <inkml:brush xml:id="br0">
      <inkml:brushProperty name="width" value="0.035" units="cm"/>
      <inkml:brushProperty name="height" value="0.035" units="cm"/>
    </inkml:brush>
  </inkml:definitions>
  <inkml:trace contextRef="#ctx0" brushRef="#br0">255 837 14577,'-108'33'3137,"99"-30"-2874,-1 0 0,1 1 0,-1 1 0,1-1 0,1 1-1,-1 1 1,1 0 0,0 0 0,0 0 0,0 1 0,1 0 0,0 1-1,1 0 1,-1 0 0,-6 13 0,11-19-261,1 1 0,-1-1 0,1 1 0,0 0 1,0-1-1,0 1 0,1 0 0,-1 0 0,1 0 0,-1 0 0,1 0 0,0 0 1,0-1-1,1 6 0,-1-6-2,1 0-1,0 0 1,-1 0 0,1-1 0,0 1 0,0 0 0,0 0-1,1-1 1,-1 1 0,0-1 0,0 1 0,1-1-1,-1 1 1,1-1 0,0 0 0,2 2 0,1 0-1,0-1 0,0 0 0,1 0 0,-1-1 0,0 1 0,1-1 0,-1 0 0,1-1 0,0 1 0,-1-1 0,1 0 0,-1-1 0,10-1 0,13-4-149,0-2 0,0-1-1,0-1 1,-1-2-1,-1-1 1,35-21 0,-8-1-575,94-81-1,-107 78 588,-3-2 0,-1-1 0,-3-2-1,-1-1 1,-2-2 0,-2-1-1,-2-1 1,30-79 0,-36 67 1416,20-97 1,-39 147-1011,0 0-1,-1 0 1,0 0-1,0 0 1,-1 0-1,-1 0 1,0 0-1,0 1 1,-1-1-1,0 0 1,-4-8 0,7 18-257,0-1 1,-1 1 0,1 0 0,0 0-1,0 0 1,0 0 0,0 0 0,0 0 0,0 0-1,0-1 1,0 1 0,0 0 0,0 0 0,0 0-1,0 0 1,0 0 0,0 0 0,0 0 0,-1 0-1,1 0 1,0 0 0,0 0 0,0-1-1,0 1 1,0 0 0,0 0 0,0 0 0,-1 0-1,1 0 1,0 0 0,0 0 0,0 0 0,0 0-1,0 0 1,0 0 0,0 0 0,-1 0-1,1 0 1,0 0 0,0 0 0,0 0 0,0 0-1,0 0 1,0 0 0,0 1 0,-1-1 0,1 0-1,0 0 1,0 0 0,0 0 0,0 0 0,0 0-1,0 0 1,0 0 0,0 0 0,0 0-1,0 0 1,0 1 0,-1-1 0,1 0 0,0 0-1,0 0 1,-6 5 164,0-1-1,-1 2 0,2-1 1,-1 1-1,1-1 1,0 1-1,0 1 0,0-1 1,1 1-1,0 0 1,0 0-1,-5 15 0,-3 13 311,-13 56 0,14-45-194,-7 20 37,-44 192 430,39-144-692,-13 100-1913,32-189 602,-1-1 1,-1 0 0,-16 41 0,-3 9-7691,20-49-1726</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6.845"/>
    </inkml:context>
    <inkml:brush xml:id="br0">
      <inkml:brushProperty name="width" value="0.035" units="cm"/>
      <inkml:brushProperty name="height" value="0.035" units="cm"/>
    </inkml:brush>
  </inkml:definitions>
  <inkml:trace contextRef="#ctx0" brushRef="#br0">0 0 18798,'0'0'6880,"11"7"-5940,17 11-239,10-8-229,8 4-572,6 7-769,-3-7-627,-14-14-1256,18 11 4,10 10-3145,-3-7-5056</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7.238"/>
    </inkml:context>
    <inkml:brush xml:id="br0">
      <inkml:brushProperty name="width" value="0.035" units="cm"/>
      <inkml:brushProperty name="height" value="0.035" units="cm"/>
    </inkml:brush>
  </inkml:definitions>
  <inkml:trace contextRef="#ctx0" brushRef="#br0">389 12 13109,'6'-10'1711,"-9"9"308,-15 11 390,16-9-880,-3 0-962,-8 1-303,8-1-130,1 0-1,-1 0 1,1 0-1,-1 0 1,1 1-1,-1-1 1,1 1-1,0 0 1,0 1-1,0-1 1,0 1-1,-6 4 0,-12 16 493,1 0 0,2 1-1,0 1 1,1 1-1,-25 50 1,9-4 303,-28 86 0,49-118-696,2 0 1,1 1 0,-5 50-1,12-62-185,2 0 0,0 0 0,2-1 0,1 1-1,8 41 1,-4-43-80,-5-18 20,0-1 0,1 0 1,0 0-1,1 0 1,0 0-1,6 13 0,-7-19 9,0 1 0,0-1-1,1 1 1,-1-1 0,0 0-1,1 0 1,-1 0 0,1 0-1,0 0 1,0-1 0,0 1 0,0-1-1,0 0 1,0 0 0,0 0-1,0 0 1,0 0 0,0-1-1,1 1 1,-1-1 0,5 0-1,9 0-11,0-1-1,0-1 1,0 0-1,0-1 1,-1-1-1,21-7 1,99-45 70,-125 51-50,1-1 0,-4 4-32,-1-2 0,0 1 0,0-1 0,0 0 0,0-1 0,8-7 0,-15 12 21,0 0 1,1 0-1,-1 0 1,0 0-1,0 0 1,0 0-1,0 0 1,0-1 0,0 1-1,0 0 1,0 0-1,0 0 1,0 0-1,0 0 1,0 0-1,0 0 1,0 0-1,0 0 1,0 0-1,0-1 1,0 1-1,0 0 1,0 0-1,0 0 1,0 0 0,0 0-1,0 0 1,0 0-1,0 0 1,0-1-1,0 1 1,0 0-1,0 0 1,0 0-1,0 0 1,0 0-1,0 0 1,0 0-1,0 0 1,0 0 0,0 0-1,0-1 1,0 1-1,-1 0 1,1 0-1,0 0 1,0 0-1,0 0 1,0 0-1,0 0 1,0 0-1,0 0 1,0 0-1,0 0 1,0 0-1,-1 0 1,1 0 0,0 0-1,0 0 1,0 0-1,0 0 1,0 0-1,0 0 1,-6-3-128,1 1 1,-1-1-1,1 1 0,-1 0 1,0 1-1,0-1 1,0 1-1,1 0 0,-1 1 1,0-1-1,0 1 1,0 0-1,-11 2 1,-11 3-1059,-45 13 0,48-12 374,-79 26-4238,38-6-1913,23-7-2377</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7.786"/>
    </inkml:context>
    <inkml:brush xml:id="br0">
      <inkml:brushProperty name="width" value="0.035" units="cm"/>
      <inkml:brushProperty name="height" value="0.035" units="cm"/>
    </inkml:brush>
  </inkml:definitions>
  <inkml:trace contextRef="#ctx0" brushRef="#br0">217 772 12341,'0'-11'16452,"1"13"-16369,0 1 0,0-1 0,0 0 0,0 0 0,0 0 0,1 1 0,-1-1 0,0-1 0,3 4 0,-2-3 9,0 0 59,-6 0-484,-5 5 167,0-1-62,1 0 0,-1-1 0,-19 8 0,0-3-339,-39 20 1,61-27 525,-1 1 0,1 0-1,0 0 1,0 0 0,1 0-1,0 1 1,-1 0 0,1 0-1,1 1 1,-1 0 0,-6 10-1,10-14 132,1 1-75,0-1-1,1 1 0,-1 0 1,0-1-1,1 1 0,0-1 1,0 1-1,0-1 0,0 0 0,0 1 1,0-1-1,0 0 0,1 0 1,-1 0-1,1 0 0,0 0 1,-1 0-1,1 0 0,0 0 0,0-1 1,0 1-1,1-1 0,-1 1 1,0-1-1,0 0 0,3 1 1,7 3 10,1-1 1,-1-1 0,1 0 0,14 1-1,-22-3-9,21 3 19,0-1 0,1-1 0,-1-2 0,0 0 0,46-8 0,-53 5-68,-1-2 0,1 0-1,-1-1 1,-1-1 0,1-1 0,-1 0-1,0-2 1,29-21 0,-20 11-263,-2-1 0,-1-2-1,-1 0 1,38-52 0,-33 35-130,-2-1 0,35-78 0,-25 25 689,-3 0-1,31-155 0,-59 225 519,1-30 0,0 5 194,-4 46-637,-3 7-64,-24 67 86,-20 83 1,15-42-244,5-25-989,3 2 0,-17 152 0,36-207-239,-2 0 0,-11 38 0,-10 17-5633,20-64 3520,-8 24-7248</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9.125"/>
    </inkml:context>
    <inkml:brush xml:id="br0">
      <inkml:brushProperty name="width" value="0.035" units="cm"/>
      <inkml:brushProperty name="height" value="0.035" units="cm"/>
    </inkml:brush>
  </inkml:definitions>
  <inkml:trace contextRef="#ctx0" brushRef="#br0">0 0 15057,'32'0'1658,"-25"0"1700,-7 4-2630,4 10-448,1 0 0,0-1 0,1 1-1,1-1 1,0 0 0,0 0 0,10 12 0,-3-4-180,16 32 0,-23-38-276,1 0 0,1 0 0,0 0 1,19 21-1,-28-36 156,1 1 1,0-1 0,0 1 0,0-1-1,0 1 1,0-1 0,0 1 0,0-1-1,0 0 1,0 1 0,0-1 0,0 0-1,0 0 1,0 0 0,0 0 0,1 0-1,4 0-44,1 2-9,1-2 1,-1 1 0,0-1-1,1 0 1,-1 0-1,0-1 1,11-2 0,53-16-123,-33 8 215,78-14 1030,-113 25-852,15-7 139,-1 4-224,-13 2 35,-11 37 46,7-33-157,0 1-25,0 37 13,0-37 269,0 0-160,6 37 179,-6-41-309,0 0 1,0 0 0,0 1 0,0-1 0,0 0 0,0 0 0,0 1 0,0-1 0,0 0 0,0 0 0,1 0 0,-1 1 0,0-1 0,0 0-1,0 0 1,0 0 0,0 1 0,0-1 0,1 0 0,-1 0 0,0 0 0,0 0 0,0 1 0,0-1 0,1 0 0,-1 0 0,0 0 0,0 0-1,0 0 1,1 0 0,-1 0 0,0 1 0,10 3 33,-1 0 0,1 0 0,-1-1-1,1-1 1,0 1 0,0-2 0,0 1 0,1-1-1,-1-1 1,0 0 0,0 0 0,0-1 0,1 0 0,-1-1-1,0 0 1,16-6 0,1-3-51,-15 7-66,-1-1 1,1 0-1,-1 0 0,0-2 0,-1 1 0,1-1 0,-1-1 1,10-9-1,-13 10-12,-1-1-1,0 1 1,-1-1 0,0 0 0,0 0 0,0-1-1,-1 1 1,-1-1 0,1 0 0,-2 0-1,1 0 1,-1-1 0,0 1 0,-1 0 0,0-18-1,2-33 114,-2 57 103,1 1 6,1 1-97,-1 0-1,1 1 0,-1-1 0,1 0 0,0 1 0,0-1 0,-1 1 0,1 0 0,0 0 0,0 0 0,-1 0 0,1 1 0,0-1 0,0 1 0,-1-1 0,1 1 1,4 2-1,6 3 236,-1 0 0,18 14 1,4 1 271,61 23 65,-44-22-420,76 25-294,-122-45 32,32 8-584,-30-10 287,25-18-319,-32 18 685,0 0 0,0 0 0,0 0 0,1 0 0,-1 0 1,0-1-1,0 1 0,0 0 0,0 0 0,1 0 0,-1 0 0,0 0 0,0-1 0,0 1 1,0 0-1,0 0 0,0 0 0,0 0 0,0-1 0,1 1 0,-1 0 0,0 0 1,0 0-1,0 0 0,0-1 0,0 1 0,0 0 0,0 0 0,0 0 0,0-1 0,0 1 1,0 0-1,0 0 0,0 0 0,0-1 0,-1 1 0,1 0 0,0 0 0,0 0 0,-2-9-32,0 0-1,0 0 0,-1 0 1,-1 1-1,1 0 0,-1-1 1,-1 1-1,1 1 0,-1-1 1,-1 1-1,1 0 0,-1 0 1,-1 0-1,1 1 0,-1 0 0,-12-9 1,13 12 67,1 0 1,-1-1-1,1 0 1,0 0 0,1-1-1,-9-9 1,11 12 33,-33-4 186,29 7-186,-7 9 59,1 1 0,-18 19 0,26-25-64,1 0 0,-1 0 0,1 0 1,0 0-1,0 0 0,1 0 0,-1 1 0,1-1 1,0 1-1,-1 11 0,1-8 45,0 1 18,1 1-1,-1 0 1,1-1-1,1 1 1,0 0-1,1-1 1,0 1-1,1-1 1,0 1-1,4 14 1,-1-15-196,1-1 1,0 1-1,0-1 1,1 0-1,0 0 1,0-1-1,1 0 0,0 0 1,1-1-1,-1 0 1,2 0-1,-1-1 1,1 0-1,-1-1 1,2 0-1,-1-1 1,0 0-1,1 0 1,0-1-1,0 0 1,0-1-1,0-1 1,0 0-1,13 0 1,7-3-477,-1-1 0,0-2 0,0-1 0,0-2 0,-1 0 0,42-20 0,-29 9 382,-2-2 1,-1-2-1,64-49 1,-86 60 782,32-16 1,-47 27 254,-4 2-724,-6 3-58,-1 1-1,1 1 1,1-1-1,-1 1 1,1 1-1,0-1 0,1 1 1,-1 0-1,1 1 1,1-1-1,-6 10 1,-10 10 385,18-24-410,0 0 0,0 1 0,0 0-1,1-1 1,-1 1 0,1 0 0,-3 8 0,4-9-33,-1 3 77,0 0 0,0 0 0,1 0 0,-1 10 0,1-14-87,1 0 0,1 1 0,-1-1-1,0 0 1,0 0 0,1 0 0,-1 0 0,1 0-1,0 0 1,0 0 0,0 0 0,0 0 0,0 0-1,0 0 1,0 0 0,0-1 0,1 1-1,2 2 1,6 5-89,1-1 0,0 0 0,0 0 0,0-1 0,1-1 0,0 0 0,0-1 0,1 0 0,0-1 0,0 0 0,0-1 0,0 0 0,0-1 0,0-1 0,1 0 0,-1-1 0,15-1 0,95-15-921,-106 13 775,0-1 0,-1-1 0,1-1 0,-1-1-1,23-11 1,14-10 170,-50 27 659,4-16-355,-2 5-219,-3 9 294,0 5-276,6 5 4,0 1 0,0 0 0,10 12 0,-13-13-129,0 0 1,1-1-1,0 1 0,0-2 0,1 1 0,0-1 0,0 1 0,12 6 0,-6-7-236,-1-1 0,1 0-1,-1 0 1,1-1 0,0-1-1,0 0 1,1-1-1,-1 0 1,0-1 0,0 0-1,15-3 1,-24 2 276,0 0 1,-1 0-1,1 0 0,-1 0 1,1-1-1,-1 1 0,0-1 1,0 0-1,0 0 0,1 0 1,-2 0-1,1-1 0,5-5 0,-1-1 186,0 0 0,-1 0 0,6-13-1,-7 13 103,1-1-1,-1 1 0,9-9 0,-9 13-34,-1 0 1,-1 1-1,1-1 0,-1-1 0,0 1 0,0 0 1,-1-1-1,1 1 0,-1-1 0,0 0 0,-1 0 0,1 0 1,-1 0-1,0-7 0,4-3 319,1-3 3797,11 34-3350,30 34 156,-37-37-1004,1 0 1,0 0 0,1-2 0,17 13 0,54 31-2140,-73-46 1197,2 1-1293</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9.533"/>
    </inkml:context>
    <inkml:brush xml:id="br0">
      <inkml:brushProperty name="width" value="0.035" units="cm"/>
      <inkml:brushProperty name="height" value="0.035" units="cm"/>
    </inkml:brush>
  </inkml:definitions>
  <inkml:trace contextRef="#ctx0" brushRef="#br0">38 2 14641,'-16'-2'1800,"22"6"390,-6-3-1890,-1 1-1,1-1 1,-1 0 0,1 0-1,-1 0 1,0 1 0,0-1 0,0 0-1,0 0 1,0 0 0,-1 1-1,1-2-119,-1 3 24,1-1 1,-1 0 0,0 1-1,1 0 1,-1-1-1,1 1 1,0 0 0,0 0-1,0 0 1,0 0-1,0-1 1,1 1 0,0 0-1,-1 0 1,1 0-1,0 1 1,0-1 0,0 0-1,1 0 1,0 3-1,0 15 522,1 18-193,1-1 1,1 0 0,2-1 0,2 1 0,2-1 0,1-1-1,1 1 1,3-2 0,22 41 0,-34-71-534,0 0 0,1 0 0,0-1 0,0 1 0,0-1 0,1 0 0,-1 0 0,1-1 0,0 1 0,0-1 0,0 0 0,0-1 0,1 1 0,-1-1 0,1 0 0,0 0 0,-1-1 0,1 0 0,0 0 0,0 0 0,0 0 0,0-1 0,0 0 0,0-1 0,-1 1 0,1-1 0,0 0 0,0 0 0,0-1 0,-1 0 0,1 0 0,7-4 0,-1-2-75,-1-1 0,1-1 0,-2 1 0,1-2 1,-2 1-1,1-2 0,-1 1 0,-1-1 0,0 0 0,7-17 0,-2 3-272,-2-2 1,-1 1-1,-1-1 0,6-32 0,-12 44-327,0 1-1,-2-1 1,0 0-1,-1 0 1,0 0-1,-4-21 1,1 24-1417,0-1 0,0 1 0,-1 0 0,-9-19 0,-8-7-9958</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09.834"/>
    </inkml:context>
    <inkml:brush xml:id="br0">
      <inkml:brushProperty name="width" value="0.035" units="cm"/>
      <inkml:brushProperty name="height" value="0.035" units="cm"/>
    </inkml:brush>
  </inkml:definitions>
  <inkml:trace contextRef="#ctx0" brushRef="#br0">25 1 16826,'0'0'2596,"-7"17"-264,0 4-212,10 0-216,4 4-396,-7 6-315,0-2-261,0 9-164,0 1-132,-3-1-172,3 22-284,3-43-420,-3 15-572,-3-4-660,-4 0-4605,-4-4-664</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10.362"/>
    </inkml:context>
    <inkml:brush xml:id="br0">
      <inkml:brushProperty name="width" value="0.035" units="cm"/>
      <inkml:brushProperty name="height" value="0.035" units="cm"/>
    </inkml:brush>
  </inkml:definitions>
  <inkml:trace contextRef="#ctx0" brushRef="#br0">382 1190 12345,'1'-1'110,"-1"1"1,1 0-1,-1-1 1,1 1-1,-1 0 0,1-1 1,0 1-1,-1 0 0,1 0 1,0 0-1,-1 0 0,1-1 1,-1 1-1,1 0 0,0 0 1,-1 0-1,1 0 0,0 1 1,-1-1-1,1 0 1,0 0-1,-1 0 0,1 0 1,0 1-1,-1-1 0,1 0 1,-1 1-1,1-1 0,-1 0 1,1 1-1,-1-1 0,1 1 1,-1-1-1,1 0 0,-1 1 1,1-1-1,-1 1 1,1 0-1,1 2 2069,-34-17 7445,31-3-9414,-1 1-1,0 0 1,-1 0 0,-1 0-1,-1 0 1,0 0 0,-8-16-1,-6-18-230,-93-263-1078,-26-62 991,82 239 490,53 129-316,0 0 1,1 0 0,0 0-1,1 0 1,-1 0 0,1 0-1,1 0 1,-1-1 0,1 1-1,1-8 1,-1 12-5,1 0 0,-1 0 0,1 0-1,-1 0 1,1-1 0,0 1 0,0 0 0,0 0-1,1 0 1,-1 1 0,1-1 0,0 0 0,0 0-1,0 1 1,0-1 0,0 1 0,0 0 0,0 0 0,1 0-1,-1 0 1,1 0 0,0 0 0,3-1 0,2 0-22,1 0 1,-1 1 0,1 0 0,0 1 0,0 0 0,-1 0 0,1 1-1,0 0 1,0 0 0,0 1 0,0 0 0,-1 1 0,1 0 0,0 0-1,-1 1 1,0 0 0,0 1 0,15 8 0,-14-7-12,-1 0 0,0 1-1,0 1 1,0-1 0,-1 1 0,0 0 0,0 1 0,-1 0 0,0 0 0,0 0 0,-1 1 0,0 0-1,0 0 1,-1 0 0,0 1 0,3 14 0,-4-5-29,0 1 0,-2-1 0,0 0 1,-1 1-1,-1-1 0,-1 0 0,-1 1 0,-1-1 0,0 0 0,-1-1 0,-10 24 1,-12 23-5,-61 103 0,85-163 4,-6 12 17,-61 114-1121,61-110 639,0 1 0,1 0 0,1 0 0,-4 26 0,9-41 376,1-1-1,1 1 1,-1-1 0,1 1 0,0 0 0,1-1 0,-1 1 0,1-1 0,0 1-1,1-1 1,0 0 0,0 1 0,0-1 0,1 0 0,0 0 0,0 0-1,0-1 1,1 1 0,0-1 0,0 0 0,0 0 0,1 0 0,-1-1 0,1 1-1,1-1 1,-1 0 0,8 4 0,5 2-385,0-2 0,1 0-1,0-1 1,0-1 0,1-1 0,0 0 0,31 2-1,129 9-9112,-89-6-901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10.750"/>
    </inkml:context>
    <inkml:brush xml:id="br0">
      <inkml:brushProperty name="width" value="0.035" units="cm"/>
      <inkml:brushProperty name="height" value="0.035" units="cm"/>
    </inkml:brush>
  </inkml:definitions>
  <inkml:trace contextRef="#ctx0" brushRef="#br0">11 95 11589,'-10'28'15223,"17"-13"-12974,14 40-193,17 40-600,-12-37-1342,-13-27-98,1-1 0,1-1 0,2 0 0,22 29 0,-30-44-16,-6-10 0,0 1 0,1-1 0,-1 0 0,1 0 0,-1 0 0,6 3 0,-8-6 0,0 0 0,0 0 0,1-1 0,-1 1 0,0-1 0,1 1 0,-1-1 0,1 1 0,-1-1 0,1 0 0,-1 0 0,1 1 0,-1-1 0,1 0 0,-1 0 0,1-1 0,-1 1 0,0 0 0,1 0 0,-1-1 0,1 1 0,-1-1 0,0 1 0,1-1 0,-1 0 0,0 1 0,3-3 0,5-4-20,1 0 0,-2-1 0,1 0 0,-1-1-1,0 0 1,-1 0 0,0-1 0,0 1 0,8-19 0,4-12-207,17-54 0,-25 65 114,56-179-6264,-62 181 4060,1-2-1190,1 9-3158,0 3-3484</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11.161"/>
    </inkml:context>
    <inkml:brush xml:id="br0">
      <inkml:brushProperty name="width" value="0.035" units="cm"/>
      <inkml:brushProperty name="height" value="0.035" units="cm"/>
    </inkml:brush>
  </inkml:definitions>
  <inkml:trace contextRef="#ctx0" brushRef="#br0">1 2 10641,'29'-1'1970,"22"1"1908,63 19 2974,-111-18-6624,0 0 0,0 0 0,0 0 0,-1 1-1,1-1 1,0 1 0,0 0 0,-1 0-1,1 0 1,-1 0 0,0 0 0,4 4 0,-5-5-166,0 1 0,0-1 1,0 1-1,0-1 1,0 1-1,0-1 1,-1 1-1,1-1 0,0 1 1,-1 0-1,0 0 1,1-1-1,-1 1 1,0 0-1,0 0 1,0-1-1,0 1 0,0 0 1,0 0-1,0-1 1,-1 1-1,0 2 1,-2 4 11,-1 0 0,-1 0 0,1 0 0,-1-1 1,-1 1-1,-11 11 0,-44 35 49,43-39-197,0 0 1,-30 34-1,38-37 66,4-7 78,1 1 0,0 0-1,1 0 1,-1 0 0,-5 11 0,10-16-44,-1 0 0,1 0 0,-1 1 0,1-1 0,0 0 0,-1 0 0,1 1 0,0-1 0,0 0 0,0 1 0,0-1 0,0 0 0,0 1 0,1-1 0,-1 0 0,0 1 0,1-1 0,-1 0 0,0 1 0,1-1 0,0 0 0,-1 0 0,1 0 0,0 0 0,-1 0 0,1 1 0,0-1 0,0-1 0,0 1 0,0 0 0,0 0 0,0 0 0,0 0 0,1-1 0,-1 1 0,0 0 0,0-1 0,3 1 0,8 4 131,1-2 0,-1 1-1,1-2 1,15 2 0,1 1 76,234 38 1423,31-1-1535,-283-40-367,0-2 0,-1 1 0,1-2 0,0 1 0,15-4-1,-23 3 36,0 1 0,-1-1 0,1 0-1,-1 0 1,1 0 0,-1 0-1,1-1 1,-1 1 0,0-1-1,0 1 1,3-4 0,-4 4-54,0 0 0,0-1 0,0 1 1,0 0-1,0-1 0,-1 1 0,1-1 1,-1 1-1,1-1 0,-1 0 0,1 1 1,-1-1-1,0 0 0,0 1 0,0-1 1,0 0-1,0 1 0,0-1 0,0 1 1,-1-3-1,1 3-354,-1-1 0,1 0 0,-1 0 0,0 1-1,0-1 1,0 1 0,0-1 0,0 1 0,0-1 0,0 1 0,-2-2 0,-28-26-11775</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15.340"/>
    </inkml:context>
    <inkml:brush xml:id="br0">
      <inkml:brushProperty name="width" value="0.035" units="cm"/>
      <inkml:brushProperty name="height" value="0.035" units="cm"/>
    </inkml:brush>
  </inkml:definitions>
  <inkml:trace contextRef="#ctx0" brushRef="#br0">1759 467 4604,'0'0'14426,"-4"-1"-14137,-17-3-49,-1 1-1,1 1 1,-42 2-1,36 0-35,-95-1 509,-204 26 0,128 14-427,152-28-239,0 3 0,-53 24-1,42-11 14,-69 42-1,97-51-46,1 2-1,0 2 1,-46 47-1,41-34 35,1 1 0,2 2 1,-44 74-1,34-34 57,3 2 1,4 1-1,3 2 1,-21 99-1,33-93 9,-9 121-1,11 92 310,16-293-398,25 695 130,39-333-78,-38-248-126,44 153 27,-49-197 11,-12-43 17,14 36 0,-6-27 15,3-2 1,1 0-1,2-1 0,2-2 1,51 64-1,-11-19-65,-39-49 176,34 36-1,0-12-146,2-3-1,75 53 1,-69-63 5,86 42 0,-109-67 40,1-2 1,68 20 0,102 16-94,-127-34 47,149 26 22,-92-27-19,192 18 129,-250-35-152,314-1 75,337-94-91,-12-46 37,-703 133 2,234-49-72,-180 33 69,94-37 0,-103 33 19,-38 14 1,0-1 1,-1-2 0,29-16-1,1-7 172,73-47 240,-110 66-316,0-1 0,-1-1-1,29-32 1,155-198 432,-73 47 604,-66 96-683,-36 57-114,-2-2-1,-2-1 1,37-104-1,-28 63 52,-21 56-182,-1-1 0,12-56 0,17-193 265,-39 239-400,2 1 0,2 0 0,3 0-1,28-78 1,-34 111-59,0 0 0,4-21 0,5-17 39,9-3 33,-10 27-51,-2-1 1,15-59-1,-18 50-47,6-24 56,-3 1 0,5-110 0,-15 123-48,0 18 3,-1-1 0,-1 1 0,-1 0 0,-2 0 0,-9-34-1,0 13-16,1 0 0,-4-56 0,16 102 72,-1 1 16,-5-34-67,6 35 24,-1-1 26,-2-31-8,3 32-36,-1-1-3,-8-34-22,9 34 26,-7-17 19,4 4-16,2 13-9,0 0-28,-4-34 50,4 35 1,-5-15 30,0-1-24,-1 1 0,-1 0 0,-10-17 0,7 13-14,1 6-25,0 1-1,-1 0 1,-26-25-1,0-2-20,22 24 28,-2 0 0,-1 1 0,0 1 0,-39-26 0,21 16-21,-119-96 136,73 72-135,30 15 29,-1 2 1,-100-46 0,7 20-15,84 35-41,-74-16 0,39 12 34,-60-11 106,14 18-78,-30-6 28,137 20-66,-55-4-1,-10-1 25,-209-26-105,107 17 118,-212-34 94,221 27-193,161 23 65,-38-2 0,5 1 19,40 2-26,-35-12 1,5 1 45,-63 1 135,75 7-180,1 2 0,-1 2 0,-69 3 0,-44 7-53,-207 36 58,57 5 193,274-43-190,-319 81-44,337-81 66,-47 12-39,2 3 0,0 3 0,2 2 0,-63 37 0,84-35-136,2 0-1,0 2 0,-46 51 1,52-50-49,-1 3-780,-38 53-1,-3 5-2307,49-65 1784,3-2-3014,-30 27 1,6-20-6849</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16.578"/>
    </inkml:context>
    <inkml:brush xml:id="br0">
      <inkml:brushProperty name="width" value="0.035" units="cm"/>
      <inkml:brushProperty name="height" value="0.035" units="cm"/>
    </inkml:brush>
  </inkml:definitions>
  <inkml:trace contextRef="#ctx0" brushRef="#br0">205 1 15789,'-2'-1'6538,"-9"3"-4764,9-2-1685,-1 1-1,1 0 1,-1 0 0,1-1 0,0 1-1,0 1 1,0-1 0,0 0 0,-1 0-1,-1 3 1,1 0 71,0 2-1,0-1 1,0 0 0,1 0-1,-1 1 1,1 0 0,1-1-1,-1 1 1,-1 8 0,-2 8 152,-30 115 922,-23 191-1,46-246-1055,9-63-158,-19 144-50,19-125-404,1 0 1,5 49 0,2-24-631,2 20-1246,0-31-2891,-4-46-1192,5 5-3976</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17.653"/>
    </inkml:context>
    <inkml:brush xml:id="br0">
      <inkml:brushProperty name="width" value="0.035" units="cm"/>
      <inkml:brushProperty name="height" value="0.035" units="cm"/>
    </inkml:brush>
  </inkml:definitions>
  <inkml:trace contextRef="#ctx0" brushRef="#br0">53 1095 10445,'0'0'3546,"3"3"-1877,3 2-1022,0-1-1,0 1 1,1-1-1,0 0 1,10 4-1,-13-7-402,0 0-1,0 0 0,1 0 1,-1 0-1,0-1 0,1 1 0,-1-1 1,0-1-1,1 1 0,-1 0 1,0-1-1,7-2 0,11-2 594,4-2-69,0 0 1,0-1 0,-1-2-1,0 0 1,24-15 0,-39 19-635,-5 3-49,1-1 1,-1 1-1,0-1 0,0 0 1,6-5-1,-10 7-133,1 0 0,-1 0-1,1 0 1,-1-1 0,0 1-1,0 0 1,0-1 0,0 1 0,0-1-1,-1 1 1,1 0 0,-1-1-1,1 0 1,-1 1 0,0-1-1,0 1 1,-1-4 0,1 2-70,0 0 1,-1 1-1,0-1 1,0 0-1,0 1 1,-1-1-1,1 0 1,-1 1-1,1-1 1,-1 1-1,0 0 1,-1 0-1,1 0 1,-1 0-1,1 0 0,-1 0 1,0 1-1,-4-4 1,2 2-8,-1 1 1,1 0-1,-1 1 0,1-1 1,-1 1-1,0 0 0,0 0 1,0 1-1,0 0 0,0 0 1,-8 0-1,-13 2-192,1 1 0,-1 1 1,1 1-1,-35 10 0,50-11 267,0 0 0,0 1-1,1 1 1,0 0 0,0 0-1,0 1 1,-17 13 0,23-16 79,1 0 1,-1 0 0,1 1-1,-1-1 1,1 1 0,0 0-1,0 0 1,1 0 0,-1 0-1,1 1 1,0-1 0,0 1 0,1-1-1,-1 1 1,1 0 0,0-1-1,0 1 1,1 0 0,-1 0-1,1 6 1,1-7 11,0 0-1,0 0 1,0-1-1,1 1 1,0 0-1,-1-1 1,1 1-1,0-1 1,1 0 0,2 4-1,1 1 81,-2-3-3,-1 0 0,1 0 0,0-1-1,1 1 1,-1-1 0,1 0-1,0-1 1,0 1 0,0-1-1,0 0 1,7 3 0,1-1 130,-1 0-1,1-1 1,24 4 0,3-3 227,1-2-1,60-3 1,-42 0-210,271-4-2048,-252-6 105,-77 10 1666,-1 0 0,0 0 0,0 0 0,0 0 0,0 0 0,1 0 0,-1 0 1,0 0-1,0 0 0,0 0 0,0 0 0,1 0 0,-1 0 0,0 0 0,0 0 0,0 0 0,0 0 0,1 0 1,-1 0-1,0 0 0,0-1 0,0 1 0,0 0 0,0 0 0,1 0 0,-1 0 0,0 0 0,0 0 0,0-1 0,0 1 1,0 0-1,0 0 0,0 0 0,0 0 0,0-1 0,1 1 0,-1 0 0,0 0 0,0 0 0,0 0 0,0-1 0,0 1 1,0 0-1,0 0 0,0-1 0,8-34-784,-7 33 764,-1-1 0,0 0 0,0 0-1,0 1 1,0-1 0,0 0 0,-1 0-1,1 1 1,-1-1 0,0 0 0,0 1-1,0-1 1,-1-3 0,0 2 9,1 1 92,-10-11 226,-22-23 1519,33 36-1775,1 0 0,-1 0 0,0 0 0,0 0 0,1 0 0,-1 0 1,1 0-1,-1 0 0,1 1 0,-1-1 0,1 0 0,-1 0 0,1 0 0,0 1 0,0-2 0,6-7 215,-6 7 234,1 0-418,-1 1-132,-1 0-1,1 0 0,0 0 0,0 0 0,0 0 0,0 1 0,1-1 1,-1 0-1,0 0 0,0 1 0,0-1 0,1 1 0,-1-1 0,0 1 1,0 0-1,1-1 0,-1 1 0,0 0 0,3 0 0,-1 1-94,0-1-1,-1 1 1,1 0-1,-1 1 1,0-1-1,1 0 1,-1 1-1,3 1 1,-1 0 329,-3-2-199,-1-1-1,1 0 0,0 1 1,0-1-1,-1 1 1,1-1-1,0 0 0,0 0 1,-1 1-1,1-1 1,0 0-1,0 0 0,0 0 1,0 0-1,-1 0 1,1 0-1,0 0 0,1 0 1,4 0-58,10 0 7,0 1-1,0-2 0,0 0 1,-1-1-1,1-1 1,27-7-1,17-3 104,-20 5 48,-23 5-31,0 0 0,20-1 0,-31 4-22,1 0 1,-1 0 0,0 1 0,1 0-1,-1 0 1,0 1 0,1-1 0,-1 1-1,9 5 1,-11-5-35,0-1-1,-1 1 1,1 1 0,-1-1-1,1 0 1,-1 1-1,0 0 1,0-1 0,0 1-1,0 0 1,0 1-1,-1-1 1,0 0 0,1 1-1,-1 0 1,0-1-1,-1 1 1,3 6 0,19 58-3407,-21-65 2023,1-4-1017,5-2 1939,-3 2 433,0-1 0,0 0-1,0 0 1,0 0 0,0-1 0,-1 1-1,1-1 1,-1 0 0,0 0 0,4-4-1,119-130 3156,-36 35-274,45-55 5164,-133 154-7728,-2 0-98,1 1 0,0 0 0,0 0 0,0 0 0,0 0 0,0 0 0,0 0 0,0 1 0,1-1 0,2 0 0,-4 7 318,0 20-306,-1 0 0,-1 0 0,-1 0 0,-7 35 0,-32 105 92,27-112-222,-45 150-1249,-138 315 1,40-137-2894,152-369 3626,0 1 0,-4 22 1,8-32-389,3-9 38,30-88-552,84-172 0,-89 209 1123,135-276-472,156-348 904,-110 171 1764,-198 484-1577,-1-2 0,-2 1-1,0-1 1,2-28 0,3-14 1288,-9 60-1299,1-3 68,-10 22-95,-6 20-136,1 0 0,1 1-1,-7 36 1,14-55-185,-6 29-8,3 1-1,0 0 0,2 46 0,13 122-1151,-6-160 111,-3 0-1,-5 50 1,-10 30-8718,8-82-29</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18.061"/>
    </inkml:context>
    <inkml:brush xml:id="br0">
      <inkml:brushProperty name="width" value="0.035" units="cm"/>
      <inkml:brushProperty name="height" value="0.035" units="cm"/>
    </inkml:brush>
  </inkml:definitions>
  <inkml:trace contextRef="#ctx0" brushRef="#br0">1 119 15081,'0'0'9123,"4"1"-8402,21 5-107,-14-4-411,-1 0 0,20 7 0,-15-3-329,0-2 0,0 1 0,18 1 0,-19-4-384,-1 1 1,25 9-1,-34-11 303,0 0-1,0 1 1,1-1 0,-1-1 0,0 1-1,0-1 1,5 0 0,2 1-110,-10 0 254,1-1-1,-1 0 0,0 0 1,1 0-1,-1 0 1,1-1-1,-1 1 1,0 0-1,1 0 1,-1-1-1,0 1 1,1-1-1,-1 1 1,0-1-1,1 0 1,-1 0-1,0 1 1,0-1-1,0 0 1,1-1-1,16-18-677,-18 20 714,5-9 42,0 1 0,0-1 0,4-12 0,2-3 630,-10 20-491,0 1 1,0-1-1,0 1 1,0-1 0,-1 1-1,1-1 1,-1 0-1,0 1 1,0-1 0,-1-4-1,0-4 685,1 10-630,-1 0 0,1 0-1,-1 1 1,1-1 0,-1 0 0,0 0 0,0 1-1,0-1 1,0 0 0,0 1 0,0-1-1,-2-1 1,-1-1 3571,-2 20-3867,1 0-1,1-1 0,0 1 1,1 1-1,0-1 1,2 1-1,0-1 1,0 1-1,2-1 1,4 28-1,-4-23-63,0-15 71,-1 0 1,1 0-1,0 1 1,1-1-1,-1 0 0,1 0 1,4 7-1,-1 0-91,0-1 1,1 1-1,1-1 0,0-1 0,13 18 0,-17-25 187,1 0-1,0-1 0,-1 1 0,1-1 0,1 0 1,-1 0-1,0 0 0,1-1 0,-1 1 0,1-1 1,0 0-1,0 0 0,0-1 0,0 0 0,0 1 1,0-2-1,0 1 0,8 0 0,6-3 117,0 0 0,0-1 0,-1-1 0,32-10 0,10-3-10,-34 10-696,25-4-110,-16 8-6571,-35 27-9319</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18.218"/>
    </inkml:context>
    <inkml:brush xml:id="br0">
      <inkml:brushProperty name="width" value="0.035" units="cm"/>
      <inkml:brushProperty name="height" value="0.035" units="cm"/>
    </inkml:brush>
  </inkml:definitions>
  <inkml:trace contextRef="#ctx0" brushRef="#br0">285 42 14033,'-42'-28'1076,"21"25"-196,-8-4-231,5 3-501,-8 4-813,8 4-747,-15-8-904,-13 8-1304,31 3-2169</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18.566"/>
    </inkml:context>
    <inkml:brush xml:id="br0">
      <inkml:brushProperty name="width" value="0.035" units="cm"/>
      <inkml:brushProperty name="height" value="0.035" units="cm"/>
    </inkml:brush>
  </inkml:definitions>
  <inkml:trace contextRef="#ctx0" brushRef="#br0">1 662 10717,'1'-16'2461,"6"18"1454,-6-1-3743,0 0 0,0 0 0,1 0 0,-1 0 0,0 0 0,0-1 0,1 1 0,-1-1-1,1 1 1,-1-1 0,0 1 0,1-1 0,-1 0 0,1 1 0,-1-1 0,1 0 0,2 0 0,90-7 2012,-90 7-1791,-1 0-257,35 0-24,-34 0-172,-6-2-1357,0-1 1071,0 1-1,0-1 1,-1 1 0,1 0 0,-1 0 0,1 0 0,-4-2-1,5 3-19,-2-1 261,0-1-1,0 1 1,1-1 0,-1 0 0,1 0 0,0 0-1,0 0 1,0-1 0,1 1 0,-1 0 0,1-1 0,-1 1-1,1-1 1,0 0 0,1 1 0,-1-1 0,1 0 0,-1 0-1,1 1 1,0-1 0,1 0 0,-1 0 0,0 1 0,3-8-1,1-5 320,1 0 0,1 0 0,13-29-1,-17 43-206,20-43 1176,2 1 1,2 2-1,2 1 1,1 0 0,3 3-1,57-57 1,27 2 3739,-113 91-4778,-3 2-138,0 0 0,0 0 0,0 0 0,0 0 0,0 0 0,0 0 0,0 0-1,0 0 1,0 0 0,0-1 0,0 1 0,1 0 0,-1 0 0,0 0 0,0 0 0,0 0 0,0 0 0,0 0 0,0 0 0,0 0 0,0 0 0,0 0 0,1 0 0,-1 0 0,0 0 0,0 0 0,0 0 0,0 0 0,0 0 0,0 0 0,0 0 0,0 0 0,0 0 0,1 0 0,-1 0 0,0 0 0,0 0 0,0 0 0,0 0-1,0 1 1,0-1 0,0 0 0,0 0 0,0 0 0,0 0 0,0 0 0,0 0 0,0 0 0,1 0 0,-1 0 0,0 0 0,0 0 0,0 1 0,0-1 0,0 0 0,0 0 0,0 0 0,0 0 0,0 0 0,0 0 0,0 0 0,3 6 64,-1 0 0,0 1 0,1-1 1,-2 0-1,1 1 0,-1-1 0,0 1 1,-1-1-1,1 1 0,-2 12 0,-1 10 78,-8 35 0,-78 309-325,24-58-2286,29-121-532,24-141 1527,-6 33-2068,1-32-3480,7-29-3850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19.089"/>
    </inkml:context>
    <inkml:brush xml:id="br0">
      <inkml:brushProperty name="width" value="0.035" units="cm"/>
      <inkml:brushProperty name="height" value="0.035" units="cm"/>
    </inkml:brush>
  </inkml:definitions>
  <inkml:trace contextRef="#ctx0" brushRef="#br0">81 1 13765,'-5'2'832,"0"2"0,0-1 0,0 1 0,0-1-1,0 1 1,1 1 0,-6 6 0,-1 1 178,8-8-901,1-1 0,-1 1 1,1 0-1,1 0 0,-1 0 0,0 0 0,1 0 0,0 1 1,0-1-1,0 0 0,0 1 0,1-1 0,0 8 1,-1 3 152,-1 0 70,1 0 0,0 0 0,1 0 1,3 22-1,0-4 34,-2-3-18,-2-10 15,2-1 0,0 1 0,1 0-1,1-1 1,1 1 0,1-1-1,8 21 1,-11-35-242,1-1-1,0 1 1,0-1-1,0 0 1,0 0-1,1-1 1,0 1 0,0-1-1,0 1 1,0-1-1,0 0 1,1-1-1,-1 1 1,1-1 0,0 0-1,-1 0 1,1 0-1,0-1 1,0 0-1,0 0 1,0 0-1,1 0 1,-1-1 0,0 0-1,0 0 1,0-1-1,0 1 1,1-1-1,-1 0 1,7-2 0,2-3-100,-1 0 0,1 0 1,-1-1-1,0-1 1,-1 0-1,0-1 1,0 0-1,-1-1 1,0 0-1,0-1 0,-1 0 1,-1 0-1,0-1 1,0-1-1,-2 0 1,1 0-1,-2 0 0,1-1 1,6-23-1,-8 22-619,-1-1-1,0 0 1,-1 0-1,2-27 1,-5 36-156,-1 0 0,1 0 0,-1 0-1,-1 0 1,-2-10 0,1 11-536,1 0 0,-1 0 0,0 0 0,-1 0 0,1 0 0,-7-7 0,-17-13-11843</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19.486"/>
    </inkml:context>
    <inkml:brush xml:id="br0">
      <inkml:brushProperty name="width" value="0.035" units="cm"/>
      <inkml:brushProperty name="height" value="0.035" units="cm"/>
    </inkml:brush>
  </inkml:definitions>
  <inkml:trace contextRef="#ctx0" brushRef="#br0">46 200 11729,'-2'3'1968,"-3"4"-1474,1 1 0,0-1 1,0 1-1,1 0 0,0 0 1,0 0-1,1 0 1,0 0-1,-1 10 0,-2 20 517,1 1 0,2 69 0,4-91-266,1-30 290,0-3-1096,2-9 247,2-7 253,13-45 1,50-137 987,-66 204-1471,1 0 0,11-16 0,-11 18-343,1 0 0,-2-1 0,1 0 0,2-10 1,-6 19 315,-1 0 0,0-1 0,1 1 0,-1 0 0,0-1 0,0 1 0,0-1 0,1 1 0,-1 0 0,0-1 0,0 1 0,0-1 0,0 1 0,0-1 1,0 1-1,0-1 0,0 1 0,0 0 0,0-1 0,0 1 0,0-1 0,0 1 0,0-1 0,-1 1 0,1-1 0,0 1 0,0 0 0,0-1 1,-1 1-1,1-1 0,0 1 0,0 0 0,-1-1 0,1 1 0,0 0 0,-1 0 0,1-1 0,0 1 0,-1 0 0,1-1 0,-1 1 0,1 0 0,0 0 1,-1 0-1,1 0 0,-1-1 0,-27 7-6898,25-5 6095,-21 6-8783</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22.251"/>
    </inkml:context>
    <inkml:brush xml:id="br0">
      <inkml:brushProperty name="width" value="0.035" units="cm"/>
      <inkml:brushProperty name="height" value="0.035" units="cm"/>
    </inkml:brush>
  </inkml:definitions>
  <inkml:trace contextRef="#ctx0" brushRef="#br0">5777 1052 8073,'0'0'5844,"-3"-2"-5008,-26-12 643,26 12-943,0 0 32,-6-4-116,0-1 0,1 0-1,-12-12 1,-14-12 134,28 26-536,-1-1 0,1 1 0,0-1 1,0 0-1,-6-10 0,-76-141 614,15 24-53,41 85-463,-3 1 1,-1 1 0,-3 2-1,-86-76 1,106 107-142,0 0 1,-1 1-1,0 0 0,-33-12 1,-4-3 17,-45-20 18,-164-53 0,211 82-42,-1 2 1,-1 3-1,0 2 0,-1 3 0,0 2 1,0 3-1,-88 7 0,-57 16 9,1 9-1,-222 62 1,337-68-2,16-5 1,-132 50 0,102-24 18,32-16-56,2 3 0,-78 49 0,72-30 46,2 4 0,2 2 0,-94 101 0,89-75-7,-59 60-3,61-61 13,51-55-14,-27 25 1,-2-1 9,26-25-9,-42 33 0,59-52-5,0-1 1,-1 0 0,1-1 0,-1 1-1,0-1 1,0-1 0,-1 0 0,1 0-1,-17 3 1,16-5-2,-1 0 0,1-1-1,0 0 1,0 0 0,-1-1 0,1 0 0,0-1-1,0 0 1,0 0 0,0-1 0,1 0 0,-15-7-1,-7-7 13,1-1-1,-32-25 0,-28-16 28,50 37-41,-1 3 1,0 1 0,-2 1-1,0 3 1,-1 2 0,0 1-1,-49-5 1,36 10 9,6-1-7,-90 2 0,117 5 1,0 2 0,-43 9 0,56-8-6,-1 0 1,1 1 0,0 0 0,1 0-1,-1 1 1,1 1 0,-1 0 0,-13 11-1,0 7 9,1 0 0,1 1 0,2 1 0,-24 40-1,33-50-3,-8 13-4,3 1-1,0 0 0,-12 38 1,-25 100 27,38-119-27,-6 29-2,3 1 1,-7 98-1,16-111 16,-5 78-14,0 461 89,14-526-90,3 1 1,3 0-1,4-1 1,3-1-1,4 0 1,3-1-1,53 129 1,-66-187 1,27 64 3,44 162 1,-38-103-11,4 20 30,-39-139-27,1-1 1,0 0 0,2 0-1,1-1 1,1 0 0,0-1-1,1 0 1,2-1 0,16 18-1,-17-22 5,0-1-1,2-1 0,0 0 0,18 12 0,71 39 12,-48-31-8,236 156 15,-265-171-6,1-1-1,1-1 1,1-1-1,0-1 1,40 11-1,-15-13-3,1-2 0,0-3 0,0-2 0,1-2-1,67-6 1,280-46 39,41-23-16,-232 48-80,-191 23 46,-1 1 0,34 4 0,-10-1-19,74 5 47,42 0-9,-46-12 82,180-28-1,111-47 99,-324 62-194,51-10 31,190-43-10,-124 19-37,-21 6-15,124-39 34,-221 57 18,167-64 109,-213 76-102,-1-3-1,-1 0 1,-1-2 0,59-48 0,-60 38-20,-1-1 0,-2-1 0,-1-2-1,-1-1 1,-2-1 0,-2 0 0,-1-2 0,29-77 0,-23 38-15,-3-1 0,-4-1 1,18-145-1,-10-57 221,-24 235-209,-2 12 118,11-47 0,-10 70-106,1 0-1,0 0 1,0 1 0,1 0-1,0 0 1,1 0 0,10-13-1,58-60 95,-18 21-132,-28 27 30,-1-1 0,-2-2 0,-2 0 0,19-42 0,-39 71-12,0-1-1,0 0 1,-1 0 0,2-16 0,-2 13 9,0-1 0,6-17 0,-4 18-2,0 0 1,-2 0-1,1-1 1,-2 1-1,1 0 1,-2-1-1,0 1 1,0-1-1,-2 1 1,-4-23 0,-3-30 99,8 48-112,-1 0 0,-2 0 0,-8-30 0,-3-2 42,-13-66 1,-11-37 14,32 135-21,0 0 0,-2 0-1,0 1 1,-22-30 0,-54-53 46,73 86-27,-15-13-59,-1 1 0,-45-31-1,15 12 9,3 5-1,-2 2 1,-71-35-1,52 27 68,43 25-74,-42-21 0,60 34 152,1 0 0,0-2 0,0 0-1,1 0 1,-17-18 0,29 26 78,-4-27 141,3 24-333,1 1-1,0 0 1,1-1-1,-1 1 1,1 0-1,0-8 1,6-30 114,-4 29-74,0 1 1,0-1 0,-1-21-1,-3 23-5,1 0 1,-1 0-1,-1 0 1,0 1-1,-1-1 0,0 1 1,0 0-1,-1 0 0,0 0 1,-1 1-1,-7-10 1,2 6-84,0 1 1,0-1 0,-1 2 0,-1 0-1,0 1 1,-22-14 0,22 17-328,1 2 0,-1 0 0,-1 0 0,1 1 0,-1 1 0,0 0 0,1 1 1,-1 0-1,0 1 0,-27 2 0,32-1-87,-13-1-1249,-34 5-1,49-3 934,0 1 1,0-1-1,0 1 0,1 1 0,-1-1 1,0 1-1,1 0 0,0 1 1,-7 4-1,3 0-2385,0 2 1,-12 13-1,21-23 3043</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22.975"/>
    </inkml:context>
    <inkml:brush xml:id="br0">
      <inkml:brushProperty name="width" value="0.035" units="cm"/>
      <inkml:brushProperty name="height" value="0.035" units="cm"/>
    </inkml:brush>
  </inkml:definitions>
  <inkml:trace contextRef="#ctx0" brushRef="#br0">194 0 13041,'-12'2'95,"-25"6"9511,23-4-7931,12-3-1595,0 0 0,0 0 0,1 0-1,-1 0 1,0 0 0,1 1 0,-1-1 0,1 0 0,-1 1 0,1-1 0,0 1 0,0 0-1,-1-1 1,1 1 0,0 0 0,1 0 0,-1 0 0,0-1 0,-1 5 0,-6 43 606,6-32-458,-58 424 2063,55-404-2244,-18 134 170,20-134-685,2 1 0,5 55 0,-1-55-672,-1-10-95,7 31 0,-7-51-740,0 0 0,1 1 0,0-1 0,5 11 0,5-1-9636</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24.050"/>
    </inkml:context>
    <inkml:brush xml:id="br0">
      <inkml:brushProperty name="width" value="0.035" units="cm"/>
      <inkml:brushProperty name="height" value="0.035" units="cm"/>
    </inkml:brush>
  </inkml:definitions>
  <inkml:trace contextRef="#ctx0" brushRef="#br0">131 1013 12321,'-10'3'1723,"12"3"-326,22 12 933,-14-12-1201,-8-4 989,13 13-291,-5-7-920,0 0 0,22 12-1,0 1 609,-29-19-153,-1-4-1229,5-3-201,-5 4 14,0 0 1,0 0-1,-1 0 0,1 0 1,0 0-1,-1-1 0,1 1 1,-1 0-1,0-1 0,1 1 1,-1-1-1,0 1 1,0-1-1,0 0 0,0 1 1,0-1-1,0 0 0,-1 0 1,1 0-1,-1 0 0,1 1 1,-1-1-1,1 0 1,-1 0-1,0 0 0,0 0 1,0 0-1,0 0 0,-1 0 1,1 0-1,-1-2 0,-1-3-92,-1 1-1,0-1 0,0 1 0,-1 0 1,0 0-1,0 0 0,0 1 1,-1-1-1,0 1 0,0 0 0,0 0 1,0 1-1,-1-1 0,0 1 0,-10-5 1,7 4 76,1 0 1,-1 1 0,0 1 0,0-1-1,0 1 1,-1 1 0,1 0 0,-1 0-1,1 1 1,-1 0 0,-13 1 0,17 0 87,0 1 0,-1 0 0,1 0 0,0 1 0,1 0 1,-1 0-1,0 1 0,-10 5 0,14-7 34,0 1-1,0-1 1,0 1 0,0-1-1,0 1 1,1 0 0,-1 0-1,1-1 1,-1 1 0,1 0-1,0 0 1,0 0 0,0 1-1,0-1 1,0 0 0,0 0-1,0 1 1,1-1 0,-1 0-1,1 1 1,0-1 0,0 0-1,0 1 1,0-1 0,0 5-1,3 5 113,0 0-1,0 0 1,1-1 0,1 1-1,0-1 1,0 0-1,1 0 1,1-1 0,0 1-1,0-1 1,1-1-1,0 1 1,1-2 0,0 1-1,0-1 1,16 11-1,-7-8-125,0 1-1,1-2 1,1-1-1,-1 0 0,1-2 1,1 0-1,-1-1 1,39 6-1,-52-11-124,128 12-1732,-123-13 1369,0 0 1,1-1-1,-1 0 0,0-1 0,0 0 0,0-1 1,0 0-1,18-9 0,-27 11 267,-1 0 0,0 0 0,0 0-1,0-1 1,0 1 0,0-1 0,-1 1 0,1-1-1,0 0 1,-1 1 0,1-1 0,0-2 0,6-6-407,-1-1 355,1 0-1,-1-1 1,-1 0 0,0 0-1,-1-1 1,0 1 0,-1-1-1,5-24 1,-2 8 1130,-5 25-103,1-14 555,0 1-799,-2 14-86,24-14 634,-22 16-693,0 2-138,3 0-152,1 1 0,0 1 0,-1-1 0,0 1 1,1 0-1,-1 1 0,10 7 0,-14-9-79,12 9-198,-13-11 122,0 1 0,-1 0 0,1 0 0,0-1-1,0 1 1,-1-1 0,1 1 0,0 0 0,0-1 0,0 0 0,0 1-1,0-1 1,0 0 0,2 1 0,8-10-659,-8 6 741,14-15-259,1 2 1,1 1 0,0 0-1,1 1 1,24-12 0,-29 19 307,0 0 1,0 1-1,1 1 1,0 1 0,0 0-1,0 1 1,0 1-1,1 0 1,-1 1-1,18 1 1,-28 1-63,1 1 0,0-1 1,-1 1-1,1 0 0,-1 1 0,1 0 1,-1 0-1,0 0 0,0 0 0,-1 1 0,1 0 1,-1 1-1,1-1 0,-1 1 0,-1 0 0,1 0 1,-1 0-1,0 1 0,5 7 0,2 5 2,-1 1 0,0 0 0,-2 0 0,12 39 0,-13-35-121,-3-8-209,0-1-1,0 1 1,2-1-1,-1-1 1,2 1 0,0-1-1,11 16 1,-16-27 250,0 0 0,0-1 0,0 1 0,1 0 0,-1-1 1,0 1-1,1-1 0,-1 0 0,1 0 0,0 0 0,-1 0 0,1 0 0,0-1 0,0 1 1,-1-1-1,1 0 0,0 1 0,0-1 0,0-1 0,-1 1 0,1 0 0,0-1 1,0 1-1,-1-1 0,6-2 0,7-2-73,0-1 0,0-1 1,16-10-1,-23 13 104,41-27 86,-1-2-1,77-70 1,-27 22 701,149-134 3284,-242 209-3671,24-22 1463,-25 26-1461,-3 3-64,-12 17 58,-124 155 525,-1 2-703,87-107-204,-120 178-514,102-147 137,37-57 11,2 0 0,2 2-1,-21 48 1,44-85 216,0 1 0,1 0 1,0 0-1,-1 11 0,1-9-13,2-10 165,1 0 0,-1 0 0,0 0 0,0 0 0,0 0 0,0 0 0,0 0 0,0-1 0,0 1 0,0 0 0,0 0 0,0 0 0,0 0 0,1 0 0,-1 0 0,0 0 0,0 0 0,0 0 0,0 0 0,0 0 0,0 0 0,0 1 0,0-1 0,0 0 0,0 0 0,1 0 0,-1 0 0,0 0 0,0 0 0,0 0 0,0 0 0,0 0 0,0 0 0,0 0 0,0 0 0,0 0-1,0 0 1,0 0 0,0 0 0,0 0 0,0 1 0,0-1 0,0 0 0,0 0 0,0 0 0,0 0 0,1 0 0,-1 0 0,0 0 0,0 0 0,0 0 0,0 0 0,0 1 0,0-1 0,-1 0 0,1 0 0,0 0 0,0 0 0,0 0 0,0 0 0,14-5-91,0-1 0,-1-1 0,0 0 0,0-1-1,-1-1 1,20-17 0,64-69-365,-88 86 414,52-57-938,-4-2-1,-2-4 1,-4-1-1,75-148 1,-73 113-389,67-199-1,11-160 4581,-121 420-1175,-1-1-1,-3 0 1,-1-65-1,-4 110-1295,3 22 610,0 14-956,-2 0 0,-1 1 0,-8 50 0,-26 106 22,12-74-173,-12 43-639,-4 30-1790,13-62-656,5-65-670,14-49 917,0-1-1,-11 18 0,-8 4-8778</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24.487"/>
    </inkml:context>
    <inkml:brush xml:id="br0">
      <inkml:brushProperty name="width" value="0.035" units="cm"/>
      <inkml:brushProperty name="height" value="0.035" units="cm"/>
    </inkml:brush>
  </inkml:definitions>
  <inkml:trace contextRef="#ctx0" brushRef="#br0">1 436 14641,'6'2'957,"2"2"236,-1-3 6669,7-15-6023,-13 13-1754,1 0-1,0 0 1,-1 0 0,1 0-1,0 0 1,0 0 0,0 1 0,0-1-1,0 1 1,0-1 0,0 1 0,0 0-1,0-1 1,0 1 0,0 0 0,0 0-1,0 1 1,3-1 0,40 14-854,-16-5-650,26 11-4271,-54-21 5484,0 0 1,0 1-1,0-1 0,-1 0 1,1 0-1,0 0 0,-1 1 1,1-1-1,-1 0 1,1 0-1,-1 0 0,1 0 1,-1 0-1,1 0 0,-1 0 1,0-1-1,4-7-373,-1 0-1,0 1 0,-1-1 1,1-11-1,-1 9 419,1 0 0,6-20 0,2 0 564,-7 20-118,0-1 0,0 1-1,1 1 1,1-1 0,-1 1 0,9-10 0,-1 2 718,0 0 0,-1 0-1,12-26 1,-13 22 101,7-20 1917,-13 27-1873,-4 12-198,-1-1-180,0-27 302,1 23-360,1 26-250,-3 7-263,0-1 0,-2 1 0,-1 0 0,-7 24 0,3-13-65,-57 288-533,62-306 206,0 1 0,1 28 0,2-38 116,1-1-1,0 0 0,0 1 0,1-1 1,0 0-1,0 0 0,1 0 1,4 9-1,-4-12 58,-1 0 1,1 0-1,0-1 1,0 1-1,1 0 0,-1-1 1,1 0-1,0 0 1,0 0-1,0 0 0,1-1 1,-1 1-1,1-1 1,0-1-1,0 1 0,0 0 1,0-1-1,1 0 0,-1-1 1,1 1-1,-1-1 1,1 0-1,-1 0 0,10 0 1,-1-2 75,0 0-1,-1-1 1,1-1 0,0 0 0,16-6-1,68-30 373,-48 17-222,106-33 355,-136 49-528,1 1 1,0 1 0,0 1-1,0 1 1,39 1 0,-59 1-47,1 0 0,0 0 0,-1 1 0,1-1 0,0 0 0,-1 1 1,1-1-1,-1 1 0,1 0 0,-1-1 0,1 1 0,-1 0 0,1 0 0,-1 0 0,0 0 1,1 0-1,-1 0 0,0 0 0,0 1 0,0-1 0,1 2 0,0 0-77,-1 0 0,0 0 0,0 0 0,0 0 0,0 0 0,-1 1 0,1-1 0,-1 0 0,0 0 0,0 5 0,-1 6-443,-1-1-1,0 0 1,-1-1-1,-7 20 1,5-19-649,-1 0 1,-1-1 0,0 0-1,-17 22 1,-7 13-5539,11-4-3415</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25.052"/>
    </inkml:context>
    <inkml:brush xml:id="br0">
      <inkml:brushProperty name="width" value="0.035" units="cm"/>
      <inkml:brushProperty name="height" value="0.035" units="cm"/>
    </inkml:brush>
  </inkml:definitions>
  <inkml:trace contextRef="#ctx0" brushRef="#br0">277 498 13081,'8'-7'1563,"-4"8"962,0 16 1484,-3-6-4719,-2-9 732,1-1 1,-1 1-1,0-1 0,0 1 1,0-1-1,0 1 1,0-1-1,0 0 0,-1 1 1,1-1-1,0 0 1,-1 0-1,1 0 0,-1 0 1,1 0-1,-3 1 1,-8 3-343,-2-1 0,1 0 0,0 0-1,-15 1 1,17-3 116,1-1 47,0-1-1,-1 0 1,1 0 0,-1-1 0,1 0 0,0-1-1,-11-3 1,-18-3-138,35 7 305,1 1 0,0-1 0,-1 0 1,1 0-1,0 0 0,0-1 0,-1 1 0,1-1 0,0 1 0,0-1 1,1 0-1,-1 0 0,-3-4 0,5 0 195,1 1-106,1 0 0,0 0 0,1 0 0,-1 0 1,1 0-1,0 0 0,0 0 0,0 1 0,1-1 0,-1 1 0,1 0 0,0-1 0,1 1 0,-1 1 0,1-1 0,0 0 0,0 1 0,0 0 0,0 0 0,0 0 0,7-3 0,402-205 5064,-398 204-4957,1-1 0,-1 0 0,0-1 0,-1-1 0,0 0 0,-1-1 0,0-1 0,0 0 0,13-18 0,-10 7 186,-12 17-210,-1 1 0,1-1 1,0 1-1,1-1 0,0 2 0,5-6 0,-8 8 196,0-1-61,-2 3-256,1-3 20,1 0 1,-1 1 0,1-1-1,0 1 1,0-1-1,0 1 1,0 0 0,0 0-1,5-4 1,-6 10 204,1 8-197,0 1 0,0-1 0,-1 1 0,0 0 0,-2-1 0,1 1 0,-1 0 0,-5 20 0,-33 106 246,20-83-254,-60 187-15,-17 53-1773,76-224-1401,-36 87 0,49-143 1397,1 0 1,1 0 0,1 0-1,0 1 1,-1 19 0,4-2-9169</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25.411"/>
    </inkml:context>
    <inkml:brush xml:id="br0">
      <inkml:brushProperty name="width" value="0.035" units="cm"/>
      <inkml:brushProperty name="height" value="0.035" units="cm"/>
    </inkml:brush>
  </inkml:definitions>
  <inkml:trace contextRef="#ctx0" brushRef="#br0">50 50 15485,'0'0'6680,"-5"1"-5071,-36 8 771,41-9-2360,0 0 0,0 0-1,0 0 1,0 0 0,0 0-1,-1 0 1,1 0 0,0 0 0,0 0-1,0 0 1,0 0 0,0 0-1,-1 0 1,1 0 0,0 0-1,0 0 1,0 1 0,0-1-1,0 0 1,0 0 0,0 0-1,-1 0 1,1 0 0,0 0-1,0 0 1,0 1 0,0-1 0,0 0-1,0 0 1,0 0 0,0 0-1,0 0 1,0 1 0,0-1-1,0 0 1,0 0 0,0 0-1,0 0 1,0 1 0,0-1-1,0 0 1,0 0 0,0 0-1,13 134 2359,-8-94-2145,-1-19-120,1 0-1,1-1 0,1 1 0,1-1 1,17 31-1,-20-42-21,0 0 0,0 0 0,1-1 0,0 0 0,0 0 0,11 10 0,-15-16-20,1 0 1,-1 0-1,1 0 0,-1 0 1,1 0-1,-1-1 0,1 1 0,0-1 1,0 0-1,0 0 0,0 0 1,0 0-1,0 0 0,0 0 0,0-1 1,0 0-1,0 0 0,0 0 1,1 0-1,-1 0 0,0 0 0,0-1 1,5-1-1,3-3-59,0 0 0,-1-1 0,0-1 0,0 0 0,-1 0 0,0-1 0,0 0 0,0 0 0,-1-1 0,13-18 0,5-12-21,30-57 0,-50 84 9,4-10-313,10-26-1,-1-2-828,-16 45 650,-1 1 1,0-1-1,0-1 1,-1 1 0,0 0-1,0 0 1,0-1 0,0 1-1,-1 0 1,0-1 0,0 1-1,0 0 1,-1-1 0,0 1-1,0 0 1,0 0 0,-1-1-1,1 1 1,-1 0 0,-4-6-1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25.823"/>
    </inkml:context>
    <inkml:brush xml:id="br0">
      <inkml:brushProperty name="width" value="0.035" units="cm"/>
      <inkml:brushProperty name="height" value="0.035" units="cm"/>
    </inkml:brush>
  </inkml:definitions>
  <inkml:trace contextRef="#ctx0" brushRef="#br0">1 11 11709,'4'2'368,"0"-1"-1,0 0 1,0 1 0,0-1 0,1 0-1,-1-1 1,0 1 0,1-1-1,7 0 1,39-11 3888,-43 9-3631,2 0 166,1 0 0,-1 1 0,1 0 0,0 1 0,16 1 0,49 9 2055,-68-8-2751,-8-2-92,0 0 1,0 0-1,0 0 1,1 0-1,-1 0 1,0 0-1,0-1 1,0 1-1,0 0 1,0 1-1,0-1 1,0 0 0,0 0-1,1 0 1,-1 0-1,0 0 1,0 0-1,0 0 1,0 0-1,0 0 1,0 0-1,0 0 1,0 0-1,0 0 1,1 0-1,-1 0 1,0 0-1,0 0 1,0 0-1,0 1 1,0-1-1,0 0 1,0 0-1,0 0 1,0 0-1,0 0 1,0 0-1,0 0 1,0 0-1,0 0 1,0 1-1,0-1 1,0 0-1,0 0 1,0 0-1,0 0 1,0 0-1,0 0 1,0 0-1,0 0 1,0 1-1,0-1 1,0 0-1,0 0 1,0 0-1,0 0 1,0 0-1,0 0 1,0 0-1,0 0 1,0 0-1,0 1 1,0-1-1,-1 0 1,-5 14-113,-1-1 0,-1 0 1,0 0-1,-1-1 0,0 0 0,-15 15 0,-17 23-1025,-36 56 1108,76-106 40,1 0 0,0 1 0,0-1 1,0 0-1,0 0 0,0 0 0,0 0 0,0 0 1,0 0-1,0 1 0,0-1 0,0 0 1,0 0-1,0 0 0,0 0 0,0 0 0,0 1 1,-1-1-1,2 0 0,-1 0 0,0 0 0,0 0 1,0 0-1,0 1 0,0-1 0,0 0 1,0 0-1,0 0 0,0 0 0,0 0 0,0 1 1,0-1-1,0 0 0,0 0 0,0 0 0,0 0 1,1 0-1,-1 0 0,0 0 0,0 0 1,0 1-1,0-1 0,0 0 0,0 0 0,1 0 1,-1 0-1,0 0 0,0 0 0,0 0 0,4 4 195,-2-1-101,1-1 0,-1 1 0,0-1 1,1 0-1,0 1 0,0-1 0,0 0 1,0-1-1,0 1 0,5 2 0,12 0 203,-1 0-1,0-2 1,1 0 0,36-2-1,-35 0-115,208 3 800,-219-2-1245,0 0-1,0-1 0,1 0 1,-1-1-1,0 0 0,0-1 1,0 0-1,0-1 1,13-4-1,-21 6-11,-1-1 0,1 1 1,-1-1-1,1 0 0,-1 1 0,0-1 1,0 0-1,1 0 0,-1 0 0,-1 0 1,1 0-1,0 0 0,0 0 0,-1 0 1,1 0-1,-1 0 0,1 0 0,-1 0 1,0 0-1,0 0 0,0-1 0,0 1 1,-1 0-1,0-3 0,2 5 87,-1 0 0,0 0 1,0-1-1,0 1 0,0 0 0,0 0 1,0 0-1,0-1 0,0 1 0,-1 0 1,1 0-1,0 0 0,0-1 0,0 1 1,0 0-1,0 0 0,0 0 0,0-1 0,0 1 1,0 0-1,-1 0 0,1 0 0,0 0 1,0 0-1,0-1 0,0 1 0,0 0 1,-1 0-1,1 0 0,0 0 0,0 0 1,0 0-1,-1 0 0,1 0 0,0-1 1,0 1-1,0 0 0,-1 0 0,1 0 0,0 0 1,-21-6-11739</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28.294"/>
    </inkml:context>
    <inkml:brush xml:id="br0">
      <inkml:brushProperty name="width" value="0.035" units="cm"/>
      <inkml:brushProperty name="height" value="0.035" units="cm"/>
    </inkml:brush>
  </inkml:definitions>
  <inkml:trace contextRef="#ctx0" brushRef="#br0">9 0 9613,'15'1'2769,"-18"3"1693,1-3-4280,1 1-1,0-1 1,-1 0-1,1 1 0,0-1 1,0 1-1,0-1 1,0 1-1,0-1 0,0 1 1,-1 2-1,1 2 16,-1 1 0,1-1-1,0 1 1,1 0 0,0 0 0,1 13 0,9 48 629,-3-24-358,-6-37-418,32 224 1606,-21-165 6,29 92-1,-39-153-1484,0 0-1,1-1 1,-1 0-1,1 1 0,0-1 1,0 0-1,0 0 0,1-1 1,-1 1-1,1-1 0,0 1 1,0-1-1,0 0 0,5 2 1,5 5 526,-11-8-623,-1 0-1,0-1 0,1 1 0,0-1 0,-1 1 1,1-1-1,0 0 0,-1 0 0,1-1 0,0 1 1,0 0-1,0-1 0,0 0 0,-1 0 0,1 1 1,0-2-1,0 1 0,0 0 0,0-1 0,0 1 1,0-1-1,-1 0 0,1 0 0,0 0 0,-1 0 1,1 0-1,0-1 0,-1 1 0,0-1 0,1 0 1,-1 0-1,0 1 0,3-4 0,3-6-67,0-1-1,0 0 0,-1 0 0,0 0 0,-1-1 1,-1 0-1,0 0 0,-1-1 0,0 0 1,-1 1-1,-1-1 0,2-20 0,-3 10-276,-1 0 0,0 1-1,-2-1 1,-1 1 0,-1 0 0,-12-42 0,10 46-1026,-1 1 1,-19-35 0,22 45 253,-1 1 0,0 0 1,-11-11-1,13 14-106,-1 1 1,1 0-1,-1 0 0,0 0 1,0 0-1,-1 1 0,-6-4 1,-11-1-9769</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28.559"/>
    </inkml:context>
    <inkml:brush xml:id="br0">
      <inkml:brushProperty name="width" value="0.035" units="cm"/>
      <inkml:brushProperty name="height" value="0.035" units="cm"/>
    </inkml:brush>
  </inkml:definitions>
  <inkml:trace contextRef="#ctx0" brushRef="#br0">1 0 14865,'14'7'1997,"0"4"-229,-18 17-132,1 21-332,3-25-212,-7 15-232,3 31-156,8-17-168,-4 3-380,3 7-388,4-4-184,-7-6-488,4-4-704,-1-32-656,-6 8-3537,-1 3-4908</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28.808"/>
    </inkml:context>
    <inkml:brush xml:id="br0">
      <inkml:brushProperty name="width" value="0.035" units="cm"/>
      <inkml:brushProperty name="height" value="0.035" units="cm"/>
    </inkml:brush>
  </inkml:definitions>
  <inkml:trace contextRef="#ctx0" brushRef="#br0">10 63 14137,'-9'2'3954,"32"-9"-794,49-12 3507,135-10-1818,-195 26-4849,-6 1 0,1 1 0,-1 0 0,1 0 0,-1 0 0,1 1 0,8 0 0,32 2-1962,-47-2 1921,0 0 0,0 0 1,0 0-1,0 0 1,1 0-1,-1 0 0,0 0 1,0 0-1,0 0 0,0 0 1,0 0-1,0 0 0,1 0 1,-1 0-1,0 0 0,0 0 1,0 0-1,0 0 0,0 0 1,0 0-1,0 0 0,0 1 1,1-1-1,-1 0 0,0 0 1,0 0-1,0 0 0,0 0 1,0 0-1,0 0 0,0 0 1,0 0-1,0 0 0,0 0 1,0 1-1,0-1 0,1 0 1,-1 0-1,0 0 0,0 0 1,0 0-1,0 0 0,0 0 1,0 1-1,0-1 0,0 0 1,0 0-1,0 0 0,0 0 1,0 0-1,0 0 0,0 0 1,0 1-1,-1-1 0,1 0 1,0 0-1,0 0 0,0 0 1,0 0-1,0 0 1,0 0-1,0 0 0,0 1 1,0-1-1,0 0 0,0 0 1,0 0-1,-1 0 0,-2 6-1469,0 0-1,0 0 0,-1 0 1,0-1-1,0 1 0,0-1 1,-9 8-1,-21 7-11419</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28.966"/>
    </inkml:context>
    <inkml:brush xml:id="br0">
      <inkml:brushProperty name="width" value="0.035" units="cm"/>
      <inkml:brushProperty name="height" value="0.035" units="cm"/>
    </inkml:brush>
  </inkml:definitions>
  <inkml:trace contextRef="#ctx0" brushRef="#br0">1 151 21598,'94'-42'3188,"-34"25"-499,-1 3-377,-6 0-396,-4 3-852,0 4-1064,4-3 0,-8-1 0,-24 8 0,7-4 0,4 3 0,-18-3-904,3 4-2432,-41 3-22207</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30.010"/>
    </inkml:context>
    <inkml:brush xml:id="br0">
      <inkml:brushProperty name="width" value="0.035" units="cm"/>
      <inkml:brushProperty name="height" value="0.035" units="cm"/>
    </inkml:brush>
  </inkml:definitions>
  <inkml:trace contextRef="#ctx0" brushRef="#br0">71 77 10653,'17'21'2072,"-13"-17"-211,-6-2-212,-2 5-1254,-1-1 0,2 1-1,-1 0 1,1 0-1,0 0 1,0 1-1,1-1 1,0 1-1,-1 9 1,0 8 181,1 39 0,0-12 6,-6-3-224,6-39-248,0 0 0,-1 19 0,3-25 573,0-8-455,19-218 97,-10 150-228,8-54-410,-17 122-47,-3 7-3065,-4 1 2637,1-1-212,1 1-1,0 0 1,0-1-1,0 2 1,0-1-1,1 0 1,0 1-1,-7 9 1,-9 24-6062</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30.338"/>
    </inkml:context>
    <inkml:brush xml:id="br0">
      <inkml:brushProperty name="width" value="0.035" units="cm"/>
      <inkml:brushProperty name="height" value="0.035" units="cm"/>
    </inkml:brush>
  </inkml:definitions>
  <inkml:trace contextRef="#ctx0" brushRef="#br0">0 42 13489,'0'0'4259,"4"-1"-1997,14-4-874,0 2-1,1 0 1,0 1 0,26 0 0,-4 0-398,263-4 2470,-101 6-2092,620-1-1368,-713 0 0,42 2 0,-130-2-1075,-38-4-1546,-41-4-3624,11 7-1160,-8 2-5032</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31.014"/>
    </inkml:context>
    <inkml:brush xml:id="br0">
      <inkml:brushProperty name="width" value="0.035" units="cm"/>
      <inkml:brushProperty name="height" value="0.035" units="cm"/>
    </inkml:brush>
  </inkml:definitions>
  <inkml:trace contextRef="#ctx0" brushRef="#br0">47 309 9657,'1'-1'2772,"-16"-7"8071,15 9-10841,-2-1 59,0 1 1,0-1-1,1 1 0,-1 0 0,0 0 0,1 0 1,-1 0-1,0 0 0,1 0 0,0 0 0,-1 1 1,1-1-1,0 1 0,-1-1 0,1 1 0,0-1 1,0 1-1,0-1 0,0 1 0,1 0 0,-1 0 0,0-1 1,1 1-1,-1 0 0,1 0 0,0 0 0,0 0 1,-1 0-1,1-1 0,0 1 0,1 0 0,-1 3 1,5 74 907,4 0 0,27 118 0,-14-101-587,5-1 0,3-1 0,64 135 0,-81-202-306,-6-10-20,1-1 1,1 0 0,0-1-1,1 0 1,15 19 0,-20-30-32,5 10 94,-6-16-83,6-1-58,-8 3 11,1-1 0,0 1 0,-1-1 0,1 0 1,-1 0-1,1 0 0,-1-1 0,1 1 0,-1 0 1,0-1-1,1 0 0,2-2 0,-3-4-53,1-1 0,-1 0 0,0 0 0,-1 0 0,0 0 0,-1 0 0,0-17 0,0-7-191,5-37-505,4-38-648,-10-180 1,-11 152 1097,-34-153 1,35 232 545,5 27 163,-16-50-1,-9-18 668,31 96-980,-1 0-1,1 0 0,0 0 0,0 0 0,0 0 0,0 0 0,0 0 0,0 1 0,0-1 0,1 0 0,-1 0 0,1 0 0,-1 0 0,1 0 0,0 1 0,-1-1 0,1 0 0,0 1 0,0-1 0,1 1 0,-1-1 0,0 1 0,0-1 0,1 1 0,-1 0 0,1-1 0,-1 1 0,1 0 0,-1 0 0,1 0 0,3-1 0,8-2 266,0 0 0,-1 1 1,2 1-1,-1 0 0,0 0 1,20 2-1,-2-2-162,494-1-77,-333 8-126,281 22 14,-275-12 0,-75-6 0,95 6 0,-79-5 5,41 1-32,-178-11-152,1 0 0,0 0-1,-1-1 1,1 1 0,0 0 0,-1-1-1,1 0 1,-1 1 0,1-1 0,-1 0-1,1 0 1,-1-1 0,0 1 0,1 0-1,-1-1 1,0 0 0,0 1 0,0-1-1,3-3 1,-4 4-71,-1-1 1,1 1-1,-1-1 1,1 0-1,-1 1 0,1-1 1,-1 1-1,0-1 0,1 0 1,-1 1-1,0-1 0,0 0 1,-1 1-1,1-1 1,0 1-1,0-1 0,-1 0 1,1 1-1,-1-1 0,1 1 1,-1-1-1,0 1 1,0-1-1,1 1 0,-1-1 1,0 1-1,0 0 0,0 0 1,-1-1-1,1 1 1,-3-2-1,-17-10-6563,-1 3-4562</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31.467"/>
    </inkml:context>
    <inkml:brush xml:id="br0">
      <inkml:brushProperty name="width" value="0.035" units="cm"/>
      <inkml:brushProperty name="height" value="0.035" units="cm"/>
    </inkml:brush>
  </inkml:definitions>
  <inkml:trace contextRef="#ctx0" brushRef="#br0">1 452 5817,'26'3'1375,"-21"-3"5132,-4-2-5416,3-9-629,0 0-1,0 0 1,1 1-1,1 0 1,0 0 0,0 0-1,1 1 1,0 0-1,11-11 1,12-15 124,27-46 452,19-24 117,-65 89-841,-2 0 0,1 0 0,-2-1 0,13-35 1,-20 48-25,2 8-58,3 5-169,0 1 0,0 0 0,-1 0 0,-1 0 1,0 1-1,0 0 0,-1 0 0,3 18 0,7 21 93,7 20-121,-5-18-1298,33 82-1,-44-126-534,1 0 0,0 0-1,7 9 1,-7-12-1514</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31.655"/>
    </inkml:context>
    <inkml:brush xml:id="br0">
      <inkml:brushProperty name="width" value="0.035" units="cm"/>
      <inkml:brushProperty name="height" value="0.035" units="cm"/>
    </inkml:brush>
  </inkml:definitions>
  <inkml:trace contextRef="#ctx0" brushRef="#br0">0 11 15845,'25'-11'4985,"-4"22"-3045,-4-8 892,1 4-1876,-1 0 257,15-7-1261,-4 0-797,-14-10-3339,0 3 1444</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32.026"/>
    </inkml:context>
    <inkml:brush xml:id="br0">
      <inkml:brushProperty name="width" value="0.035" units="cm"/>
      <inkml:brushProperty name="height" value="0.035" units="cm"/>
    </inkml:brush>
  </inkml:definitions>
  <inkml:trace contextRef="#ctx0" brushRef="#br0">27 361 13361,'7'-25'11243,"-8"25"-11172,0-1-1,0 1 1,-1-1-1,1 1 1,0-1-1,0 0 1,0 0-1,0 1 1,0-1-1,0 0 1,-1-2-1,-1 0 64,2 2-98,-1-1 0,1 1-1,-1-1 1,1 0 0,0 0 0,0 1 0,0-1 0,0 0 0,0 0 0,0 0 0,1 0 0,-1 0 0,1 0 0,-1 0 0,1 0 0,0-2 0,0-39 227,1 25-182,-2-11 42,0 21-221,1 1-1,-1-1 1,2 0 0,-1 1 0,1-1-1,0 0 1,0 1 0,1-1-1,0 1 1,1-1 0,0 1-1,0 0 1,4-7 0,-4 9-468,-1 0 0,0 0 1,0 0-1,0-1 0,-1 1 0,2-7 1,3-13-7408,1 5-2396</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32.753"/>
    </inkml:context>
    <inkml:brush xml:id="br0">
      <inkml:brushProperty name="width" value="0.035" units="cm"/>
      <inkml:brushProperty name="height" value="0.035" units="cm"/>
    </inkml:brush>
  </inkml:definitions>
  <inkml:trace contextRef="#ctx0" brushRef="#br0">757 1 6397,'4'0'320,"0"0"1,0 0 0,0 1-1,0-1 1,-1 1 0,1 0 0,0 0-1,0 0 1,5 3 0,18 5 1345,34-3 1015,89-2 0,-144-4-2513,8 1 421,0 0 0,0 1 0,0 0 0,0 1 0,21 8 1,-32-10-56,0-1-78,26 3 252,-26-2-252,-7-2-306,-45-4-156,-1 2 0,-57 3 1,-104 17-242,149-11 257,-292 29-82,354-35 73,-10 1 26,0 0 0,0 1 0,-13 4 0,20-5-3,0 0 0,0 1 1,0-1-1,1 1 0,-1-1 0,1 1 0,-1 0 0,1 0 0,0 0 0,-1 0 0,1 1 0,0-1 0,1 0 0,-4 5 0,0 3 98,1 0 0,0 0 0,1 1 0,0-1 0,0 1 0,1-1 0,1 1-1,0 0 1,0 11 0,7 107 1226,-3-103-1116,24 237 1593,3 32-586,-3 117 47,-30 462 1,-49-309-694,-23-1-311,24-185-276,8-68 32,-53 513 157,91-706 90,6-100-255,0 0 0,1-1 0,1 1-1,7 25 1,-7-36-30,0-1 0,0 1 0,1 0 0,-1-1 0,2 0 0,-1 0 0,1 0 0,0-1 0,0 0 0,0 1 0,1-2 0,0 1 0,0-1 0,0 0 0,0 0 0,1 0 0,-1-1 0,1 0 0,0 0 0,8 1 0,7 2 0,0 0 0,1-2 0,-1-1 0,1 0 0,29-2 0,154 3 0,-200-4-614,1 0 0,0-1 1,-1 1-1,1-1 0,-1-1 0,0 1 0,1-1 0,9-5 1,-14 6 207,0 0-1,0 0 1,0 0 0,-1 0 0,1 0 0,0-1 0,-1 1 0,1-1-1,-1 1 1,0-1 0,1 0 0,-1 0 0,0 1 0,0-1 0,0 0-1,0 0 1,0 0 0,-1 0 0,1 0 0,-1 0 0,1 0 0,-1-1-1,0 1 1,1 0 0,-1 0 0,-1-4 0,-6-18-12887</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33.325"/>
    </inkml:context>
    <inkml:brush xml:id="br0">
      <inkml:brushProperty name="width" value="0.035" units="cm"/>
      <inkml:brushProperty name="height" value="0.035" units="cm"/>
    </inkml:brush>
  </inkml:definitions>
  <inkml:trace contextRef="#ctx0" brushRef="#br0">389 0 11401,'0'0'3829,"-4"3"-2890,-5 2-680,-1 2 0,2-1 0,-1 1-1,1 1 1,0-1 0,-12 16 0,-38 63 753,-5 18 48,-92 212 0,154-314-1358,0-1-1,0 1 1,-1 0-1,1-1 1,0 1-1,0-1 1,-1 1-1,1-1 1,-1 0 0,1 0-1,-1 0 1,-3 2-1,2-1-875,-1-1-3905,-5-7-2917</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33.607"/>
    </inkml:context>
    <inkml:brush xml:id="br0">
      <inkml:brushProperty name="width" value="0.035" units="cm"/>
      <inkml:brushProperty name="height" value="0.035" units="cm"/>
    </inkml:brush>
  </inkml:definitions>
  <inkml:trace contextRef="#ctx0" brushRef="#br0">0 0 9309,'3'13'303,"-3"-11"273,1 0-1,0 0 1,0 0 0,0 0-1,-1 0 1,2-1 0,-1 1-1,0 0 1,0 0-1,0-1 1,1 1 0,-1-1-1,1 1 1,0-1 0,-1 0-1,1 0 1,0 0-1,-1 0 1,5 2 0,10 7 1118,1 0 0,19 17 0,2 1-478,-24-18-1004,1 1 0,-2 0 1,1 1-1,-2 0 1,1 1-1,-2 1 1,0 0-1,0 0 1,14 28-1,3-1-2937,-26-32 141,-2 50-7669</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34.952"/>
    </inkml:context>
    <inkml:brush xml:id="br0">
      <inkml:brushProperty name="width" value="0.035" units="cm"/>
      <inkml:brushProperty name="height" value="0.035" units="cm"/>
    </inkml:brush>
  </inkml:definitions>
  <inkml:trace contextRef="#ctx0" brushRef="#br0">0 0 5529,'1'17'18952,"7"-13"-15879,0 2-6029,10 22 4097,-6-7-555,7 2 239,2-2-1,44 39 0,-37-36-365,27 18 198,-34-27-401,29 27 1,-47-39-459,0-1 0,1 1 0,-1-1 0,0 0 0,1 0 0,4 2 0,-1-1-597,-4-1-1334,-17-11-6290,11 7 5924,-8-11-9676</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35.466"/>
    </inkml:context>
    <inkml:brush xml:id="br0">
      <inkml:brushProperty name="width" value="0.035" units="cm"/>
      <inkml:brushProperty name="height" value="0.035" units="cm"/>
    </inkml:brush>
  </inkml:definitions>
  <inkml:trace contextRef="#ctx0" brushRef="#br0">1 631 10581,'14'-32'1907,"-11"25"6031,-2 4-7560,-1-1 1,1 1-1,-1-1 1,1 1 0,0 0-1,1-1 1,2-5-1,-3 7 643,1-1-51,15-31 527,3-5-856,-1-1 0,-2 0 0,16-56 0,-2-6-317,-3 14-279,-14 40-101,-13 44 44,6-10-42,-3 6 55,0 1 1,0-1 0,0 1 0,9-10-1,-10 15-3</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37.673"/>
    </inkml:context>
    <inkml:brush xml:id="br0">
      <inkml:brushProperty name="width" value="0.035" units="cm"/>
      <inkml:brushProperty name="height" value="0.035" units="cm"/>
    </inkml:brush>
  </inkml:definitions>
  <inkml:trace contextRef="#ctx0" brushRef="#br0">0 18 17462,'0'0'6572,"14"-11"-5664,0 4-192</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51.053"/>
    </inkml:context>
    <inkml:brush xml:id="br0">
      <inkml:brushProperty name="width" value="0.035" units="cm"/>
      <inkml:brushProperty name="height" value="0.035" units="cm"/>
    </inkml:brush>
  </inkml:definitions>
  <inkml:trace contextRef="#ctx0" brushRef="#br0">57 121 9585,'-1'-1'88,"0"0"1,0 0 0,0 0-1,0 0 1,1 0-1,-1 0 1,0 0 0,0 0-1,1 0 1,-1 0 0,0 0-1,1-1 1,0 1-1,-1 0 1,1 0 0,0-1-1,-1 1 1,1 0-1,0-1 1,0 1 0,0 0-1,0-1 1,0 1-1,0 0 1,1-1 0,-1 1-1,0 0 1,1 0-1,-1-1 1,1-1 0,2-5 510,1 0 1,0 0 0,6-9 0,-8 13 3147,-1 1-3614,0 0 0,1 0 1,-1 0-1,1 0 0,-1 1 0,1-1 1,0 1-1,0-1 0,0 1 1,0 0-1,4-4 0,-3 6-94,0-1 1,-1 1-1,1 0 0,0-1 1,-1 1-1,1 1 0,0-1 0,0 0 1,2 1-1,-4-1-34,297 26 1104,-206-20-971,96 19 8,-30-3-361,-122-19 78,-20-3-20,0 2 0,-1 0 0,1 1 0,24 7 0,-39-10 144,0 1 0,0-1 0,0 1 0,0-1 0,0 1 0,0-1 0,0 1 0,0-1 0,-1 1 0,1 0 0,0 0 0,0-1 0,-1 1 0,1 0 0,-1 0 0,1 0 0,-1 0 0,1 0 0,-1 0 0,1 0 0,-1 0 0,0 0 0,1 0 0,-1 0 0,0 0 0,0 0 0,0 0 0,0 0 0,0 0 0,0 0 0,0 0 0,0 0 0,0 0 0,-1 0 0,1 0 0,0 0 0,-1 0 0,1 0 0,-1 0 0,0 2 0,-6 3-32,1 0 0,-1 0 1,0-1-1,0 0 0,-1 0 0,0 0 1,0-1-1,-10 4 0,-3 2-33,-65 32-328,-116 39 1,-97 15 677,235-77-37,-161 58 1815,222-77-1968,-1 1 1,1 0 0,-1 0 0,1 1 0,0-1 0,-1 1-1,1-1 1,0 1 0,0 0 0,-4 3 0,7-4-71,0-1 1,0 1 0,0-1 0,0 1-1,0-1 1,0 0 0,0 1-1,0-1 1,0 1 0,0-1 0,0 1-1,0-1 1,0 1 0,0-1-1,0 0 1,1 1 0,-1-1 0,0 1-1,0-1 1,0 0 0,1 1-1,-1-1 1,0 1 0,1-1 0,-1 0-1,0 1 1,1-1 0,-1 0 0,0 0-1,1 1 1,-1-1 0,0 0-1,1 0 1,-1 0 0,1 1 0,-1-1-1,1 0 1,-1 0 0,0 0-1,1 0 1,-1 0 0,1 0 0,16 5 146,-1-1 0,29 3 1,-42-7-147,358 23 994,-176-16-660,943 111 310,-1083-111-730,97 16-259,-119-17 214,-1 0 0,1 1 0,39 19 0,-59-25 95,0 0 1,0 1-1,-1-1 1,1 1-1,0 0 0,-1 0 1,1 0-1,-1 0 1,1 0-1,-1 0 1,0 1-1,0-1 1,0 1-1,0-1 1,-1 1-1,1 0 1,-1 0-1,0-1 1,1 1-1,0 4 1,-2-4-9,-1 0 1,1 0 0,0 0-1,-1 0 1,0 0 0,0 0-1,0-1 1,0 1 0,0 0-1,0-1 1,-1 1 0,1-1-1,-1 1 1,0-1 0,0 0-1,0 0 1,0 0 0,0 0-1,0 0 1,-1 0 0,-3 3-1,-16 9-197,-1-1-1,0-1 0,-1-1 1,-41 13-1,56-21 179,-80 27-469,-119 22 1,-96 2 215,199-37 370,-286 33 873,386-50-922,-11 1-9,12-1 16,6-2 47,47-19-133,2 3 0,102-25 0,122-3-555,215 1-1824,2 24-5028,-242 9-844</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51.542"/>
    </inkml:context>
    <inkml:brush xml:id="br0">
      <inkml:brushProperty name="width" value="0.035" units="cm"/>
      <inkml:brushProperty name="height" value="0.035" units="cm"/>
    </inkml:brush>
  </inkml:definitions>
  <inkml:trace contextRef="#ctx0" brushRef="#br0">4 1 5360,'4'115'485,"-8"-69"-797,1-8-1333,6-13 741</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0:51.731"/>
    </inkml:context>
    <inkml:brush xml:id="br0">
      <inkml:brushProperty name="width" value="0.035" units="cm"/>
      <inkml:brushProperty name="height" value="0.035" units="cm"/>
    </inkml:brush>
  </inkml:definitions>
  <inkml:trace contextRef="#ctx0" brushRef="#br0">173 214 5621,'-36'-10'792,"26"34"-316,-1 1-356,-6-4-200,3-3-4,0 3 20,3 0 216,-6-211 444,-11 47-2777,14 220-183</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3.537"/>
    </inkml:context>
    <inkml:brush xml:id="br0">
      <inkml:brushProperty name="width" value="0.035" units="cm"/>
      <inkml:brushProperty name="height" value="0.035" units="cm"/>
    </inkml:brush>
  </inkml:definitions>
  <inkml:trace contextRef="#ctx0" brushRef="#br0">1 119 15073,'0'-1'329,"1"0"1,-1 0-1,1 0 0,-1 1 0,1-1 0,-1 0 0,1 0 0,-1 0 0,1 1 0,0-1 0,0 0 0,-1 1 1,1-1-1,0 1 0,0-1 0,1 0 0,0 14 7942,-2-1-6616,2 1-3499,28 114 3290,25 68-674,-43-158-658,-4-14 115,14 25-1,-4-9 373,-17-36-581,0 0 1,1 0 0,-1 0 0,1 0 0,0 0 0,-1 0 0,1-1-1,1 1 1,-1-1 0,0 1 0,0-1 0,1 0 0,0 0 0,-1 0 0,1 0-1,0-1 1,0 1 0,0-1 0,5 3 0,-4-4-8,1 1 0,-1-1 0,0 0 0,1 0 0,-1-1 1,0 1-1,1-1 0,-1 0 0,0 0 0,0 0 0,1-1 0,-1 1 1,0-1-1,0 0 0,6-4 0,3-3-22,-1 0 0,1-1 1,-1 0-1,-1-1 0,0 0 0,-1-1 0,0 0 0,-1-1 1,0 0-1,-1 0 0,0-1 0,-1 0 0,-1 0 0,7-22 1,-5 12-74,-2 1 0,-1-1 0,-1-1-1,-1 1 1,-1 0 0,-1-1 0,-2 1 0,-5-44 0,5 59-331,-1 0-1,-1-1 1,0 1-1,0 0 1,-1 1-1,0-1 1,0 0-1,-1 1 1,0 0-1,0 0 1,-1 1-1,0-1 1,-8-6-1,7 7-999,-1 1 0,-1-1 0,1 1 1,-1 1-1,0 0 0,0 0 0,-10-3 0,-5-1-10407</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3.853"/>
    </inkml:context>
    <inkml:brush xml:id="br0">
      <inkml:brushProperty name="width" value="0.035" units="cm"/>
      <inkml:brushProperty name="height" value="0.035" units="cm"/>
    </inkml:brush>
  </inkml:definitions>
  <inkml:trace contextRef="#ctx0" brushRef="#br0">138 1 14161,'-49'63'2000,"38"-46"-195,1 1 23,-1 14-228,-3-4-236,3 3-260,-6 25-216,13-17-180,-3-1-268,4-20-480,6 13-388,4 1-200,-10-11-532,3 0-764,3-42-6533,4 3-1820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4.011"/>
    </inkml:context>
    <inkml:brush xml:id="br0">
      <inkml:brushProperty name="width" value="0.035" units="cm"/>
      <inkml:brushProperty name="height" value="0.035" units="cm"/>
    </inkml:brush>
  </inkml:definitions>
  <inkml:trace contextRef="#ctx0" brushRef="#br0">25 0 21530,'-24'4'8149,"38"0"-9893,7-1 3</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4.451"/>
    </inkml:context>
    <inkml:brush xml:id="br0">
      <inkml:brushProperty name="width" value="0.035" units="cm"/>
      <inkml:brushProperty name="height" value="0.035" units="cm"/>
    </inkml:brush>
  </inkml:definitions>
  <inkml:trace contextRef="#ctx0" brushRef="#br0">29 176 14609,'0'0'7865,"-2"2"-6766,-22 15 867,22-10-1133,2-4-751,7 191 2498,-5-169-2466,2 0 1,1 0 0,1 0 0,1-1-1,16 38 1,-15-44 84,0-1-1,1 0 1,19 25 0,-24-38-89,0 1-1,0-1 1,1 0 0,-1 0 0,1 0 0,0-1-1,0 1 1,0-1 0,1-1 0,-1 1-1,1-1 1,-1 0 0,1 0 0,11 2 0,-11-3-75,1-1 0,-1 0 0,1 0 0,0 0 1,-1-1-1,1 0 0,-1 0 0,1-1 0,-1 1 0,1-2 1,5-2-1,4-2 10,-1-1 0,0 0 1,15-13-1,-16 10-53,-1-1 0,-1 0 0,0-1 0,-1 0 0,0-1 0,-1-1 0,-1 1 0,0-2 0,-1 1 1,0-1-1,9-32 0,-12 31-238,-1 0 1,-1 0-1,-1 0 1,0 0-1,-2-26 1,-1 10-730,-2 1 0,-7-33-1,7 52 405,-1 0 0,0 0-1,-1 0 1,0 0 0,-1 1 0,-1-1-1,-13-19 1,12 22-1003,0 1 1,0 0-1,0 0 1,-1 1-1,-14-10 0,-19-11-9703</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4.905"/>
    </inkml:context>
    <inkml:brush xml:id="br0">
      <inkml:brushProperty name="width" value="0.035" units="cm"/>
      <inkml:brushProperty name="height" value="0.035" units="cm"/>
    </inkml:brush>
  </inkml:definitions>
  <inkml:trace contextRef="#ctx0" brushRef="#br0">0 43 13001,'2'-2'239,"0"1"-1,0 0 0,0 0 1,0 0-1,0 0 1,0 1-1,0-1 0,0 1 1,1-1-1,-1 1 1,0-1-1,0 1 0,1 0 1,3 1-1,25-5 1506,16-6 156,1 2-1,0 2 1,92 1-1,-103 5-973,56 10 0,-91-10-921,-1 1 0,1 0 0,-1 0 0,0 1 0,1-1 0,-1 0 0,0 0 0,0 0 0,0 1 0,0-1 0,0 1 0,0-1 0,0 1 0,0-1 0,-1 1 0,1-1 0,0 1 0,-1 0 1,1 0-1,-1 1 0,-1 5-32,0-1 0,-1 1 1,0-1-1,0 0 0,-4 8 0,-7 29-279,12-35 355,0 1 1,0 0-1,1 0 1,0-1-1,1 1 1,0 0-1,0-1 1,1 1-1,0-1 0,8 19 1,-8-26 16,0 1 0,0-1 0,0 1 0,0-1 0,1 1 0,-1-1 0,1 0 0,0 0 0,-1-1 0,1 1 1,0 0-1,0-1 0,4 2 0,41 11 537,-39-12-466,36 6 327,1-1 0,0-3 0,81-3 1,-79-1-198,42 1-1906,-89-1 1494,0 0 0,0 0 0,0 0 0,0-1 0,0 1-1,0 0 1,0-1 0,0 1 0,0-1 0,0 1 0,0-1 0,0 0 0,0 1 0,0-1 0,-1 0-1,1 0 1,0 1 0,0-1 0,-1 0 0,1 0 0,-1 0 0,1 0 0,-1 0 0,1 0 0,-1 0-1,1 0 1,-1 0 0,0 0 0,0 0 0,1 0 0,-1 0 0,0 0 0,0 0 0,0-1 0,0 1-1,0 0 1,0 0 0,-1 0 0,1 0 0,0 0 0,-1 0 0,1 0 0,0 0 0,-1 0 0,1 0-1,-1 0 1,0 0 0,1 0 0,-1 0 0,0 1 0,1-1 0,-1 0 0,0 0 0,0 1 0,0-1-1,-1 0 1,-4-3-1627,-1 1-1,0 1 1,-14-5-1,-44-10-9986</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5.392"/>
    </inkml:context>
    <inkml:brush xml:id="br0">
      <inkml:brushProperty name="width" value="0.035" units="cm"/>
      <inkml:brushProperty name="height" value="0.035" units="cm"/>
    </inkml:brush>
  </inkml:definitions>
  <inkml:trace contextRef="#ctx0" brushRef="#br0">0 1 9661,'35'28'9716,"-29"-28"-8616,89 6 2990,115-8-1,-36-1-2172,888 76 277,109 100-2194,-9 49 0,-1036-196 16,435 73-241,-546-98 75,13 2-561,49 0-1,-70-3 338,0-1 0,1 1-1,-1-2 1,0 1 0,0-1 0,0 0-1,0 0 1,-1-1 0,1 0-1,-1 0 1,10-7 0,-16 10 199,1 0 0,0-1 0,0 0 1,0 1-1,-1-1 0,1 1 0,0-1 0,0 0 1,-1 0-1,1 1 0,-1-1 0,1 0 0,-1 0 1,1 0-1,-1 0 0,1 0 0,-1 0 1,0 1-1,1-1 0,-1 0 0,0 0 0,0 0 1,0 0-1,0 0 0,0 0 0,0-2 0,-1 1-538,0-1 0,0 0 0,-1 0-1,1 0 1,-1 1 0,0-1 0,-3-3-1,3 3-27,-42-49-11602</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5.923"/>
    </inkml:context>
    <inkml:brush xml:id="br0">
      <inkml:brushProperty name="width" value="0.035" units="cm"/>
      <inkml:brushProperty name="height" value="0.035" units="cm"/>
    </inkml:brush>
  </inkml:definitions>
  <inkml:trace contextRef="#ctx0" brushRef="#br0">173 1 9789,'-18'24'12614,"10"-5"-10046,2 0-2055,1 1 0,1 0 0,1 0 0,1 0 1,0 22-1,-3 28 354,-42 230 1067,-10 91-2006,52-290-1084,-4 40-3285,8-136 3417,1 0-1,-1 0 0,2 0 1,-1 0-1,0 0 0,1-1 1,2 10-1,0-2-3545</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6.206"/>
    </inkml:context>
    <inkml:brush xml:id="br0">
      <inkml:brushProperty name="width" value="0.035" units="cm"/>
      <inkml:brushProperty name="height" value="0.035" units="cm"/>
    </inkml:brush>
  </inkml:definitions>
  <inkml:trace contextRef="#ctx0" brushRef="#br0">246 1 14217,'-6'8'747,"1"1"0,0 0-1,0 0 1,0 0 0,1 1-1,1-1 1,0 1 0,-3 15-1,-9 88 3291,11-72-2873,-50 240 2848,42-229-3551,-13 45 220,-15 79 19,-8 124-2665,43-176-5009,5-111 5032</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6.551"/>
    </inkml:context>
    <inkml:brush xml:id="br0">
      <inkml:brushProperty name="width" value="0.035" units="cm"/>
      <inkml:brushProperty name="height" value="0.035" units="cm"/>
    </inkml:brush>
  </inkml:definitions>
  <inkml:trace contextRef="#ctx0" brushRef="#br0">34 109 12829,'0'0'2372,"-2"2"-51,-1 0-1983,1-1 0,0 1 0,-1 0 0,1 0 0,0 0 0,0 0 0,0 1-1,1-1 1,-1 0 0,0 1 0,1-1 0,0 1 0,0-1 0,-1 1 0,1 0 0,1 0 0,-1-1-1,0 1 1,1 0 0,-1 0 0,1 0 0,0 0 0,0 0 0,1 4 0,0 6 69,1 0 1,1 0 0,0 0-1,1 0 1,7 16 0,-5-13 59,17 40 1069,42 75 0,-61-125-1495,-1 0 1,1 0-1,0 0 0,0-1 1,1 0-1,0 0 0,0 0 1,0-1-1,0 1 0,1-1 1,6 3-1,-9-5-28,0-1 0,1 1 0,-1-1 1,0 0-1,1 0 0,-1 0 0,1 0 0,0-1 0,-1 1 1,1-1-1,0 0 0,-1 0 0,1-1 0,-1 1 0,1-1 1,0 1-1,-1-1 0,1 0 0,-1-1 0,0 1 0,1 0 1,-1-1-1,4-3 0,3-1-13,0-1 0,0-1 0,-1 0 0,0 0 0,-1-1 0,0 0 0,0 0 0,12-20 0,-11 14-61,-1 0 1,0 0-1,-1-1 0,-1 0 0,0 0 1,-1-1-1,-1 1 0,0-1 0,-1 0 1,-1 0-1,-1-1 0,-1-20 1,-1 18-607,-1 1 1,-1 0 0,-8-29 0,8 40-105,0 1 1,0-1-1,-1 1 1,-6-10-1,6 11-1006,0 1 0,0-1-1,-1 1 1,0 0-1,-10-8 1,-6-1-10035</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6.861"/>
    </inkml:context>
    <inkml:brush xml:id="br0">
      <inkml:brushProperty name="width" value="0.035" units="cm"/>
      <inkml:brushProperty name="height" value="0.035" units="cm"/>
    </inkml:brush>
  </inkml:definitions>
  <inkml:trace contextRef="#ctx0" brushRef="#br0">242 0 14305,'-2'7'388,"1"-1"0,-1 0 0,-1 0-1,1 0 1,-1 0 0,0-1 0,-6 8-1,-32 39 2908,4-5-1277,10-3-234,-35 83-1,54-107-1861,0 1-1,0 1 1,2-1-1,1 1 1,1 0-1,1 1 1,-1 35-1,1-8-2963,2-45 91,15-8-13731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7.194"/>
    </inkml:context>
    <inkml:brush xml:id="br0">
      <inkml:brushProperty name="width" value="0.035" units="cm"/>
      <inkml:brushProperty name="height" value="0.035" units="cm"/>
    </inkml:brush>
  </inkml:definitions>
  <inkml:trace contextRef="#ctx0" brushRef="#br0">118 2 15597,'-4'-1'303,"-14"1"1423,16 3-696,8 5 201,-5-8-1115,0 1 0,-1 0 0,1 0 0,-1 0 0,1-1 0,-1 1 0,1 0 0,-1 0 0,1 0 0,-1 0 0,0 0 0,0 0 0,1 0 0,-1 0 0,0 0 0,0 0 0,0 0 0,0 0 0,0 0 0,0 0 0,0 0-1,-1 2 1,-10 22 1184,3-9-476,2 3-237,1 0 0,0-1 0,-4 39 0,2-9 82,-33 343 1897,28-241-2734,10-121-363,2-1 0,0 1 1,2 0-1,8 42 0,4-12-3698,4 3-5003,-11-38-1762</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7.509"/>
    </inkml:context>
    <inkml:brush xml:id="br0">
      <inkml:brushProperty name="width" value="0.035" units="cm"/>
      <inkml:brushProperty name="height" value="0.035" units="cm"/>
    </inkml:brush>
  </inkml:definitions>
  <inkml:trace contextRef="#ctx0" brushRef="#br0">222 1 13473,'0'0'4773,"-2"3"-2754,-6 20 740,-10 42 1,-5 77-79,6-31-1258,-6 10-334,-50 321 638,51-273-2251,-9 120-5484,29-250 2352,0 3-5270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7.905"/>
    </inkml:context>
    <inkml:brush xml:id="br0">
      <inkml:brushProperty name="width" value="0.035" units="cm"/>
      <inkml:brushProperty name="height" value="0.035" units="cm"/>
    </inkml:brush>
  </inkml:definitions>
  <inkml:trace contextRef="#ctx0" brushRef="#br0">339 1 12457,'0'0'10040,"-3"0"-8831,1 1-1075,0-1 0,0 1 0,0 0 0,-1 0 0,1 0-1,0 0 1,0 0 0,0 0 0,1 0 0,-1 1 0,0-1 0,0 1 0,1 0-1,-1-1 1,1 1 0,-1 0 0,1 0 0,0 0 0,0 0 0,-1 0 0,0 3-1,-1 4 87,0 0 0,1 1 0,-3 18-1,1-3 202,-9 33 377,-27 114 963,-82 303 427,80-298-2378,27-104-1166,4 1-1,-2 85 1,13-149 560,-1 1-1,0-1 0,0 0 0,-1 1 1,-7 19-1,7-27-150,1 0 1,-1 0 0,1 1-1,0-1 1,0 0 0,0 1-1,1-1 1,-1 1-1,1-1 1,0 8 0,3 14-9319</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8.206"/>
    </inkml:context>
    <inkml:brush xml:id="br0">
      <inkml:brushProperty name="width" value="0.035" units="cm"/>
      <inkml:brushProperty name="height" value="0.035" units="cm"/>
    </inkml:brush>
  </inkml:definitions>
  <inkml:trace contextRef="#ctx0" brushRef="#br0">422 1 12761,'-5'1'450,"0"0"0,0 0 0,-1 0-1,1 0 1,-6-1 0,-3-3 1160,14 3-1487,-1 0 0,1 0-1,-1-1 1,1 1-1,-1 0 1,1 0-1,-1 0 1,1 0-1,-1 0 1,1 0 0,-1 0-1,0 0 1,1 0-1,-1 0 1,1 0-1,-1 0 1,1 0-1,-1 0 1,1 1-1,-1-1 1,-10 20 2506,-2 17-2,-11 51-1,12-37-1400,-58 257 1016,-7 26-469,38-169-1773,-10 30 0,27-118-303,-17 105-1,37-166-1353,1 0-1,1 23 0,1-19-753,-1-15-1248,7-22-14474</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8.614"/>
    </inkml:context>
    <inkml:brush xml:id="br0">
      <inkml:brushProperty name="width" value="0.035" units="cm"/>
      <inkml:brushProperty name="height" value="0.035" units="cm"/>
    </inkml:brush>
  </inkml:definitions>
  <inkml:trace contextRef="#ctx0" brushRef="#br0">106 0 12997,'-2'2'2298,"-5"3"-1233,1 1 0,0 0 0,0 0 0,0 1 0,-6 8 0,6-6-526,1 0-1,0 1 1,0-1 0,1 1 0,0 0 0,-5 18-1,0 21 561,3 1 0,1-1-1,2 1 1,3 0 0,8 71-1,-7-112-1049,0 1 0,1-1 0,0 0 0,0-1 0,1 1 0,0 0 0,1-1 0,0 1 0,6 10 0,-7-15-37,1 0 0,-1 0 0,1 1 0,0-2 0,0 1 0,0 0 0,0-1 0,0 0 0,1 0 0,0 0 0,-1-1 1,1 1-1,0-1 0,0 0 0,0-1 0,1 1 0,-1-1 0,6 1 0,0-1-12,1-1 0,-1 0 0,0-1 0,0 0 0,0-1 0,0 0 0,0 0 0,-1-1 0,1-1 0,-1 0 0,1 0 0,-1-1 0,0 0 0,-1-1 0,0 0 0,15-12 0,-7 3 0,0-1 0,-1-1 0,-1 0 0,0-1 0,-2 0 0,0-1 0,14-27 0,-22 34-250,-1 1 1,0-1-1,0-1 1,-1 1-1,-1-1 1,0 1-1,1-21 0,-3 11-455,0 0-1,-2 0 1,-5-29-1,2 28-3218,-15-41 0,8 32-4476</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9.024"/>
    </inkml:context>
    <inkml:brush xml:id="br0">
      <inkml:brushProperty name="width" value="0.035" units="cm"/>
      <inkml:brushProperty name="height" value="0.035" units="cm"/>
    </inkml:brush>
  </inkml:definitions>
  <inkml:trace contextRef="#ctx0" brushRef="#br0">29 5 9049,'-8'15'1780,"6"-12"-187,0-5-145,-4-3-1717,-4-8 4815,13 10-1817,11 5-1676,18 7 776,-22-5-1262,0-2 0,0 1 0,11 0 0,115 14 2804,150 39-1,-278-54-3370,-1 0 0,0 0 0,0 1 0,0 0 0,0 0 0,0 0 0,-1 1 0,12 8 0,-16-10 0,0 0 0,-1 0 0,1 0 0,0 0 0,-1 0 0,1 1 0,-1-1 0,0 0 0,0 1 0,0-1 0,0 1 0,0 0 0,0-1 0,-1 1 0,1-1 0,-1 1 0,0 0 0,1 0 0,-1-1 0,-1 1 0,1 0 0,0-1 0,-1 1 0,1 0 0,-1-1 0,-1 4 0,-5 9-50,0-1-1,0 1 1,-1-2 0,-1 1-1,0-1 1,-1-1 0,-14 14-1,18-19-389,0 1 0,1-1-1,0 1 1,-6 14 0,9-19 304,2-1 67,-1 1-1,1-1 1,0 0 0,0 1 0,0-1-1,0 1 1,1-1 0,-1 0 0,1 1-1,-1-1 1,1 0 0,0 1 0,0-1 0,0 0-1,0 0 1,0 0 0,3 4 0,-2-4 49,-1-1 1,1 0 0,0 0 0,0 0 0,-1 0-1,1-1 1,0 1 0,0 0 0,0-1-1,0 1 1,0-1 0,0 0 0,0 0 0,2 1-1,35-3-110,-25 0 83,151-2-717,2-1-1723,-130 2-1375,0-2 0,55-14 1,-44 3-6634</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9.308"/>
    </inkml:context>
    <inkml:brush xml:id="br0">
      <inkml:brushProperty name="width" value="0.035" units="cm"/>
      <inkml:brushProperty name="height" value="0.035" units="cm"/>
    </inkml:brush>
  </inkml:definitions>
  <inkml:trace contextRef="#ctx0" brushRef="#br0">467 1 16858,'-10'4'853,"8"-3"-493,1 0 0,-1 0 0,0-1 0,0 1 1,0 0-1,0-1 0,0 0 0,0 1 0,-3-1 0,4 4 1367,-66 183 3044,-6 0-3364,-56 153-787,38-57-287,73-215-767,3-1-1,-8 89 1,16-86-565,-3 52-3035,10-116 2909,0-1 0,0 0 0,1 1 0,0-1-1,0 0 1,0 0 0,0 0 0,4 7 0,2 9-9599</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1:49.515"/>
    </inkml:context>
    <inkml:brush xml:id="br0">
      <inkml:brushProperty name="width" value="0.035" units="cm"/>
      <inkml:brushProperty name="height" value="0.035" units="cm"/>
    </inkml:brush>
  </inkml:definitions>
  <inkml:trace contextRef="#ctx0" brushRef="#br0">1009 0 20110,'-124'313'5430,"75"-183"-1855,-140 369 387,-19-13-4506,195-457-171,-2-1-1,-26 41 1,33-58 177,-1-1 1,0 0-1,0-1 0,-1 0 0,0 0 1,-1-1-1,0 0 0,-20 10 1,0-1-827,-11 5-3393,-51 20 1,63-33-1081,-36 7 0,66-16 5824</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03.017"/>
    </inkml:context>
    <inkml:brush xml:id="br0">
      <inkml:brushProperty name="width" value="0.035" units="cm"/>
      <inkml:brushProperty name="height" value="0.035" units="cm"/>
    </inkml:brush>
  </inkml:definitions>
  <inkml:trace contextRef="#ctx0" brushRef="#br0">1 1 5733,'0'0'14485,"3"1"-13949,26 13 289,-28-13-803,-1-1 0,1 1 0,-1 0 0,1-1 0,-1 1 0,1-1 0,-1 1 0,0 0 0,1-1 0,-1 1 0,0 0 1,0 0-1,1-1 0,-1 1 0,0 0 0,0 0 0,0-1 0,0 1 0,0 0 0,0 0 0,0 0 0,0 1 0,0 0 50,2 50 245,-2 0-1,-12 84 0,5-39-161,7-95-135</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03.721"/>
    </inkml:context>
    <inkml:brush xml:id="br0">
      <inkml:brushProperty name="width" value="0.035" units="cm"/>
      <inkml:brushProperty name="height" value="0.035" units="cm"/>
    </inkml:brush>
  </inkml:definitions>
  <inkml:trace contextRef="#ctx0" brushRef="#br0">0 71 5745,'18'-24'14195,"-1"28"-13233,32 16 629,-45-20-1427,-2-1-160,19-11 49,-20 11 134,16-8-177,-16 9-29,-1 0 0,0 0 1,1 0-1,-1 0 0,0 0 0,1 0 1,-1 0-1,0 0 0,1 0 0,-1-1 1,0 1-1,1 0 0,-1 0 0,0 0 1,1 0-1,-1-1 0,0 1 1,0 0-1,1 0 0,-1-1 0,0 1 1,0 0-1,0 0 0,1-1 0,-1 1 1,0 0-1,0-1 0,0 1 0,0 0 1,1 0-1,-1-1 0,0 1 0,0 0 1,0-1-1,0 1 0,0 0 1,0-1-1,0 1 0,0-1 0,0 1 1,0 0-1,0-1 0,-14-7-1307,8 5 1369,4 2-737,0-2-1958,-12-20-4502</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04.435"/>
    </inkml:context>
    <inkml:brush xml:id="br0">
      <inkml:brushProperty name="width" value="0.035" units="cm"/>
      <inkml:brushProperty name="height" value="0.035" units="cm"/>
    </inkml:brush>
  </inkml:definitions>
  <inkml:trace contextRef="#ctx0" brushRef="#br0">18 0 6489,'0'0'7214,"-2"2"-6486,-12 28 1014,12-27-885,2 2-97,0 1-563,0 7 252,0 0 0,1 0-1,5 25 1,-2-19-40,-1-1 1,1 25-1,-3-28-215,0 0 0,1 1 0,7 22-1,2 25-2344,-10-61 1190,3 7 1462,-3-7-3512</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05.035"/>
    </inkml:context>
    <inkml:brush xml:id="br0">
      <inkml:brushProperty name="width" value="0.035" units="cm"/>
      <inkml:brushProperty name="height" value="0.035" units="cm"/>
    </inkml:brush>
  </inkml:definitions>
  <inkml:trace contextRef="#ctx0" brushRef="#br0">78 1 7565,'-25'24'9549,"37"-12"-7869,-9-10-1409,14 12 8641,-15-11-9744,-1 0 598,1 0 1,0-1 0,0 1-1,0-1 1,1 1 0,-1-1-1,4 3 1,-6-5 45,0 0 171,0 0 1,0 0-1,0 0 0,0 0 0,0 0 0,0 0 0,-1 0 0,1 0 1,0 0-1,0 0 0,0 0 0,0 0 0,0 0 0,0 0 1,0 0-1,0 0 0,0 0 0,0 0 0,0 0 0,0 1 0,-1-1 1,1 0-1,0 0 0,0 0 0,0 0 0,0 0 0,0 0 0,0 0 1,0 0-1,0 0 0,0 0 0,0 0 0,0 0 0,0 1 1,0-1-1,0 0 0,0 0 0,0 0 0,0 0 0,0 0 0,0 0 1,0 0-1,0 0 0,0 0 0,0 0 0,0 0 0,0 1 0,0-1 1,0 0-1,0 0 0,0 0 0,0 0 0,0 0 0,0 0 0,0 0 1,1 0-1,-1 0 0,0 0 0,0 0 0,0 0 0,0 0 1,-35 12-2626,34-12 2514,0 1 1,0-1-1,1 0 0,-1 0 1,0 0-1,0 0 0,0 0 1,0 0-1,1 0 0,-1 0 1,0-1-1,0 1 0,0 0 1,1 0-1,-1-1 0,0 1 1,0-1-1,1 1 0,-1 0 1,-1-2-1,-1 0-359,-4-2-1155,0 0-1,0 0 1,-13-12-1,15 12 881,5 4 666,-1-1 1,1 1-1,0 0 0,0 0 1,0 0-1,-1 0 1,1 0-1,0-1 1,0 1-1,0 0 0,0 0 1,0 0-1,0-1 1,-1 1-1,1 0 1,0 0-1,0 0 0,0-1 1,0 1-1,0 0 1,0 0-1,0 0 1,0-1-1,0 1 0,0 0 1,0 0-1,0-1 1,0 1-1,0 0 1,0 0-1,0 0 0,0-1 1,0 1-1,0 0 1,3-24-4480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06.385"/>
    </inkml:context>
    <inkml:brush xml:id="br0">
      <inkml:brushProperty name="width" value="0.035" units="cm"/>
      <inkml:brushProperty name="height" value="0.035" units="cm"/>
    </inkml:brush>
  </inkml:definitions>
  <inkml:trace contextRef="#ctx0" brushRef="#br0">67 1 7861,'0'0'12191,"0"3"-12032,0 11-40,0 10 259,0 0 0,-8 41-1,-5 8 137,-5 165 712,15-210-1044,2-23-525,0 0 0,0 0 0,1 0-1,-1 10 1,-13-66-9736,7 15 1473</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06.905"/>
    </inkml:context>
    <inkml:brush xml:id="br0">
      <inkml:brushProperty name="width" value="0.035" units="cm"/>
      <inkml:brushProperty name="height" value="0.035" units="cm"/>
    </inkml:brush>
  </inkml:definitions>
  <inkml:trace contextRef="#ctx0" brushRef="#br0">7 1 9017,'-1'1'593,"1"0"0,-1 1 0,0-1 1,0 1-1,1-1 0,-1 1 0,1-1 0,-1 1 0,1 0 1,0-1-1,-1 1 0,1-1 0,0 1 0,0 0 1,0-1-1,1 1 0,-1 0 0,0-1 0,0 1 0,1 0 1,-1-1-1,1 1 0,0-1 0,-1 1 0,3 2 1,9 10-1210,-11-14 662,0 1 1,-1 0-1,1-1 0,0 1 0,0-1 0,0 1 1,0-1-1,0 0 0,-1 1 0,1-1 0,0 0 1,0 1-1,0-1 0,0 0 0,0 0 0,0 0 1,2 0-1,2 0 103,13 5 256,-15-3 199,12 5-265,-1 1-200,-11-6 1905,-6-3-1699,-23-8 159,23 9-182,-25-7-26845</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07.843"/>
    </inkml:context>
    <inkml:brush xml:id="br0">
      <inkml:brushProperty name="width" value="0.035" units="cm"/>
      <inkml:brushProperty name="height" value="0.035" units="cm"/>
    </inkml:brush>
  </inkml:definitions>
  <inkml:trace contextRef="#ctx0" brushRef="#br0">1 1 7333,'0'0'11882,"1"2"-10990,1 0-328,-1-1-381,0 0 0,1 0 1,-1 0-1,0 1 0,0-1 0,-1 0 0,1 0 0,0 1 0,0-1 0,-1 0 0,1 1 1,0-1-1,-1 1 0,1-1 0,-1 1 0,0 2 0,-8 148 3380,4-32-2731,4-110-1180,0-1 1,1 1-1,1 0 0,0 0 0,0 0 1,4 9-1,-4-10-183,0-5-1041,-2 0-573,2 37-6826</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08.399"/>
    </inkml:context>
    <inkml:brush xml:id="br0">
      <inkml:brushProperty name="width" value="0.035" units="cm"/>
      <inkml:brushProperty name="height" value="0.035" units="cm"/>
    </inkml:brush>
  </inkml:definitions>
  <inkml:trace contextRef="#ctx0" brushRef="#br0">40 0 8361,'-7'21'19794,"4"-21"-22273,-15-5-1908,6 1-2299</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19.742"/>
    </inkml:context>
    <inkml:brush xml:id="br0">
      <inkml:brushProperty name="width" value="0.035" units="cm"/>
      <inkml:brushProperty name="height" value="0.035" units="cm"/>
    </inkml:brush>
  </inkml:definitions>
  <inkml:trace contextRef="#ctx0" brushRef="#br0">43 13 7153,'7'-13'2762,"-10"18"2113,-6 9-700,5-6-4945,4-8 841,-1 1 0,1 0 1,0 0-1,-1 0 0,1-1 0,0 1 0,0 0 1,0 0-1,0 0 0,0-1 0,0 1 0,0 0 1,0 0-1,0 0 0,0 0 0,1-1 0,-1 1 1,0 0-1,0 0 0,1 0 0,1 4 177,-1 9 141,-1 1 0,0-1 1,-1 0-1,-1 1 0,0-1 1,-5 19-1,-4 32 526,-2-2 55,13-62-947,0 0 1,0 0-1,0 0 0,0 0 0,0 0 1,0 0-1,0 0 0,0 0 0,1 0 1,-1 0-1,0 0 0,1 0 0,-1-1 1,0 1-1,1 0 0,-1 0 0,1 0 1,-1 0-1,1-1 0,0 1 0,-1 0 0,2 0 1,-1 0-58,0 0 1,0 0-1,0 0 0,-1 0 1,1 1-1,0-1 0,0 0 1,-1 0-1,1 1 1,-1-1-1,1 0 0,-1 0 1,1 3-1,5 36-871,-6-35 86,0-2-1781,2 13 1224,-1 0-882,0-6-3504</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21.683"/>
    </inkml:context>
    <inkml:brush xml:id="br0">
      <inkml:brushProperty name="width" value="0.035" units="cm"/>
      <inkml:brushProperty name="height" value="0.035" units="cm"/>
    </inkml:brush>
  </inkml:definitions>
  <inkml:trace contextRef="#ctx0" brushRef="#br0">15 116 7669,'10'-24'11695,"-11"24"-11610,0 0 0,1 1 0,-1-1 0,0 1 0,0-1 0,0 0 0,1 1 0,-1-1 0,0 1 0,0 0 0,1-1 0,-1 1 0,1 0 0,-1-1 0,0 1 0,1 0 0,-1 0 0,1-1 0,0 1 0,-1 1 0,1-1 3,-1 0 0,1 0 0,-1-1 0,1 1 0,-1 0 0,1 0 0,-1-1 0,-5 5 7907,31 3-7787,-22-6-183,0-1 113,0-2-1864,23-11 1640,-23 11 82,0 0-2061,29-5 2239,-29 6 494,1-1-1844,41-2-187,-34 13 1036,-3-2 221,-18-9-56,-9-2 2994,19-1-2724,3-37 72,-3 37 1,3 4-1496,22-1 1286,-21-4 105,-11-3-145,-3-3-964,15 2-1170,8-9-7796,-7 4 208</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22.680"/>
    </inkml:context>
    <inkml:brush xml:id="br0">
      <inkml:brushProperty name="width" value="0.035" units="cm"/>
      <inkml:brushProperty name="height" value="0.035" units="cm"/>
    </inkml:brush>
  </inkml:definitions>
  <inkml:trace contextRef="#ctx0" brushRef="#br0">78 1 8289,'-1'2'161,"-5"14"1739,6-15-802,2-7 185,-1 3 554,-2 5-254,-2 2-1198,0 0 0,0 1 0,0-1 0,1 0-1,0 1 1,0-1 0,0 1 0,-1 6 0,1-4-117,1-1-1,-1 0 1,0-1 0,-6 11-1,-4 15 451,7-5-98,-3 33 0,-1 4 285,9-60-743,0 1-96,0 6-730,2 13 1403,-3-15-5168,0-1-4571</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23.135"/>
    </inkml:context>
    <inkml:brush xml:id="br0">
      <inkml:brushProperty name="width" value="0.035" units="cm"/>
      <inkml:brushProperty name="height" value="0.035" units="cm"/>
    </inkml:brush>
  </inkml:definitions>
  <inkml:trace contextRef="#ctx0" brushRef="#br0">8 1 9957,'0'0'15429,"2"0"-14863,27 9 250,-25-8 143,10 7-1589,-13-7 506,1 1-1,-1-1 0,0 0 1,0 1-1,0 0 0,1-1 1,-2 1-1,1 0 1,0-1-1,0 1 0,0 0 1,-1 0-1,1 0 0,-1 0 1,0-1-1,1 1 1,-1 0-1,0 0 0,0 0 1,0 0-1,0 0 0,-1 2 1,1 2 411,0-2 2966,5-5-2945,0 0 0,0-1 0,0 1 0,0-1 0,-1 0 1,6-3-1,6-2 324,20-1 1140,-22 3-3526,-39-3-1157,-31-1-1992,14 9-1879,-10 9-6216</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23.973"/>
    </inkml:context>
    <inkml:brush xml:id="br0">
      <inkml:brushProperty name="width" value="0.035" units="cm"/>
      <inkml:brushProperty name="height" value="0.035" units="cm"/>
    </inkml:brush>
  </inkml:definitions>
  <inkml:trace contextRef="#ctx0" brushRef="#br0">42 0 9485,'-29'23'2261,"23"-18"4469,7-3-5556,0 1-959,0-1 0,0 1 0,0-1 0,0 0-1,0 1 1,-1 0 0,1-1 0,-1 1 0,0-1-1,0 1 1,0-1 0,0 1 0,0 0-1,0-1 1,-1 1 0,1-1 0,-1 1 0,0-1-1,0 1 1,-1 2 0,1 0 94,-2 10 201,1 1 1,1-1-1,0 0 1,1 1 0,1-1-1,0 0 1,4 16-1,-3-9-173,6 30 222,-4-31-658,-1 0-1,0 22 1,-3-37-287,1 0 0,0 0-1,0 0 1,0 0 0,1 0 0,0 0 0,0-1 0,4 9-1,-4-11-1706</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24.410"/>
    </inkml:context>
    <inkml:brush xml:id="br0">
      <inkml:brushProperty name="width" value="0.035" units="cm"/>
      <inkml:brushProperty name="height" value="0.035" units="cm"/>
    </inkml:brush>
  </inkml:definitions>
  <inkml:trace contextRef="#ctx0" brushRef="#br0">50 29 13865,'-39'-28'13648,"41"28"-13029,24 14 1462,-27-13-2116,-1 1 0,0-1 0,1 0 0,0 1 0,-1 0 0,1-1 0,0 1 0,0 0 0,0 0 0,0-1 0,-1 4 0,2-5 14,-1 2 534,4-2-159,91-2 1715,-72 2-2010,-20 0-59,28 0 30,-29-1-39,0 0 0,0 1 0,1-1 0,-1 0 0,0 1 0,0-1 0,1 0-1,-1 1 1,0 0 0,1-1 0,-1 1 0,1 0 0,-1 0 0,0-1 0,1 1-1,1 1 1,0-2-815,-8 0-1084,-15 0-454,1 1-1,-1 1 1,-31 4-1,14 0-3074,-10-4-6602</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25.326"/>
    </inkml:context>
    <inkml:brush xml:id="br0">
      <inkml:brushProperty name="width" value="0.035" units="cm"/>
      <inkml:brushProperty name="height" value="0.035" units="cm"/>
    </inkml:brush>
  </inkml:definitions>
  <inkml:trace contextRef="#ctx0" brushRef="#br0">27 9 4568,'-10'-9'3363,"17"11"2686,14 5-179,-20-3-4815,0 2-630,0-1-110,-1 0 0,1-1 0,-1 1 0,1 0 0,-1 0 0,-1 0 0,1-1 0,-1 1 0,0 0 1,-2 7-1,-5 12 400,1 2 0,1-1 1,2 1-1,0 0 1,1 0-1,2 27 1,-6 43 113,5-80-1305,1 0 0,0 1 0,2-1 0,-1 0 0,2 1 0,4 16-1,-5-28-1219,-7-45-10448,5 17 1668</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25.669"/>
    </inkml:context>
    <inkml:brush xml:id="br0">
      <inkml:brushProperty name="width" value="0.035" units="cm"/>
      <inkml:brushProperty name="height" value="0.035" units="cm"/>
    </inkml:brush>
  </inkml:definitions>
  <inkml:trace contextRef="#ctx0" brushRef="#br0">4 4 11165,'-1'11'770,"-1"9"17370,20-29-20451,-1 5 233,-13 3-1569,-11-20-15408</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2:32.737"/>
    </inkml:context>
    <inkml:brush xml:id="br0">
      <inkml:brushProperty name="width" value="0.035" units="cm"/>
      <inkml:brushProperty name="height" value="0.035" units="cm"/>
    </inkml:brush>
  </inkml:definitions>
  <inkml:trace contextRef="#ctx0" brushRef="#br0">1 0 160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7:39.238"/>
    </inkml:context>
    <inkml:brush xml:id="br0">
      <inkml:brushProperty name="width" value="0.035" units="cm"/>
      <inkml:brushProperty name="height" value="0.035" units="cm"/>
    </inkml:brush>
  </inkml:definitions>
  <inkml:trace contextRef="#ctx0" brushRef="#br0">18 84 13769,'21'-45'8505,"-39"55"-8481,1 1-560,13-32-2888,4 3-2049,4-3-4408</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48:04.126"/>
    </inkml:context>
    <inkml:brush xml:id="br0">
      <inkml:brushProperty name="width" value="0.035" units="cm"/>
      <inkml:brushProperty name="height" value="0.035" units="cm"/>
    </inkml:brush>
  </inkml:definitions>
  <inkml:trace contextRef="#ctx0" brushRef="#br0">166 59 5773,'-3'-3'200,"2"0"0,-1 1-1,0 0 1,0-1 0,-1 1-1,1 0 1,0 0 0,-1 0-1,1 1 1,-1-1 0,0 0-1,1 1 1,-7-3 0,6 4 809,0-1-767,-1-1-1,0 1 0,1 0 1,-1 1-1,0-1 1,1 1-1,-6 0 1,5-1 100,0 1 987,1 0-732,-39 10 2235,23-18-2043,8 2 922,5 5 3725,18-3-5204,0 1-1,0 0 0,0 1 1,0 1-1,22-1 0,69 5 364,-102-3-582,347 47 614,-278-35-520,141 37 130,-125-27-78,291 69 154,-267-64-266,128 30-59,72 16 11,-218-50 21,48 10 57,318 65 11,-181-35-113,121 36 66,14 2 23,145-6-80,343-34 56,-494-39-105,306 6 97,-568-26-8,196 6-67,24-1 31,-41-3 37,196 24 20,-194-14-106,106 2 32,-187-8-21,-129-4 65,278 16-70,-120-10 66,-150-9-10,102 0 13,119 4-47,-79-4 53,-111 0 218,82 3 71,-40 4-154,-19-2-43,391 24-10,-428-28-75,15 2-62,90 5 53,-38-2-56,150 27 34,-42-2 20,-124-16-25,126 7 47,-158-19-58,177 3 37,148-4-61,355-3-96,-474-18 0,-272 12 116,140-10-119,324-10-6,-11 35 124,-221-2 23,460-13-272,289 9 98,-974 2 145,394 15-89,1-26 180,73-13 343,-2 44 27,152 41-83,-692-63-350,70 6 425,150-3 0,144-20 1342,-315 15-1209,140 19 0,-211-20-647,-5-5-2255,0-1 1958,0 0-1,0 0 0,-1 0 1,0 1-1,-1-1 0,1 0 0,-1 1 1,0-1-1,0 1 0,-4-5 1,-7-6-3204,-25-25 0,20 22-456,-17-19-7767</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4:42.154"/>
    </inkml:context>
    <inkml:brush xml:id="br0">
      <inkml:brushProperty name="width" value="0.035" units="cm"/>
      <inkml:brushProperty name="height" value="0.035" units="cm"/>
    </inkml:brush>
  </inkml:definitions>
  <inkml:trace contextRef="#ctx0" brushRef="#br0">340 840 6905,'-29'6'1137,"23"-5"628,-12-5-417,6 0-591,11 1 1441,18-2 2233,-3 1-5026,-11 3 2315,1 1-1440,18-2 66,0 1 0,32 2 0,3 1-166,454-33 405,-383 19-539,41-6 24,300-46-62,-132 21 28,189-39 19,41-5-37,-517 80-26,583-69-25,1133-54 17,-1331 81-19,-302 33-30,35-6 105,117-8-101,-108 15 107,114-8-37,-91 10 32,288-18-35,-343 23 25,280-15-78,-16 11 91,-356 7 1,-33 3 75,-1 0 0,1 2 0,30 2 0,-47-2 208,-5-1-308,-4-3-16,0 1-1,0 0 1,0 0-1,0 1 0,0 0 1,-1 0-1,1 0 0,-1 1 1,1 0-1,-12 0 0,-13 0 12,-30 3 0,53-2-4,-513 51 48,475-46-56,-13 2-9,-76 7-18,-126 15 65,72-6-15,-275 21 87,-387 39 70,728-72-182,-178 13-56,-151 12-3,302-23 70,-785 75-65,481-46 63,69-1 6,280-27-16,-500 60 200,383-44-111,86-11-60,-48 12 1,39-5-21,-31 7-24,5 0 11,-33 2 65,-226 28 124,285-40-172,8-1 119,9-4 185,49-7-31,74-10-279,1 1 0,-1-1 0,1 0 0,0 1 0,0 0 0,-7 4 0,10-5 1,0-1 0,0 0 0,1 1 0,-1-1 0,0 1 0,0-1 0,0 0 0,0 0 0,0 1 0,0-1 0,0 0 0,0 0 0,0 0 0,0 0-1,0 0 1,-1-1 0,-5 1 30,-28 9-2,28-6-37,0-1 0,0 0 0,-1-1 0,-11 2 0,8-3 20,1 1 0,0 1 0,-11 3 0,-18 1-25,16-3 10,-33 8 1,38-7 7,-1 0 0,1-1 0,-21 0-1,23-3 71,0 1 0,0 1 0,1 1 0,-1 0 0,-21 8 0,34-10 44,0-2-105,-1-1-1,0 1 0,1 1 0,-1-1 1,0 0-1,1 1 0,-6 0 1,5-1 15,0 1 100,8 0-200,-2 0 67,5 0-91,0 0 1,0 0-1,0 1 1,0 0 0,-1 0-1,11 3 1,0 5-387,-14-8-250,-10-18-20238</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25.960"/>
    </inkml:context>
    <inkml:brush xml:id="br0">
      <inkml:brushProperty name="width" value="0.035" units="cm"/>
      <inkml:brushProperty name="height" value="0.035" units="cm"/>
    </inkml:brush>
  </inkml:definitions>
  <inkml:trace contextRef="#ctx0" brushRef="#br0">119 60 6817,'-10'-2'2761,"-19"-4"12517,21 5-13903,3 0-4062,1 0 3537,-2 17-365,4-14-465,1 0 0,0 0 0,0 0-1,0 0 1,0 0 0,0 0 0,1 0-1,-1 0 1,0 3 0,-2 45 186,4 68-1,0-4-11,-2-73-142,2-1-1,5 42 1,-3-51 264,-2 46-1,-1-52 185,0-22 212,0-9-437,-27-334 473,21 254-658,-13-102-456,15 143-164,4 41 372,0 9-743,1 16 416,0-1 0,7 36 1,-3-30 158,-2-12 30,0 0 1,8 19 0,-1-1-999,-10-29 3,-3-23-9038,-1 2 2055</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4:57.579"/>
    </inkml:context>
    <inkml:brush xml:id="br0">
      <inkml:brushProperty name="width" value="0.035" units="cm"/>
      <inkml:brushProperty name="height" value="0.035" units="cm"/>
    </inkml:brush>
  </inkml:definitions>
  <inkml:trace contextRef="#ctx0" brushRef="#br0">43 11 7513,'-42'-10'19548,"42"13"-19332,2 5-114,0-1-1,0 0 0,0 0 1,1 0-1,0 0 1,0 0-1,1-1 1,0 0-1,0 1 1,1-1-1,-1-1 0,1 1 1,6 5-1,1 1 2,-6-5-71,1 0 0,-1-1-1,11 7 1,-14-11-21,0 1 0,0-1-1,0 1 1,0-1 0,0 1-1,2 4 1,5 4 6,142 106 0,-68-55 12,29 26-23,-86-66-7,35 36 1,9 9 33,212 161-151,47 21 235,-236-169-143,12 8 63,18 10-53,-70-53 28,61 39 0,197 131-47,-273-187 58,-1 0-35,45 30 12,96 56-9,-23-13-54,-21-13-52,-53-32 132,4 1-49,116 71 40,-46-45-13,28 15-116,-64-33 134,83 52-24,76 56 13,-173-109-64,8 4 121,-58-35 11,81 61 1,36 23 214,247 123-219,-371-213-60,-22-13 10,46 33 1,129 101 119,-49-37-84,-21-19-4,-70-51-37,93 58 9,71 52-13,-7-2 23,-126-89-23,485 285 16,-465-278 305,-41-23-8,-35-20-135,-27-17-54,0 0-1,1-1 1,-1 0-1,1-1 1,0 0 0,15 4-1,-8-5 112,-15-4 754,-4-4-1030,-1 1-1,-1-1 1,1 0-1,-1 1 0,1-1 1,-4-2-1,-66-57-2666,69 60 1693,2 0 20,0 0 1005,-1-3-426,-1 0 0,0 0 0,1 1 0,-2-1 0,1 1 0,-10-11 3182,14 10-8744,0 0 4016,0 0 0,0 0 0,4-11 0,-4 16 800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4:58.245"/>
    </inkml:context>
    <inkml:brush xml:id="br0">
      <inkml:brushProperty name="width" value="0.035" units="cm"/>
      <inkml:brushProperty name="height" value="0.035" units="cm"/>
    </inkml:brush>
  </inkml:definitions>
  <inkml:trace contextRef="#ctx0" brushRef="#br0">522 74 6213,'12'-24'1274,"-10"20"1809,-43 7-834,37-3 421,1-2-1856,2 1-482,-1-1-6,-1 0 1,1 0-1,0 0 1,0 0 0,0 0-1,0-1 1,1 1-1,-4-6 1,2 8 330,-36-3 4961,37 2-5294,-24-16 1164,24 20-1175,1-1-262,-1 1 1,1-1-1,0 1 1,0-1-1,0 1 1,0-1-1,0 1 1,0 0-1,1-1 1,-1 1-1,1 0 0,0 0 1,0-1-1,0 4 1,1 0 10,0-1-1,1 0 1,0-1 0,0 1-1,0 0 1,1 0 0,0-1 0,4 6-1,19 26 238,2-1-1,34 32 1,72 59 341,-30-29-403,175 189 95,-243-249-273,-18-19 84,19 25 0,-36-42-118,1 1 1,-1-1 0,0 1-1,0-1 1,0 1-1,0 0 1,0-1-1,-1 1 1,1 0-1,0 0 1,-1 0-1,1 0 1,-1-1-1,0 1 1,0 0 0,1 0-1,-1 0 1,-1 0-1,1 0 1,0 2-1,-1-3-8,0 1-1,0 0 0,0-1 0,0 1 1,0-1-1,0 1 0,0-1 0,0 0 1,0 0-1,-1 1 0,1-1 0,-1 0 1,1 0-1,-1 0 0,1 0 1,-1-1-1,-1 2 0,-6 1 8,0 0 1,0-1-1,1 0 0,-1-1 0,0 1 0,-16-1 1,-9-3-20,0-2-1,0-1 1,-43-12 0,17 3-7,-179-31-597,-184-43-1444,400 81 124,-40-17 0,14-3-4928,49 27 6694,-1 0-1,1 0 1,0 0 0,0 0-1,0 0 1,0 0-1,-1 0 1,1 0-1,0 0 1,0 0-1,0-1 1,0 1-1,-1-1-920,1 1 920,0 0 1,0 0-1,0 0 1,0 0-1,0 0 1,0-1 0,0 1-1,-1 0 1,1 0-1,0 0 1,0 0-1,0-1 1,0 1-1,0 0 1,0 0-1,1 0 1,-1 0-1,0-1 1,0 1-1,0 0 1,3-15-10011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4:59.397"/>
    </inkml:context>
    <inkml:brush xml:id="br0">
      <inkml:brushProperty name="width" value="0.035" units="cm"/>
      <inkml:brushProperty name="height" value="0.035" units="cm"/>
    </inkml:brush>
  </inkml:definitions>
  <inkml:trace contextRef="#ctx0" brushRef="#br0">63 70 5276,'0'0'3315,"1"-3"-1850,1-20 134,-1 17 2061,-1 0 3537,17 7-6816,-5 2-894,-31-9-1390,1-1 429,-2-2-1106,2 2-2197,-3 0-3885</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5:01.439"/>
    </inkml:context>
    <inkml:brush xml:id="br0">
      <inkml:brushProperty name="width" value="0.035" units="cm"/>
      <inkml:brushProperty name="height" value="0.035" units="cm"/>
    </inkml:brush>
  </inkml:definitions>
  <inkml:trace contextRef="#ctx0" brushRef="#br0">5445 4581 5637,'-9'2'15904,"14"-6"-13557,1-2-5218,-4 6 2888,0 1 0,0 0 0,0 0 0,0 0 1,0 0-1,0 0 0,0 0 0,0 0 1,0 1-1,2 2 0,4 1 12,0-1 1,0 1-1,1-2 0,15 6 0,-8-3-30,-13-5 47,11 7 47,-13-8-27,-1 0 0,1 1 0,-1-1 0,1 1 1,-1-1-1,1 0 0,0 1 0,-1-1 0,1 0 0,0 0 0,-1 1 0,1-1 1,0 0-1,-1 0 0,1 0 0,0 0 0,-1 0 0,1 0 0,0 0 0,-1 0 0,2 0 1,-3-15 1172,1 11-1554,-3-16 533,3 19-210,-1 0 0,1 0 1,0 1-1,0-1 0,-1 0 1,1 0-1,0 1 0,-1-1 0,1 1 1,-1-1-1,1 0 0,-1 1 1,1-1-1,-1 1 0,1-1 0,-1 1 1,1-1-1,-1 1 0,0-1 1,1 1-1,-1 0 0,-1-1 0,-1-1 25,-12-12 193,0-1 1,-22-29-1,1-1 429,-3 2 0,-46-41 0,55 56-511,21 18-97,-1 0 1,0 1 0,0 1 0,-15-10-1,3 4-6,0-1 0,-30-27 0,26 20 81,-79-76 189,73 69-255,14 13-6,-21-25 1,-28-34-15,-3 2 0,-122-97 1,-55-19-14,73 72-18,33 26-13,83 49 45,-335-248 17,-251-191-89,442 336-37,158 111 104,-152-124-3,-211-160-72,190 141 22,72 55-28,60 47 112,-85-96 0,154 153-76,-171-204 66,34 59-72,121 131 18,-158-147-60,14 24 108,100 105-110,49 34 87,-33-26-1,55 38-32,-1 0 0,0 0 0,-1 1 0,-9-4 0,11 4 6,-1 1-1,0-1 0,1 0 0,-1-1 0,-7-5 1,-24-25-136,7 5-20,-58-41 1,-6-2 66,91 71 118,-12-14-2,7 7-29,-12-7-14,17 14 69,1 3-230,-28 25 196,30-27-16,-1 1 1,0 0-1,0 0 1,1 0 0,-1 0-1,1 0 1,-1 0-1,1 0 1,0 1 0,-1-1-1,1 0 1,0 0-1,-1 0 1,1 0 0,0 0-1,0 1 1,0-1-1,1 2 1,-2 3-4,-10 57 16,-6 77 0,14-103 10,-9 40 0,6-39-50,-3 47 0,-10 181 79,16-192-45,3-70-52,0 0-34,-6 34 9,5-35 201,2-7-73,7-37-35,-2-1 0,0-54 1,2-16 6,-4 37-26,-8-126 0,-2 147-27,-2 1 0,-3 0 0,-25-77 0,23 80 58,13 47-131,9-14 61,-9 16 38,0-1 1,1 1-1,-1 0 0,1 0 0,-1-1 0,1 1 1,-1 0-1,1 0 0,0 0 0,0 0 0,-1 0 1,1 0-1,0 0 0,2-2 0,4 1 33,0-1 0,1 2 0,-1-1-1,1 1 1,-1 0 0,1 0 0,-1 1 0,1 0 0,14 1-1,-6 0 45,67 4 310,-1 4-1,123 29 1,165 63 312,-258-68-506,147 44 172,84 24-46,-216-58-238,-4-2-559,-120-40 283,1 0 0,0 0 1,0-1-1,0 0 0,-1 1 0,1-1 1,8-1-1,-12 1 130,1 0 0,0 0-1,-1-1 1,1 1 0,0 0 0,-1 0 0,1 0 0,0-1-1,-1 1 1,1 0 0,0-1 0,-1 1 0,1-1 0,-1 1 0,1-1-1,-1 1 1,1-1 0,-1 1 0,1-1 0,-1 1 0,1-1-1,-1 0 1,0 1 0,0-1 0,1 0 0,-1 1 0,0-1 0,0 0-1,1 1 1,-1-1 0,0 0 0,0 1 0,0-1 0,0 0 0,0 0-1,0 1 1,0-1 0,0 0 0,-1 1 0,1-1 0,0 0-1,0 1 1,-1-1 0,1 0 0,0 1 0,-1-2 0,-2-4-448,-1-1 0,0 1 0,0 0 0,0 0 0,0 1 0,-1 0 0,0-1 0,0 1 0,-9-6 0,-8-5-3811,-27-15 0,13 10-4873</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5:04.461"/>
    </inkml:context>
    <inkml:brush xml:id="br0">
      <inkml:brushProperty name="width" value="0.035" units="cm"/>
      <inkml:brushProperty name="height" value="0.035" units="cm"/>
    </inkml:brush>
  </inkml:definitions>
  <inkml:trace contextRef="#ctx0" brushRef="#br0">92 2296 5557,'-6'24'1560,"5"-20"2853,-1-2-3619,-25 9 571,25-10-967,-8 13 638,-1 13 750,3-5 3102,-16-1-2329,26-23-2313,24-27 254,42-37 1,-9 11-76,80-93 235,-7-6 1,195-296-1,132-295 615,-377 593-1116,15-26-86,-70 134-113,61-77 0,-48 72 3,23-25 60,-38 42 128,-23 30-114,0 0-12,22-16-11,-22 17 12,1-1-52,11-9-45,-1 0 0,14-16 0,-17 20 27,-5 5 36,17-15-8,-6 5 57,-11 6-209,-22 3 12,13 2 136,-1 1 0,1 0 0,0 0 0,-1 1 0,1-1-1,0 1 1,-1 0 0,1 0 0,0 0 0,0 1 0,-8 3 0,-2 3-108,-27 20 0,-4 2-168,-50 24-434,-114 87 0,117-83 376,59-39 71,-40 31-1,52-35 11,-42 21 0,26-15-14,34-19 202,-7 12-32,1-3 148,7-8-67,-1-3-39,-23 9 57,24-8 2,4-3 21,5-9 1,1 1 0,1 0-1,0 1 1,0 0 0,1 0 0,0 1 0,0 0-1,1 1 1,0 0 0,13-6 0,266-112 215,-136 58 98,-25 5 189,-33 14 541,-70 33-473,-20 12-374,-1-1 0,0 1 0,1 1 0,0-1-1,10-3 1,-13 6 468,-3 1-637,1 0 0,0 0 0,-1 1 0,1-1 0,-1 0 0,1 1 0,-1-1 0,1 0-1,-1 1 1,0-1 0,0 0 0,0 3 0,1 2 28,-1 2-32,0-1 0,0 1 0,-1 0-1,0 0 1,0 0 0,0-1 0,-4 10 0,-23 54 87,16-45-77,-33 82 75,-69 156-65,93-213-591,-18 67-1,20-57-698,14-46 690,-1 0 0,0 0-1,-1-1 1,-9 14 0,-14 9-3185,24-31 2122,1-1 0,-1 0 1,0-1-1,-9 5 0,-13 6-8938</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5:05.639"/>
    </inkml:context>
    <inkml:brush xml:id="br0">
      <inkml:brushProperty name="width" value="0.035" units="cm"/>
      <inkml:brushProperty name="height" value="0.035" units="cm"/>
    </inkml:brush>
  </inkml:definitions>
  <inkml:trace contextRef="#ctx0" brushRef="#br0">2029 52 6457,'24'-24'9551,"-16"9"-7199,-3 4 460,-7 9-1466,-17 17-1154,-6 6 15,-215 143 379,11 21 168,199-161-641,-548 509 2105,356-308-1866,-178 165 26,227-235 463,147-135-661,23-18-142,-11 6 117,9-4-123,0 0-38,7-6-64,17-18-45,-8 4 80,-1 0-1,0-1 0,8-23 0,3-2-45,269-620 40,-272 617 123,8-19 277,-24 61-301,-1-1 4,5-34 5,-24 45-81,14-5 14,-1 0-1,1 0 1,-1 1 0,1-1-1,0 1 1,0 0 0,1 0 0,-1 1-1,0-1 1,-3 5 0,-28 46-34,19-29 1,-46 84-28,-68 160 1,96-194 53,-117 332 1,140-356 2,9-39 35,-1-1 0,0 1 0,0-1 1,-9 19-1,11-28 48,3 2-53,-1 0 0,0-1 0,0 1 0,-1 0 0,1-1 0,-1 1 0,0 5 0,1-5 20,-1-4-44,0 0 0,0 0 1,0 1-1,0-1 0,0 0 0,0 0 1,0 0-1,0 0 0,0 1 1,0-1-1,0 0 0,0 0 0,0 0 1,0 0-1,0 0 0,0 1 1,1-1-1,-1 0 0,0 0 0,0 0 1,0 0-1,0 0 0,0 0 1,0 0-1,1 1 0,-1-1 0,0 0 1,0 0-1,0 0 0,0 0 1,1 0-1,-1 0 0,0 0 0,0 0 1,0 0-1,0 0 0,1 0 1,-1 0-1,0 0 0,0 0 1,0 0-1,0 0 0,1 0 0,-1 0 1,0 0-1,0 0 0,0 0 1,0-1-1,0 1 0,1 0 0,-1 0 1,0 0-1,53-9 343,-1-2 0,55-20 1,-54 15-107,74-22 293,74-21 80,88-11 279,-282 68-859,187-38-2,-190 40-746,-2-1 406,0 1 1,-1-1 0,1 0 0,0 1-1,-1-1 1,1 0 0,-1 0 0,1 0 0,-1 0-1,1-1 1,-1 1 0,0 0 0,1-1-1,-1 1 1,0 0 0,0-1 0,0 1 0,1-3-1,-4 2-211,0-1 1,0 1-1,0 0 0,0 0 0,0 0 0,0 0 0,-1 0 0,-3-2 0,-15-13-6032,2-6-5126</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29.459"/>
    </inkml:context>
    <inkml:brush xml:id="br0">
      <inkml:brushProperty name="width" value="0.035" units="cm"/>
      <inkml:brushProperty name="height" value="0.035" units="cm"/>
    </inkml:brush>
  </inkml:definitions>
  <inkml:trace contextRef="#ctx0" brushRef="#br0">750 102 3784,'-29'9'752,"23"-8"3413,8-4-4065,1-5 265,-1 0-1,0-1 1,0 1 0,-1-1-1,1 0 1,-2-14 6049,0 20-6195,-10-29 93,-7 39-238,9-3-49,0 1-1,0 0 0,0 0 0,1 0 0,0 1 1,0 0-1,-10 13 0,-1 3 46,-17 27-1,16-16-26,1 0 1,2 0-1,-21 66 0,29-79-16,-30 111 92,3-11-17,-6 33 141,15-49-117,-33 174-40,42-184 75,-130 583 824,118-564-789,6 1 0,-12 158 0,32-241-155,-3 58 95,6 103 186,-2-56-235,-3 70 171,-2 150 33,4-101-48,2-243-248,1 222 174,2-209-127,-5 45 0,1-8-4,1 39 3,2 134 24,0-176-42,-1-23-9,10 72 0,3 26 18,-2-9 20,-7-58-31,-4-46-48,4 35 0,9 18 51,-5 15-5,5 34-37,-4-48 11,-1 93 1,-5-69 36,4 161-33,46 354-103,-49-579 110,5 45-38,-7-71 35,0 0 0,1 0 1,-1-1-1,1 1 0,1-1 0,4 9 1,-5-12-4,-1 1 1,1 0 0,-1-1-1,0 1 1,1 10-1,1 0 2,16 32-8,-19-45 11,1 0-6,-1 0 1,0 0-1,1 0 1,0 0-1,0 0 1,0 0-1,0-1 1,0 1-1,3 1 1,-3-1 0,0-2 2,0 1 1,1 0-1,-1-1 0,1 1 0,0-1 1,-1 0-1,1 0 0,0 0 0,0 0 0,0 0 1,0-1-1,-1 1 0,7-1 0,3 2-3,-3-1 9,0 0 0,0 0 0,1-1-1,-1 0 1,0-1 0,14-2 0,15-4-14,0-1 1,0-2 0,39-16-1,-10-10 21,-63 34-11,-1 0 0,1 0 0,-1-1 0,0 1 0,1-1 1,-1 0-1,0 0 0,0 0 0,2-4 0,23-33 14,-16 22-15,-1 0 6,0-1 0,-1 0 0,-1 0 0,0-1 0,7-31 0,4-5 69,16-66-95,-1 5 53,-13 35-83,4-12 61,46-147-44,-50 162 29,62-293 55,-51 117 21,-21 145-58,-6 26 19,-5-101-1,-3 26-38,-3-87 23,-1 51-44,-4-39 33,2 48-3,7 116 10,-11-71-1,-90-798 97,91 815-122,-2-81 7,6 94-8,0-10 6,-4-145 35,1-161 18,17 218-60,-1 69 27,-2 83-13,-4-56 0,2 71 15,-5-69 1,1 82 4,1-14 48,1 19-71,-6-41-1,-5 2 14,-35-152 214,43 208-223,0-1 0,-1 0 0,0 1 0,-9-12 0,4 5-3,8 13 2,1-1 1,-1 1 0,0 0 0,0 0 0,1 0 0,-1 0 0,0 0 0,0 1 0,0-1-1,0 0 1,0 0 0,-2-1 0,-3-1 7,-14-14-10,14 16-1,0 1-1,-9-6-8,13 5 12,-2 1-13,-35-10 16,37 9-43,-27-12 44,28 12-5,1 1-1,-1 0 0,1-1 1,-1 1-1,1-1 0,0 1 1,-1-1-1,1 0 1,0 1-1,-1-1 0,1 1 1,0-1-1,-1 1 1,1-1-1,0 0 0,0 1 1,0-1-1,0 0 0,0 1 1,0-1-1,0 0 1,-1-1-14,1 1 0,0-1 0,0 1 0,-1-1 1,1 1-1,-1-1 0,1 1 0,-1 0 1,0-1-1,-1-1 0,-7-8 61,7 6-269,-1 1 0,-1 0 1,1 0-1,-1 1 0,1-1 1,-8-4-1,9 7-22,0 0 1,0 0-1,0 0 1,0 1-1,0-1 0,0 0 1,0 1-1,0 0 1,-1-1-1,1 1 0,0 0 1,0 0-1,0 1 0,-1-1 1,1 0-1,0 1 1,0-1-1,0 1 0,0 0 1,-3 0-1,-23 13-5030,-17 9-3114</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35.185"/>
    </inkml:context>
    <inkml:brush xml:id="br0">
      <inkml:brushProperty name="width" value="0.035" units="cm"/>
      <inkml:brushProperty name="height" value="0.035" units="cm"/>
    </inkml:brush>
  </inkml:definitions>
  <inkml:trace contextRef="#ctx0" brushRef="#br0">1 5 13505,'0'0'104,"0"0"0,0-1 0,0 1 0,1 0 0,-1 0 0,0-1 0,0 1 0,0 0 0,1 0 0,-1-1 0,0 1-1,0 0 1,0 0 0,1 0 0,-1 0 0,0-1 0,0 1 0,1 0 0,-1 0 0,0 0 0,1 0 0,-1 0 0,0 0 0,1 0 0,-1 0 0,0 0-1,0 0 1,1 0 0,-1 0 0,0 0 0,1 0 0,-1 0 0,0 0 0,1 0 0,-1 0 0,0 0 0,0 0 0,1 1 0,-1-1 0,-2 14 2353,1-11-2154,0 1 1,1-1-1,-1 1 0,1-1 0,-1 0 0,1 1 0,0-1 0,0 1 0,2 6 0,2 1 188,1-1-1,0 1 0,1-1 0,0 0 0,10 12 1,44 49 1461,-18-23-1026,174 231 1671,-63-80-4948,-149-194 1388,1 0 0,-1 0 0,1-1 0,0 1 0,6 3 0,-6-4-842,-3-27-16845</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35.455"/>
    </inkml:context>
    <inkml:brush xml:id="br0">
      <inkml:brushProperty name="width" value="0.035" units="cm"/>
      <inkml:brushProperty name="height" value="0.035" units="cm"/>
    </inkml:brush>
  </inkml:definitions>
  <inkml:trace contextRef="#ctx0" brushRef="#br0">234 1 11629,'-9'23'1924,"9"-22"-1810,-1 0 1,1-1-1,0 1 1,0 0-1,0-1 1,0 1 0,0-1-1,0 1 1,0 0-1,0 0 1,0-1 0,0 1-1,0-1 1,0 1-1,0 0 1,1-1-1,-1 1 1,0 0 0,0-1-1,1 1 1,-1-1-1,1 1 1,-1-1 0,0 1-1,1 0 1,1 2 362,0 2-225,-1 1-1,0 0 1,0 0 0,-1 0-1,0 0 1,0 0 0,0 0-1,-1 0 1,0 0 0,0 0-1,0 0 1,-3 7 0,0 4 91,-150 735 5973,107-405-6417,27 2-2509,19-255 599,5-32-2557</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35.705"/>
    </inkml:context>
    <inkml:brush xml:id="br0">
      <inkml:brushProperty name="width" value="0.035" units="cm"/>
      <inkml:brushProperty name="height" value="0.035" units="cm"/>
    </inkml:brush>
  </inkml:definitions>
  <inkml:trace contextRef="#ctx0" brushRef="#br0">1 112 18570,'10'-6'933,"0"0"1,0 1 0,1 0-1,0 1 1,0 0 0,0 1-1,1 0 1,11 0-1,90-18 3591,213-31-3384,-326 54-1384,0-1 0,0 0 0,0 1 0,0-1 0,-1 0 0,1 1 0,-1-1 0,1 0 1,-1 1-1,1-1 0,-1 0 0,0 0 0,0 0 0,1 1 0,-2 0 0,2-2 240,-9 12-2077,0 0 1,0-1 0,-1 0 0,-1 0 0,-18 14-1,-21 14-11182</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35.880"/>
    </inkml:context>
    <inkml:brush xml:id="br0">
      <inkml:brushProperty name="width" value="0.035" units="cm"/>
      <inkml:brushProperty name="height" value="0.035" units="cm"/>
    </inkml:brush>
  </inkml:definitions>
  <inkml:trace contextRef="#ctx0" brushRef="#br0">0 277 21586,'91'-66'3084,"-28"45"-283,0 3-325,-10 4-344,-8 0-1444,8 4-688,-4-4 0,-3 0 0,6 0 0,-6 3 0,-25 8 0,0-4 0,3 0 0,-6-4-1536,-8-17-2116,-17 4 23</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36.371"/>
    </inkml:context>
    <inkml:brush xml:id="br0">
      <inkml:brushProperty name="width" value="0.035" units="cm"/>
      <inkml:brushProperty name="height" value="0.035" units="cm"/>
    </inkml:brush>
  </inkml:definitions>
  <inkml:trace contextRef="#ctx0" brushRef="#br0">1 123 17750,'29'-10'4948,"42"-8"1,270-28 171,-60 11-5120,-274 35 34,13-4-145,-3-1-19,-12 4-1200,-11 1-5912,-23-3-616,-3 3-5288</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36.813"/>
    </inkml:context>
    <inkml:brush xml:id="br0">
      <inkml:brushProperty name="width" value="0.035" units="cm"/>
      <inkml:brushProperty name="height" value="0.035" units="cm"/>
    </inkml:brush>
  </inkml:definitions>
  <inkml:trace contextRef="#ctx0" brushRef="#br0">134 1 13921,'-32'3'2731,"18"-3"4669,13 4-7068,-31 73 211,10-29-576,-9 21-121,30-67 205,1 2 196,0 37 507,0-41-737,0 0 0,0 1 0,0-1 0,0 0 0,0 0 0,0 0 0,0 1 1,0-1-1,0 0 0,0 0 0,0 0 0,0 1 0,0-1 0,0 0 0,0 0 0,0 0 1,0 0-1,0 1 0,0-1 0,0 0 0,0 0 0,1 0 0,-1 0 0,0 1 0,0-1 0,0 0 1,0 0-1,0 0 0,1 0 0,-1 0 0,0 0 0,0 0 0,0 1 0,0-1 0,1 0 1,-1 0-1,0 0 0,12 6 493,-7-3-313,0 0 1,1-1-1,-1 0 0,1 0 1,-1 0-1,1 0 0,0-1 1,0 0-1,11 1 0,185 13 1961,-151-8-1597,-1 1 1,57 18-1,-92-22-561,-6-2 0,0 1 0,-1 0 0,10 5 0,-16-7 0,1 0 0,-1 0 0,0 0 0,0 1 0,0-1 0,0 1 0,0 0 0,-1-1 0,1 1 0,0 0 0,-1 0 0,0 0 0,1 0 0,-1 0 0,0 1 0,2 3 0,-2 4 0,0 0 0,-1-1 0,0 1 0,-1 0 0,0-1 0,0 1 0,-1-1 0,-4 13 0,1-5-263,-2 1 0,0-2 0,-1 1 0,0-1-1,-1 0 1,-1-1 0,-1 0 0,0-1 0,-1 0 0,-15 15 0,17-20-314,-1 0 1,1-1-1,-1 0 1,-1-1 0,1 0-1,-1-1 1,-1 0-1,1-1 1,-19 5-1,21-7-717,-1-1 0,1 0 0,0-1 0,-1 0 0,1 0 0,-1-1-1,-16-2 1,-16-10-9477</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37.175"/>
    </inkml:context>
    <inkml:brush xml:id="br0">
      <inkml:brushProperty name="width" value="0.035" units="cm"/>
      <inkml:brushProperty name="height" value="0.035" units="cm"/>
    </inkml:brush>
  </inkml:definitions>
  <inkml:trace contextRef="#ctx0" brushRef="#br0">642 14 12305,'-6'-12'2194,"5"10"-295,-2 4-282,-19 25-528,1 0 0,1 1 0,1 2-1,-22 45 1,1-3-140,-18 26-33,-147 263 1313,157-266-2954,-66 187 0,75-180-2897,38-99 1470,-3-35-15193</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37.428"/>
    </inkml:context>
    <inkml:brush xml:id="br0">
      <inkml:brushProperty name="width" value="0.035" units="cm"/>
      <inkml:brushProperty name="height" value="0.035" units="cm"/>
    </inkml:brush>
  </inkml:definitions>
  <inkml:trace contextRef="#ctx0" brushRef="#br0">0 5 18146,'2'-1'229,"-1"1"1,0-1 0,0 1-1,1-1 1,-1 1 0,0-1 0,1 1-1,-1 0 1,1 0 0,-1 0-1,0 0 1,1 0 0,-1 0-1,0 0 1,1 0 0,-1 1-1,1-1 1,-1 0 0,0 1 0,0-1-1,2 2 1,27 18 3468,-12-7-2416,51 31-347,-2 3 1,100 93 0,95 132 845,-209-203-2129,88 147-1,-88-130-489,-30-43-3192,-18-33 331,1 0 0,12 18-1,-1-14-9420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37.742"/>
    </inkml:context>
    <inkml:brush xml:id="br0">
      <inkml:brushProperty name="width" value="0.035" units="cm"/>
      <inkml:brushProperty name="height" value="0.035" units="cm"/>
    </inkml:brush>
  </inkml:definitions>
  <inkml:trace contextRef="#ctx0" brushRef="#br0">0 47 18850,'53'-28'2965,"-51"27"-2722,0 0-1,0 1 0,0-1 0,0 1 0,0 0 0,0 0 1,0 0-1,0 0 0,0 0 0,0 0 0,-1 0 0,1 1 1,0-1-1,0 1 0,0-1 0,3 2 0,10 2 1203,-4-2-580,0-2 1,1 0-1,20-2 1,27-1 908,255-6-1620,-261 3-154,-42 4 0,1 0 0,-1 1 0,23 1 0,-15 0-378,-15 0-1558,-9 0-1502,-18 0-5248,-5 0-6659</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38.056"/>
    </inkml:context>
    <inkml:brush xml:id="br0">
      <inkml:brushProperty name="width" value="0.035" units="cm"/>
      <inkml:brushProperty name="height" value="0.035" units="cm"/>
    </inkml:brush>
  </inkml:definitions>
  <inkml:trace contextRef="#ctx0" brushRef="#br0">1 0 16281,'0'0'7222,"1"3"-5416,16 52 1604,-10-13-2523,4 55 0,-8-21-429,-16 148 0,1-70-2210,6-69-83,-1 42-3945,9-49-3082,2-52-1334</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38.576"/>
    </inkml:context>
    <inkml:brush xml:id="br0">
      <inkml:brushProperty name="width" value="0.035" units="cm"/>
      <inkml:brushProperty name="height" value="0.035" units="cm"/>
    </inkml:brush>
  </inkml:definitions>
  <inkml:trace contextRef="#ctx0" brushRef="#br0">726 0 12741,'-3'2'1846,"-20"15"1063,21-15-1884,-15 9 360,-20 11-840,0-1-1,-68 28 1,-84 17-166,129-46-6,-77 18 450,77-23-251,57-14-468,-1 0 1,1 0-1,0 0 1,0 1-1,0 0 1,0-1-1,0 1 1,0 0-1,1 0 1,-1 1 0,0-1-1,1 1 1,0-1-1,0 1 1,-1 0-1,2-1 1,-4 6-1,4-6-29,1 0-1,-1 0 1,0 0 0,1 0 0,-1 0-1,1 0 1,0 0 0,-1 0-1,1 0 1,0 0 0,0 0-1,0 0 1,1 0 0,-1 0-1,0 0 1,1 0 0,0 0-1,-1 0 1,1 0 0,0 0-1,0-1 1,0 1 0,0 0-1,0 0 1,0-1 0,1 1 0,-1-1-1,0 1 1,3 1 0,26 19 743,1-2 1,0 0-1,41 17 1,-37-19-367,44 16 378,-57-26-780,0 2 1,-1 0 0,25 16 0,-45-25-74,0-1 0,0 1 0,0 0 0,-1-1-1,1 1 1,0 0 0,0 0 0,-1 0 0,1-1 0,-1 1-1,1 0 1,0 0 0,-1 0 0,0 0 0,1 0-1,-1 0 1,0 0 0,1 0 0,-1 0 0,0 0 0,0 1-1,0 0 1,0 1-26,-1-1 0,1 0 0,-1 0 0,1 0-1,-1 0 1,0 0 0,0 0 0,0 0 0,0 0 0,-3 3 0,-3 4-242,-1 0 1,-1 0 0,-13 10 0,21-18 239,-44 37-1597,-82 52 0,95-66 2387,30-22-244,2-1-444,0 0 1,0 0 0,0 0 0,0 0-1,0 0 1,1 0 0,-1 0 0,0 0 0,1 0-1,-1 0 1,0 0 0,1 0 0,0 0 0,-1 0-1,1 0 1,-1-1 0,1 1 0,0 0-1,-1-1 1,1 1 0,0 0 0,0-1 0,0 1-1,0-1 1,-1 1 0,1-1 0,0 1-1,0-1 1,0 0 0,0 1 0,0-1 0,1 0-1,2 1 35,0-1-1,0 1 0,0-1 0,0 0 1,0-1-1,4 0 0,127-12 1414,-24 2-917,-50 5-460,67-12-1789,-124 17 1139,1-1 0,-1 0 1,0 1-1,0-2 0,0 1 0,0 0 0,0-1 0,0 1 1,-1-1-1,1 0 0,2-4 0,3-1-2303</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39.096"/>
    </inkml:context>
    <inkml:brush xml:id="br0">
      <inkml:brushProperty name="width" value="0.035" units="cm"/>
      <inkml:brushProperty name="height" value="0.035" units="cm"/>
    </inkml:brush>
  </inkml:definitions>
  <inkml:trace contextRef="#ctx0" brushRef="#br0">0 84 12249,'0'0'2654,"4"-1"-103,13-4-107,1 2 0,30-3-1,-3 0-688,390-30 2758,-163 19-2799,-92 7-1714,-221 13-758,-258 22-16214,184-11 4919</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6:39.223"/>
    </inkml:context>
    <inkml:brush xml:id="br0">
      <inkml:brushProperty name="width" value="0.035" units="cm"/>
      <inkml:brushProperty name="height" value="0.035" units="cm"/>
    </inkml:brush>
  </inkml:definitions>
  <inkml:trace contextRef="#ctx0" brushRef="#br0">1 313 18378,'5'-2'68,"270"-67"4755,-215 52-3088,0 3 0,1 2 0,73-5 0,339-18 823,-80 1-2558,-381 34-7,-3-1-89,1 1-1,-1-1 1,1-1-1,-1 0 1,15-4-1,-22 5 27,0 0 1,0 0-1,0 0 1,-1-1-1,1 1 0,0 0 1,-1-1-1,1 1 1,-1-1-1,1 1 1,-1-1-1,0 0 0,0 0 1,1 1-1,-1-1 1,-1 0-1,1 0 0,0 0 1,0 0-1,-1 0 1,1 0-1,-1-1 0,0 1 1,1 0-1,-1 0 1,0 0-1,0 0 0,-1-3 1,1 3-170,0 0 1,0 0-1,0 0 1,0 1-1,0-1 1,0 0-1,-1 0 1,1 0-1,-1 0 1,0 0-1,1 1 1,-1-1-1,0 0 1,0 1-1,-2-3 1,1 2-406,0 1 1,0 0 0,0 0-1,-1 0 1,1 0 0,0 0-1,-1 0 1,1 1-1,-1-1 1,1 1 0,0 0-1,-1 0 1,-3 0 0,-54-6-13713</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7:24.898"/>
    </inkml:context>
    <inkml:brush xml:id="br0">
      <inkml:brushProperty name="width" value="0.035" units="cm"/>
      <inkml:brushProperty name="height" value="0.035" units="cm"/>
    </inkml:brush>
  </inkml:definitions>
  <inkml:trace contextRef="#ctx0" brushRef="#br0">1 183 4668,'0'0'28,"0"0"-1,0 0 0,0 0 0,0-1 0,0 1 0,0 0 0,0 0 0,0 0 0,0 0 1,0 0-1,0 0 0,0 0 0,1 0 0,-1 0 0,0 0 0,0 0 0,0 0 1,0-1-1,0 1 0,0 0 0,0 0 0,0 0 0,0 0 0,0 0 0,1 0 1,-1 0-1,0 0 0,0 0 0,0 0 0,0 0 0,0 0 0,0 0 0,0 0 0,0 0 1,1 0-1,-1 0 0,0 0 0,0 0 0,0 0 0,0 0 0,0 1 0,0-1 1,0 0-1,0 0 0,0 0 0,0 0 0,1 0 0,-1 0 0,0 0 0,0 0 0,0 0 1,0 0-1,0 0 0,0 0 0,0 0 0,0 1 0,0-1 0,0 0 0,0 0 1,0 0-1,0 0 0,0 0 0,0 0 0,3-14 8202,-1 13-7611,2-1 120,-1 1 0,1-1-1,0 1 1,0 0-1,-1 0 1,1 0-1,0 1 1,0 0 0,0-1-1,7 2 1,8 1-1317,-18-2 593,0 1-1,0-1 1,0 0-1,0 0 0,1 0 1,-1 0-1,0 0 1,0-1-1,0 1 1,0 0-1,0 0 1,0-1-1,0 1 1,0-1-1,2 0 1,3-2 27,32-3 115,1 1 0,-1 2 0,49 2 1,29-2 133,-2 3-239,-14 0-50,478-22 127,0 40-232,-75-3 81,-463-15 21,506-17 115,-166 0-12,-238 13-237,318 0 147,-325 4-81,-103 0 101,25-1-37,61 9 1,164 16-8,-80-13-10,-185-10 13,201 8 18,-80-3 7,-52-1 26,-11 0-59,37 0 29,25-3 43,124-3-57,-83 2-37,-61 1 101,-40 0-100,43-1 19,133-6 31,-72 4 40,16 6-18,-45 0 86,347 6-281,-286-4 132,107-8-4,207-26 12,-260 11 341,161-4 242,-105 11-456,-105 1-136,398-13 1073,-85 5 479,305-3 91,-526 11-484,-282 7-1060,-8-1-124,1 1 0,0 1 0,33 4 0,-51-3-846,-5-5-2285,-2-5 1782,3 6 897,0 1 0,0 0 0,0 0-1,0 0 1,0 0 0,0 0-1,-1 0 1,1 0 0,-1 0 0,0 0-1,1 1 1,-1-1 0,0 0-1,0 1 1,0 0 0,0-1 0,0 1-1,0 0 1,0 0 0,0 0-1,-4 0 1,-33-12-9971</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7:26.377"/>
    </inkml:context>
    <inkml:brush xml:id="br0">
      <inkml:brushProperty name="width" value="0.035" units="cm"/>
      <inkml:brushProperty name="height" value="0.035" units="cm"/>
    </inkml:brush>
  </inkml:definitions>
  <inkml:trace contextRef="#ctx0" brushRef="#br0">382 95 6269,'0'-1'39,"0"1"1,0 0 0,0 0 0,-1 0 0,1-1 0,0 1 0,0 0 0,-1 0 0,1 0 0,0 0 0,0-1 0,-1 1 0,1 0-1,0 0 1,0 0 0,-1 0 0,1 0 0,0 0 0,-1 0 0,1 0 0,0 0 0,-1 0 0,1 0 0,0 0 0,0 0 0,-1 0-1,1 0 1,0 0 0,-1 0 0,1 0 0,0 0 0,0 1 0,-1-1 0,1 0 0,0 0 0,0 0 0,-1 1 0,-14 3 4199,-23-4-2289,35 0 2019,-1 0-3224,-7 1-1071,-7-1 3754,15-3-1532,10-5-993,-2 5-764,0 1 0,-1-1 0,1 2-1,0-1 1,0 0 0,1 1 0,-1 0 0,0 0-1,0 0 1,0 1 0,1 0 0,-1 0-1,10 1 1,9-1 162,265-29 1701,-214 20-1731,201-24 402,-270 32-646,-8 3 5,-6 5-26,-1 0 1,0 0-1,0 0 1,-1-1-1,0-1 1,-19 9-1,-69 18-30,84-28 20,-52 14 11,0-4-1,-1-2 1,-1-4 0,1-2-1,-76-4 1,98-3 46,-102-6 707,106-5-467,38 11-188,-1 1-24,-37-3 126,37 2-202,0 1-3650,2-1 3241,-34-1-3960,34 2 3434,0 1 1,-1-1-1,1 0 1,0 1-1,0 0 0,-1-1 1,1 1-1,-4 2 1,-5 7-10708</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8:39.390"/>
    </inkml:context>
    <inkml:brush xml:id="br0">
      <inkml:brushProperty name="width" value="0.035" units="cm"/>
      <inkml:brushProperty name="height" value="0.035" units="cm"/>
    </inkml:brush>
  </inkml:definitions>
  <inkml:trace contextRef="#ctx0" brushRef="#br0">1 171 5220,'0'1'34,"0"-1"-1,0 0 0,0 1 1,0-1-1,0 0 0,0 1 1,0-1-1,0 0 0,0 1 0,0-1 1,0 0-1,0 1 0,0-1 1,1 0-1,-1 1 0,0-1 0,0 0 1,0 0-1,0 1 0,1-1 1,-1 0-1,0 0 0,0 1 0,1-1 1,-1 0-1,0 0 0,0 0 1,14-8 17390,-10 8-16569,26-2-71,-1-2 0,1-1-1,-1-1 1,41-15 0,2 0-66,249-47 612,-201 44-1063,-97 19-217,20-3 1,-39 8-43,-1-1-22,26-4-275,-22 5-256,-21 5 69,-30 11-2220,35-12 2110,0 0-1,-1-1 1,-13 3 0,-4-2-3527,-37 1 1,49-5 1075,-23 1-7127</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23.044"/>
    </inkml:context>
    <inkml:brush xml:id="br0">
      <inkml:brushProperty name="width" value="0.035" units="cm"/>
      <inkml:brushProperty name="height" value="0.035" units="cm"/>
    </inkml:brush>
  </inkml:definitions>
  <inkml:trace contextRef="#ctx0" brushRef="#br0">204 133 7245,'-7'1'109,"-15"2"563,1 1 1,0 1-1,-23 8 1,-2 5 761,42-16-656,-34-6 5842,40 3-6176,9-2-204,0 1 0,-1 0 0,1 1 1,0 0-1,0 1 0,-1 0 0,17 2 0,-1 0-60,145 8 682,134-6-143,-85-4-453,18-4 29,-62 0-168,318 4 270,-427-1-231,76 3-119,342 22 39,-324-17-44,44 3 17,5-2-39,-17-2 71,15-4-9,-61-3-2,16-2-104,55 2 44,215 19 78,-235-16-134,-67 0 37,-56 0-25,-36 0 73,45-4-1,245-25 31,-100 14-26,-206 12-77,98 3-100,25-1 122,75-5-79,109-6 44,-164 12 13,-52 3 7,-34-5 47,316-3-67,-197 3 56,70-3 119,83-8-90,431-15-196,-185 0 205,-568 25-51,327-16 178,180 5 1464,-408 13-579,-109 0-668,0 1 0,22 5 0,-22-4-161,-17-2 118,1-1-195,31 3 180,-32-3 276,1 0-549,31-6 138,-32 5 127,-3-2-4413,0-2 3527,0 0 0,-1 0 0,0 0 0,0 0 0,-1 0 0,1 0 0,-1 1 0,0-1 0,0 0 0,0 1-1,-4-6 1,-12-15-5647,-3-3-5197</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25.755"/>
    </inkml:context>
    <inkml:brush xml:id="br0">
      <inkml:brushProperty name="width" value="0.035" units="cm"/>
      <inkml:brushProperty name="height" value="0.035" units="cm"/>
    </inkml:brush>
  </inkml:definitions>
  <inkml:trace contextRef="#ctx0" brushRef="#br0">49 253 6569,'-49'11'17173,"49"-12"-17107,1 0 1,-1-1 0,0 1 0,1 0-1,-1 0 1,0 0 0,1 0 0,-1 0 0,1 1-1,0-1 1,-1 0 0,1 0 0,0 0-1,-1 0 1,1 1 0,0-1 0,0 0 0,0 0-1,0 1 1,0-1 0,0 1 0,0-1 0,1 0-1,23-6 638,12 3-37,74 1-1,-65 4-468,851-44 1163,-464 15-1231,-209 10-71,29 0 29,560-29 530,-505 28-217,-146 7-126,96-5 111,2 13-12,109-4 227,-312 6-504,-17 1 115,54-7 0,-90 7-119,38-2-280,-44 3 94,0 1 1,1-1-1,-1 1 0,1 0 1,-1-1-1,1 1 0,-1 0 1,1 0-1,0 0 0,-1 0 1,0 2-1,-12 6-796,7-7 296,0 1 0,0-1 0,0-1 0,0 1 0,0-1 0,0 0 0,0-1 0,0 0-1,-1 0 1,1 0 0,-11-3 0,10 1-845,1 0 0,0 0 0,0-1 1,0 0-1,1 0 0,-8-5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0.716"/>
    </inkml:context>
    <inkml:brush xml:id="br0">
      <inkml:brushProperty name="width" value="0.035" units="cm"/>
      <inkml:brushProperty name="height" value="0.035" units="cm"/>
    </inkml:brush>
  </inkml:definitions>
  <inkml:trace contextRef="#ctx0" brushRef="#br0">60 11 9009,'-60'-11'20542,"61"16"-20262,0-1 0,1 1 1,-1-1-1,1 0 1,0 1-1,0-1 0,0 0 1,6 6-1,-3-5-188,0 0 0,0-1 0,0 0 0,1 0 0,0 0-1,7 3 1,4 3-42,68 48-50,151 137 0,-80-34-2839,-141-149 1886,-1-4-5519,-28-14-2327,-4-2-1921</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1.030"/>
    </inkml:context>
    <inkml:brush xml:id="br0">
      <inkml:brushProperty name="width" value="0.035" units="cm"/>
      <inkml:brushProperty name="height" value="0.035" units="cm"/>
    </inkml:brush>
  </inkml:definitions>
  <inkml:trace contextRef="#ctx0" brushRef="#br0">261 2 9653,'-2'0'212,"0"-1"0,0 1 0,-1 0 0,1 0 0,0 0 0,0 0 0,-1 0 0,1 1 1,0-1-1,-3 1 0,9 3 1447,16 1 4419,-21-1-5032,-41 199 3353,-24 126-2438,7-41-1097,-15 168-797,64-396-194,8-39-261,0-1 0,1 1 0,1 0 0,1 0 0,6 35 1,-7-56 334,0 0 1,0 0 0,0 1 0,1-1-1,-1 0 1,0 0 0,0 0 0,0 0-1,1 0 1,-1 1 0,0-1-1,0 0 1,1 0 0,-1 0 0,0 0-1,1 0 1,-1 0 0,0 0 0,0 0-1,1 0 1,-1 0 0,0 0-1,0 0 1,1 0 0,-1 0 0,0 0-1,0-1 1,1 1 0,-1 0 0,0 0-1,0 0 1,1 0 0,-1 0 0,0 0-1,0-1 1,0 1 0,1 0-1,-1 0 1,10-7-792,-5 3 376,-2-1-1,1 1 1,0-1 0,-1 1 0,0-1 0,0 0 0,0-1 0,-1 1-1,1 0 1,-1-1 0,-1 1 0,3-10 0,13-34-4869,12-3-2979</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1.390"/>
    </inkml:context>
    <inkml:brush xml:id="br0">
      <inkml:brushProperty name="width" value="0.035" units="cm"/>
      <inkml:brushProperty name="height" value="0.035" units="cm"/>
    </inkml:brush>
  </inkml:definitions>
  <inkml:trace contextRef="#ctx0" brushRef="#br0">44 67 15061,'-43'-6'2773,"47"3"1548,28-9-1092,-15 7-1695,0 2 0,1 0 0,25 0 0,1-1-557,190-13-705,-223 16-274,23-2 2,1-2 0,-27 4 43,16 6-228,-12-2 11,-12-3 144,0 1-1,0-1 1,0 0-1,0 0 1,0 0-1,0 0 1,0 0-1,0 0 1,0 0 0,0 0-1,-1 0 1,1 0-1,0 0 1,0 0-1,0 1 1,0-1-1,0 0 1,0 0 0,0 0-1,0 0 1,0 0-1,0 0 1,0 0-1,0 0 1,0 1-1,0-1 1,0 0 0,0 0-1,0 0 1,0 0-1,0 0 1,0 0-1,0 0 1,0 0-1,0 0 1,1 0 0,-1 1-1,0-1 1,0 0-1,0 0 1,0 0-1,0 0 1,0 0 0,0 0-1,0 0 1,0 0-1,0 0 1,0 0-1,0 0 1,1 0-1,-1 0 1,0 0 0,0 0-1,0 0 1,0 0-1,0 0 1,0 1-1,0-1 1,-21 18-3913,0 0 1,-35 21-1,32-23 369,-36 26-8695</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1.550"/>
    </inkml:context>
    <inkml:brush xml:id="br0">
      <inkml:brushProperty name="width" value="0.035" units="cm"/>
      <inkml:brushProperty name="height" value="0.035" units="cm"/>
    </inkml:brush>
  </inkml:definitions>
  <inkml:trace contextRef="#ctx0" brushRef="#br0">1 183 19754,'70'-56'3080,"-14"46"-244,11-8-375,-4 0-445,-7 11-392,-4-3-628,4-4-996,0 0 0,-10 3 0,-8 1 0,-20 10 0,13-7 0,-6 0-1652,0 10-1028,-1-3-1149,-34 21-3399,3-3-7166</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2.592"/>
    </inkml:context>
    <inkml:brush xml:id="br0">
      <inkml:brushProperty name="width" value="0.035" units="cm"/>
      <inkml:brushProperty name="height" value="0.035" units="cm"/>
    </inkml:brush>
  </inkml:definitions>
  <inkml:trace contextRef="#ctx0" brushRef="#br0">35 33 14789,'-29'-15'2291,"23"12"2074,8 1-2435,-2 1-1802,1 0-1,-1 0 1,1 0 0,0 1 0,-1-1-1,1 0 1,0 0 0,-1 1 0,1-1 0,0 1-1,0-1 1,0 1 0,-1-1 0,1 1-1,0-1 1,0 1 0,0 0 0,0-1-1,0 1 1,0 0 0,0 0 0,0 0 0,0 0-1,0 0 1,0 0 0,0 0 0,0 0-1,1 0 1,1 1 122,0 1 0,-1-1 0,1 1 0,0 0 0,-1 0 0,1 0 1,-1 0-1,0 0 0,4 5 0,107 116 591,236 274 1504,-272-284-2333,-10-12-73,-7-18-2348,-58-79 1617,1 0 0,0 0 0,1-1 0,-1 1 0,7 5 0,6 1-5741,-11-7 3498</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2.887"/>
    </inkml:context>
    <inkml:brush xml:id="br0">
      <inkml:brushProperty name="width" value="0.035" units="cm"/>
      <inkml:brushProperty name="height" value="0.035" units="cm"/>
    </inkml:brush>
  </inkml:definitions>
  <inkml:trace contextRef="#ctx0" brushRef="#br0">632 0 10733,'-2'5'1353,"0"-1"0,-1 1 0,0-1 0,0 0 0,0 0 1,-5 5-1,-14 17 581,0 9-799,-22 48 0,10-18-295,-166 369 1955,38 18-2128,85-209-1538,60-192 391,10-33-29,1 0 1,1 0-1,1 1 0,-3 31 0,7-45 353,-1 11-2780,4-34-261,0 5 2829,7-45-5409,4-2-3621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3.438"/>
    </inkml:context>
    <inkml:brush xml:id="br0">
      <inkml:brushProperty name="width" value="0.035" units="cm"/>
      <inkml:brushProperty name="height" value="0.035" units="cm"/>
    </inkml:brush>
  </inkml:definitions>
  <inkml:trace contextRef="#ctx0" brushRef="#br0">519 141 11517,'28'21'9415,"-44"-32"-8032,4-2 92,11 9-1560,1 0 7,-1 0-1,0 0 1,0 0 0,-1 0-1,1 0 1,-1 0 0,0 1 0,0-1-1,0 1 1,0-1 0,-1 1 0,1 0-1,-1 0 1,0 0 0,0 0-1,0 0 1,0 1 0,-1-1 0,-3-1-1,-7-5-143,0 1-1,-1 1 0,0 1 1,-1 0-1,1 1 0,-19-4 1,9 4 86,-51-4 1,65 9 477,-1 0-1,1 1 1,-1 0-1,1 0 0,0 1 1,-20 7-1,30-8-273,0-1 1,-1 1-1,1 0 0,0-1 0,0 1 0,0 0 1,0 0-1,0 0 0,0 0 0,0 0 1,0 0-1,0 0 0,0 0 0,1 0 0,-1 0 1,0 1-1,1-1 0,-2 2 0,1 1 77,0 0-1,0 0 1,1 1-1,-1-1 1,1 0-1,0 5 1,1 7 361,1 1 1,5 20-1,-7-37-501,36 119 1841,0-5-801,-21-41-473,9 113 0,-22-138-574,-1 0 0,-3-1 0,-11 69 0,1-47-1730,-41 127 1,39-158-547,-25 47 0,22-55-2195,-40 55 0,15-37-6137</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3.612"/>
    </inkml:context>
    <inkml:brush xml:id="br0">
      <inkml:brushProperty name="width" value="0.035" units="cm"/>
      <inkml:brushProperty name="height" value="0.035" units="cm"/>
    </inkml:brush>
  </inkml:definitions>
  <inkml:trace contextRef="#ctx0" brushRef="#br0">1 88 18926,'35'-49'3108,"-4"42"-352,4 4-304,-3-8-487,-1 4-401,5 0-320,2 7-492,1-3-752,3 3 0,-4 3 0,15 4 0,-36 4-596,18-8-1364,-3 8-840,-8-8-1157,-3 8-2951</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3.945"/>
    </inkml:context>
    <inkml:brush xml:id="br0">
      <inkml:brushProperty name="width" value="0.035" units="cm"/>
      <inkml:brushProperty name="height" value="0.035" units="cm"/>
    </inkml:brush>
  </inkml:definitions>
  <inkml:trace contextRef="#ctx0" brushRef="#br0">281 1 13209,'-21'10'5816,"18"-10"-5527,1 0 0,-1 1 0,1-1 0,-1 1 1,1-1-1,-1 1 0,1 0 0,0 0 0,0 0 0,-1 0 0,1 0 0,0 0 0,0 1 0,-3 1 0,1 2-87,0 1 0,1-1-1,-1 1 1,1 0-1,0 0 1,1 0-1,-4 12 1,-2 4 119,-31 77 252,5 2-1,4 1 1,5 1-1,4 1 1,-12 179 0,30-195-466,4 0-1,4-1 1,4 1 0,33 142 0,-24-164-487,3 0 1,2-1-1,3-1 0,4-2 1,1-1-1,58 82 0,-65-109-459,2-1-1,2-2 1,40 37 0,-48-50-582,1-2 0,1 0 1,0-1-1,1-1 1,0-2-1,31 13 1,-21-14-3741,41 7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4.323"/>
    </inkml:context>
    <inkml:brush xml:id="br0">
      <inkml:brushProperty name="width" value="0.035" units="cm"/>
      <inkml:brushProperty name="height" value="0.035" units="cm"/>
    </inkml:brush>
  </inkml:definitions>
  <inkml:trace contextRef="#ctx0" brushRef="#br0">1 0 13757,'15'40'2432,"-18"-20"175,7-12-1948,-1 1-1,2-1 0,-1 0 1,1-1-1,10 14 0,-6-9 8,20 35 741,-1 0 1,-3 1-1,-2 2 1,22 67-1,44 219 808,-66-211-2214,-5 1 0,-5 1 0,-7 1 1,-5-1-1,-5 1 0,-28 170 0,-42 93-3004,23-200-1685,-12-9-4638,21-82-3345</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5.068"/>
    </inkml:context>
    <inkml:brush xml:id="br0">
      <inkml:brushProperty name="width" value="0.035" units="cm"/>
      <inkml:brushProperty name="height" value="0.035" units="cm"/>
    </inkml:brush>
  </inkml:definitions>
  <inkml:trace contextRef="#ctx0" brushRef="#br0">44 4 13409,'-5'1'474,"-23"4"728,19-6-109,9 1-1035,0 0 1,0-1-1,-1 1 1,1 0-1,0 0 1,0 0-1,0 0 0,0 0 1,0 0-1,0-1 1,0 1-1,0 0 1,-1 0-1,1 0 1,0 0-1,0-1 1,0 1-1,0 0 0,0 0 1,0 0-1,2-6 6653,1 8-6383,0-1 0,0 0 0,0 1 0,0 0-1,0 0 1,-1-1 0,1 2 0,-1-1 0,4 3 0,-2 0 101,30 25 1057,46 55 0,-8-2-645,32 43-536,-96-116-526,48 61-1567,-13-30-2967,-5-20-6471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5.331"/>
    </inkml:context>
    <inkml:brush xml:id="br0">
      <inkml:brushProperty name="width" value="0.035" units="cm"/>
      <inkml:brushProperty name="height" value="0.035" units="cm"/>
    </inkml:brush>
  </inkml:definitions>
  <inkml:trace contextRef="#ctx0" brushRef="#br0">340 0 10477,'-24'32'9179,"20"-29"-7796,-2 3-1078,0 0 1,1 0-1,-1 1 1,2 0-1,-1 0 1,1 0-1,0 1 0,0-1 1,1 1-1,-3 9 1,-22 94 1442,14-50-962,-114 525 2406,72-303-3531,44-215-988,2 1 0,1 74-1,8-83-3330,0 0-3465</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5.551"/>
    </inkml:context>
    <inkml:brush xml:id="br0">
      <inkml:brushProperty name="width" value="0.035" units="cm"/>
      <inkml:brushProperty name="height" value="0.035" units="cm"/>
    </inkml:brush>
  </inkml:definitions>
  <inkml:trace contextRef="#ctx0" brushRef="#br0">0 1 19454,'12'20'2872,"-12"-19"-2796,0-1-1,0 0 1,0 0 0,0 0-1,1 1 1,-1-1-1,0 0 1,0 0 0,0 1-1,0-1 1,0 0-1,1 0 1,-1 0 0,0 0-1,0 1 1,0-1 0,1 0-1,-1 0 1,0 0-1,0 0 1,0 0 0,1 0-1,-1 0 1,0 0 0,0 1-1,1-1 1,-1 0-1,0 0 1,0 0 0,1 0-1,-1 0 1,0 0-1,0 0 1,0 0 0,1-1-1,135-1 3222,86 2 1125,-166 6-5697,5 1-2036,-65-5-1174,-24 11-3304,-20 7-5134</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5.709"/>
    </inkml:context>
    <inkml:brush xml:id="br0">
      <inkml:brushProperty name="width" value="0.035" units="cm"/>
      <inkml:brushProperty name="height" value="0.035" units="cm"/>
    </inkml:brush>
  </inkml:definitions>
  <inkml:trace contextRef="#ctx0" brushRef="#br0">1 4 20194,'109'0'3192,"-57"-4"-320,15 4-439,-4 0-441,-7 0-396,-4 4-1108,4-1-488,-3 4 0,-4 7 0,-24-10 0,10 3-1676,0-4-1328,-7 1-1565,0-1-2355</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6.255"/>
    </inkml:context>
    <inkml:brush xml:id="br0">
      <inkml:brushProperty name="width" value="0.035" units="cm"/>
      <inkml:brushProperty name="height" value="0.035" units="cm"/>
    </inkml:brush>
  </inkml:definitions>
  <inkml:trace contextRef="#ctx0" brushRef="#br0">610 222 9485,'0'-1'144,"0"0"-1,0 0 1,0 0 0,0 0 0,0-1 0,1 1 0,-1 0-1,0 0 1,1 0 0,-1 0 0,1 0 0,-1 0-1,1 0 1,-1 0 0,1 0 0,0 0 0,-1 0-1,1 0 1,0 0 0,0 0 0,0 1 0,7-6 9743,-11 8-8898,-26 9 847,26-10 11,1-2-1436,-19-13-345,20 8-538,2-2 269,0 5 108,-1 0 1,1 0 0,-1 1 0,1-1 0,-1 0 0,0 0 0,0 0-1,-1 0 1,1 0 0,-1 0 0,1 0 0,-1 1 0,0-1 0,0 0-1,0 0 1,0 1 0,-2-3 0,-4-4-150,0 1 0,0 0 1,0 0-1,-1 1 0,0 0 0,-1 1 1,0-1-1,0 2 0,0-1 0,-19-7 1,7 4-44,-1 1 0,0 1 0,-45-8 0,52 14 425,-1 0 0,0 0-1,1 1 1,-1 1 0,1 1 0,-1 0-1,1 1 1,-1 1 0,1 0 0,0 1 0,-27 14-1,38-17-7,1 0-1,0 1 0,-1-1 1,1 1-1,0 0 1,0 0-1,1 0 0,-1 1 1,1-1-1,-1 0 0,-3 8 1,-11 37 736,15-41-731,-2 10 201,0 0-1,2 0 1,0 0 0,2 1-1,-1-1 1,2 1 0,4 23-1,-1 7 414,5 41 582,22 91 1,5 30-587,-30-159-1134,-1 70 1,-5-105-236,-1 1 0,-1-1 0,-1 0 0,0 0 0,-1 0 1,0-1-1,-2 1 0,-10 22 0,10-27-1317,0 1 1,-1-1-1,-1 0 0,0 0 0,-17 17 1,20-24-363,-1 0 0,1 0 0,-1-1 0,-9 4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6.426"/>
    </inkml:context>
    <inkml:brush xml:id="br0">
      <inkml:brushProperty name="width" value="0.035" units="cm"/>
      <inkml:brushProperty name="height" value="0.035" units="cm"/>
    </inkml:brush>
  </inkml:definitions>
  <inkml:trace contextRef="#ctx0" brushRef="#br0">0 1 19138,'32'7'3192,"28"0"-368,-8-11-391,1 8-509,-4 3-388,14-4-372,7 1-608,-4 3-696,1 0-812,-11 0-944,-31 0-1209,10-7-519,0 3-3173,-14-13-6472</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6.773"/>
    </inkml:context>
    <inkml:brush xml:id="br0">
      <inkml:brushProperty name="width" value="0.035" units="cm"/>
      <inkml:brushProperty name="height" value="0.035" units="cm"/>
    </inkml:brush>
  </inkml:definitions>
  <inkml:trace contextRef="#ctx0" brushRef="#br0">777 3 17634,'-13'-1'509,"9"1"-186,-1-1 0,1 0 0,-1 1 1,0 0-1,1 0 0,-1 0 1,1 1-1,-1 0 0,1 0 0,-1 0 1,1 0-1,0 1 0,-1-1 0,1 1 1,0 0-1,0 0 0,-4 4 1,-22 20 1049,2 2 1,-32 40-1,-44 69 356,102-134-1681,-60 86 289,4 2-1,4 3 1,5 1 0,-55 148 0,74-157-133,4 2 0,4 0 0,4 1 0,4 1 0,-5 151 0,18-179-415,3-1 0,3 1 1,22 100-1,-21-134 46,2 0 0,1-1-1,2 0 1,0 0 0,2-1 0,0-1 0,2 0 0,1-1 0,1 0 0,20 21-1,-27-35-294,1 0 0,0-1 0,1 0 0,0 0 0,0-1 0,1-1 0,0 0 0,20 7 0,-10-6-2482,1-1-1,28 4 1,35 2-11214</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7.056"/>
    </inkml:context>
    <inkml:brush xml:id="br0">
      <inkml:brushProperty name="width" value="0.035" units="cm"/>
      <inkml:brushProperty name="height" value="0.035" units="cm"/>
    </inkml:brush>
  </inkml:definitions>
  <inkml:trace contextRef="#ctx0" brushRef="#br0">578 7 9569,'39'-7'10142,"-43"8"-8820,0 0-1070,-1 1 0,0-1 0,1 1 0,0 0 0,-1 0 0,1 0-1,0 1 1,0-1 0,1 1 0,-1 0 0,0 0 0,1 1 0,0-1 0,-4 5-1,-5 9 443,0-1 0,-9 20 0,11-18-519,-288 529 4205,257-464-4675,-35 73-2602,73-148 2297,0-1 0,-1-1 0,0 1 0,0 0 0,-5 5-1,8-10 178,0-1 0,0 0 1,-1 0-1,1 0 0,0 0 0,0 0 0,-1 0 0,1 0 0,-1 0 0,1 0 0,-1-1 0,1 1 0,-1-1 0,1 1 0,-1-1 0,0 1 0,1-1 0,-1 0 0,0 0 0,1 0 0,-1 0 0,0 0 0,1 0 0,-1 0 0,0-1 0,-2 0 0,3 1-180,0-1 0,1 1 0,-1-1 0,0 1 0,1-1 0,-1 1 0,1-1 0,-1 1 0,1-1 0,-1 0 0,1 1 0,-1-1 0,1 0 0,-1 1 0,1-1 0,-1-1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7.261"/>
    </inkml:context>
    <inkml:brush xml:id="br0">
      <inkml:brushProperty name="width" value="0.035" units="cm"/>
      <inkml:brushProperty name="height" value="0.035" units="cm"/>
    </inkml:brush>
  </inkml:definitions>
  <inkml:trace contextRef="#ctx0" brushRef="#br0">18 0 18354,'-15'35'2819,"15"-35"-2759,0 0-1,-1 1 1,1-1-1,0 0 1,0 0-1,0 0 1,0 1-1,-1-1 1,1 0-1,0 0 1,0 0-1,0 1 1,0-1-1,0 0 0,0 0 1,0 1-1,0-1 1,0 0-1,0 0 1,0 1-1,0-1 1,0 0-1,0 0 1,0 1-1,0-1 1,0 0-1,0 0 1,0 1-1,0-1 1,0 0-1,0 0 1,0 0-1,0 1 1,1-1-1,-1 0 1,0 0-1,0 0 1,0 1-1,0-1 0,1 0 1,-1 0-1,0 0 1,0 0-1,0 1 1,1-1-1,-1 0 1,22 19 1394,0 2 1,-1 0-1,-2 1 1,23 32 0,8 9 70,171 183-1525,-131-125-4619,-22-28-4669,-56-80-6588</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7.543"/>
    </inkml:context>
    <inkml:brush xml:id="br0">
      <inkml:brushProperty name="width" value="0.035" units="cm"/>
      <inkml:brushProperty name="height" value="0.035" units="cm"/>
    </inkml:brush>
  </inkml:definitions>
  <inkml:trace contextRef="#ctx0" brushRef="#br0">15 7 17426,'-14'-7'2860,"24"42"-172,-3-14-144,0 4-295,11 27-325,-11-10-400,-4 14-204,8 8-1088,-4 2-232,-4 1 0,-3 6 0,-7 1 0,0-4 0,0-4 0,0-13-1616,-7-7-1532,4-11-5061,10-14-8601</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7.810"/>
    </inkml:context>
    <inkml:brush xml:id="br0">
      <inkml:brushProperty name="width" value="0.035" units="cm"/>
      <inkml:brushProperty name="height" value="0.035" units="cm"/>
    </inkml:brush>
  </inkml:definitions>
  <inkml:trace contextRef="#ctx0" brushRef="#br0">200 0 16982,'28'42'2928,"-46"-31"-288,8 10-96,3 3-404,-4 8-391,-3 20-345,-3-10-276,-1 0-244,4 4-516,-3-4-368,3 7 0,-7-3-640,10-11-1032,8-18-480,-22-17-1005,-3 0-91</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8.080"/>
    </inkml:context>
    <inkml:brush xml:id="br0">
      <inkml:brushProperty name="width" value="0.035" units="cm"/>
      <inkml:brushProperty name="height" value="0.035" units="cm"/>
    </inkml:brush>
  </inkml:definitions>
  <inkml:trace contextRef="#ctx0" brushRef="#br0">423 0 8301,'-6'5'100,"-1"1"550,1 0 1,-1 0-1,1 0 1,0 1-1,1-1 1,-1 1-1,1 1 1,1-1-1,0 1 1,-4 8-1,-5 17 1025,-1-1 0,-19 32 0,22-45-933,-46 102 3031,-71 217 1,90-228-3433,27-75-1215,2 1 0,-6 44 0,14-73-324,-1-1 1,0 1-1,0-1 0,0 0 0,-1 0 0,-4 8 1,3-6-2761</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8.273"/>
    </inkml:context>
    <inkml:brush xml:id="br0">
      <inkml:brushProperty name="width" value="0.035" units="cm"/>
      <inkml:brushProperty name="height" value="0.035" units="cm"/>
    </inkml:brush>
  </inkml:definitions>
  <inkml:trace contextRef="#ctx0" brushRef="#br0">0 1 20514,'2'3'297,"0"-1"-1,-1 1 1,1-1 0,0 1-1,0-1 1,0 0 0,0 1 0,1-1-1,-1 0 1,1-1 0,-1 1 0,1 0-1,0-1 1,-1 1 0,1-1-1,0 0 1,4 1 0,-2 0 183,0 0 0,-1 0 0,1 0 0,-1 0 0,0 1-1,1 0 1,-1 0 0,0 0 0,4 5 0,12 13 384,50 58 385,-57-61-1249,121 148 0,-42-46 73,-31-37-463,-55-76-357,-1 1 0,0 0 0,-1-1 0,0 2 0,0-1 0,-1 0 0,0 1 1,-1 0-1,0 0 0,2 14 0,2 5-4970,2-3-9816</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8.677"/>
    </inkml:context>
    <inkml:brush xml:id="br0">
      <inkml:brushProperty name="width" value="0.035" units="cm"/>
      <inkml:brushProperty name="height" value="0.035" units="cm"/>
    </inkml:brush>
  </inkml:definitions>
  <inkml:trace contextRef="#ctx0" brushRef="#br0">0 69 16165,'3'0'300,"0"0"-1,0 0 1,0 0-1,0-1 0,1 1 1,-1-1-1,0 0 0,-1 1 1,1-1-1,0-1 1,0 1-1,0 0 0,0-1 1,-1 1-1,1-1 0,-1 0 1,1 0-1,-1 0 1,3-3-1,-1 1 111,0 1 1,0-1-1,1 1 0,-1 0 1,1 1-1,-1-1 1,1 1-1,8-3 0,14 0 1000,1 1-1,-1 2 0,50 1 1,-8 0-127,-60 0-1283,-2 0 0,-1 1 0,1 0 0,-1 0 0,1 0 0,-1 1 0,1 0 0,-1 0 0,1 0 0,6 4 0,-12-5 0,0 0 0,0 0 0,-1 1 0,1-1 0,0 0 0,-1 1 0,1-1 0,0 1 0,-1-1 0,1 1 0,-1-1 0,1 1 0,-1-1 0,1 1 0,-1-1 0,1 1 0,-1 0 0,1-1 0,-1 1 0,0 0 0,1 0 0,-1-1 0,0 2 0,-1 5 0,-1 0 0,0 0 0,0 0 0,0-1 0,-1 1 0,0-1 0,-1 1 0,-7 9 0,5-4 0,-46 63-16,6-7-135,12-10-415,-29 70 0,61-124 597,1 0 0,-1 1 0,1 0 0,0-1-1,0 1 1,1 0 0,-1-1 0,1 1 0,0 0 0,0 0 0,1-1-1,-1 1 1,1 0 0,0-1 0,0 1 0,1 0 0,-1-1-1,1 0 1,0 1 0,1-1 0,-1 0 0,0 0 0,1 0-1,0 0 1,0-1 0,0 1 0,1-1 0,-1 0 0,1 0 0,0 0-1,0 0 1,0 0 0,0-1 0,0 0 0,0 0 0,1 0-1,8 2 1,5-1-326,0 0 0,0-1 0,1-1 0,-1-1 0,0 0 0,1-2 0,-1 0 0,0-1-1,0-1 1,0 0 0,-1-1 0,1-1 0,-1-1 0,29-16 0,24-25-3040,-15 9-4306,-4 5-6613</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8.896"/>
    </inkml:context>
    <inkml:brush xml:id="br0">
      <inkml:brushProperty name="width" value="0.035" units="cm"/>
      <inkml:brushProperty name="height" value="0.035" units="cm"/>
    </inkml:brush>
  </inkml:definitions>
  <inkml:trace contextRef="#ctx0" brushRef="#br0">890 1 18494,'4'7'2412,"-15"17"-416,-13 22-280,-4-1-304,-15 8-372,-9 17-211,-11 18-229,-11 3-216,-6 3-200,6 4-392,1-7-412,6 4-308,0-4-41,1-14-479,10-3-516,7-11-536,10-14-3561,11-11-5324</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9.036"/>
    </inkml:context>
    <inkml:brush xml:id="br0">
      <inkml:brushProperty name="width" value="0.035" units="cm"/>
      <inkml:brushProperty name="height" value="0.035" units="cm"/>
    </inkml:brush>
  </inkml:definitions>
  <inkml:trace contextRef="#ctx0" brushRef="#br0">88 29 15985,'-88'-29'4953,"92"50"-6717,3 1-696,14-15-11270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9.177"/>
    </inkml:context>
    <inkml:brush xml:id="br0">
      <inkml:brushProperty name="width" value="0.035" units="cm"/>
      <inkml:brushProperty name="height" value="0.035" units="cm"/>
    </inkml:brush>
  </inkml:definitions>
  <inkml:trace contextRef="#ctx0" brushRef="#br0">218 7 10049,'-73'7'1388,"23"-3"-908,5-15-904,27 8-2960,-13-1-1741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9.321"/>
    </inkml:context>
    <inkml:brush xml:id="br0">
      <inkml:brushProperty name="width" value="0.035" units="cm"/>
      <inkml:brushProperty name="height" value="0.035" units="cm"/>
    </inkml:brush>
  </inkml:definitions>
  <inkml:trace contextRef="#ctx0" brushRef="#br0">105 4 15049,'-24'38'5505,"13"-59"-7313,-3 0-292,-14 21-2801,0 0-3860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9.464"/>
    </inkml:context>
    <inkml:brush xml:id="br0">
      <inkml:brushProperty name="width" value="0.035" units="cm"/>
      <inkml:brushProperty name="height" value="0.035" units="cm"/>
    </inkml:brush>
  </inkml:definitions>
  <inkml:trace contextRef="#ctx0" brushRef="#br0">0 84 21710,'53'-10'3052,"-21"6"4953,-15 11-8253,-3 4-1124,-24-39-1056,3 3-53,-7-10-20773</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3:59:39.794"/>
    </inkml:context>
    <inkml:brush xml:id="br0">
      <inkml:brushProperty name="width" value="0.035" units="cm"/>
      <inkml:brushProperty name="height" value="0.035" units="cm"/>
    </inkml:brush>
  </inkml:definitions>
  <inkml:trace contextRef="#ctx0" brushRef="#br0">417 0 18262,'62'63'3685,"-3"3"0,74 108 0,-107-130-3233,-2 0 1,-2 2 0,-1 1 0,25 92-1,-23-43 142,18 151-1,-34-177-593,-3-1 0,-3 1 0,-11 91 0,3-107 0,-2-1 0,-3 0 0,-2 0 0,-39 93 0,24-85-800,-2-1 0,-2-2 0,-4-1 1,-1-2-1,-51 55 0,35-52-1329,-3-3 0,-1-2 1,-3-2-1,-69 43 0,-34 4-12211</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00:19.840"/>
    </inkml:context>
    <inkml:brush xml:id="br0">
      <inkml:brushProperty name="width" value="0.035" units="cm"/>
      <inkml:brushProperty name="height" value="0.035" units="cm"/>
    </inkml:brush>
  </inkml:definitions>
  <inkml:trace contextRef="#ctx0" brushRef="#br0">60 151 6285,'14'-7'1871,"-17"11"-2310,-10 3 3593,-3-5 9497,-22-5-12193,35 3 1813,6-1-2067,26-7 437,0 0-1,33-3 1,-2 4-314,76 0 0,-40 0-164,1 0-48,279 1 21,-239 3-135,170-12 84,-141 3-127,-32 4 33,53 4 1,-47 3 34,-40 0-33,62-5 69,-8-5-77,29-2-34,13 2 37,-94 8-8,82 1 34,-16 1 5,65 1-2,-90 10-81,-107-9 64,48 8 0,26 2-8,-64-7 9,86 20 1,-80-13 5,66 6 1,407 25 34,-449-35-17,-31-1-28,86-2-1,-34-3 229,-28 2 105,-66-3-182,0 0-123,25 0 65,-14 0-4111,-14-4 1557,-1 0 1343,-6-27-8129,-6 10-1241</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7T06:40:10.085"/>
    </inkml:context>
    <inkml:brush xml:id="br0">
      <inkml:brushProperty name="width" value="0.025" units="cm"/>
      <inkml:brushProperty name="height" value="0.025" units="cm"/>
    </inkml:brush>
  </inkml:definitions>
  <inkml:trace contextRef="#ctx0" brushRef="#br0">0 1 23706,'83'792'0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7T06:41:01.385"/>
    </inkml:context>
    <inkml:brush xml:id="br0">
      <inkml:brushProperty name="width" value="0.025" units="cm"/>
      <inkml:brushProperty name="height" value="0.025" units="cm"/>
    </inkml:brush>
  </inkml:definitions>
  <inkml:trace contextRef="#ctx0" brushRef="#br0">1 0 24575,'0'0'-8191</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7T06:41:43.352"/>
    </inkml:context>
    <inkml:brush xml:id="br0">
      <inkml:brushProperty name="width" value="0.025" units="cm"/>
      <inkml:brushProperty name="height" value="0.025" units="cm"/>
    </inkml:brush>
  </inkml:definitions>
  <inkml:trace contextRef="#ctx0" brushRef="#br0">1 1 24575,'0'0'-8191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7T06:41:43.621"/>
    </inkml:context>
    <inkml:brush xml:id="br0">
      <inkml:brushProperty name="width" value="0.025" units="cm"/>
      <inkml:brushProperty name="height" value="0.025" units="cm"/>
    </inkml:brush>
  </inkml:definitions>
  <inkml:trace contextRef="#ctx0" brushRef="#br0">1 1 24575,'0'0'-8191</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7T06:44:10.203"/>
    </inkml:context>
    <inkml:brush xml:id="br0">
      <inkml:brushProperty name="width" value="0.05" units="cm"/>
      <inkml:brushProperty name="height" value="0.05" units="cm"/>
      <inkml:brushProperty name="color" value="#FFFFFF"/>
    </inkml:brush>
  </inkml:definitions>
  <inkml:trace contextRef="#ctx0" brushRef="#br0">1162 1 24487,'-445'388'0,"-63"-689"0,741 845 0,-674-157 0,1026-442 0,-351 599 0,-103-1120 0,458 522 0,-1098-247 0,640-275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7T06:44:44.866"/>
    </inkml:context>
    <inkml:brush xml:id="br0">
      <inkml:brushProperty name="width" value="0.35" units="cm"/>
      <inkml:brushProperty name="height" value="0.35" units="cm"/>
      <inkml:brushProperty name="color" value="#FFFFFF"/>
    </inkml:brush>
  </inkml:definitions>
  <inkml:trace contextRef="#ctx0" brushRef="#br0">140 0 24575,'2'8'0,"-1"0"0,1 0 0,0 0 0,0 0 0,1 0 0,0-1 0,1 1 0,6 10 0,4 9 0,-7-12 0,0 0 0,-1 1 0,-1-1 0,0 1 0,-1 0 0,-1 1 0,-1-1 0,1 24 0,-4 0 0,2 41 0,0-75 0,-1 0 0,2 1 0,-1-1 0,1 0 0,-1 0 0,2 0 0,-1 0 0,1-1 0,0 1 0,4 5 0,-4-7 0,0-1 0,1 0 0,0 0 0,0-1 0,-1 1 0,1-1 0,1 0 0,-1 0 0,0 0 0,0-1 0,1 1 0,-1-1 0,1 0 0,0 0 0,-1-1 0,1 1 0,-1-1 0,9-1 0,2 1 0,0-1 0,0-1 0,-1-1 0,23-6 0,-35 9 0,0-1 0,0 1 0,0-1 0,1 0 0,-1 0 0,-1 0 0,1 0 0,0 0 0,0 0 0,0-1 0,0 1 0,-1 0 0,1-1 0,-1 1 0,1-1 0,-1 0 0,0 0 0,1 1 0,-1-1 0,0 0 0,0 0 0,0 0 0,-1 0 0,1 0 0,0-4 0,-1 4 0,0-1 0,0 0 0,0 0 0,-1 0 0,1 1 0,-1-1 0,0 0 0,0 1 0,0-1 0,0 1 0,-1-1 0,1 1 0,0-1 0,-1 1 0,0 0 0,0 0 0,1 0 0,-1 0 0,-5-4 0,-2-1 0,0 0 0,-1 1 0,0 0 0,0 0 0,0 1 0,-14-5 0,-70-18 0,58 18 0,-2 0-273,0 2 0,-1 1 0,1 2 0,-43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7T06:44:46.81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7T06:44:49.02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7T06:44:54.689"/>
    </inkml:context>
    <inkml:brush xml:id="br0">
      <inkml:brushProperty name="width" value="0.35" units="cm"/>
      <inkml:brushProperty name="height" value="0.35" units="cm"/>
      <inkml:brushProperty name="color" value="#FFFFFF"/>
    </inkml:brush>
  </inkml:definitions>
  <inkml:trace contextRef="#ctx0" brushRef="#br0">0 1 24575,'5'0'0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7T06:45:09.654"/>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7T06:45:10.881"/>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6:52.228"/>
    </inkml:context>
    <inkml:brush xml:id="br0">
      <inkml:brushProperty name="width" value="0.035" units="cm"/>
      <inkml:brushProperty name="height" value="0.035" units="cm"/>
    </inkml:brush>
  </inkml:definitions>
  <inkml:trace contextRef="#ctx0" brushRef="#br0">1077 160 8141,'0'0'12967,"-4"0"-12826,-10 0-79,0-1 1,0 0 0,0-1 0,0 0-1,0-1 1,-14-6 0,0 0-48,0 2 0,-38-6 0,65 13-15,-21-3-17,-1 2 0,-36 2-1,17 0 52,15 0-47,0 2 1,-36 8-1,6 0 19,44-8-11,1 1 1,-1 0-1,1 1 0,1 0 0,-1 1 0,1 1 0,-19 13 1,10-4-6,1 0 1,0 2 0,-25 31-1,6-1 14,-56 93-1,45-49-46,20-37 53,22-37-14,0 0 0,0 0 0,-7 36 0,1 0 24,6-23-19,1 1 0,2-1 1,0 35-1,3-14-5,-2 22-35,-1-8 76,4-45-38,-6 39-1,3-40 10,0 38-1,2-16-2,0-16-7,1 0 0,1 0 0,1 0 0,2 0 0,8 33 0,-8-48 0,0 0 1,1 0 0,12 18-1,9 21 53,-23-43-45,0-1 0,0 1-1,1-1 1,0 0 0,0-1 0,1 1-1,0-1 1,0 1 0,8 5 0,7 5 26,29 16 0,-31-21-10,1 0 12,37 16 0,6 2-21,-41-18-29,-1 0-1,1-2 0,1-1 1,39 10-1,-17-7 99,67 6 0,-78-13 9,106 11 195,-69-9-190,-66-6-66,0 0-8,96-24 78,-96 23-88,19-6 18,1-1-1,-1-1 0,-1-2 0,0 0 0,0-1 0,-1-1 0,-1-1 0,0-1 1,19-18-1,-14 8 22,-1-1 0,-1 0 0,-2-2 0,0-1 0,29-57 0,-35 56 68,-2-2-1,11-41 0,15-84 389,-31 123-348,-4 20-39,0 0 0,1-27 0,12-167 658,-10-19 262,-6 114 264,-2 62-831,1 38-396,-1 0 1,0 0 0,-1 0 0,-1 0-1,0 1 1,-1-1 0,0 1 0,-1 0-1,0 0 1,-10-16 0,3 7-42,-1 0 0,-1 1 1,-1 1-1,-1 0 0,0 1 0,-20-17 0,-103-63-815,76 55-765,-29-23-2357,38 28-298,33 20-2852</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09.738"/>
    </inkml:context>
    <inkml:brush xml:id="br0">
      <inkml:brushProperty name="width" value="0.035" units="cm"/>
      <inkml:brushProperty name="height" value="0.035" units="cm"/>
    </inkml:brush>
  </inkml:definitions>
  <inkml:trace contextRef="#ctx0" brushRef="#br0">221 22 6025,'0'0'1896,"2"-2"-141,4-2-523,6-6-268,-4 5 7723,-7 7-8581,-1-1 1,1 1 0,-1 0 0,0-1-1,0 1 1,1 0 0,-1 0 0,0-1-1,-1 1 1,1 3 0,0-4-11,-9 41 865,0-11-318,7-21-465,-40 199 2206,-8 106-781,30-162-1169,6-56-302,-38 276 401,20 5-2068,31-346 1224,-2 220-4862,2-222 1691,-5-13-2073,-4 4-4102</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0.116"/>
    </inkml:context>
    <inkml:brush xml:id="br0">
      <inkml:brushProperty name="width" value="0.035" units="cm"/>
      <inkml:brushProperty name="height" value="0.035" units="cm"/>
    </inkml:brush>
  </inkml:definitions>
  <inkml:trace contextRef="#ctx0" brushRef="#br0">491 0 6945,'0'0'8472,"-1"3"-7085,-119 309 5782,11 4-4033,49-114-2311,-41 243 0,50-106-2586,21-113-1950,15-128-6435,12-77-11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0.620"/>
    </inkml:context>
    <inkml:brush xml:id="br0">
      <inkml:brushProperty name="width" value="0.035" units="cm"/>
      <inkml:brushProperty name="height" value="0.035" units="cm"/>
    </inkml:brush>
  </inkml:definitions>
  <inkml:trace contextRef="#ctx0" brushRef="#br0">0 29 10493,'0'0'3912,"1"3"-2182,4 11-787,0 0 0,-1 0 0,-1 0-1,-1 1 1,0 0 0,0 18 0,-1 9 82,-1-13-255,1 1 0,2-1 0,7 35 0,-1-32-282,0 0 1,3-1 0,0-1-1,18 32 1,-20-44-177,2-1 1,-1 1-1,2-2 0,0 0 1,1-1-1,1 0 0,26 20 1,-38-32-294,1-1 0,0 1 1,-1-1-1,1 0 1,0 0-1,0 0 0,1-1 1,-1 0-1,0 1 1,0-1-1,1-1 0,-1 1 1,1-1-1,-1 1 1,1-2-1,-1 1 0,0 0 1,1-1-1,-1 1 1,0-1-1,1-1 0,-1 1 1,0 0-1,0-1 1,0 0-1,0 0 0,0 0 1,0-1-1,-1 1 1,1-1-1,3-3 0,6-6 33,0-1 1,-1 0-1,0-1 0,-1 0 0,-1-1 0,11-19 0,-7 9-254,-2 0 0,-1-1 0,-1 0 0,-1 0 0,-1-1 0,7-41 0,-12 47-48,-1-1 0,-1-1 0,-1 1 0,0 0 0,-2 0 1,0 0-1,-2 1 0,-11-40 0,12 52-344,0 0-1,-1 0 1,-10-17-1,-5 4-2846,-7 6-5353,5 6-2713</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0.936"/>
    </inkml:context>
    <inkml:brush xml:id="br0">
      <inkml:brushProperty name="width" value="0.035" units="cm"/>
      <inkml:brushProperty name="height" value="0.035" units="cm"/>
    </inkml:brush>
  </inkml:definitions>
  <inkml:trace contextRef="#ctx0" brushRef="#br0">197 0 13405,'0'4'180,"1"-1"0,-1 0 0,-1 0 0,1 0 0,0 0-1,-1 1 1,1-1 0,-1 0 0,0 0 0,0 0 0,0 0 0,-1 0-1,1 0 1,-1-1 0,1 1 0,-1 0 0,0-1 0,0 1 0,0-1 0,-1 0-1,-3 4 1,1-2 197,1 1 0,0 0-1,0 0 1,0 0-1,0 0 1,1 1 0,0-1-1,-5 11 1,1 3 844,-6 29 0,6-19-434,-60 288 2991,49-220-3730,11-53-1523,-2 49 0,8-32-9885</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1.297"/>
    </inkml:context>
    <inkml:brush xml:id="br0">
      <inkml:brushProperty name="width" value="0.035" units="cm"/>
      <inkml:brushProperty name="height" value="0.035" units="cm"/>
    </inkml:brush>
  </inkml:definitions>
  <inkml:trace contextRef="#ctx0" brushRef="#br0">267 16 12893,'0'-15'1946,"0"15"-1890,0 0 0,0 0 0,0 0 0,-1 0 0,1 0-1,0 0 1,-1 0 0,1 0 0,0 0 0,0 0 0,-1 0 0,1 0 0,0 0 0,0 0 0,-1 0 0,1 0 0,0 0 0,0 0-1,-1 0 1,1 0 0,0 0 0,0 0 0,-1 0 0,1 0 0,0 1 0,0-1 0,-1 0 0,1 0 0,0 0 0,0 0 0,0 1 0,-1-1-1,1 0 1,0 0 0,0 1 0,-3 1 1627,2 2-73,-11 25 571,-10 41 0,-12 92-124,27-124-1597,-101 624 2002,83-497-2468,6 48-1304,6-51-1089,3-41-1526,6-47-3950,4-44-3112</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1.647"/>
    </inkml:context>
    <inkml:brush xml:id="br0">
      <inkml:brushProperty name="width" value="0.035" units="cm"/>
      <inkml:brushProperty name="height" value="0.035" units="cm"/>
    </inkml:brush>
  </inkml:definitions>
  <inkml:trace contextRef="#ctx0" brushRef="#br0">169 1 13641,'0'0'3549,"-2"3"-2120,-1 9-722,0 0 0,0 0-1,1 0 1,1 1 0,0 18 0,-3 20 241,-79 750 4568,68-611-5174,-2 101-1843,5-136-1582,4-105-441,-2-2-3428,5-23-4670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2.793"/>
    </inkml:context>
    <inkml:brush xml:id="br0">
      <inkml:brushProperty name="width" value="0.035" units="cm"/>
      <inkml:brushProperty name="height" value="0.035" units="cm"/>
    </inkml:brush>
  </inkml:definitions>
  <inkml:trace contextRef="#ctx0" brushRef="#br0">256 0 5112,'0'1'56,"0"-1"0,0 1 0,0 0-1,0-1 1,0 1 0,0-1 0,0 1-1,0-1 1,0 1 0,0-1 0,0 1-1,0-1 1,0 1 0,0-1 0,0 1-1,1-1 1,-1 1 0,0-1 0,0 1-1,1-1 1,-1 1 0,0-1 0,1 0-1,-1 1 1,0-1 0,1 1 0,0-1-1,11-5 1295,6-4 13557,-18 14-14512,-51 248 2656,8-47-1914,-2 42-289,-53 332-107,89-514-1773,2 95 0,7-148 413,-1 1 0,0 0 0,0-1-1,-8 26 1,-7-1-9226,6-23-1268</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3.311"/>
    </inkml:context>
    <inkml:brush xml:id="br0">
      <inkml:brushProperty name="width" value="0.035" units="cm"/>
      <inkml:brushProperty name="height" value="0.035" units="cm"/>
    </inkml:brush>
  </inkml:definitions>
  <inkml:trace contextRef="#ctx0" brushRef="#br0">225 0 5561,'0'0'10590,"3"2"-9553,1 2-655,-2-4-310,-1 1 1,0 0 0,0-1-1,0 1 1,0 0-1,0 0 1,0 0-1,0 0 1,0 0 0,0 0-1,0 0 1,0 0-1,-1 0 1,1 1 0,0-1-1,-1 0 1,1 0-1,-1 1 1,1-1 0,-1 0-1,0 0 1,0 1-1,1-1 1,-1 1-1,0-1 1,0 0 0,0 1-1,0-1 1,-1 0-1,1 1 1,0-1 0,-1 2-1,-2 10 124,-124 554 5953,37 9-3679,87-543-2461,-12 111-532,5 195 0,11-306-1031,1 2-1033,-1-12-6498</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5.818"/>
    </inkml:context>
    <inkml:brush xml:id="br0">
      <inkml:brushProperty name="width" value="0.035" units="cm"/>
      <inkml:brushProperty name="height" value="0.035" units="cm"/>
    </inkml:brush>
  </inkml:definitions>
  <inkml:trace contextRef="#ctx0" brushRef="#br0">40 261 6657,'-1'-7'-465,"-6"11"8823,-6 8 2620,6-4-9162,6-5-1733,-1 0 0,1 1 0,-1-1 0,1 0 0,0 1 0,0-1 1,0 0-1,1 1 0,-1-1 0,1 1 0,0 6 0,6 44 629,-3-35-479,49 278 1485,-44-266-1616,1-1 0,2 0 0,19 39 1,-23-55-18,1 0 0,0-1 0,1 0 0,1 0 0,0-1 0,0 0 0,1-1 0,20 16 0,-29-26-62,0 0 1,0 1-1,0-1 1,0-1-1,0 1 0,1 0 1,-1-1-1,0 1 1,0-1-1,1 1 1,-1-1-1,0 0 1,1 0-1,-1 0 1,0-1-1,1 1 1,-1 0-1,0-1 1,3 0-1,1-1-6,-1 0 0,1-1 0,-1 1 1,1-1-1,7-6 0,-6 3-15,-1 1 0,1-2 0,-2 1 0,1 0 1,0-1-1,-1 0 0,-1-1 0,1 1 0,3-10 0,5-11-4,10-37 0,-23 63 2,21-71-54,-3-2 0,16-151 1,-32 172-714,-2 1 1,-3 0-1,-15-91 0,16 134 398,1 0 0,-2 1-1,1-1 1,-1 1 0,-5-10 0,6 15 82,0 0 0,-1 1 0,1-1 1,-1 0-1,0 1 0,0 0 0,0 0 0,0-1 1,0 2-1,-1-1 0,1 0 0,-5-2 1,6 4-154,0 0 1,0 0 0,0 0 0,0 1 0,0-1 0,0 0 0,-1 1 0,1 0 0,0-1 0,0 1 0,0 0 0,-1 0 0,1 0-1,0 0 1,0 1 0,0-1 0,0 0 0,-3 2 0,-1-1-1358,-21 3-8675</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6.119"/>
    </inkml:context>
    <inkml:brush xml:id="br0">
      <inkml:brushProperty name="width" value="0.035" units="cm"/>
      <inkml:brushProperty name="height" value="0.035" units="cm"/>
    </inkml:brush>
  </inkml:definitions>
  <inkml:trace contextRef="#ctx0" brushRef="#br0">122 1 13141,'-66'123'6785,"60"-112"-6302,1-2-111,1 0-1,1 1 1,0-1-1,0 1 1,0-1-1,2 1 1,-2 13-1,-1 4 81,-5 20-137,3-1 0,2 1 0,2-1 0,5 63 0,3-22-3864,-5-81 658</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05.562"/>
    </inkml:context>
    <inkml:brush xml:id="br0">
      <inkml:brushProperty name="width" value="0.035" units="cm"/>
      <inkml:brushProperty name="height" value="0.035" units="cm"/>
    </inkml:brush>
  </inkml:definitions>
  <inkml:trace contextRef="#ctx0" brushRef="#br0">7 20 4704,'0'0'16696,"3"-2"-16089,26-14 5005,-32 16-5397,-29 3 28,32-3-241,0 0 0,0 0 0,-1 0 0,1 0 0,0 0 0,0 0 0,0 0 0,0 0 0,0 0 0,-1 0 0,1 0 0,0 0 0,0 0 0,0 0 0,0 0 0,0 0 0,0 0 0,-1 1 0,1-1 0,0 0 0,0 0 0,0 0 0,0 0 0,0 0 0,0 0 0,0 0 0,0 0 0,-1 1 0,1-1 0,0 0 0,0 0 0,0 0 0,0 0 0,0 0 0,0 1 0,0-1 0,0 0 0,0 0 0,0 0 0,0 0 0,0 0 0,0 1 0,0-1 0,0 0 0,0 0 0,0 0 0,0 0 0,0 0 0,0 1 0,3 45 149,13 67 0,-7-49-112,19 142 115,-18-152-125,24 81 1,-21-89 22,3 0 98,-14-43-112,0 0 0,-1 1 0,1-1 1,0 0-1,1 0 0,-1 0 0,0-1 1,1 1-1,-1 0 0,6 3 0,-7-5-23,0-1 0,1 1 0,-1-1 1,0 1-1,0-1 0,1 0 0,-1 1 0,0-1 0,0 0 0,1 0 0,-1 0 0,0 0 0,1 0 0,-1 0 0,0 0 0,1 0 0,-1-1 0,0 1 0,2-1 0,0 0 9,1-1 0,-1 1 0,0-1 0,0 0 0,0 0 0,5-5-1,4-4 46,-2-1 0,14-19-1,-21 28-48,18-27 40,-2 0 1,-1-2-1,15-33 1,34-105 44,-55 138-82,3-10-10,-2-1 0,11-64 0,-21 87-308,-2 0-1,0 0 1,-4-40-1,2 56-755,-1 3-116,0 0 868,0 0 0,0 0 0,1 0 0,-1 0 0,0 1 0,0-1 0,0 1 0,0-1 0,0 1 0,0-1 1,0 1-1,0 0 0,-3 0 0,4 1 53,-1 0 0,0 0 1,1 0-1,-1 0 0,1 0 0,0 0 1,-1 0-1,1 0 0,0 1 1,0-1-1,0 0 0,0 1 0,0-1 1,0 1-1,0-1 0,0 1 0,1 0 1,-1-1-1,0 3 0,-7 26-5550,1 16-3380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06.273"/>
    </inkml:context>
    <inkml:brush xml:id="br0">
      <inkml:brushProperty name="width" value="0.035" units="cm"/>
      <inkml:brushProperty name="height" value="0.035" units="cm"/>
    </inkml:brush>
  </inkml:definitions>
  <inkml:trace contextRef="#ctx0" brushRef="#br0">183 0 10261,'0'0'6267,"-2"4"-4489,-11 22-190,0 0 0,2 1 1,-10 38-1,-17 92 1293,24-93-2198,-45 232 726,54-267-2436,2 1 0,1-1 0,1 32 0,1-55 689,-1 10-403,1-8-3772,7-25-2260,8-21-3402</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06.444"/>
    </inkml:context>
    <inkml:brush xml:id="br0">
      <inkml:brushProperty name="width" value="0.035" units="cm"/>
      <inkml:brushProperty name="height" value="0.035" units="cm"/>
    </inkml:brush>
  </inkml:definitions>
  <inkml:trace contextRef="#ctx0" brushRef="#br0">8 0 17002,'28'7'11417,"-46"4"-16162,4-4 1633,11-32-14466</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07.026"/>
    </inkml:context>
    <inkml:brush xml:id="br0">
      <inkml:brushProperty name="width" value="0.035" units="cm"/>
      <inkml:brushProperty name="height" value="0.035" units="cm"/>
    </inkml:brush>
  </inkml:definitions>
  <inkml:trace contextRef="#ctx0" brushRef="#br0">6 39 14205,'0'0'9777,"-1"4"-8769,-1 6-733,1-1 0,0 1 0,1-1-1,0 0 1,1 1 0,0-1-1,0 1 1,1-1 0,4 15 0,-3-12-168,15 80 758,-10-48-464,20 67 1,-10-59-160,-2-2-54,33 68 1,-42-103-4,1 0 0,1-1 1,0 0-1,1 0 0,1-1 0,0-1 0,1 0 1,22 18-1,-32-28-168,1 0 0,0 0 0,0 0 0,0-1 0,0 1 0,0-1 0,0 0 1,0 1-1,0-1 0,0-1 0,1 1 0,-1 0 0,0-1 0,1 0 0,-1 0 0,1 0 0,-1 0 0,5-1 0,-3 0 10,-1-1-1,1 1 0,-1-1 0,0 0 0,0-1 0,0 1 0,0-1 0,0 0 1,-1 0-1,1 0 0,5-6 0,3-6 29,-1 0 0,-1-1 0,0 0 0,-2 0 0,11-25 0,-1-4-55,-1-2 0,-3 0 0,-1 0 0,-3-2 0,8-82 0,-18 115-37,-1 0 0,0 0 0,-1 0 0,-1 0 0,0 1 0,-10-28 0,11 34-417,0 0 0,0-1 1,1 1-1,-1-16 0,2 19-13,0 1 0,-1-1 0,1 1 0,-1-1 0,0 1 0,-1-1 0,1 1 0,-1-1 0,-4-8 0,4 11-1835</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07.698"/>
    </inkml:context>
    <inkml:brush xml:id="br0">
      <inkml:brushProperty name="width" value="0.035" units="cm"/>
      <inkml:brushProperty name="height" value="0.035" units="cm"/>
    </inkml:brush>
  </inkml:definitions>
  <inkml:trace contextRef="#ctx0" brushRef="#br0">0 18 7085,'32'-1'11132,"13"-6"-5689,-27 3-4392,-1 2-1,22-1 0,-19 3-651,-16 0-82,-1 3-89,1 2-197,-3-4-36,1 1-1,-1 0 1,1 0 0,-1 0 0,1-1-1,-1 1 1,0 0 0,0 1 0,0-1-1,0 0 1,-1 0 0,1 0 0,0 0 0,-1 1-1,0-1 1,1 0 0,-1 1 0,0-1-1,0 0 1,0 1 0,-1-1 0,1 0-1,0 0 1,-1 1 0,0-1 0,0 3 0,-16 41-931,-27 55 1,1-1-137,-15 30 137,56-126 954,0 0-1,1 0 1,-1 0 0,1 0 0,0 0-1,0 0 1,0 1 0,0-1 0,1 0-1,-1 1 1,1-1 0,1 5 0,-1 1 229,0-8-131,0 1-1,1-1 1,-1 0 0,1 0 0,-1 0-1,1 0 1,0-1 0,0 1 0,0 0 0,0 0-1,0 0 1,0-1 0,0 1 0,0 0-1,1-1 1,-1 1 0,3 2 0,25 13 671,-19-14-459,0 0-1,0-1 0,1 0 1,-1-1-1,17 1 1,-4-1 174,323 15 1797,-119-8-1456,-66-6-844,-137-2 0,-24-1 1,1 1 1,0 0-1,-1 0 0,1-1 1,-1 1-1,1 0 0,-1-1 1,1 1-1,-1-1 0,1 1 1,-1-1-1,0 1 0,1-1 1,-1 1-1,1-1 0,-1 1 1,0-1-1,0 1 0,1-1 0,-1 0 1,0 1-1,0-1 0,0 1 1,1-1-1,-1 0 0,0 1 1,0-1-1,0 0 0,0 1 1,0-1-1,-1 0 0,1-1-72,0 0 0,-1 0 0,1 0 0,-1 1 0,0-1 0,1 0 0,-1 1 1,0-1-1,0 1 0,0-1 0,-1-1 0,-6-3-707,0 0 0,0 0 0,0 1 0,-1 0 0,0 0 0,0 1 0,0 0 0,-15-4 0,14 5-44,-65-23-7154,-2 2-5198</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08.590"/>
    </inkml:context>
    <inkml:brush xml:id="br0">
      <inkml:brushProperty name="width" value="0.035" units="cm"/>
      <inkml:brushProperty name="height" value="0.035" units="cm"/>
    </inkml:brush>
  </inkml:definitions>
  <inkml:trace contextRef="#ctx0" brushRef="#br0">67 46 6693,'-7'-17'18582,"5"14"-18101,1 2-296,-2-1-16,1 0 0,0 0 0,0 0 0,0 0 0,0 0 0,0 0 0,0-1 0,-2-4 0,-10 17 24,5-1-143,7-7-58,1 1 42,-8 32 79,9-31-90,1-2-10,10 24-28,-9-24 26,0-1-1,-1 1 1,1-1 0,0 0 0,-1 0 0,1 1 0,0-1 0,0 0 0,0-1 0,0 1 0,0 0 0,0-1 0,0 1 0,4 0 0,-5-1 6,4 1 20,-1 0 1,1-1-1,0 0 1,-1 0-1,1 0 0,-1 0 1,1-1-1,0 1 1,-1-1-1,1 0 0,-1-1 1,7-2-1,8-1 132,-16 4 45,0 0-163,15-3 10,-6 2-362,-25 3-266,-1 1-158,0 0 0,0 2 0,0 0 0,-24 10 0,35-13 399,21-11-1295,-6 5 780,1 0 0,-1 1 0,1 0 0,17-3-1,-22 6-550,-1 1 0,1-1-1,0 1 1,0 0-1,9 2 1,4 2-5651</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09.157"/>
    </inkml:context>
    <inkml:brush xml:id="br0">
      <inkml:brushProperty name="width" value="0.035" units="cm"/>
      <inkml:brushProperty name="height" value="0.035" units="cm"/>
    </inkml:brush>
  </inkml:definitions>
  <inkml:trace contextRef="#ctx0" brushRef="#br0">1 66 8485,'0'-2'139,"0"1"0,0 0 0,0 0 0,0-1 0,0 1 0,0 0 0,1-1 0,-1 1 0,0 0 0,1 0 0,-1 0 0,1-1-1,-1 1 1,1 0 0,0 0 0,-1 0 0,1 0 0,0 0 0,0 0 0,0 0 0,0 0 0,0 0 0,0 0 0,0 1 0,0-1 0,0 0 0,0 1 0,2-2 0,2 1 434,0 0 0,0 0-1,0 1 1,0-1 0,0 1-1,0 0 1,7 1 0,9 0 753,1-1 0,41-6 1,14 0 384,158-3 1780,621-1 679,-130 57-3032,3 24-535,55 5-420,-662-66-188,872 60-766,-795-65 225,234-25-1,-395 15-6,54-16 0,-20 4-2163,-72 17 2690,0 0 0,0 0 0,0 0 0,0 0 0,0 0 0,0 0 0,-1 0 0,1 0 0,0 0 0,0-1 0,0 1 0,0 0 0,0 0 0,0 0 0,0 0 0,0 0 0,0 0 0,0 0-1,0 0 1,0 0 0,0 0 0,0 0 0,0 0 0,0-1 0,0 1 0,0 0 0,0 0 0,0 0 0,0 0 0,0 0 0,0 0 0,0 0 0,0 0 0,0 0 0,0 0 0,0-1 0,0 1 0,0 0 0,0 0 0,0 0 0,0 0 0,0 0 0,0 0 0,0 0 0,0 0 0,1 0 0,-1 0 0,0 0 0,0 0-1,0 0 1,0 0 0,0 0 0,0 0 0,0 0 0,0-1 0,0 1 0,0 0 0,0 0 0,0 0 0,1 0 0,-1 0 0,0 0 0,0 0 0,0 0 0,0 0 0,0 0 0,0 0 0,-1-2-283,-1 0 0,1 0 0,-1 0 0,0 0 1,0 0-1,0 0 0,0 0 0,0 0 0,-1 1 0,1-1 0,0 1 0,-1 0 1,1 0-1,-1-1 0,1 2 0,-5-2 0,-4 0-971,1 0-1,0 1 1,-14 1-1,9 0-530,-59-6-7932</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6.370"/>
    </inkml:context>
    <inkml:brush xml:id="br0">
      <inkml:brushProperty name="width" value="0.035" units="cm"/>
      <inkml:brushProperty name="height" value="0.035" units="cm"/>
    </inkml:brush>
  </inkml:definitions>
  <inkml:trace contextRef="#ctx0" brushRef="#br0">1 85 13293,'11'-20'2733,"-4"14"-51,45-10 3099,76-12-1,-97 22-4963,-12 3-70,36 1 1,-10 0-653,-39 1-505,1 1-1,-1 0 1,1 0-1,8 2 1,9 0-4343,-29 1 977,-25 12-3392,-19 9-4775</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6.513"/>
    </inkml:context>
    <inkml:brush xml:id="br0">
      <inkml:brushProperty name="width" value="0.035" units="cm"/>
      <inkml:brushProperty name="height" value="0.035" units="cm"/>
    </inkml:brush>
  </inkml:definitions>
  <inkml:trace contextRef="#ctx0" brushRef="#br0">0 109 18758,'133'-35'3008,"-80"21"-340,-1 7-368,-3-7-415,-3 7-369,6 0-372,4 3-396,-7 4-680,-6 0-588,2-3-996,-24 3-564,-3-11 155,-4 4-5699</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8.342"/>
    </inkml:context>
    <inkml:brush xml:id="br0">
      <inkml:brushProperty name="width" value="0.035" units="cm"/>
      <inkml:brushProperty name="height" value="0.035" units="cm"/>
    </inkml:brush>
  </inkml:definitions>
  <inkml:trace contextRef="#ctx0" brushRef="#br0">1619 71 6633,'-15'-10'15811,"20"6"-15776,-3 2-41,0 1 0,0 0-1,0 0 1,1 0-1,-1 0 1,1 0-1,-1 0 1,0 1-1,1-1 1,-1 1 0,1-1-1,-1 1 1,1 0-1,3 1 1,44 3 28,-32-3-55,67 13-20,-81-13 40,-1 0-28,26 5 71,-26-6-32,-6 1-88,-19 2 101,0-1 0,0-1-1,0 0 1,-37-6 0,-90-18 17,148 23-28,-105-16 56,14 2 18,20 2 178,67 11-234,2 0 31,-26-7 22,26 7-31,-1 1-16,3 0-23,-3 1 4,0-1 0,0 1-1,0 0 1,0-1 0,0 2 0,1-1-1,-8 4 1,9-3-2,0-1 0,0 1 0,0 0 0,0 0 0,0 1 0,1-1 0,-1 0 0,1 0 0,0 1 0,-1-1 0,1 1 0,0-1 0,1 1 0,-1 0 0,0 2 0,-148 717 1184,81-354-397,-128 730 1282,140-762-1710,-5 33-69,-82 449 79,108-637-324,-87 412 91,117-569-140,-191 807 148,149-661-150,-20 95-58,60-234 81,4-21 52,1 1 1,-1 0-1,2 0 1,0-1-1,0 1 1,1 0-1,0 0 1,3 20-1,-2-29-52,0 0-1,0 0 0,0 0 0,0 0 1,0 0-1,1 0 0,-1 0 1,1 0-1,-1 0 0,1-1 0,0 1 1,0-1-1,0 1 0,-1-1 0,1 0 1,1 1-1,-1-1 0,0 0 1,0 0-1,0-1 0,4 2 0,5 0 64,0 1 0,0-2 0,14 1 0,-21-2-59,41 0 237,0-3 0,-1-1-1,74-17 1,-42 6 22,267-39-652,-320 51-121,0-1-1,0-2 1,0 0 0,24-10-1,-39 12-176,0 0 0,-1 0 0,1-1 0,-1 0 0,13-11 0,-16 12-254,0-1 0,0 0-1,0 0 1,0 0 0,-1 0 0,0-1 0,0 1-1,0-1 1,2-7 0,4-29-11139</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8.818"/>
    </inkml:context>
    <inkml:brush xml:id="br0">
      <inkml:brushProperty name="width" value="0.035" units="cm"/>
      <inkml:brushProperty name="height" value="0.035" units="cm"/>
    </inkml:brush>
  </inkml:definitions>
  <inkml:trace contextRef="#ctx0" brushRef="#br0">452 1 11053,'0'0'8926,"0"4"-8252,0 3-557,-1 0 0,0 0-1,-1 0 1,1 0 0,-1-1-1,-1 1 1,1 0 0,-7 10 0,-35 54 374,27-45-277,-195 315 478,111-176-1496,46-69-2813,53-93 1282</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9.039"/>
    </inkml:context>
    <inkml:brush xml:id="br0">
      <inkml:brushProperty name="width" value="0.035" units="cm"/>
      <inkml:brushProperty name="height" value="0.035" units="cm"/>
    </inkml:brush>
  </inkml:definitions>
  <inkml:trace contextRef="#ctx0" brushRef="#br0">0 14 16041,'5'-2'3213,"-1"0"-2742,0 1-1,0-1 1,0 1-1,0 0 1,0 0 0,0 0-1,1 1 1,5-1-1,14 1 1068,-15-1-1016,0 1 0,0 0 0,0 0 0,0 1 0,0 0 0,0 1 0,10 3 0,-12-3-348,-1 1 0,1 1-1,-1-1 1,0 1 0,0 0 0,0 0-1,-1 1 1,1-1 0,7 10 0,1 3 202,20 35 1,-17-26-224,-6-7-261,-1 0 0,0 1 0,-1 0 1,-2 0-1,0 1 0,5 27 0,15 131-6016,-15-79-4170,-8-75-1396</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9.435"/>
    </inkml:context>
    <inkml:brush xml:id="br0">
      <inkml:brushProperty name="width" value="0.035" units="cm"/>
      <inkml:brushProperty name="height" value="0.035" units="cm"/>
    </inkml:brush>
  </inkml:definitions>
  <inkml:trace contextRef="#ctx0" brushRef="#br0">102 1 15013,'-17'3'2061,"-1"1"-53,4 20-204,0-3-308,7 11-288,0 17-344,4-11-84,-4 8-144,0-4-192,0 3-516,10-6-508,1-15-576,-4 8-744,0 3-940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19.704"/>
    </inkml:context>
    <inkml:brush xml:id="br0">
      <inkml:brushProperty name="width" value="0.035" units="cm"/>
      <inkml:brushProperty name="height" value="0.035" units="cm"/>
    </inkml:brush>
  </inkml:definitions>
  <inkml:trace contextRef="#ctx0" brushRef="#br0">0 158 17314,'4'0'170,"7"0"799,0 0 1,1-1-1,-1 0 0,0-1 0,18-4 0,11-4 1114,0 3-1,52-4 0,44-7 1139,-115 15-3204,-11 3-37,0-1 1,0-1-1,0 1 1,11-5-1,-21 6 6,0 0 0,0 0 0,0 0 0,0 0 0,-1 0 0,1 0 0,0-1 0,0 1 0,0 0 1,0 0-1,0 0 0,0 0 0,0 0 0,-1 0 0,1 0 0,0 0 0,0-1 0,0 1 0,0 0 0,0 0 0,0 0 0,0 0 0,0 0 0,0 0 0,0-1 0,0 1 0,0 0 0,0 0 0,0 0 0,0 0 0,0 0 0,0-1 0,0 1 0,0 0 0,0 0 0,0 0 0,0 0 0,0 0 0,0-1 0,0 1 0,0 0 0,0 0 0,0 0 0,0 0 0,0 0 0,0 0 0,1 0 0,-1-1 0,0 1 0,0 0 0,0 0 0,0 0 0,0 0 0,0 0 0,0 0 0,1 0 0,-1 0 0,0 0 0,0 0 1,0 0-1,0 0 0,0 0 0,1-1 0,-1 1 0,-5-5-559,1-1-471,0 0-1,-1 1 0,0-1 1,0 1-1,-9-6 0,9 7-374,0 1 1,-1 1-1,1-1 0,0 1 0,-11-3 0,-43-14-12021</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0.900"/>
    </inkml:context>
    <inkml:brush xml:id="br0">
      <inkml:brushProperty name="width" value="0.035" units="cm"/>
      <inkml:brushProperty name="height" value="0.035" units="cm"/>
    </inkml:brush>
  </inkml:definitions>
  <inkml:trace contextRef="#ctx0" brushRef="#br0">498 0 10321,'0'0'3272,"-4"3"-2002,-9 7-814,1 1-1,1 0 0,0 0 0,-13 18 1,-40 61 600,30-40-662,-41 61 213,-80 162 0,126-221-632,-17 34-143,41-75-801,1-1 1,0 1-1,-2 13 1,20-60-4114,-7 23 3373,13-34-4253</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1.150"/>
    </inkml:context>
    <inkml:brush xml:id="br0">
      <inkml:brushProperty name="width" value="0.035" units="cm"/>
      <inkml:brushProperty name="height" value="0.035" units="cm"/>
    </inkml:brush>
  </inkml:definitions>
  <inkml:trace contextRef="#ctx0" brushRef="#br0">3 1 12533,'0'2'166,"-1"0"0,0 0 0,1 0 0,0 0 0,-1 0 0,1 0 0,0 0 0,0 0 0,0 0 0,1 0 0,-1 0 0,1 3 0,0-4 29,0-1 0,0 1 0,0-1 0,1 1 1,-1-1-1,0 1 0,0-1 0,0 0 0,0 0 0,1 1 0,-1-1 1,0 0-1,0 0 0,1 0 0,-1 0 0,0-1 0,2 1 0,11 0 1188,8 2 66,1 1 1,-1 1 0,0 2-1,29 9 1,-26-5-753,0 0 1,-1 1 0,0 2-1,28 19 1,-10-2-6,46 44 0,-75-61-677,-1 0 0,0 1 1,0 0-1,-1 1 1,14 27-1,-10-13-1087,-1 2-1,11 35 1,-24-63 636,-1 0 0,1 0 1,0 0-1,-1 0 0,0 0 1,1 0-1,-1 0 0,0 0 1,-1 0-1,1 0 0,-1 0 0,1 0 1,-1 0-1,0 0 0,-2 5 1,1-2-989</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2.096"/>
    </inkml:context>
    <inkml:brush xml:id="br0">
      <inkml:brushProperty name="width" value="0.035" units="cm"/>
      <inkml:brushProperty name="height" value="0.035" units="cm"/>
    </inkml:brush>
  </inkml:definitions>
  <inkml:trace contextRef="#ctx0" brushRef="#br0">6 53 14493,'-6'5'2413,"13"-6"-677,24-11 433,-14 5-1017,-1 3-218,0 0-1,0 1 0,0 1 0,1 1 1,-1 0-1,23 2 0,-2 0 263,133-8 738,0 0-793,45 0-1619,-318 3-14891,42 4 1433</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2.584"/>
    </inkml:context>
    <inkml:brush xml:id="br0">
      <inkml:brushProperty name="width" value="0.035" units="cm"/>
      <inkml:brushProperty name="height" value="0.035" units="cm"/>
    </inkml:brush>
  </inkml:definitions>
  <inkml:trace contextRef="#ctx0" brushRef="#br0">305 0 11737,'0'0'5675,"-2"2"-4353,-19 16-601,1 1 1,2 1-1,0 0 1,1 2 0,-24 38-1,-8 11-1,29-43-316,-30 61-1,24-36-3546,3-6-6490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2.803"/>
    </inkml:context>
    <inkml:brush xml:id="br0">
      <inkml:brushProperty name="width" value="0.035" units="cm"/>
      <inkml:brushProperty name="height" value="0.035" units="cm"/>
    </inkml:brush>
  </inkml:definitions>
  <inkml:trace contextRef="#ctx0" brushRef="#br0">1 0 18138,'15'1'1288,"0"1"0,0 0 1,0 0-1,-1 1 0,21 8 1,71 33 3454,-51-18-3443,74 47-1,-105-57-1965,0 1 0,-2 0 0,0 2-1,-1 1 1,22 26 0,-42-44-264,1 1 1,-1-1-1,0 1 0,0-1 1,0 1-1,0 0 1,0-1-1,-1 1 1,1 0-1,-1 3 0,1 0-3066</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3.231"/>
    </inkml:context>
    <inkml:brush xml:id="br0">
      <inkml:brushProperty name="width" value="0.035" units="cm"/>
      <inkml:brushProperty name="height" value="0.035" units="cm"/>
    </inkml:brush>
  </inkml:definitions>
  <inkml:trace contextRef="#ctx0" brushRef="#br0">1 35 12537,'0'0'6569,"3"-1"-5047,19-6 192,1 2-1,0 0 1,0 1 0,1 1-1,35 0 1,-54 3-1289,-2 0-80,32-6-138,-35 6-209,0 0-1,1 0 1,-1 0 0,0 0-1,0 0 1,0 0 0,0 0-1,0 0 1,0 0 0,0-1-1,1 1 1,-1 0 0,0 0-1,0 0 1,0 0 0,0 0-1,0 0 1,0 0-1,0 0 1,0 1 0,1-1-1,-1 0 1,0 0 0,0 0-1,0 0 1,0 0 0,0 0-1,0 0 1,0 0 0,0 0-1,1 0 1,-1 0 0,0 0-1,0 0 1,0 0 0,0 0-1,0 1 1,0-1 0,0 0-1,0 0 1,0 0 0,0 0-1,0 0 1,0 0 0,0 0-1,0 0 1,0 1 0,0-1-1,0 0 1,0 0 0,0 0-1,0 0 1,0 0 0,0 0-1,0 0 1,0 1 0,0-1-1,0 0 1,0 0 0,0 0-1,0 0 1,0 0 0,0 0-1,0 0 1,-1 19-437,-2-1 0,1 0 0,-11 35 0,8-37 9,0 0 0,2 1 0,0-1 1,1 1-1,0 0 0,2 28 0,1-4 15,-1-35 514,0 0 1,0 0-1,0 0 0,0-1 0,1 1 0,0 0 0,0 0 0,1 0 1,-1 0-1,1-1 0,1 1 0,-1-1 0,6 9 0,-6-11-44,0-1 0,0 0 0,0 0 0,1-1 1,-1 1-1,0 0 0,1-1 0,0 1 0,-1-1 0,1 0 0,0 0 0,-1 0 0,1 0 0,5 0 0,4 1 53,0 0 0,20-1 0,14-1-1099,1-2 0,64-12 0,-103 12 5,0-1-1,0 0 1,-1 0 0,1-1 0,6-5 0,9-3-5404,1 1-4439</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3.496"/>
    </inkml:context>
    <inkml:brush xml:id="br0">
      <inkml:brushProperty name="width" value="0.035" units="cm"/>
      <inkml:brushProperty name="height" value="0.035" units="cm"/>
    </inkml:brush>
  </inkml:definitions>
  <inkml:trace contextRef="#ctx0" brushRef="#br0">0 0 12841,'4'1'1170,"34"5"658,-36-6-1643,0 1 0,-1 0 0,1 0 0,0 0 0,0 0 0,0 0 0,-1 1 0,1-1-1,0 1 1,-1-1 0,1 1 0,-1-1 0,0 1 0,0 0 0,2 2 0,0 0 894,1 0-498,-1-1 0,1 1 0,0-1 0,0 0 0,1-1-1,-1 1 1,1 0 0,-1-1 0,1 0 0,0 0 0,0-1 0,0 1-1,0-1 1,6 0 0,16 4 1463,39-1-1,-49-3-1972,79 0-35,-14-1-264,-82 0 204,0 0 0,0-1 0,0 1 0,0 0 0,0 0 1,0 0-1,0 0 0,0 0 0,0 0 0,0 0 0,0 0 0,0 0 1,0-1-1,0 1 0,0 0 0,0 0 0,0 0 0,0 0 1,0 0-1,0 0 0,0 0 0,0 0 0,0 0 0,0-1 1,0 1-1,0 0 0,0 0 0,0 0 0,0 0 0,0 0 0,0 0 1,1 0-1,-1 0 0,0 0 0,0 0 0,0 0 0,0-1 1,0 1-1,0 0 0,0 0 0,0 0 0,0 0 0,0 0 0,1 0 1,-1 0-1,0 0 0,0 0 0,0 0 0,0 0 0,0 0 1,0 0-1,0 0 0,0 0 0,1 0 0,-5-6-1047,-5-8-2323,-3-1-4583,-10-2-7841</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3.858"/>
    </inkml:context>
    <inkml:brush xml:id="br0">
      <inkml:brushProperty name="width" value="0.035" units="cm"/>
      <inkml:brushProperty name="height" value="0.035" units="cm"/>
    </inkml:brush>
  </inkml:definitions>
  <inkml:trace contextRef="#ctx0" brushRef="#br0">656 1 15997,'23'0'2135,"-18"0"3439,-8 2-4784,-25 17-403,-298 216-817,94-51-918,217-173 1172,-32 31-1125,14-12-4054,50-44 267,13-12-3113</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4.077"/>
    </inkml:context>
    <inkml:brush xml:id="br0">
      <inkml:brushProperty name="width" value="0.035" units="cm"/>
      <inkml:brushProperty name="height" value="0.035" units="cm"/>
    </inkml:brush>
  </inkml:definitions>
  <inkml:trace contextRef="#ctx0" brushRef="#br0">1 23 17570,'22'-23'5295,"-14"23"-2779,26 9 248,32 10 277,-22 0-2883,-1 1 0,0 2 0,-2 2 1,0 2-1,-2 2 0,-1 1 0,-1 2 0,-2 1 0,33 40 0,-31-31-867,14 19-1884,-39-38-1619,-7-11-3209</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4.372"/>
    </inkml:context>
    <inkml:brush xml:id="br0">
      <inkml:brushProperty name="width" value="0.035" units="cm"/>
      <inkml:brushProperty name="height" value="0.035" units="cm"/>
    </inkml:brush>
  </inkml:definitions>
  <inkml:trace contextRef="#ctx0" brushRef="#br0">0 63 18758,'5'-4'223,"2"-1"203,-1 0-1,1 0 1,1 0 0,-1 1 0,1 0 0,-1 0-1,1 1 1,0 0 0,0 0 0,1 1 0,-1 0-1,9 0 1,63 0 2608,100 11 0,-19 0-851,-70-8-2183,174 9 0,-258-10-171,0 0 1,0 0-1,0-1 0,0 1 1,9-3-1,-15 3 129,-1 0 1,0 0-1,1 0 0,-1 0 0,1-1 0,-1 1 0,0 0 0,1 0 1,-1 0-1,0 0 0,1 0 0,-1 0 0,0-1 0,1 1 0,-1 0 1,0 0-1,1 0 0,-1-1 0,0 1 0,0 0 0,1 0 0,-1-1 1,0 1-1,0 0 0,0-1 0,1 1 0,-1 0 0,0-1 0,0 0 1,-1 1-83,0-1 0,0 0 1,0 0-1,0 1 1,0-1-1,-1 1 0,1-1 1,0 1-1,0 0 1,0-1-1,-1 1 0,1 0 1,-3 0-1,-78-12-12248,7 2-1029</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4.752"/>
    </inkml:context>
    <inkml:brush xml:id="br0">
      <inkml:brushProperty name="width" value="0.035" units="cm"/>
      <inkml:brushProperty name="height" value="0.035" units="cm"/>
    </inkml:brush>
  </inkml:definitions>
  <inkml:trace contextRef="#ctx0" brushRef="#br0">15 4 19166,'49'-3'10705,"-81"3"-24947,1 0 1597</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4.925"/>
    </inkml:context>
    <inkml:brush xml:id="br0">
      <inkml:brushProperty name="width" value="0.035" units="cm"/>
      <inkml:brushProperty name="height" value="0.035" units="cm"/>
    </inkml:brush>
  </inkml:definitions>
  <inkml:trace contextRef="#ctx0" brushRef="#br0">11 0 22602,'0'0'6761,"-7"18"-20139,3 3 377</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5.071"/>
    </inkml:context>
    <inkml:brush xml:id="br0">
      <inkml:brushProperty name="width" value="0.035" units="cm"/>
      <inkml:brushProperty name="height" value="0.035" units="cm"/>
    </inkml:brush>
  </inkml:definitions>
  <inkml:trace contextRef="#ctx0" brushRef="#br0">0 21 22390,'144'-21'4724,"-179"25"-28854</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5.683"/>
    </inkml:context>
    <inkml:brush xml:id="br0">
      <inkml:brushProperty name="width" value="0.035" units="cm"/>
      <inkml:brushProperty name="height" value="0.035" units="cm"/>
    </inkml:brush>
  </inkml:definitions>
  <inkml:trace contextRef="#ctx0" brushRef="#br0">550 1 9813,'-16'0'1337,"7"0"7680,6 4-8369,-22 28 50,-37 34 0,-6 8-298,-99 156 305,-22 26-2783,189-256 1971,0 1-1,0-1 1,0 0-1,-1 1 1,1-1-1,0 0 1,0 1 0,0-1-1,-1 0 1,1 1-1,0-1 1,0 0 0,0 0-1,-1 1 1,1-1-1,0 0 1,-1 0 0,1 1-1,0-1 1,-1 0-1,1 0 1,0 0-1,-1 0 1,1 1 0,0-1-1,-1 0 1,1 0-1,0 0 1,-1 0 0,1 0-1,0 0 1,-1 0-1,1 0 1,-1 0 0,2-14-5817,0 3 4911,3-20-6545</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5.920"/>
    </inkml:context>
    <inkml:brush xml:id="br0">
      <inkml:brushProperty name="width" value="0.035" units="cm"/>
      <inkml:brushProperty name="height" value="0.035" units="cm"/>
    </inkml:brush>
  </inkml:definitions>
  <inkml:trace contextRef="#ctx0" brushRef="#br0">1 1 13525,'0'0'5033,"0"3"-3380,3 6-974,-1 0 0,1-1-1,0 1 1,1-1 0,0 1-1,0-1 1,1 0 0,0-1-1,0 1 1,8 6 0,30 43 1172,21 25-77,-32-47-1326,86 87 220,-43-52-2867,-68-63 1095,0 0 1,-1 1-1,0-1 0,-1 1 0,1 0 0,5 13 0,0-1-4327,2-1-8646</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6.358"/>
    </inkml:context>
    <inkml:brush xml:id="br0">
      <inkml:brushProperty name="width" value="0.035" units="cm"/>
      <inkml:brushProperty name="height" value="0.035" units="cm"/>
    </inkml:brush>
  </inkml:definitions>
  <inkml:trace contextRef="#ctx0" brushRef="#br0">53 122 14893,'0'1'83,"-1"-1"-1,1 0 0,-1 1 1,1-1-1,-1 1 0,1-1 1,0 1-1,-1-1 0,1 1 1,0-1-1,-1 1 0,1-1 1,0 1-1,-1-1 0,1 1 1,0 0-1,0-1 0,0 1 1,0-1-1,0 1 0,0 0 1,0-1-1,0 1 0,0 0 0,0-1 1,0 1-1,0-1 0,0 1 1,0 0-1,1-1 0,-1 1 1,0-1-1,0 1 0,1-1 1,-1 1-1,0-1 0,1 1 1,-1-1-1,1 2 0,1 0 958,-1 1-230,1 1-654,-1-2-107,1 1 0,-1 0 0,0 0-1,0 0 1,0 0 0,0 0 0,0 0 0,-1 0 0,1 0 0,-1 0 0,0 1 0,0-1 0,0 0 0,-1 0 0,1 0 0,-1 0 0,1 0 0,-1 0 0,0 0-1,0 0 1,0 0 0,-4 5 0,-7 14-143,5-10-172,0 0 1,1 0 0,0 1-1,1-1 1,-6 24-1,11-33 349,1-7-37,5-9 12,1 1-1,0 0 0,1 0 1,0 0-1,1 1 1,13-13-1,68-57 1083,-20 20 96,-49 41-11,36-25 0,-49 39-926,1 1-1,-1 0 1,1 0-1,0 1 1,0 0-1,0 1 0,0 0 1,13-3-1,-20 6-245,0-1 0,1 1-1,-1 0 1,0 0 0,0 0-1,1 0 1,-1 0 0,0 1-1,1-1 1,-1 1 0,0 0-1,0-1 1,0 1 0,0 0-1,1 0 1,-1 0 0,0 0-1,-1 1 1,1-1 0,2 3-1,-1-1-7,-1 0 0,0 0-1,1 0 1,-1 1 0,-1-1 0,1 1-1,0-1 1,-1 1 0,0 0 0,0-1-1,1 5 1,0 11-57,0 0 0,-1 0 0,-3 37 0,1-45-66,-1 17-259,2 1-620,-2 0 0,-1 0 0,-1-1 0,-2 1-1,-13 40 1,12-52-193,-3 7-3371,-9 33 0,14-28-5413</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6.610"/>
    </inkml:context>
    <inkml:brush xml:id="br0">
      <inkml:brushProperty name="width" value="0.035" units="cm"/>
      <inkml:brushProperty name="height" value="0.035" units="cm"/>
    </inkml:brush>
  </inkml:definitions>
  <inkml:trace contextRef="#ctx0" brushRef="#br0">0 126 19062,'2'-3'233,"-1"0"1,1 0 0,0 0-1,0 1 1,0-1 0,0 0 0,0 1-1,1 0 1,-1-1 0,1 1-1,0 0 1,-1 0 0,6-2-1,-4 3 62,1-1-1,-1 2 1,1-1 0,-1 1-1,1-1 1,-1 1-1,1 0 1,-1 1-1,5 0 1,21 0 1487,-1 0-1,41-6 1,17-1 361,117 0-2143,-178 4 0,-25 1-67,0 1 0,0 0 0,0-1 0,-1 1 0,1 0 0,0-1 0,0 1 1,0-1-1,-1 1 0,1-1 0,0 0 0,0 1 0,-1-1 0,1 0 0,0 1 0,-1-1 0,1 0 0,-1 0 0,1 1 0,-1-1 0,0 0 1,1 0-1,-1 0 0,0 0 0,1 0 0,-1 0 0,0 0 0,0 0 0,0 0 0,0 1 0,0-1 0,0 0 0,0 0 0,0 0 0,0 0 1,-1 0-1,1 0 0,-1-1 0,1 0-295,-1-1 0,0 1 0,1 0 1,-1 0-1,0 0 0,-1 0 0,1 0 1,0 0-1,0 0 0,-1 0 0,1 1 1,-1-1-1,0 0 0,-3-2 0,-15 0-6559,17 4 5763,-33-3-12509</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6.975"/>
    </inkml:context>
    <inkml:brush xml:id="br0">
      <inkml:brushProperty name="width" value="0.035" units="cm"/>
      <inkml:brushProperty name="height" value="0.035" units="cm"/>
    </inkml:brush>
  </inkml:definitions>
  <inkml:trace contextRef="#ctx0" brushRef="#br0">606 1 12189,'-26'0'1860,"21"0"969,2 1-1788,-21 14-455,0 0 0,1 2-1,-34 31 1,26-21-313,-52 50 115,2 3 1,-93 123 0,160-184-577,0 0 0,2 1 1,0 1-1,-9 22 1,19-38-845,6-8-515,49-30-5800,-29 9-506</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7.198"/>
    </inkml:context>
    <inkml:brush xml:id="br0">
      <inkml:brushProperty name="width" value="0.035" units="cm"/>
      <inkml:brushProperty name="height" value="0.035" units="cm"/>
    </inkml:brush>
  </inkml:definitions>
  <inkml:trace contextRef="#ctx0" brushRef="#br0">0 39 19130,'12'-33'2813,"-12"33"-2765,0 0 0,0 0 0,0 0 1,0 0-1,0-1 0,0 1 0,0 0 0,0 0 0,0 0 0,0-1 0,0 1 0,0 0 0,0 0 0,0 0 0,0-1 0,0 1 0,0 0 0,0 0 0,0 0 0,0 0 0,0-1 0,1 1 0,-1 0 0,0 0 0,0 0 0,0 0 0,0 0 0,0 0 0,1-1 1,-1 1-1,0 0 0,0 0 0,0 0 0,0 0 0,1 0 0,-1 0 0,0 0 0,0 0 0,0 0 0,1 0 0,-1 0 0,0 0 0,0 0 0,0 0 0,1 0 0,-1 0 0,0 0 0,0 0 0,0 0 0,0 0 0,1 0 0,-1 0 0,0 0 0,0 0 1,0 0-1,1 1 0,59 22 2302,77 41 1,-114-50-1868,1 0 1,-2 1-1,0 2 1,-1 0-1,0 1 1,18 22-1,-9-6-1111,-2 1 0,-1 1-1,30 55 1,-56-89 119,0 0-1,0 0 1,0 0 0,-1 0-1,1 0 1,-1 0 0,1 0-1,-1 0 1,0 0 0,0 0-1,0 0 1,0 0 0,0 0-1,0 0 1,-1 0 0,1 0-1,-1 0 1,1 0 0,-1 0-1,0 0 1,-1 3 0,-1 2-3283</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7.543"/>
    </inkml:context>
    <inkml:brush xml:id="br0">
      <inkml:brushProperty name="width" value="0.035" units="cm"/>
      <inkml:brushProperty name="height" value="0.035" units="cm"/>
    </inkml:brush>
  </inkml:definitions>
  <inkml:trace contextRef="#ctx0" brushRef="#br0">1 57 16169,'3'1'465,"-1"1"-1,1 0 0,0-1 0,0 0 0,0 0 1,1 0-1,-1 0 0,0 0 0,0-1 0,0 0 1,1 1-1,-1-1 0,0 0 0,0 0 0,0-1 1,1 1-1,4-2 0,23-1 1141,93-2 1714,149 14-1,-23-8-3318,-199-2 0,-42 1 0,-9 0-87,1 1 0,0-1 1,0 0-1,-1 0 0,1 0 0,0 0 1,0 0-1,-1 0 0,1 0 0,0 0 1,0 0-1,-1 0 0,1-1 0,0 1 0,-1 0 1,1 0-1,0-1 0,-1 1 0,1 0 1,0-1-1,-1 1 0,1-1 0,0 1 1,0-1-1,-11-14-4755,5 10 3472,-16-19-6693,-3 6-5276</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7:28.475"/>
    </inkml:context>
    <inkml:brush xml:id="br0">
      <inkml:brushProperty name="width" value="0.035" units="cm"/>
      <inkml:brushProperty name="height" value="0.035" units="cm"/>
    </inkml:brush>
  </inkml:definitions>
  <inkml:trace contextRef="#ctx0" brushRef="#br0">1115 11 5609,'-49'0'2941,"45"0"-139,1-1-1536,-29-8 6988,36 10-7543,29 13 306,0-2 0,40 9 1,301 41 959,-205-37-1677,129 15-87,-196-23-146,-102-17-68,1 0 1,-1 0 0,0 0-1,0 0 1,0 0 0,1 0-1,-1 0 1,0 0 0,0 0-1,0 0 1,0 0-1,1 0 1,-1 0 0,0 0-1,0 0 1,0 0 0,0 1-1,0-1 1,1 0 0,-1 0-1,0 0 1,0 0 0,0 0-1,0 0 1,0 1-1,0-1 1,0 0 0,1 0-1,-1 0 1,0 0 0,0 1-1,0-1 1,0 0 0,0 0-1,0 0 1,0 1-1,6 16 4,-3-11 6,-1 0 0,0 0-1,0 1 1,-1 0 0,0-1 0,0 1-1,0 0 1,-1-1 0,0 9-1,-12 86 237,-44 180 0,26-150-60,-212 1188 759,-51 1010-179,256-1879-669,-30 331 161,-26-5 103,18-379-108,62-346-196,-1-1-1,-3-1 0,-3 0 0,-1-1 0,-2-1 0,-56 83 1,68-117-37,0 1 0,-1-1 1,0-1-1,-1 0 1,0-1-1,-1 0 0,0-1 1,0-1-1,-25 12 1,17-11-69,0-2 1,-1 0 0,1-2 0,-2 0 0,1-2 0,-36 3 0,-294-3-4151,197-16 556,79-3 155,55 8-73,-30-12-1,16-1-5862</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18:01.107"/>
    </inkml:context>
    <inkml:brush xml:id="br0">
      <inkml:brushProperty name="width" value="0.035" units="cm"/>
      <inkml:brushProperty name="height" value="0.035" units="cm"/>
    </inkml:brush>
  </inkml:definitions>
  <inkml:trace contextRef="#ctx0" brushRef="#br0">231 106 4644,'0'0'56,"-1"0"0,1 0 0,-1 0 0,0 0 0,1 0 0,-1 0 0,0 0 0,1 0 0,-1 0 0,1 0 0,-1 0 0,0 0 0,1-1 0,-1 1 0,1 0 0,-1 0 0,1-1 0,-1 1 0,1 0 0,-1-1 0,1 1 0,-1-1 0,1 1 0,-1-1-1,1 1 1,-1 0 0,1-1 0,0 0 0,-1 1 0,1-1 0,0 1 0,0-1 0,-1 1 0,1-1 0,0 0 0,0 1 0,0-1 0,0 1 0,0-1 0,-1 0 0,1 1 0,1-1 0,-1 1 0,0-1 0,0-1 0,0 2-33,0 0-1,0 0 1,0 0 0,0-1 0,0 1 0,0 0 0,0 0 0,0 0 0,0-1-1,0 1 1,0 0 0,0 0 0,0 0 0,0 0 0,0-1 0,0 1 0,0 0-1,0 0 1,-1 0 0,1 0 0,0 0 0,0-1 0,0 1 0,0 0 0,0 0 0,0 0-1,-1 0 1,1 0 0,0 0 0,0-1 0,0 1 0,0 0 0,-1 0 0,1 0-1,0 0 1,0 0 0,-1 0 0,-8-4 502,-1 0-1,0 1 1,0 1-1,0-1 1,-18 0-1,20 2-160,0 0 0,0 0 0,0-1 0,1 0 0,-1 0 0,0 0 0,1-1 0,-1-1 0,1 1 0,-8-6 0,13 7 274,-37-15 6064,44 15-6585,0 0-1,1 0 1,-1 1 0,0-1 0,1 1 0,-1 1-1,1-1 1,8 1 0,7-1 63,320-2 1264,4 26-744,-282-18-680,392 41 247,-257-24-222,418 52-34,121 12 2,459 62-146,-229-25 129,-210-50 24,-195-20 8,-137-5-11,61 18 109,-126-15-114,-335-48-16,662 71-13,-523-57 64,118 4 101,-257-21-116,46-1 203,86 12-1,-153-11-185,34-10-171,-52-5-33,6 8 152,-1 0 0,0 0 0,0 1 0,0 0 0,-1 1 0,1 0 0,-2 1 0,-18-6 0,16 5 0,-33-11-47,-58-10 0,42 11 85,-706-131-117,587 116 120,-400-58-92,73 12 68,-869-98-84,260 72 311,1041 95-220,-1360-84 114,233 52-133,970 32 78,-69 0 257,113 4-46,185 3-153,-1 0-98,-28 0 118,26 1 34,29 1-58,229 0 291,-4 1-224,2143 204 113,-1924-144-694,530 70-1312,1-28-721,-982-103 2352,174 7-592,-167-9 428,-1-1-1,1-1 1,0-1-1,0-1 1,-1-1-1,23-8 1,-41 12 42,1 0 0,-1-1 0,0 1 0,1-1 0,-1 0 0,0 0 0,0 0 0,0 0-1,-1 0 1,1-1 0,0 1 0,3-6 0,-5 7 48,-1 0 0,0-1 0,1 1 0,-1 0 0,0-1 0,0 1 1,1-1-1,-1 1 0,0 0 0,-1-1 0,1 1 0,0-1 0,0 1 0,-1-1 0,1 1 0,0 0 0,-1-1 0,0 1 0,1 0 0,-1 0 0,0-1 0,1 1 0,-1 0 0,0 0 0,0 0 1,0 0-1,0 0 0,0 0 0,0 0 0,-2-1 0,-34-28-4873,4 13-2943</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3:52.857"/>
    </inkml:context>
    <inkml:brush xml:id="br0">
      <inkml:brushProperty name="width" value="0.035" units="cm"/>
      <inkml:brushProperty name="height" value="0.035" units="cm"/>
    </inkml:brush>
  </inkml:definitions>
  <inkml:trace contextRef="#ctx0" brushRef="#br0">1045 0 7249,'-17'7'15391,"17"-3"-15168,-2 11-79,0 0 0,-1 0 0,-1 0 1,0 0-1,-1 0 0,-1-1 0,-14 27 0,-6 17 252,-169 450 1519,122-315-1404,-27 76 52,-105 267 85,27-14-1458,149-429-1356,-76 164 0,100-248 1583,0-1 0,0 1 0,-1-1 0,0 0 0,-13 12 0,-6 1-6674</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3:53.266"/>
    </inkml:context>
    <inkml:brush xml:id="br0">
      <inkml:brushProperty name="width" value="0.035" units="cm"/>
      <inkml:brushProperty name="height" value="0.035" units="cm"/>
    </inkml:brush>
  </inkml:definitions>
  <inkml:trace contextRef="#ctx0" brushRef="#br0">228 307 5557,'-16'11'1187,"7"-6"-364,0 1-1,1 1 1,0 0 0,0 0-1,0 0 1,-7 11-1,-31 38 905,32-41-1120,0 1 1,-17 29-1,26-38-97,-1 0 1,1-1 0,-12 11-1,11-11-233,3-4 1419,6-5-1297,34-38 111,68-61 0,55-27-30,-58 47-99,-56 44-192,2 3 0,0 1 1,65-33-1,-107 64-162,0 0 1,1 0-1,-1 1 1,1 0 0,0 0-1,0 0 1,0 1-1,-1 0 1,1 0-1,0 1 1,0 0-1,1 0 1,-1 0 0,-1 1-1,1 0 1,0 1-1,0 0 1,0 0-1,-1 0 1,1 1-1,-1-1 1,1 2 0,-1-1-1,0 1 1,0 0-1,-1 0 1,1 0-1,-1 1 1,7 7 0,3 6 42,0-1 1,-2 2 0,0 0 0,17 33 0,12 38-70,93 196-1910,-127-269 31,1 4-6794,1-4-170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3:54.057"/>
    </inkml:context>
    <inkml:brush xml:id="br0">
      <inkml:brushProperty name="width" value="0.035" units="cm"/>
      <inkml:brushProperty name="height" value="0.035" units="cm"/>
    </inkml:brush>
  </inkml:definitions>
  <inkml:trace contextRef="#ctx0" brushRef="#br0">546 32 10541,'-23'-23'1821,"22"22"-1716,0 0 0,1 1 0,-1-1 0,0 0-1,0 1 1,1-1 0,-1 1 0,0-1 0,0 1 0,0-1 0,0 1 0,0-1 0,0 1 0,1 0 0,-1 0 0,0 0 0,0-1 0,0 1 0,0 0 0,0 0 0,0 0-1,0 0 1,-1 1 0,-3-1 297,-1 0-157,0 0-1,0 1 1,0-1-1,0 1 1,0 1-1,0-1 1,0 1-1,0 0 1,1 0-1,-1 1 1,-5 3-1,-10 7 370,-28 22-1,24-16-161,-47 38 599,-102 106-1,162-151-932,1 0-1,1 1 1,0 1 0,1 0 0,0 0-1,-8 19 1,17-31-85,-1 0 0,1 0-1,0 0 1,0-1 0,0 1 0,0 0 0,0 0-1,1 0 1,-1 0 0,0-1 0,1 1 0,0 0-1,-1 0 1,1-1 0,0 1 0,0 0 0,0-1-1,0 1 1,0-1 0,0 1 0,2 1-1,-1-1-7,1-1 0,0 1 0,0-1 0,0 0 0,0 0 0,0 0 0,0 0-1,0-1 1,0 1 0,0-1 0,0 0 0,0 0 0,0 0 0,0 0 0,0 0-1,0-1 1,6-1 0,6-2 38,-1 0-1,19-10 0,-22 10-28,35-17-67,-2-2 1,0-1-1,-1-3 1,-2-1-1,44-39 1,-72 55-44,-1-2 1,-1 1-1,1-1 0,-2-1 1,13-24-1,-22 38 72,1-2 40,-20 10-257,14-5 231,0 2 0,0-1 0,0 0 0,0 1 0,1-1 0,0 1 0,-1 0 0,1 0 0,0 1 0,1-1 0,-1 0 0,-3 10 0,0-2-21,-4 8 85,-13 33 0,17-37-18,3-10-1,1 1 1,0-1-1,1 0 1,-1 1-1,1-1 0,1 1 1,-1 0-1,1-1 1,0 1-1,1 0 1,0-1-1,0 1 0,0-1 1,1 1-1,-1-1 1,2 0-1,-1 0 1,1 1-1,0-2 0,0 1 1,6 8-1,-7-12-9,0 1-1,0-1 1,0 1-1,1-1 1,-1 0-1,1 0 1,-1 0 0,1 0-1,0 0 1,0-1-1,0 1 1,4 1-1,5 2 66,-3-1-54,0 0 0,0-1 0,1 0 0,-1 0 1,1-1-1,0 0 0,-1-1 0,1 0 0,16-1 0,-10-1-74,0-1 0,0-1 0,0 0 0,0-1 0,19-8 0,8-7-278,0-2 0,-2-1 1,40-30-1,-53 32-94,33-31 0,-1 0-125,-60 50 505,1 1 0,-1 0 0,0-1 0,1 1 0,-1 0 0,1-1 0,-1 1 0,0 0 0,1 0 0,-1-1 0,1 1 1,-1 0-1,1 0 0,-1 0 0,1-1 0,-1 1 0,1 0 0,-1 0 0,1 0 0,-1 0 0,1 0 0,-1 0 0,1 0 0,-1 0 0,1 0 0,-1 0 0,1 1 0,-1-1 0,1 0 1,-1 0-1,1 0 0,-1 1 0,1-1 0,0 1 1,0 0 0,-1 1 1,1-1-1,0 0 0,-1 0 0,1 1 1,-1-1-1,0 0 0,1 0 1,-1 1-1,0-1 0,0 3 0,-1 52 52,0-45-53,-1 18 71,-1-2 335,2 0 0,4 51 1,-2-72-272,0-1 0,0 1 0,0 0-1,1 0 1,-1-1 0,1 1 0,1-1 0,-1 0 0,1 1 0,0-1 0,0 0 0,0-1 0,1 1 0,0-1 0,0 1 0,0-1 0,0 0 0,10 6 0,-11-8-48,1-1 0,0 1 0,0-1 0,0 0 1,0 0-1,0 0 0,0-1 0,0 1 0,0-1 1,1 0-1,-1 0 0,0-1 0,0 1 0,0-1 0,0 0 1,0 0-1,4-2 0,-1 1-24,-1 0 1,0-1-1,0 0 0,0 0 0,0 0 1,-1-1-1,1 0 0,-1 0 1,7-8-1,7-12 87,-2-2 0,0 0 0,19-43-1,-25 45-350,-1-1-1,-1 0 0,-1-1 0,4-30 0,-9 46-476,-1 0 0,1 0 0,1 0 0,0 0 0,0 1 0,1-1 0,0 1-1,9-11 1,-13 18-998,17 6-2789,-1 4-555,1 8-2966</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3:54.669"/>
    </inkml:context>
    <inkml:brush xml:id="br0">
      <inkml:brushProperty name="width" value="0.035" units="cm"/>
      <inkml:brushProperty name="height" value="0.035" units="cm"/>
    </inkml:brush>
  </inkml:definitions>
  <inkml:trace contextRef="#ctx0" brushRef="#br0">150 219 9557,'25'-25'14664,"-52"24"-15029,1-2 153,-28-5 1,49 6 151,-26 3-28,23-2 74,5 1-2,-11 14 150,13-12-126,0 0 0,1 0 0,-1 0 0,0 0 0,0 0 0,1 1 0,0-1 0,-1 0 0,1 0 0,0 0 0,0 0 0,0 0 0,0 1 0,0-1 0,1 0 0,-1 0 0,1 0 0,-1 0 0,1 0 0,0 0 0,0 0 0,0 0 0,0 0 0,0 0-1,3 3 1,2 4 59,0 1-1,1-1 0,14 15 1,1-2-103,-7-6-30,-1-1 1,2-1-1,0 0 0,1-1 0,33 19 0,-46-30-40,1-1-1,-1 1 0,1-1 0,-1-1 0,1 1 0,0 0 0,-1-1 1,1 0-1,0 0 0,-1-1 0,1 1 0,-1-1 0,1 0 0,-1 0 1,1 0-1,-1-1 0,1 0 0,-1 0 0,0 0 0,0 0 0,7-5 0,7-6-371,-1 0-1,0-1 0,18-20 0,-9 5 518,0-2 0,33-54 1,-47 67 696,7-6 213,-17 22-608,1 1-29,20-11 189,-21 11-134,1 40-59,-2-31-275,0 1 0,0 0-1,-1 0 1,-2 15-1,0-15-5,1 0 0,0-1-1,1 1 1,0 0 0,1-1 0,-1 1-1,1 0 1,3 8 0,-3-12 116,16-10 113,-1-1-1,0 0 1,0-1 0,21-13-1,59-44 560,-11 7-284,-35 27-322,-26 13-305,1 2 1,1 1-1,53-20 0,-70 31-268,-1 0-1,1-1 0,0 0 0,-1 0 1,9-6-1,13-15-5729</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3:55.485"/>
    </inkml:context>
    <inkml:brush xml:id="br0">
      <inkml:brushProperty name="width" value="0.035" units="cm"/>
      <inkml:brushProperty name="height" value="0.035" units="cm"/>
    </inkml:brush>
  </inkml:definitions>
  <inkml:trace contextRef="#ctx0" brushRef="#br0">515 45 7165,'-21'-11'538,"14"6"-308,-1 1-1,1 0 0,-1 0 1,0 1-1,0 0 1,-1 0-1,1 1 1,0 0-1,-1 0 0,0 1 1,1 0-1,-13 1 1,-9 4 221,0 2 0,1 0 0,0 2 0,0 1 0,1 2 1,0 0-1,1 2 0,-46 29 0,51-31 468,17-8-660,-1-1 1,1 0-1,0 1 1,0 0-1,1 0 1,-6 5-1,9-7-189,0 0-1,0 0 1,0 1-1,0-1 1,0 0-1,1 0 1,-1 1-1,0-1 1,1 1-1,-1-1 1,1 0-1,0 1 1,-1-1-1,1 1 1,0-1-1,0 1 1,0-1-1,0 1 1,0-1-1,0 1 1,0-1 0,1 1-1,-1-1 1,0 1-1,1-1 1,-1 1-1,1-1 1,1 3-1,2 2 57,0 0 0,0 0 0,0 0 0,1 0-1,0-1 1,0 1 0,1-1 0,-1-1 0,1 1 0,0-1 0,1 0-1,-1 0 1,1-1 0,7 4 0,6 1 116,1-1 0,0-1-1,34 7 1,-39-11-152,1 0 0,-1-1-1,1-1 1,-1 0 0,20-4 0,-30 4-105,0-1-1,0 0 1,0 0 0,0-1-1,-1 0 1,1 0 0,-1 0 0,1-1-1,-1 1 1,0-1 0,7-5 0,-9 5-52,-1 0 0,1 0 0,-1 0 0,0 0 0,1 0 0,-2 0 0,1 0 0,0-1 0,-1 1 0,1-1 0,-1 0 1,0 1-1,0-1 0,0 0 0,-1 1 0,1-1 0,-1 0 0,0-5 0,-1 0-132,0 1 0,-1-1 0,0 1 0,0-1 0,-1 1 0,0 0 0,0 0 0,-1 0 0,-8-13 0,10 18 84,1 1 14,-4-6-50,-1-5 500,15 23 57,18 29 177,-19-26-429,1 0 1,0-1-1,12 12 0,-7-9-95,-6-6-57,1 0 0,-1 0 0,1-2 0,0 1 0,1-1 0,0 0 1,0-1-1,1 0 0,-1-1 0,12 5 0,-7-5-323,-1-1 0,1-1 0,0 0 0,0 0-1,0-2 1,1 0 0,-1-1 0,0 0 0,20-3 0,0-4 135,0-2 1,-1-1-1,54-23 1,-46 14 1022,-22 10-43,0 0 1,-1-1-1,0-1 0,24-18 0,6-5 2789,-46 33-3410,-1 0 0,1 0 0,-1 0 0,1 0 0,-1 1 0,1-1 0,0 1 0,-1-1 0,1 1 0,-1 0 0,1 0 0,0 0 0,-1 1 0,6 0 0,-8 0-136,0 0 1,1 0 0,-1 0 0,0 0 0,1 0-1,-1 0 1,0 1 0,0-1 0,0 0 0,0 0-1,0 0 1,0 0 0,0 0 0,0 0 0,-1 0-1,1 0 1,-1 2 0,1-3-28,-5 22 238,0-1 1,-2 1-1,0-1 1,-1-1-1,-19 32 1,-67 96 288,-5-23-518,-132 131 0,-245 185-4570,416-389 3541,48-40 550,12-12 450,0 0 1,0 0 0,0 0-1,0 0 1,0 0-1,0 0 1,0 0 0,0 0-1,0 0 1,0 0-1,0 0 1,1 1 0,-1-1-1,0 0 1,0 0-1,0 0 1,0 0 0,0 0-1,0 0 1,0 0-1,0 0 1,0 0 0,0 0-1,0 0 1,0 0-1,0 0 1,0 0 0,0 0-1,0 0 1,0 0-1,0 0 1,0 1 0,0-1-1,0 0 1,0 0 0,0 0-1,0 0 1,0 0-1,0 0 1,0 0 0,0 0-1,0 0 1,0 0-1,0 0 1,0 0 0,0 0-1,0 0 1,0 0-1,0 1 1,0-1 0,0 0-1,0 0 1,0 0-1,0 0 1,0 0 0,0 0-1,-1 0 1,1 0-1,0 0 1,0 0 0,24-11-815,-9 4 913,46-27-284,-2-2-1,67-53 0,-18 11 116,496-314 545,-208 139-138,-353 226-297,-1-3-1,-1-1 1,-1-2 0,43-47 0,-79 75-42,0 0-1,0 0 1,0-1 0,-1 0 0,0 1 0,0-1 0,0 0 0,-1-1 0,0 1 0,0 0 0,1-10 0,-2 12 14,-1 1 1,0 0-1,0-1 0,0 1 0,-1-1 0,1 1 1,-1 0-1,0-1 0,0 1 0,0 0 0,0 0 0,0 0 1,-1 0-1,1 0 0,-1 0 0,0 0 0,0 0 0,0 0 1,0 1-1,-1-1 0,1 1 0,-1 0 0,-4-4 1,4 4 57,0 0 0,-1-1 0,0 1 0,1 0 0,-1 1 0,0-1 1,0 1-1,0 0 0,0 0 0,0 0 0,0 0 0,-7 0 1,11 5 533,0 0-493,1 1 1,0-1 0,0 0 0,0 0 0,0 0 0,1 0-1,-1 0 1,1 0 0,0 0 0,0-1 0,1 1 0,-1-1-1,1 1 1,0-1 0,0 0 0,0 0 0,0 0 0,0 0-1,1-1 1,-1 0 0,8 4 0,10 6 276,0-2 0,42 15 0,-36-15-166,51 20 56,155 58 488,-80-34-4003,-147-52 1572,-1-1 1,0 0-1,1 0 0,-1 0 0,1-1 0,7 0 1,-7 0 390,19 0-9222</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3:56.033"/>
    </inkml:context>
    <inkml:brush xml:id="br0">
      <inkml:brushProperty name="width" value="0.035" units="cm"/>
      <inkml:brushProperty name="height" value="0.035" units="cm"/>
    </inkml:brush>
  </inkml:definitions>
  <inkml:trace contextRef="#ctx0" brushRef="#br0">298 718 14881,'0'0'4651,"0"3"-3764,-1 2-669,0-1-181,1 0 0,-1 0 0,0 0 0,0 0 0,-1 0 0,1 0 0,-1-1 0,0 1 0,0-1 0,0 1 0,0-1 0,-4 4 0,-11 13-429,10-11 66,-1 0 1,0-1-1,0 0 0,0-1 0,-1 0 0,0 0 0,-12 7 1,9-10 587,10-12 524,2 0-805,0 6 91,0 0 0,0 0-1,0 0 1,0 0 0,1 0 0,-1 0 0,1 0-1,0-1 1,-1 1 0,1 0 0,0 1 0,0-1-1,0 0 1,0 0 0,3-3 0,27-25 973,-25 25-872,-1 1 1,0-1 0,0 0 0,0-1-1,0 1 1,5-10 0,-8 11-136,0 0 1,-1-1 0,1 1 0,-1-1-1,0 1 1,0-1 0,0 1 0,-1-1-1,1 0 1,-1 1 0,-1-1 0,1 0-1,0 1 1,-1-1 0,0 1 0,0-1-1,-1 1 1,1-1 0,-1 1 0,0 0-1,0-1 1,0 1 0,0 0 0,-1 1-1,-4-6 1,-7-6-63,1 0 1,-2 1-1,0 1 0,-26-17 0,37 27 45,-17-13-68,-20-12-16,38 27 83,13-13 163,-6 10-102,0 1-1,0-1 0,0 1 0,0 0 0,1 0 0,0 1 0,-1-1 0,1 1 0,0 0 0,0 0 0,0 0 0,0 1 0,0 0 0,10-1 0,8-4 308,84-28 1419,187-91 0,-223 92-1418,229-115 715,-181 88-688,-53 28-226,-66 32-190,0 0 0,0 0-1,0 0 1,0 0 0,0 0-1,0 0 1,0 0 0,0 0-1,0-1 1,0 1 0,0 0-1,1 0 1,-1 0 0,0 0-1,0 0 1,0 0 0,0 0-1,0 0 1,0 0 0,0 0-1,0 0 1,0 0 0,1 0-1,-1 0 1,0 0 0,0 0-1,0 0 1,0 0 0,0 0-1,0 0 1,0 0 0,0 0-1,1 0 1,-1 0 0,0 0-1,0 0 1,0 0 0,0 0-1,0 0 1,0 0 0,0 0-1,0 0 1,1 0 0,-1 0-1,0 0 1,0 0 0,0 0-1,0 0 1,0 0 0,0 1-1,0-1 1,0 0 0,0 0-1,0 0 1,0 0 0,0 0-1,0 0 1,0 0 0,0 0-1,0 1 1,0-1 0,1 0-1,-1 0 1,0 0 0,0 0-1,0 0 1,0 0 0,0 0-1,-1 1 1,3 3-2,-1 1 1,-1 0-1,1-1 0,-1 1 0,0 0 0,0 0 1,0-1-1,-1 1 0,1 0 0,-1-1 1,0 1-1,-3 5 0,-3 11-1,-16 28-1,9-18 7,-357 835 1750,280-650-1552,-88 158-201,162-345-294,-1-2 0,-30 36 1,39-52 89,-1-1 1,0 0 0,0-1-1,-1 0 1,0-1 0,-1 0 0,0-1-1,-17 9 1,23-14-84,-1 0 0,1-1 0,0 1 0,-1-1 0,1 0 0,-1-1-1,1 1 1,-1-1 0,1-1 0,-1 1 0,1-1 0,-1 0 0,1 0 0,0-1 0,-1 0 0,-7-4 0,4 2-913,0-2 0,0 1 1,1-1-1,-1-1 1,1 0-1,1 0 0,-1 0 1,-14-18-1,-16-32-10195</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3:57.181"/>
    </inkml:context>
    <inkml:brush xml:id="br0">
      <inkml:brushProperty name="width" value="0.035" units="cm"/>
      <inkml:brushProperty name="height" value="0.035" units="cm"/>
    </inkml:brush>
  </inkml:definitions>
  <inkml:trace contextRef="#ctx0" brushRef="#br0">314 625 11553,'-44'2'2936,"36"-2"-2479,1 0-1,-1 0 0,1 0 0,0 1 1,-15 4-1,3 3-18,1 0 0,-1 2 0,2 0-1,0 2 1,0-1 0,1 2 0,-29 29 0,41-38-348,0 0 0,0 1 0,0-1 0,1 1-1,0 0 1,0 0 0,0 0 0,0 1 0,1-1 0,0 1 0,0-1 0,1 1 0,-1 0 0,1 0-1,0 0 1,1-1 0,0 1 0,0 6 0,0-10-58,1-1 1,-1 0-1,0 0 1,1 0-1,0 0 1,-1 0-1,1 0 1,0 0-1,-1 0 0,1 0 1,0 0-1,0 0 1,0 0-1,0-1 1,0 1-1,0 0 0,0 0 1,0-1-1,0 1 1,0-1-1,0 1 1,2 0-1,27 5 286,-27-6-289,25 3 182,0-2 0,0-1 0,1-2 0,44-7 0,115-33 80,-148 32-372,-7 2-245,-1-2 1,47-19 0,-76 27 82,0-36-382,-3 37 616,0 0-1,-1 1 1,1-1-1,0 0 1,0 0-1,-1 1 1,1-1-1,-1 0 1,1 1 0,0-1-1,-1 1 1,1-1-1,-1 1 1,1-1-1,-1 1 1,0-1-1,1 1 1,-1-1-1,0 1 1,1 0 0,-1-1-1,0 1 1,0-1-1,0 1-18,0-1 24,1 1 0,0 0 0,0-1 0,-1 1-1,1 0 1,0-1 0,-1 1 0,1 0-1,-1-1 1,1 1 0,0 0 0,-1 0 0,1-1-1,-1 1 1,1 0 0,0 0 0,-1 0-1,1 0 1,-1 0 0,1 0 0,-1 0 0,1 0-1,-1 0 1,1 0 0,-1 0 0,1 0-1,-1 0 1,1 0 0,0 13-18,1-8 54,0-2-13,0 0 0,0 0 0,0 0 1,0 0-1,1-1 0,-1 1 0,1 0 0,-1-1 1,1 1-1,0-1 0,0 1 0,0-1 0,1 0 1,-1 0-1,1 0 0,-1 0 0,1-1 0,-1 1 1,1-1-1,0 1 0,0-1 0,3 1 0,6 3 49,1-2 0,0 1-1,23 2 1,31 0 102,0-3 1,1-3-1,69-9 1,-115 7-219,0-1 0,-1-1-1,1-1 1,-1-1 0,40-16 0,-48 15-46,0 0-1,0-1 0,0 0 1,-1-1-1,-1 0 1,1-1-1,-2 0 1,1-1-1,14-19 1,-3-3-194,0 0 1,-3-2 0,-1 0-1,-1-2 1,-2 1 0,-2-2-1,-1 0 1,-2 0 0,7-53-1,-14 64 426,0-1-1,-2 0 1,0 1 0,-5-36-1,3 59 890,3 9-753,4 15-101,0 0 0,-2 1-1,0-1 1,1 39 0,-5 91 206,0-150-378,-15 245 346,3-77-367,2-92-172,0-14-408,9-57 486,0 0-1,1 0 0,0 0 0,0 0 0,0 0 1,0 0-1,1 0 0,-1 0 0,1 0 0,1 0 0,-1 0 1,1 0-1,0 0 0,4 7 0,-6-11 88,1 0-1,0-1 1,-1 1-1,1-1 1,-1 1-1,1 0 1,0-1 0,-1 0-1,1 1 1,0-1-1,0 1 1,-1-1-1,1 0 1,0 0-1,0 1 1,-1-1-1,1 0 1,0 0-1,0 0 1,0 0-1,-1 0 1,1 0-1,0 0 1,0 0 0,0 0-1,0 0 1,-1 0-1,1-1 1,0 1-1,0 0 1,-1-1-1,1 1 1,0 0-1,0-1 1,-1 1-1,1-1 1,1 0 0,26-27-396,-22 21 351,16-19-53,-2-1 0,-1-1 0,17-31 0,-12 18 128,123-217 953,-77 134-138,-15 16 924,41-116 0,-94 220-1578,-1-1 1,1 1 0,-1-1 0,0 0-1,0-9 1,-1 13-135,0 0 0,0 0 1,0 0-1,0 0 0,0 0 0,0 0 0,0 0 0,0 0 0,0 0 1,-1 0-1,1-1 0,0 1 0,-1 0 0,1 0 0,-1 1 0,1-1 1,-1 0-1,0 0 0,1 0 0,-1 0 0,0 0 0,1 1 1,-2-2-1,0 2-8,1 0 0,0 0 1,-1 1-1,1-1 0,0 0 1,0 1-1,-1-1 1,1 1-1,0-1 0,0 1 1,0-1-1,-1 1 0,1 0 1,-1 1-1,-1 0 9,-14 10 95,1 0 0,0 1-1,1 1 1,1 0 0,0 1 0,1 1 0,-15 22 0,-72 131 636,72-116-682,2 2 0,3 1 0,3 0 1,1 2-1,-14 82 0,29-110-281,0 1 0,3 0 0,0 0 0,2 0-1,6 35 1,-4-44-91,2-1 0,0-1 0,2 1 0,0-1 0,1 0 0,1 0-1,1-1 1,15 22 0,-15-28-293,0 0-1,1 0 1,1-1-1,0 0 1,0-1-1,1-1 0,25 16 1,-16-13-1667,0-2-1,33 13 1,48 9-7955</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3:57.496"/>
    </inkml:context>
    <inkml:brush xml:id="br0">
      <inkml:brushProperty name="width" value="0.035" units="cm"/>
      <inkml:brushProperty name="height" value="0.035" units="cm"/>
    </inkml:brush>
  </inkml:definitions>
  <inkml:trace contextRef="#ctx0" brushRef="#br0">34 38 14837,'-3'-32'2279,"3"32"-2190,0 0-1,0-1 0,0 1 1,-1 0-1,1-1 0,0 1 1,0 0-1,0 0 0,0-1 1,0 1-1,0 0 0,-1 0 1,1 0-1,0-1 0,0 1 1,0 0-1,-1 0 0,1 0 1,0-1-1,0 1 0,-1 0 1,1 0-1,0 0 0,0 0 1,-1 0-1,1 0 0,0 0 1,0 0-1,-1-1 0,1 1 1,0 0-1,-1 0 0,1 0 1,0 0-1,0 0 0,-1 0 1,1 1-1,-1-1 0,-8 2 477,9-2-289,-1 0-174,1 0-1,-1 0 1,0 0 0,1 0-1,-1 0 1,1 1 0,-1-1-1,1 0 1,-1 0 0,0 0-1,1 0 1,-1 1 0,1-1-1,-1 0 1,1 1 0,0-1 0,-1 0-1,1 1 1,-1-1 0,1 1-1,-1-1 1,1 0 0,0 1-1,-1 0 1,7 12 2485,1 0-1989,20 48 586,-3 2 0,26 108 0,-32-106-1035,7 55-1144,-10-37-2251,-9-61-29,10 32 0,-15-52 2687,-1-1 0,1 1 1,0 0-1,0-1 1,0 1-1,0 0 1,0-1-1,0 1 0,0-1 1,3 3-1,12 1-10003</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3:57.825"/>
    </inkml:context>
    <inkml:brush xml:id="br0">
      <inkml:brushProperty name="width" value="0.035" units="cm"/>
      <inkml:brushProperty name="height" value="0.035" units="cm"/>
    </inkml:brush>
  </inkml:definitions>
  <inkml:trace contextRef="#ctx0" brushRef="#br0">896 1 12793,'0'0'4114,"-4"3"-2588,-50 47 800,-70 83-1,-40 71-1151,-151 238-1424,226-322-356,0-1-1615,40-36-2157,42-66-919</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3:58.091"/>
    </inkml:context>
    <inkml:brush xml:id="br0">
      <inkml:brushProperty name="width" value="0.035" units="cm"/>
      <inkml:brushProperty name="height" value="0.035" units="cm"/>
    </inkml:brush>
  </inkml:definitions>
  <inkml:trace contextRef="#ctx0" brushRef="#br0">172 0 10537,'-4'9'682,"-2"0"1,1-1-1,-7 9 1,3-6 602,7-7-929,0-1-1,1 1 1,-1 0-1,1-1 1,0 1 0,0 0-1,0 0 1,0 0-1,0 5 1,-6 26 1316,-63 176 1078,66-201-3148,-1 0 0,0 0 0,-7 9 0,5-7-1127,5-9-1530,-8-21-10319</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3:58.231"/>
    </inkml:context>
    <inkml:brush xml:id="br0">
      <inkml:brushProperty name="width" value="0.035" units="cm"/>
      <inkml:brushProperty name="height" value="0.035" units="cm"/>
    </inkml:brush>
  </inkml:definitions>
  <inkml:trace contextRef="#ctx0" brushRef="#br0">1 1 18938,'0'0'8405,"17"7"-8854,-3 3-359</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3:59.265"/>
    </inkml:context>
    <inkml:brush xml:id="br0">
      <inkml:brushProperty name="width" value="0.035" units="cm"/>
      <inkml:brushProperty name="height" value="0.035" units="cm"/>
    </inkml:brush>
  </inkml:definitions>
  <inkml:trace contextRef="#ctx0" brushRef="#br0">569 121 10089,'-3'-6'529,"1"0"0,0-1-1,0 0 1,0 1 0,0-9 0,1 12-417,1 1 1,-1 0-1,0 0 1,1 1-1,-1-1 0,0 0 1,0 0-1,0 0 1,-1 0-1,1 1 0,0-1 1,-1 1-1,1-1 1,-1 1-1,1-1 1,-1 1-1,1 0 0,-1 0 1,0-1-1,0 1 1,0 1-1,0-1 0,0 0 1,-3-1-1,-8-1 231,1-1 0,-26-2-1,21 3-202,-28-5 155,-1 3 1,0 1 0,0 2-1,0 2 1,-53 8 0,93-8-142,0 1 0,0 1 0,1-1 0,-1 1 1,0 0-1,1 0 0,-1 1 0,1 0 0,0 0 0,0 0 1,0 0-1,0 1 0,0 0 0,1 0 0,0 0 1,0 1-1,0-1 0,0 1 0,1 0 0,-4 6 0,6-8-20,0 0-1,0 0 0,1-1 0,-1 1 1,1 0-1,-1 0 0,1 0 0,0 0 0,0 0 1,0-1-1,1 1 0,-1 0 0,1 0 1,-1 0-1,1-1 0,0 1 0,0 0 1,2 3-1,2 5 278,1-1 0,13 18 0,-16-24-288,31 38 1157,1-3 0,2 0 0,58 45 1,-27-23 12,65 50-1079,-130-109-207,0 0 1,0 1-1,0 0 0,-1-1 0,0 1 1,1 0-1,-1 0 0,0 1 1,2 5-1,-3-9-15,-1 1 0,0 0 0,0-1 0,0 1 0,1 0 0,-1 0 0,0-1 1,0 1-1,0 0 0,0-1 0,0 1 0,-1 0 0,1 0 0,0-1 0,0 1 0,0 0 0,0-1 0,-1 1 0,1 0 0,0-1 1,-1 1-1,1 0 0,-1-1 0,1 1 0,-1-1 0,1 1 0,-1-1 0,1 1 0,-1-1 0,1 1 0,-1-1 0,1 1 1,-1-1-1,0 0 0,1 1 0,-1-1 0,0 0 0,1 0 0,-1 0 0,0 1 0,0-1 0,1 0 0,-1 0 0,0 0 1,-1 0-1,-8 1-604,-1-1 1,1 0 0,-1 0-1,1-1 1,0-1 0,-1 1-1,1-2 1,0 1-1,-15-7 1,-5-3-4876,-54-31 1,8-4-6919</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4:09.472"/>
    </inkml:context>
    <inkml:brush xml:id="br0">
      <inkml:brushProperty name="width" value="0.035" units="cm"/>
      <inkml:brushProperty name="height" value="0.035" units="cm"/>
    </inkml:brush>
  </inkml:definitions>
  <inkml:trace contextRef="#ctx0" brushRef="#br0">29 1 6733,'-24'40'1477,"20"-31"4189,18-14-4137,-9 3-1153,0 0-1,0 1 1,0 0-1,0 0 0,0 0 1,0 0-1,0 1 1,1 0-1,-1 0 0,0 1 1,0-1-1,6 2 0,7 3 17,1 0-1,17 8 0,-18-6-101,32 8 1,0 0 5,-40-11-259,0-1-1,0 0 1,0-1-1,0 0 0,17 1 1,5-1 32,59 10-1,-69-8-52,1 0-1,0-2 0,-1 0 1,1-2-1,0 0 0,23-4 0,-11 0-7,0 2-1,53 3 0,41-1 10,-50-3 8,144 14 1,-65 0-10,-15 1-28,-21 0-2,53 7-7,-4 0 5,-56-11 6,101 6-16,-105-8-7,56 1 53,161-3 52,-23 13-64,-163-6-23,245 9-16,-165-11 5,10 0-27,-86-2 80,-16-4-35,85 4 32,-3-13 48,-56-1-113,267 0-12,-179 7 47,-153 2 18,37-1-14,182-11-46,-147 7 57,-64 2-26,43-2 39,297-18-5,96 17-84,-414 4 97,-76-1-32,53 4 0,285 9 9,-325-12 2,250 6 43,-178-11-17,-21 1-22,50 2-14,96 1 58,-135 4-32,145 6 102,-91-8-155,51-9 76,-36-1-84,-60 5 42,35 0-13,25 2 34,19 1-6,188 4-47,-70-3 53,175-17 191,-338 1-87,217-14 68,-363 29-204,743-42 345,-541 29-140,-116 9 88,105 6 1,104 23 668,-71-5-321,24 4-152,39 2 212,-226-19-429,-36-3 173,61-1 0,-93-3-389,24 2 121,11 2 18,1 3-30,-41-5-107,-1-1-11,79 3-3433,-83-3 3355,0 0-1,0 0 1,0-1 0,0 1 0,0 0 0,0 0-1,0 0 1,0 0 0,0 0 0,0 0 0,0 0-1,0 0 1,0 0 0,0-1 0,0 1 0,0 0-1,0 0 1,0 0 0,0 0 0,0 0 0,0 0-1,0 0 1,0 0 0,0 0 0,0-1 0,0 1-1,0 0 1,0 0 0,0 0 0,0 0 0,0 0-1,0 0 1,0 0 0,0 0 0,0 0 0,0 0-1,0 0 1,1-1 0,-1 1 0,0 0 0,0 0-1,0 0 1,0 0 0,0 0 0,0 0 0,0 0-1,0 0 1,0 0 0,1 0 0,-1 0 0,0 0-1,0 0 1,0 0 0,0 0 0,0 0 0,0 0-1,0 0 1,-2-5-1066,-1 0 0,1 0 0,-1 0 0,-1 0 0,1 0 0,-1 0-1,0 1 1,-6-6 0,-26-10-9823</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4:21.270"/>
    </inkml:context>
    <inkml:brush xml:id="br0">
      <inkml:brushProperty name="width" value="0.035" units="cm"/>
      <inkml:brushProperty name="height" value="0.035" units="cm"/>
    </inkml:brush>
  </inkml:definitions>
  <inkml:trace contextRef="#ctx0" brushRef="#br0">1 104 9821,'0'-4'11013,"0"4"-10823,13-2 4584,29 5-5373,-7 0 1174,331 19 519,-61-1-682,506-10-38,-327-3-371,-133-6 67,-190-3-39,198-12 42,-90 1-61,54-5-79,92 0-26,-94 8 137,3 0-17,275-8 8,-361 11-6,-17 1-38,7 2-34,6-1 45,-7-6-7,194-14-57,-207 10 73,-103 7-54,146 11 1,-183-1-10,121 8-88,78 2-26,-40-4 165,211 15-137,-135-8 161,-153-10-8,88 9-17,62 2 6,-131-10-16,449 18 870,-385-12-432,-12 0 14,11 6 156,-197-18 24,69-5-1,-106 4-482,0 0-21,34 0 117,-34 0 380,-1-1-565,10-1 629,4-2-2903,-39 1-470,14 1 1922,1 1 1,0-1 0,-1-1-1,1 1 1,0-1 0,0-1 0,0 1-1,1-1 1,-1 0 0,1-1 0,-12-10-1,-1 0-4061,-18-14-5685</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4:51.624"/>
    </inkml:context>
    <inkml:brush xml:id="br0">
      <inkml:brushProperty name="width" value="0.035" units="cm"/>
      <inkml:brushProperty name="height" value="0.035" units="cm"/>
    </inkml:brush>
  </inkml:definitions>
  <inkml:trace contextRef="#ctx0" brushRef="#br0">7629 1128 4740,'47'1'6943,"-28"1"3950,-21-5-10756,-56-54 417,45 45-404,-1 1-1,-21-14 1,1 0-8,-19-13-14,29 21-36,-32-28 1,36 26-80,0 2 0,-28-18 0,-47-32 81,62 42-122,-39-23 0,7 11 70,-115-60 37,-9-1 153,-61 3-31,197 76-164,-49-14-24,16 8-33,-38-9 164,62 20-88,0-2 1,-72-31-1,74 26 71,-112-25 1,-66 5 103,122 23-102,-124-7-130,132 17-8,-11 5-8,-9-1 37,-102-1 32,85 4 8,29 8-106,14 0 71,-142 2 32,2-1 32,56-3-11,-94-2-22,105-3-88,123 7 87,-5-1-8,-110-3-39,-199 29 0,222-17 54,82-10-64,0 3-1,-80 20 1,-75 24 166,167-41-171,-112 31 11,-210 81-1,344-110 10,1 2 0,1 0 0,0 2 0,1 0 0,1 2 0,-27 27 0,-18 20 297,-75 94-1,-47 89 223,75-72-329,41-60-86,-65 124-27,129-217-92,-10 31 0,1-4 43,6-12-4,1 0 0,-7 42 0,16-59-31,0-7 10,1 0 0,1 0 0,0 1-1,2-1 1,-1 1 0,2-1 0,2 23 0,1-21-21,-2 1 0,0-1 1,-2 31-1,0-26 11,4 35 0,-2-39-18,1 0 1,0-1-1,2 1 0,0-1 0,0 0 0,2 0 0,12 23 1,8 7-5,3-1 1,2-1-1,1-1 1,66 64-1,-71-84 0,1-2 1,1-1-1,62 33 0,50 7 50,-109-48-27,79 24-53,210 41 1,-214-55 15,431 72-66,-371-68-28,41-2 121,38 6-69,-66 0 119,97 19-108,564 117 71,-412-128 6,-258-41-108,339-48 1,162-91-73,122-93 205,-522 144-67,6-6 99,154-60 390,-81-8 554,-306 138-824,-1-1 0,-1-3 0,-2-1 0,-1-2 0,50-54-1,-41 31 117,-2-3-1,78-129 0,-105 152-94,-2 0 0,-1-1 0,22-68 0,-33 85-133,-1-1-1,-1 0 1,-1 0-1,0 0 0,-2-1 1,-1 1-1,-2-39 1,-4 27-47,-1 0 1,-2 1-1,-1 0 1,-2 0-1,-26-55 1,23 57-68,9 17-53,-1 0 0,-1 1 0,0-1 0,-15-19 0,-10 1-597,-13-15-1354,-32-55-3398,29 31-3741,13 21-2813</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4:52.775"/>
    </inkml:context>
    <inkml:brush xml:id="br0">
      <inkml:brushProperty name="width" value="0.035" units="cm"/>
      <inkml:brushProperty name="height" value="0.035" units="cm"/>
    </inkml:brush>
  </inkml:definitions>
  <inkml:trace contextRef="#ctx0" brushRef="#br0">705 291 8737,'0'0'15458,"4"-1"-14401,244-42 3250,-177 29-3556,131-43 1,-188 51-718,-3 3-106,-1-1 0,1 0-1,-1-1 1,17-11 0,-25 14-3,0 1-1,0-1 1,0 1 0,0-1 0,-1 0-1,1 0 1,-1 1 0,1-1-1,-1-1 1,0 1 0,1 0-1,-1 0 1,0 0 0,-1 0 0,1-1-1,0 1 1,-1-1 0,1 1-1,-1 0 1,0-1 0,1 1-1,-1-1 1,0 1 0,-1-1-1,1 1 1,0 0 0,-1-1 0,0-2-1,-1 2-38,0-1 0,0 0 1,-1 1-1,1 0 0,-1-1 0,0 1 0,0 0 0,0 1 0,0-1 0,0 0 0,-1 1 1,1 0-1,-1-1 0,0 2 0,1-1 0,-8-2 0,-4-1-152,0 0-1,0 1 1,-1 1-1,0 0 1,-31 0 0,8 3-173,-50 6 1,7 6 457,0 2 0,1 4 0,0 4 0,-108 45 0,164-56 559,-42 24 0,60-30-378,-1 0-1,1 0 0,0 1 1,1 0-1,-1 0 0,1 1 1,0-1-1,-9 15 0,13-17-25,1 0 0,-1 1 0,1-1 0,-1 0 1,1 0-1,0 1 0,1-1 0,-1 1 0,1-1 0,0 1 0,0-1 0,2 9 0,-1-5 39,1-1 0,-1 1 0,2-1 0,-1 0 0,1 1 0,4 6 1,1-2 24,0 0 0,1 0 0,1-1 0,12 12 0,-11-13-79,-1 1 1,0 1-1,13 19 0,-11-13-159,-10-16 0,-1 0 0,1 0 0,0 0 0,-1 0 0,0 0 0,1 0 0,-1 0 0,0 1 0,0-1 0,-1 1 0,1-1 0,0 1 0,-1-1 0,1 1 0,-1-1 0,0 1 0,0-1 0,0 1 0,0 0 0,0-1 0,-1 1 0,1-1 0,-2 5 0,-5 13 0,-1-1 0,0-1 0,-2 1 0,-15 23 0,-58 71 0,23-33 0,-32 46-184,-47 68-322,133-185 447,-4 6-45,0 0 1,1 1-1,1 0 0,-7 19 1,13-31 88,1 0 1,0 0 0,0 0 0,1 0-1,-1 0 1,1 0 0,0 1 0,0-1 0,0 0-1,1 5 1,0-6 16,0-1-1,-1 0 1,1 1-1,1-1 0,-1 1 1,0-1-1,0 0 1,1 0-1,0 0 1,-1 0-1,1 0 1,0 0-1,0 0 1,0 0-1,0-1 1,0 1-1,4 1 1,5 2-5,-1 0 0,1-2 0,0 1 0,0-1 0,1-1 0,-1 0 1,0 0-1,1-2 0,20 0 0,113-14-1075,-128 12 793,173-38-4195,-128 22 289,2-2-3386,-16 3-3169</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4:53.266"/>
    </inkml:context>
    <inkml:brush xml:id="br0">
      <inkml:brushProperty name="width" value="0.035" units="cm"/>
      <inkml:brushProperty name="height" value="0.035" units="cm"/>
    </inkml:brush>
  </inkml:definitions>
  <inkml:trace contextRef="#ctx0" brushRef="#br0">25 0 11397,'-16'0'1175,"8"0"6888,8 4-7549,0 11-114,2 0 0,-1 0 0,2-1 0,0 1 1,1-1-1,1 0 0,0 0 0,0 0 1,2 0-1,10 16 0,-7-13 188,0 0-1,18 19 1,-22-30-441,0 0 0,0 0 0,0-1 0,1 0 0,-1 0 0,1-1 0,0 0 0,12 5 0,-6-3 37,0-1 0,1 0 0,0-1 0,0 0 0,0-2 0,0 1 0,0-2 0,1 0 0,-1 0 0,1-1 0,-1-1 0,1-1 1,-1 0-1,25-7 0,-35 7-217,0 0-1,0 0 1,0 0 0,0-1 0,0 1 0,0-1 0,-1 0 0,0 0 0,1-1 0,-1 1 0,0 0 0,-1-1 0,4-4 0,3-8-769,-1 0 1,7-18-1,2-4-1137,-14 32 1542,-1-1-1,1 1 1,-1-1 0,1-9-1,-2 12 179,-1-1 1,1 1-1,0 0 0,1-1 0,-1 1 0,1 0 0,0 0 0,0 0 0,0 0 0,1 0 0,-1 0 1,6-5-1,-1 2-171,1 1 1,-1 0 0,1 1 0,0 0-1,0 0 1,0 0 0,1 1 0,0 1-1,-1-1 1,17-2 0,-18 4-482,0 1 1,0 0-1,0 0 1,1 1 0,-1 0-1,0 1 1,0-1-1,1 1 1,8 3-1,11 5-4917</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4:53.585"/>
    </inkml:context>
    <inkml:brush xml:id="br0">
      <inkml:brushProperty name="width" value="0.035" units="cm"/>
      <inkml:brushProperty name="height" value="0.035" units="cm"/>
    </inkml:brush>
  </inkml:definitions>
  <inkml:trace contextRef="#ctx0" brushRef="#br0">83 1 13905,'0'0'5700,"-1"3"-4940,-11 33 254,-1 1-543,1 0-1,-7 43 0,16-63-165,-1 0 0,-11 28 1,15-44-238,-1 1 0,1-1 1,-1 0-1,1 1 0,-1-1 1,1 0-1,0 1 0,0-1 1,0 0-1,0 1 0,0-1 1,0 0-1,0 1 0,0 0 1,1 6 190,-1-4-132,-1-1 0,1 0 0,1 0-1,-1 0 1,0 0 0,1 0 0,-1 0 0,1 0 0,0 0 0,2 4 0,-3-6-75,1 0 0,0 0-1,0 0 1,0 0 0,-1 0-1,1 0 1,0 0 0,0-1-1,1 1 1,-1 0 0,0 0-1,0-1 1,0 1 0,0-1-1,1 1 1,-1-1 0,0 0-1,0 1 1,1-1 0,-1 0-1,0 0 1,1 0 0,-1 0-1,0 0 1,0 0 0,1 0-1,-1 0 1,0-1 0,1 1-1,1-1 1,19-5 366,1-2 0,-1 0 1,0-1-1,27-17 0,82-55 519,-11-3-508,-64 44-1829,0 2-3555,-53 36 1360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4:53.917"/>
    </inkml:context>
    <inkml:brush xml:id="br0">
      <inkml:brushProperty name="width" value="0.035" units="cm"/>
      <inkml:brushProperty name="height" value="0.035" units="cm"/>
    </inkml:brush>
  </inkml:definitions>
  <inkml:trace contextRef="#ctx0" brushRef="#br0">358 75 6561,'-3'0'75,"1"0"1,-1 0-1,1 0 0,0 0 1,-1 0-1,1 0 1,-1-1-1,1 1 1,0-1-1,0 0 1,-1 1-1,1-1 1,0 0-1,0 0 1,0-1-1,0 1 0,0 0 1,0-1-1,0 1 1,0-1-1,-2-2 1,1 1 71,-1 0 0,0 0 1,0 0-1,0 1 0,0-1 1,0 1-1,0 0 0,-1 0 1,1 1-1,-6-2 0,-49-6 1054,27 5 93,12 1-300,-7-2 2066,-42-2 0,65 7-1502,0 0-1344,0 0 1,0 0-1,0 0 0,1 1 1,-1 0-1,0-1 0,-4 3 1,1-1 324,3-2 460,21 16 933,-11-10-1700,0-1 0,1 0 0,0 0 0,0-1 0,0 0 0,1 0 0,-1 0 0,12 2 0,72 17 1388,-34-10-949,110 24 381,-144-27-1980,-22-10 890,-1 0 1,0 0-1,0 0 1,0 0-1,0 0 0,0 0 1,0 0-1,1 0 1,-1 0-1,0 1 0,0-1 1,0 0-1,0 0 1,0 0-1,0 0 0,0 0 1,0 0-1,0 1 1,0-1-1,1 0 1,-1 0-1,0 0 0,0 0 1,0 0-1,0 1 1,0-1-1,0 0 0,0 0 1,0 0-1,0 0 1,0 0-1,0 1 0,0-1 1,0 0-1,-1 0 1,1 0-1,0 0 1,0 0-1,0 0 0,0 1 1,0-1-1,0 0 1,0 0-1,0 0 0,0 0 1,0 0-1,-1 0 1,1 0-1,0 1 1,0-1-1,0 0 0,0 0 1,0 0-1,0 0 1,-1 0-1,1 0 0,0 0 1,-3 1-278,-1 0 0,1-1 0,0 1 0,0-1 0,-1 0 1,1 0-1,0 0 0,-1-1 0,-4 0 0,-7-3-833,-1-2 0,1 0 0,0 0 1,0-1-1,1-1 0,0-1 0,-16-11 0,6 3-3074,-9-7-4756</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4:54.169"/>
    </inkml:context>
    <inkml:brush xml:id="br0">
      <inkml:brushProperty name="width" value="0.035" units="cm"/>
      <inkml:brushProperty name="height" value="0.035" units="cm"/>
    </inkml:brush>
  </inkml:definitions>
  <inkml:trace contextRef="#ctx0" brushRef="#br0">82 165 12201,'-29'0'1924,"29"0"-1894,0 0 0,-1 0 0,1 0 0,0 0 0,0 0 0,0 0 0,0-1-1,-1 1 1,1 0 0,0 0 0,0 0 0,0 0 0,0 0 0,-1 0 0,1 0 0,0 0 0,0 0-1,0 0 1,0 0 0,-1 1 0,1-1 0,0 0 0,0 0 0,0 0 0,0 0 0,0 0 0,-1 0-1,1 0 1,0 0 0,0 0 0,0 0 0,0 1 0,0-1 0,0 0 0,-1 0 0,1 0 0,0 0-1,0 0 1,0 1 0,0-1 0,0 0 0,0 0 0,0 0 0,0 0 0,0 1 0,0-1-1,0 0 1,0 0 0,0 0 0,0 0 0,0 1 0,0-1 0,0 0 0,0 0 0,0 0 0,0 1-1,-1 28 1885,-11 57 0,0-6-1042,4-13-288,1-16-199,3-1-1,2 73 1,3-116-87,9 10 1036,-10-16-1303,0-1 1,1 1 0,-1-1-1,0 1 1,1-1-1,-1 1 1,0 0-1,1-1 1,-1 0 0,1 1-1,-1-1 1,1 1-1,-1-1 1,1 1 0,-1-1-1,1 0 1,-1 1-1,1-1 1,-1 0-1,1 0 1,0 1 0,-1-1-1,1 0 1,-1 0-1,1 0 1,0 0-1,-1 0 1,1 0 0,0 0-1,-1 0 1,1 0-1,0 0 1,0 0 0,23-18 598,-20 14-536,145-124 1882,234-155-1,-105 125-1412,-144 85-2213,-120 64 1118,-9 7 76,-1-1 0,0 1 1,0 0-1,1 0 0,0 0 0,6-1 0,-17 16-10233,-3 1-476</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0.200"/>
    </inkml:context>
    <inkml:brush xml:id="br0">
      <inkml:brushProperty name="width" value="0.035" units="cm"/>
      <inkml:brushProperty name="height" value="0.035" units="cm"/>
    </inkml:brush>
  </inkml:definitions>
  <inkml:trace contextRef="#ctx0" brushRef="#br0">145 3 9613,'-1'0'93,"1"1"0,-1-1 1,1 0-1,-1 0 0,1 1 0,-1-1 0,0 0 1,1 0-1,-1 0 0,0 0 0,1 1 0,-1-1 1,1 0-1,-1 0 0,0 0 0,1 0 1,-1-1-1,0 1 0,1 0 0,-1 0 0,0 0 1,1 0-1,-1-1 0,1 1 0,-1 0 0,1-1 1,-1 1-1,1 0 0,-1-1 0,1 1 0,-1 0 1,1-1-1,-1 1 0,-1 0 1900,0 9-1185,-51 134 2634,35-87-2728,7-26-376,2 1 0,0 0 0,3 0 0,-6 57 0,10-62-148,2 0-1,0 1 1,2-1 0,1 0-1,7 30 1,-8-50-148,1-1 1,-1 0-1,1 0 0,-1 0 1,1 0-1,1-1 1,-1 1-1,1-1 0,7 7 1,-9-9-21,1 0 0,0 0 0,0-1 0,0 1 0,0-1-1,0 0 1,0 0 0,1 0 0,-1 0 0,0 0 0,1-1 0,-1 1 0,0-1 0,1 0 0,5-1 0,1 0 25,1 0 1,19-5-1,-21 3-17,0-1 0,0 0 0,0 0 0,0 0 0,-1-1 0,1 0 0,10-10 0,-1 0 7,28-33 0,-12 7-4,-3-2 0,-2-1 0,31-61 0,-48 84-5,97-178-165,-77 135 73,-30 60 3,-9 26-12,0-6 79,1 3-7,2-1-1,0 1 1,1-1-1,0 1 0,2 0 1,0 0-1,2 0 0,0 0 1,0 0-1,8 28 1,-7-37 2,1 0 1,0 0 0,0 0 0,1-1 0,0 1 0,1-1-1,0 0 1,1 0 0,0-1 0,0 0 0,0 0 0,1 0-1,1-1 1,-1 0 0,1 0 0,0-1 0,1 0 0,-1 0-1,1-1 1,18 8 0,-9-8 13,1 0 1,-1-1-1,1 0 0,0-2 1,0 0-1,0-1 0,0-1 1,0-1-1,-1-1 0,1 0 0,0-1 1,0-2-1,-1 0 0,23-9 1,-10 2-40,-1-2 1,0-1-1,-1-2 1,-1-1-1,0-1 1,-2-1-1,31-30 1,3-3-131,-32 29 34,37-39 0,-62 59 53,-4 21-66,-1-1 104,-8 33-1,-1 10 43,10-36 69,0-1 0,1 0 0,1 1 0,7 36 0,-6-51 8,0 0 1,0 0-1,1 0 1,0 0-1,1 0 1,0-1-1,0 1 0,0-1 1,1 0-1,0 0 1,1-1-1,-1 1 1,1-1-1,13 10 1,-4-6 99,1-1 0,0-1 0,0 0 0,1-1 0,0-1 1,0 0-1,0-1 0,32 4 0,-23-5-63,1-2 1,-1-1-1,1-1 1,-1-1 0,34-6-1,-42 4-189,-1-1-1,1-1 1,-1-1 0,20-9-1,-29 12-42,0-1-1,0-1 1,-1 0-1,1 0 1,-1 0-1,-1-1 1,1 0-1,-1 0 0,0-1 1,7-9-1,-5 4-37,1-2-106,0 0 0,11-24-1,-18 35 216,-1-1-1,1 1 1,-1-1 0,0 1-1,0-1 1,-1 0-1,1 1 1,-1-1 0,0 0-1,0 1 1,0-1 0,0 0-1,-1 1 1,1-1-1,-1 0 1,0 1 0,-2-5-1,-21-42-274,23 47 444,0 7 144,-1 3-147,0-2-26,1 0 0,0 0 0,0 0 0,0 0 0,0 0 0,1 0 0,-1 0-1,2 0 1,-1 6 0,6 12 273,15 38-1,-10-32-251,-4-10-296,2 0 1,0-1 0,18 26 0,1 1-1169,7 10-5874,-27-42 3102,6 8-6069</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0.643"/>
    </inkml:context>
    <inkml:brush xml:id="br0">
      <inkml:brushProperty name="width" value="0.035" units="cm"/>
      <inkml:brushProperty name="height" value="0.035" units="cm"/>
    </inkml:brush>
  </inkml:definitions>
  <inkml:trace contextRef="#ctx0" brushRef="#br0">71 771 11109,'-26'3'2115,"20"-2"1296,5 2-2123,-29 99 2358,29-97-3582,-1 0-1,1 1 1,-1-1-1,1 1 0,1-1 1,-1 1-1,1-1 1,0 1-1,1 9 1,2-3 82,0 0 1,9 23 0,-6-19 2,-5-13-139,0-1-1,0 0 1,0 0-1,0 0 1,0 0-1,0-1 1,0 1-1,1 0 1,-1 0-1,1-1 1,-1 1-1,1-1 1,0 1-1,-1-1 1,1 1 0,0-1-1,0 0 1,0 0-1,0 0 1,0 0-1,0-1 1,0 1-1,0 0 1,1-1-1,3 1 1,-2-1-4,0 0 1,0 0-1,0-1 1,0 1 0,0-1-1,0 0 1,0 0 0,-1-1-1,1 1 1,0-1 0,-1 0-1,1 1 1,3-4-1,1-1 5,-1-1-1,-1 0 1,1 0-1,-1 0 1,0 0-1,-1-1 0,6-9 1,-3 4-29,34-61-53,64-153-1,-95 203 70,26-64 220,-4-1 0,22-94 0,-34 101 611,14-76 1345,-33 129-1672,-4 24-290,-5 19-10,-26 83-61,3 1 0,5 1 0,-19 157 0,44-254-152,-12 119-2184,6 209 0,9-296 148,9 44 0,7-8-3712,11 6-5194</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0.960"/>
    </inkml:context>
    <inkml:brush xml:id="br0">
      <inkml:brushProperty name="width" value="0.035" units="cm"/>
      <inkml:brushProperty name="height" value="0.035" units="cm"/>
    </inkml:brush>
  </inkml:definitions>
  <inkml:trace contextRef="#ctx0" brushRef="#br0">34 1588 8941,'17'8'981,"-13"-2"311,-5-5-1012,-1 0 1,1 0-1,0 1 0,-1-1 0,1 0 0,-1 0 1,1 0-1,-1-1 0,1 1 0,-4 1 0,-4 2 537,9-4-673,-1 0 0,0 0 0,0 0 0,1 0 0,-1 0 0,0 0 0,1 0 0,-1 0 0,0 0 0,0-1 1,1 1-1,-1 0 0,0-1 0,1 1 0,-1 0 0,1-1 0,-1 1 0,0-1 0,1 1 0,-1-1 0,1 1 0,-1-1 1,1 1-1,-1-2 0,0 1 350,0 1-346,0 0 1,1-1-1,-1 1 1,1-1-1,-1 0 0,0 1 1,1-1-1,-1 1 0,1-1 1,-1 0-1,1 1 1,0-1-1,-1 0 0,1 1 1,0-1-1,-1 0 0,1 0 1,0 1-1,0-1 0,-1 0 1,1-1-1,7-16 2408,-3 9-2531,79-216 4612,-39 97-3714,209-614-283,-231 667-858,29-90-544,-39 133 138,1 1 0,33-58 0,-39 78 315,0 0 1,1 0-1,0 1 0,16-15 0,-23 24 262,0 0-1,1 0 1,-1 0 0,0 0-1,0 0 1,1 0-1,-1 0 1,1 1-1,-1-1 1,0 0-1,1 1 1,-1 0-1,1-1 1,0 1-1,-1 0 1,1 0-1,-1-1 1,1 1-1,-1 0 1,1 1-1,-1-1 1,1 0-1,0 0 1,-1 1-1,1-1 1,-1 1-1,1-1 1,-1 1-1,0 0 1,1-1-1,-1 1 1,0 0 0,1 0-1,1 2 1,0 0-57,0 1 0,0 0 1,0 0-1,0 0 1,-1 0-1,0 0 1,1 0-1,-2 0 1,1 1-1,1 4 1,10 48-1995,-3-1 1,3 71 0,1 5-4567,2-37-1454</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1.132"/>
    </inkml:context>
    <inkml:brush xml:id="br0">
      <inkml:brushProperty name="width" value="0.035" units="cm"/>
      <inkml:brushProperty name="height" value="0.035" units="cm"/>
    </inkml:brush>
  </inkml:definitions>
  <inkml:trace contextRef="#ctx0" brushRef="#br0">46 0 20202,'-45'18'2176,"62"-4"-472,1 0-356,6-14-332,1 3-452,3 11-760,14 7-536,-18-3-416,1 3-816,-11 17-1048,-10-17-2917,3 15-5116</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1.415"/>
    </inkml:context>
    <inkml:brush xml:id="br0">
      <inkml:brushProperty name="width" value="0.035" units="cm"/>
      <inkml:brushProperty name="height" value="0.035" units="cm"/>
    </inkml:brush>
  </inkml:definitions>
  <inkml:trace contextRef="#ctx0" brushRef="#br0">203 15 14433,'-48'14'812,"24"-7"353,-34 14 0,54-19-1008,1-1 0,0 1 0,0 0 0,0 0 0,0 1 1,0-1-1,1 1 0,-1-1 0,1 1 0,-1 0 0,1 0 0,0 0 0,0 0 0,-2 5 0,-1 3 192,1 0-1,-5 21 1,4-14-165,3-12-39,0 0 0,1 0 1,0-1-1,0 1 0,1 0 0,0 1 0,0-1 0,0 0 0,1 0 0,0 0 0,0-1 0,0 1 0,1 0 0,-1 0 0,2 0 0,-1-1 1,1 1-1,-1-1 0,1 0 0,1 0 0,-1 0 0,1 0 0,0-1 0,0 1 0,0-1 0,1 0 0,-1 0 0,1 0 0,0-1 1,0 0-1,1 0 0,-1 0 0,0-1 0,1 1 0,0-1 0,0-1 0,-1 1 0,1-1 0,0 0 0,0 0 0,6 0 0,10-1 456,0-2-1,0 0 0,41-9 0,63-26 1141,-103 29-1555,0-1-1,0-1 0,-1-2 1,-1 0-1,40-29 0,-60 39-270,1 1 0,0-1-1,-1 0 1,1 0 0,-1 0-1,0 0 1,0 0-1,0-1 1,0 1 0,0 0-1,0 0 1,0-1 0,-1 1-1,1 0 1,-1-1 0,0 1-1,0-1 1,0-3 0,0 1-199,0-1 1,-1 0 0,0 1 0,0-1 0,-3-8-1,1 9-28,1 0 0,-1 0 0,1 0 0,-2 1-1,1-1 1,0 1 0,-1 0 0,0 0 0,0 0-1,0 1 1,0-1 0,-1 1 0,1 0-1,-1 0 1,-8-3 0,-6-3-2243,-1 1-1,-34-8 0,36 11-124,-36-11-8181</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1.796"/>
    </inkml:context>
    <inkml:brush xml:id="br0">
      <inkml:brushProperty name="width" value="0.035" units="cm"/>
      <inkml:brushProperty name="height" value="0.035" units="cm"/>
    </inkml:brush>
  </inkml:definitions>
  <inkml:trace contextRef="#ctx0" brushRef="#br0">66 176 15241,'0'0'10145,"1"3"-9556,0 9-362,0 1 0,0-1 0,-2 1 0,0-1 0,-3 19 0,-18 66 33,8-42-251,-14 75-241,29-129 240,-1 0 0,1-1 0,-1 1 0,0 0 0,1 0 0,0-1 0,-1 1 0,1 0 0,-1-1 0,1 1 0,0-1 0,-1 1 0,1-1 0,0 1 0,0-1 0,-1 1 0,1-1 0,0 1 0,0-1 0,0 0 0,0 0 0,-1 1 0,1-1 0,1 0 0,0 0 22,0 1-7,1 0-1,0-1 1,-1 1-1,1-1 1,0 0 0,0 0-1,-1 0 1,1 0 0,0 0-1,-1-1 1,1 1 0,0-1-1,-1 1 1,1-1-1,0 0 1,-1 0 0,4-3-1,5-2 84,-1-1-1,18-15 1,-13 9-13,38-30 151,315-230 756,-65 97-4129,-283 164 2188,-5 3-2186,-21 11-2210,-9 3 1775,-24 6-7023</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2.931"/>
    </inkml:context>
    <inkml:brush xml:id="br0">
      <inkml:brushProperty name="width" value="0.035" units="cm"/>
      <inkml:brushProperty name="height" value="0.035" units="cm"/>
    </inkml:brush>
  </inkml:definitions>
  <inkml:trace contextRef="#ctx0" brushRef="#br0">771 702 12193,'3'-1'217,"0"0"0,-1 0 0,1 0 0,-1-1 0,1 1 0,-1 0 0,0-1 0,0 0 0,1 1 0,-1-1 0,0 0 0,3-5 0,-3 5 22,-1 0 0,1 0 0,1 0 1,-1 0-1,0 0 0,0 0 0,1 1 1,-1-1-1,1 1 0,4-3 1,8-3 715,-1 0 1,-1-1 0,1 0-1,21-20 1,21-12 1252,-28 24-1617,-2-2 0,0-1 1,-1 0-1,-1-2 1,-1-1-1,33-39 0,-49 51-562,-1 0 0,1 0 0,-2 0 0,1 0 0,-2-1-1,1 0 1,-1 0 0,-1-1 0,3-13 0,-5 17-93,-1-1 0,1 1 0,-1-1 0,-1 1 0,0-1 0,0 1 0,-1-1 0,0 1 1,0 0-1,-1 0 0,0 0 0,0 0 0,-1 0 0,-4-7 0,2 6-58,-1 0-1,0 0 1,0 1-1,-1 0 1,0 0-1,0 1 1,-1 0-1,0 0 1,0 1-1,-1 0 1,1 1-1,-1 0 1,-1 0-1,-19-6 1,9 6 16,-1 0 0,1 1-1,-1 1 1,0 1 0,0 1 0,-37 3 0,44 0 112,-1 1 0,1 0 0,0 2-1,1-1 1,-1 2 0,1 0 0,0 1 0,1 0 0,-1 1-1,-18 14 1,3 2 259,1 0 0,0 2 0,-27 34-1,32-30 8,1 0 0,1 2 0,2 0 0,2 2 0,0 0 0,3 0 1,-20 69-1,5 16 716,-13 130 0,39-230-890,-31 317 1226,10-71-1113,-23-4-2729,42-243 1790,-1 0-1,-1-1 1,0 0-1,-1 0 1,-1-1-1,-1 0 1,-19 25-1,16-26-1717,0 0 0,-2-1 1,-27 23-1,31-30-1326,-1 0-1,-14 8 1</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3.232"/>
    </inkml:context>
    <inkml:brush xml:id="br0">
      <inkml:brushProperty name="width" value="0.035" units="cm"/>
      <inkml:brushProperty name="height" value="0.035" units="cm"/>
    </inkml:brush>
  </inkml:definitions>
  <inkml:trace contextRef="#ctx0" brushRef="#br0">1 7 20922,'65'-6'2566,"-59"6"-1923,1-1 0,0 1-1,0 1 1,0-1 0,-1 1-1,13 4 1,16 1 1567,-26-5-2132,0 1 1,0 0 0,-1 0 0,1 1-1,-1 0 1,1 0 0,-1 1-1,0 0 1,0 1 0,-1-1 0,1 1-1,-1 1 1,0 0 0,-1 0-1,1 0 1,8 11 0,-1 3-728,-1 0 0,0 1 0,-2 1 0,0 0 1,-2 1-1,0-1 0,-1 2 0,-2-1 0,0 1 0,3 31 1,-3-17 202,-4-30 551,-1 0 0,1 0 0,-1 0-1,-1 0 1,0 0 0,0 1 0,-2 12 0,-1-4 1188,-10 29 1,13-39-399,7 29 603,-1 0 0,1 56 0,-5-80-1612,-2 1 1,0-1-1,-1 16 1,0-13-517,1-11-924,-3-5-535,0 0 1383,0-1 0,1 1 0,-1-1 0,0 0 0,0 0 0,1 0 0,-1 0 1,1 0-1,0-1 0,0 1 0,-1-1 0,1 1 0,1-1 0,-1 0 0,0 0 0,1 0 0,0 0 0,-2-5 0,-14-43-10937</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3.342"/>
    </inkml:context>
    <inkml:brush xml:id="br0">
      <inkml:brushProperty name="width" value="0.035" units="cm"/>
      <inkml:brushProperty name="height" value="0.035" units="cm"/>
    </inkml:brush>
  </inkml:definitions>
  <inkml:trace contextRef="#ctx0" brushRef="#br0">71 15 9721,'-25'-14'-236,"8"21"-2564,-11 14-901</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3.753"/>
    </inkml:context>
    <inkml:brush xml:id="br0">
      <inkml:brushProperty name="width" value="0.035" units="cm"/>
      <inkml:brushProperty name="height" value="0.035" units="cm"/>
    </inkml:brush>
  </inkml:definitions>
  <inkml:trace contextRef="#ctx0" brushRef="#br0">445 0 10293,'-138'90'2659,"105"-65"-3515,1 1 0,1 1 0,2 2 0,-44 54-1,43-46 1211,16-21 1432,0 1 1,2 1-1,0 0 1,-14 28-1,25-43 1152,2-5-2742,-1 1-1,1 0 1,-1 0-1,1 0 1,0 0-1,-1 1 1,1-1-1,0 0 0,0 0 1,-1 0-1,1 0 1,2 0-1,0-2 209,21-16 680,0 2 0,1 1 0,49-24 0,-1 0 336,-27 13-770,11-8 221,94-42 1,-148 76-1288,-4 4 311,0-1-1,0 0 1,1 1-1,-1-1 1,1 1 0,0 0-1,0-1 1,0 4-1,-2 11-175,-4 15-264,1-15-54,-2 34-1,6-31 306,-1-5 5,2 1 1,0 0-1,3 21 0,-2-31 243,0 0-1,1 0 0,0 0 0,0-1 0,0 1 0,1-1 0,0 1 0,0-1 1,0 0-1,1 0 0,0-1 0,6 8 0,-7-9 39,0 1-1,1-1 1,-1 0 0,1 0 0,0 0-1,0-1 1,0 1 0,0-1-1,0 0 1,0 0 0,1-1-1,-1 1 1,1-1 0,-1 0-1,1 0 1,-1 0 0,1-1-1,8 1 1,20 0-12,48 2-1316,92-8 1,-126-5-1534,-8 3-648,-9 9-2354,-6 3-2580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4.353"/>
    </inkml:context>
    <inkml:brush xml:id="br0">
      <inkml:brushProperty name="width" value="0.035" units="cm"/>
      <inkml:brushProperty name="height" value="0.035" units="cm"/>
    </inkml:brush>
  </inkml:definitions>
  <inkml:trace contextRef="#ctx0" brushRef="#br0">506 873 13833,'-12'-5'406,"6"3"-151,1-1 0,0 1-1,0-1 1,0 0 0,0 0-1,1 0 1,-6-5 0,9 6-143,-1 1 1,1 0-1,-1 0 1,1 0-1,-1 0 1,0 0-1,1 0 1,-1 0-1,0 1 1,0-1-1,0 1 1,1-1 0,-1 1-1,0 0 1,0-1-1,0 1 1,0 0-1,0 0 1,-3 1-1,-2 0-82,0 1 0,0 0 0,-12 5 0,5-2 122,-20 7 136,0 2 0,1 0 0,1 3 0,0 0 0,1 2 0,1 1 0,-53 48 0,41-28 1289,41-40-1555,1 0 0,0 1 1,-1-1-1,1 0 0,0 1 0,-1-1 0,1 0 1,0 1-1,-1-1 0,1 1 0,0-1 0,0 1 1,-1-1-1,1 1 0,0-1 0,0 1 0,0-1 1,0 1-1,0-1 0,0 1 0,0-1 0,0 1 1,0-1-1,0 1 0,0-1 0,0 1 0,0-1 1,0 1-1,0-1 0,0 1 0,1-1 0,-1 1 1,0-1-1,0 1 0,1-1 0,0 1 1,0 1 58,1 0 0,0-1 0,0 0 0,0 1 0,0-1 0,0 0 0,0 0 1,0 0-1,3 1 0,5 1 218,0 0 1,0-1 0,19 2 0,0-4-57,0-1-1,0-1 1,0-1 0,0-1 0,50-16 0,-59 14-246,0-2 0,0 0 1,-1-1-1,0-1 0,0 0 1,-1-2-1,-1 0 0,31-27 0,-32 22-186,1 0 0,-2-2 0,-1 1 0,0-2 0,-1 0-1,-1 0 1,-1-1 0,-1 0 0,-1-1 0,7-23 0,-8 7-143,-1 0 1,-2 0 0,-1-1 0,-2-47 0,-19-154-601,2 103 1397,11 101-311,-6-23 991,6 45-365,-1 24 34,3-3-796,-1 7 153,1-1 1,0 1-1,1 0 1,1 0 0,0-1-1,2 19 1,1 25 146,-3-19-165,-2 1-131,3 1 0,1-1 1,2 0-1,12 54 0,-1-39-562,-4-10-246,2 0 0,30 65 0,-41-103 681,2 0 0,-1 0 0,0-1 0,1 1 1,0-1-1,8 8 0,-10-11 81,0-1 1,0 1-1,0-1 1,0 0-1,0 0 1,0 0-1,0 0 1,0 0-1,0 0 1,1 0-1,-1-1 1,0 1-1,1-1 1,-1 0 0,0 0-1,1 0 1,-1 0-1,0 0 1,1 0-1,-1 0 1,4-2-1,3 0 24,1-2 0,-1 1 0,1-2 0,-1 1 0,0-1-1,-1 0 1,1-1 0,8-8 0,9-9 878,24-29-1,10-9 1498,-14 22-837,-43 36-1077,1 5-39,-1-2-391,-1 0 0,0 1 0,1 0 0,-1-1 0,0 1 0,0 0 0,1 0 0,-1 0 0,0 0 0,0 1 0,0-1 0,0 0 1,-1 1-1,1-1 0,0 1 0,-1 0 0,1 0 0,-1 0 0,1 0 0,-1 0 0,0 0 0,0 0 0,0 0 0,0 0 0,0 0 0,0 1 0,-1-1 0,1 0 0,-1 1 0,1 2 0,1 11 51,-1 1 1,0-1-1,-1 1 0,-1-1 0,-3 24 1,-24 81-362,8-46-603,15-49-472,-17 43 0,19-61-133,-1 1-1,-1-1 1,1 0 0,-10 13 0,11-20-1221,2-5-1049,-5-22-6781</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4.445"/>
    </inkml:context>
    <inkml:brush xml:id="br0">
      <inkml:brushProperty name="width" value="0.035" units="cm"/>
      <inkml:brushProperty name="height" value="0.035" units="cm"/>
    </inkml:brush>
  </inkml:definitions>
  <inkml:trace contextRef="#ctx0" brushRef="#br0">218 32 11625,'-53'-31'2140,"29"41"-1852,3 4-796,-14 0-1084,-11 11-1912,8-4-1961</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4.906"/>
    </inkml:context>
    <inkml:brush xml:id="br0">
      <inkml:brushProperty name="width" value="0.035" units="cm"/>
      <inkml:brushProperty name="height" value="0.035" units="cm"/>
    </inkml:brush>
  </inkml:definitions>
  <inkml:trace contextRef="#ctx0" brushRef="#br0">200 77 16514,'-17'-12'1744,"13"10"1244,0 3-2572,-4 2-366,3-3-131,0 2 0,1-1 0,-1 1 0,1-1-1,-1 1 1,1 1 0,-1-1 0,1 0 0,0 1 0,0 0 0,0 0 0,-5 6 0,-68 90-2556,51-55 4114,25-42-866,5-2-5,127-27 2372,-82 20-1784,3-2 478,99-4 1,-122 13-1346,7 0-113,47 4-1,-73-2-593,0-1 1,0 1 0,0 1-1,0-1 1,-1 2 0,1-1-1,-1 2 1,0-1 0,14 10-1,-20-12 195,0 0 1,1-1-1,-1 1 0,0-1 0,1 0 0,-1 0 0,0 0 0,1 0 0,-1-1 1,1 1-1,-1-1 0,1 0 0,0 0 0,4-1 0,6-1 167,0 0 0,15-5 0,-18 4-4,9-4 157,-1 0-1,1-1 1,-2-1-1,29-17 1,26-14 981,-20 17-109,-4 0 380,1 3 1,80-23-1,-93 34-669,-27 5-428,1 1-1,0 1 1,-1-1-1,1 2 0,0 0 1,0 0-1,1 1 0,20 2 1,-27-1-285,0 0 0,0 0 0,-1 1 0,1-1 0,-1 1 0,1 0 0,-1 0 1,0 1-1,0 0 0,0-1 0,0 1 0,0 0 0,-1 1 0,1-1 0,-1 1 1,0-1-1,0 1 0,0 0 0,-1 0 0,1 1 0,-1-1 0,0 0 0,0 1 0,-1-1 1,1 1-1,-1 0 0,1 7 0,1 8-5,-1 0 0,0 1 0,-2-1 0,0 0 0,-2 1 0,0-1 0,-1 0 0,-1 0 0,-12 34 0,-3 0 0,-3-1 0,-36 63 0,19-45-1592,-4-1 0,-2-2-1,-79 92 1,96-130 332,-1-1 0,-1-1 0,-1-1 0,-1-2 0,-2-2 1,0 0-1,-1-3 0,-72 31 0,5-20-10042,95-29 10529</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5.692"/>
    </inkml:context>
    <inkml:brush xml:id="br0">
      <inkml:brushProperty name="width" value="0.035" units="cm"/>
      <inkml:brushProperty name="height" value="0.035" units="cm"/>
    </inkml:brush>
  </inkml:definitions>
  <inkml:trace contextRef="#ctx0" brushRef="#br0">46 1311 13249,'0'0'57,"0"1"-1,0-1 1,0 0 0,1 0-1,-1 0 1,0 1 0,0-1-1,0 0 1,0 0 0,1 0-1,-1 1 1,0-1 0,0 0-1,0 0 1,0 1-1,0-1 1,0 0 0,0 0-1,0 1 1,0-1 0,0 0-1,0 1 1,0-1 0,0 0-1,0 0 1,0 1 0,0-1-1,0 0 1,0 0-1,0 1 1,0-1 0,0 0-1,0 0 1,-1 1 0,1-1-1,0 0 1,-10-4 1299,-13-15 1288,22 18-2518,1 0-1,0 1 1,0-1-1,-1 0 1,1 0-1,0 1 1,0-1-1,0 0 1,0 0-1,0 1 1,0-1-1,0 0 1,1 0-1,-1 1 1,0-1-1,0 0 1,1 0-1,-1 1 1,0-1-1,1 0 1,-1 1-1,0-1 1,1 1 0,-1-1-1,1 0 1,0 0-1,-1 1 198,5-8 386,1 0-1,0 0 1,12-12 0,8-11 76,-6-2-276,-1-1-1,-2-1 1,23-69-1,20-116-264,-46 162-217,132-640-484,-145 697 451,-1 0 1,0 0-1,1 0 1,-1 0-1,0 0 1,0 0-1,0-1 1,0 1-1,0 0 1,0 0-1,0 0 1,0 0-1,0 0 1,-1 0-1,1 0 1,-1-2-1,0 4 4,0-1 0,0 1 0,0-1-1,0 1 1,0-1 0,0 1 0,1 0-1,-1-1 1,0 1 0,0 0 0,0 0-1,1 0 1,-1-1 0,0 1 0,0 2-1,-8 10-3,1 1 0,1 0-1,0 0 1,1 1 0,-5 16-1,7-19 1,-114 410-296,110-389 250,-79 538-1810,39-196-2954,47-370 4625,1-2 23,0-1-1,0 0 1,-1 0 0,1 0-1,-1 0 1,1 1 0,-1-1-1,0 0 1,0 0 0,0 0-1,0 0 1,0 0 0,0-1-1,0 1 1,-1 0 0,1 0-1,-1-1 1,-1 2 0,3-3 115,0 1 0,0-1 0,-1 0 0,1 1-1,0-1 1,0 0 0,-1 1 0,1-1 0,0 0 0,-1 0 0,1 1 0,0-1 0,-1 0 0,1 0 0,0 0 0,-1 1 0,1-1 0,0 0 0,-1 0 0,1 0 0,-1 0 0,1 0 0,0 0 0,-1 0 0,1 0 0,-1 0 0,1 0 0,0 0 0,-1 0 0,1 0 0,-1 0 0,1 0 0,0 0 0,-1 0 0,1-1 0,0 1 0,-1 0 0,1 0-1,0 0 1,-1-1 0,1 1 0,0 0 0,-1-1 0,1 1 0,0 0 0,-1-1 0,-6-25-1688,5 17 1204,-11-64-3562,2-10-1977</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6.275"/>
    </inkml:context>
    <inkml:brush xml:id="br0">
      <inkml:brushProperty name="width" value="0.035" units="cm"/>
      <inkml:brushProperty name="height" value="0.035" units="cm"/>
    </inkml:brush>
  </inkml:definitions>
  <inkml:trace contextRef="#ctx0" brushRef="#br0">1 33 9497,'0'0'1257,"1"3"-161,5 10-404,-1-1 0,0 1 0,-1 0 0,0 0 0,2 15-1,1 13-13,2 0 0,2-2-1,1 1 1,2-1-1,35 66 1,-32-74-511,2 0-1,1-2 1,1 0 0,1-2 0,2 0 0,0-2-1,33 26 1,-49-44-158,0-1 1,1 0-1,0 0 0,1-1 0,-1 0 0,1-1 0,0 0 0,0 0 0,0-1 1,0-1-1,1 0 0,11 1 0,-15-2-10,1-2 0,0 1 1,0-1-1,0 0 0,0 0 0,0-1 0,-1 0 1,1-1-1,-1 0 0,1 0 0,-1 0 1,0-1-1,0 0 0,-1 0 0,1-1 0,10-10 1,5-7 55,0-1 1,-2-1-1,-1-1 1,18-30-1,-8 6 238,31-73-1,-32 51 466,-3 0 0,17-80 0,-41 144-663,1-1 0,-1 1 0,-1-1 0,0 0 0,0-9 0,0 16-86,0 0-1,-1 0 1,1-1-1,0 1 1,-1 0-1,1 0 1,-1-1-1,1 1 1,-1 0-1,1 0 1,-1 0 0,-1-2-1,1 2-2,1 1-1,-1 0 0,1-1 1,-1 1-1,1 0 1,-1 0-1,1-1 0,-1 1 1,1 0-1,-1 0 1,1 0-1,-1 0 0,0 0 1,1 0-1,-1 0 1,1 0-1,-1 0 0,1 0 1,-1 0-1,0 0 1,1 0-1,-1 0 1,1 1-1,-1-1 0,1 0 1,-1 0-1,1 1 1,-1 0-1,-8 4 23,1 0-1,0 1 1,1 1 0,-1-1-1,1 1 1,0 1 0,1-1-1,-10 15 1,-40 77 39,50-89-74,-25 52 1,3 2-1,3 1 0,2 1 0,4 1 0,2 1 0,-10 94 0,22-124 2,-9 117 20,14-134 82,0 0 0,2 0 0,0 0 0,2 0 0,7 27 0,-10-43-28,1 1 0,0-1 0,0 0 0,1 0 0,-1-1 0,1 1 0,0 0 0,7 7 0,-8-9-22,1-1 0,0 0 0,0 0 0,0 1 0,0-2 0,1 1 0,-1 0-1,0-1 1,1 1 0,-1-1 0,1 0 0,0 0 0,-1 0 0,6 0 0,1-1 4,0 0 1,1-1 0,-1 0 0,0 0 0,0-1 0,0 0 0,0-1 0,0 0 0,0-1-1,-1 0 1,1-1 0,-1 1 0,0-2 0,-1 1 0,11-10 0,10-9-9,0-1 1,44-52-1,32-46-288,117-125-2319,-213 240 2229,-4 9-65,-6 17-175,0-7 600,-5 56-364,1-26 252,1 1 0,3 0 0,1 0 0,9 64 0,-8-98 81,7 32 103,19 63 0,-25-97-18,1 0 1,0 0-1,0 0 0,0-1 1,1 0-1,-1 0 0,1 0 1,0 0-1,1 0 0,-1-1 1,1 1-1,0-1 0,0-1 1,1 1-1,-1-1 0,1 0 1,-1 0-1,1 0 1,0-1-1,0 0 0,0 0 1,8 1-1,7 0 218,-1-1 0,0 0 0,0-2-1,1 0 1,30-5 0,-22 1-93,0-2 0,0-1 1,0-1-1,-1-1 0,0-2 0,-1 0 0,0-2 0,-1-1 0,0-1 1,-2-2-1,0 0 0,0-1 0,-2-2 0,0 0 0,-1-1 0,24-34 1,-39 47-202,-1 0 0,0 0 0,0-1 0,-1 1 1,-1-1-1,1 0 0,-1 0 0,-1-1 1,0 1-1,0-1 0,-1 1 0,1-18 1,-2 27-6,0 0 1,0 0 0,0-1 0,0 1 0,0 0-1,0 0 1,0 0 0,0 0 0,0 0-1,0-1 1,0 1 0,0 0 0,0 0 0,0 0-1,0 0 1,0 0 0,0 0 0,0-1 0,-1 1-1,1 0 1,0 0 0,0 0 0,0 0 0,0 0-1,0 0 1,0 0 0,0-1 0,0 1 0,0 0-1,-1 0 1,1 0 0,0 0 0,0 0 0,0 0-1,0 0 1,0 0 0,0 0 0,-1 0 0,1 0-1,0 0 1,0 0 0,0 0 0,0 0 0,0 0-1,-1 0 1,1 0 0,0 0 0,0 0 0,0 0-1,0 0 1,-4-1-11,0 1 0,1-1 0,-1 1-1,0-1 1,0 1 0,1 0-1,-1 1 1,-5 0 0,7 0 8,0-1 0,0 1 0,0 0 1,0 0-1,1 0 0,-1 0 0,0 1 0,1-1 1,-1 0-1,1 1 0,-1-1 0,1 1 1,0-1-1,0 1 0,0 0 0,0 0 1,0-1-1,-2 5 0,0 3-3,0 0 0,0 0 0,1 1 0,0-1 0,1 1 1,0-1-1,1 1 0,0-1 0,0 1 0,1 0 0,0-1 0,1 1 0,0-1 0,0 0 0,1 1 0,0-1 0,1 0 0,6 11 0,-2-5-124,0 1 0,2-1 0,0-1 1,1 0-1,0 0 0,1-1 0,1-1 0,0 0 0,20 14 0,0-5-1340,1-2 0,37 14-1,-67-31 1221,26 16-2929,-14-4-4011</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7.031"/>
    </inkml:context>
    <inkml:brush xml:id="br0">
      <inkml:brushProperty name="width" value="0.035" units="cm"/>
      <inkml:brushProperty name="height" value="0.035" units="cm"/>
    </inkml:brush>
  </inkml:definitions>
  <inkml:trace contextRef="#ctx0" brushRef="#br0">334 575 13145,'-14'4'422,"8"-3"-125,1 1 0,-1-1-1,1 1 1,-1 0 0,1 1 0,0-1-1,0 1 1,0 0 0,0 0 0,1 1-1,-7 5 1,-7 14 365,1 2 1,0-1-1,2 2 0,1 0 0,1 1 0,1 1 0,-10 35 0,21-60 87,3 0-707,-1 0 0,1-1 0,0 1 0,-1 0-1,1-1 1,0 0 0,3 3 0,-2-2 8,-2-1 37,-2-5-1326,-4-5 984,-1 1 0,1 0 0,-1 0 0,0 0 0,-1 1 0,1 0 0,-15-10 0,11 9 207,1-1 1,0 0-1,0 0 1,-13-17-1,19 22 81,1-1-1,-1 0 0,1-1 1,0 1-1,0 0 0,0-1 1,1 1-1,-1-1 1,0-5-1,2 7 1,0 0 1,0 0-1,0 0 0,0 0 0,1 0 1,-1 0-1,1 0 0,0 0 0,0 0 1,0 0-1,0 0 0,0 0 0,1 1 1,-1-1-1,4-4 0,6-6 136,0 0 0,0 2 0,1-1 0,18-12 0,62-40 397,-22 17-325,378-328 574,-433 363-781,-9 6 34,1 1 0,-2-1 0,1 0 0,-1 0 0,7-9 0,-6 6 251,0 0-1,0 0 0,13-11 1,-17 18 799,8 20-183,-8-9-862,0 1-1,0-1 1,-1 0-1,0 0 1,-1 1-1,-1 9 1,-8 60 210,4-46-184,-77 525 520,46-320-525,-16 215-375,2-10-517,48-419 590,0 0 1,1 0-1,5 45 1,1-74-146,2-9 259,10-41-122,15-93-1,-18 76 100,17-68 760,84-229-1,-95 316-418,-8 16-207,3 1-1,32-61 1,-41 91-931,-11 17-41,-11 20-903,10-22 482,0-1-1,0 0 1,-11 10 0,-3 3-3028,-14 19-6453</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7.270"/>
    </inkml:context>
    <inkml:brush xml:id="br0">
      <inkml:brushProperty name="width" value="0.035" units="cm"/>
      <inkml:brushProperty name="height" value="0.035" units="cm"/>
    </inkml:brush>
  </inkml:definitions>
  <inkml:trace contextRef="#ctx0" brushRef="#br0">553 12 18706,'-16'-4'591,"12"2"-318,-1 1 1,0-1-1,1 1 1,-1 1-1,-7-1 1,10 1-170,0 0-1,0 0 1,1 0 0,-1 1 0,0-1 0,0 1 0,1-1 0,-1 1-1,0 0 1,1 0 0,-1 0 0,1 0 0,-1 0 0,1 0 0,-1 0-1,1 0 1,0 1 0,0-1 0,-2 3 0,-31 47 751,3 2 0,-44 104 0,1 27-488,8 2 1,-63 289-1,87-266-322,34-161-267,3 1 1,1 64-1,4-105 56,0 0 1,1 0-1,0-1 1,0 1-1,1 0 1,0-1 0,0 1-1,1-1 1,0 0-1,0 1 1,7 10-1,-8-16-1275,12-20-3494,-12 15 4126,0 0 1,0-1 0,0 0 0,-1 1 0,1-1 0,1-8-1,-3 4-1455,1 0-1,-1 0 1,-1-12-1</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7.459"/>
    </inkml:context>
    <inkml:brush xml:id="br0">
      <inkml:brushProperty name="width" value="0.035" units="cm"/>
      <inkml:brushProperty name="height" value="0.035" units="cm"/>
    </inkml:brush>
  </inkml:definitions>
  <inkml:trace contextRef="#ctx0" brushRef="#br0">4 85 15321,'-1'-2'225,"1"1"0,-1-1 0,1 1 0,-1-1-1,1 0 1,-1 1 0,1-1 0,0 0-1,0 1 1,0-1 0,0 0 0,0 1-1,0-1 1,1 0 0,-1 1 0,0-1 0,1 1-1,0-1 1,-1 0 0,1 1 0,1-3-1,0 2 84,0 0 0,0-1-1,0 1 1,0 0-1,1 1 1,-1-1-1,1 0 1,-1 1-1,1-1 1,0 1 0,4-2-1,8-1 751,1 0-1,0 0 0,28-1 1,-22 2-342,-10 2-373,-1-1 1,1 2-1,-1-1 0,1 2 0,-1-1 0,1 2 0,15 3 0,-17-3-145,-1-1-145,0 1-1,-1 0 1,1 1 0,-1 0-1,0 1 1,0-1-1,0 2 1,0-1 0,-1 1-1,0 0 1,0 0-1,0 1 1,7 8-1,-6-5-1,-1 1 0,1 0 0,-2 0 0,0 1 0,0 0 0,-1 0-1,0 0 1,5 18 0,-3 5-665,0 0 0,-3 1 0,0-1 0,-3 1-1,-3 53 1,1-72-440,-1-1 0,0 1 0,-5 17 0,4-22-2235,-1-1 0,-9 19-1,4-10-8997</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7.586"/>
    </inkml:context>
    <inkml:brush xml:id="br0">
      <inkml:brushProperty name="width" value="0.035" units="cm"/>
      <inkml:brushProperty name="height" value="0.035" units="cm"/>
    </inkml:brush>
  </inkml:definitions>
  <inkml:trace contextRef="#ctx0" brushRef="#br0">63 71 17874,'-42'-56'4172,"56"49"-3924,0 0-740,-24 31-3784,-11 22-921,3-15-4148</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8.567"/>
    </inkml:context>
    <inkml:brush xml:id="br0">
      <inkml:brushProperty name="width" value="0.035" units="cm"/>
      <inkml:brushProperty name="height" value="0.035" units="cm"/>
    </inkml:brush>
  </inkml:definitions>
  <inkml:trace contextRef="#ctx0" brushRef="#br0">253 666 14677,'-50'21'1419,"47"-19"-1301,0-1 1,0 0-1,0 1 0,0 0 1,1 0-1,-1 0 0,1 0 0,-1 0 1,1 0-1,0 0 0,0 1 1,0-1-1,0 1 0,0 0 0,0 0 1,1 0-1,0-1 0,-1 1 1,1 1-1,-1 2 0,-4 8-68,-36 96-907,14-34-34,-28 85-76,47-128 2471,-6 39-1,15-68 80,12-13-375,-5 5-912,13-12 608,0-1 0,-2-1-1,26-31 1,16-17 592,21-22 135,-30 30-738,-30 35-586,-16 16-256,1 1 0,0-1 0,0 1 0,1 1 0,8-7 0,-12 10-307,-2 6-1970,0 2 2007,0 0 0,0 0-1,-1-1 1,0 1 0,0 0-1,0 0 1,-1 0 0,-1 9 0,-17 51-1333,9-33 994,9-29 523,0 0 0,1 0 0,-1 0 0,1 0 1,0 1-1,0-1 0,1 0 0,-1 0 1,1 0-1,2 6 0,-3-8 46,0-1 1,1 1-1,-1-1 0,1 1 0,0-1 1,-1 1-1,1-1 0,0 0 0,0 0 1,0 1-1,0-1 0,0 0 1,0 0-1,0 0 0,0 0 0,0 0 1,1 0-1,-1 0 0,0 0 0,1-1 1,-1 1-1,1 0 0,-1-1 0,1 1 1,-1-1-1,1 0 0,-1 1 0,1-1 1,-1 0-1,4 0 0,0-1 86,1-1 1,-1 0-1,1 0 0,-1 0 0,0-1 0,0 1 0,5-5 1,7-2 232,19-11 669,-1-1 0,48-39 0,-8 6 93,136-91 2056,-203 140-3034,0 0 0,0 1 1,16-6-1,-13 5-185,-7 4-174,-7 36-1042,-1 0-1,-1 0 1,-20 67 0,15-70-394,2 0 0,2 1-1,-6 64 1,13-93 1439,-1 1 1,0 0-1,1-1 1,0 1-1,0-1 0,1 1 1,-1-1-1,1 0 1,0 0-1,0 0 1,0 0-1,0 0 0,1 0 1,0 0-1,3 3 1,-1-2 50,1 1 1,-1-1-1,1 0 1,1-1 0,-1 0-1,1 0 1,11 5-1,4 0-182,1-1 0,0-1 0,1-2 0,0 0-1,41 3 1,124-7-249,-148-2 658,-36 1-28,231-15 143,-211 12-118,-1-1 1,0-2-1,0 0 1,0-2-1,-1 0 1,0-2 0,29-16-1,-50 25-26,0-1 0,1 0-1,-1 0 1,0 0 0,0 0-1,0 0 1,0 0 0,-1 0-1,1-1 1,0 1 0,-1-1-1,0 1 1,0-1 0,0 1 0,0-1-1,0 0 1,0 0 0,-1 1-1,1-1 1,-1 0 0,0 0-1,1 0 1,-1 0 0,-1 0-1,1 1 1,0-1 0,-1 0-1,-1-5 1,0 2 21,0 0 0,0 0 1,-1 0-1,1 0 0,-1 1 0,-1-1 0,1 1 0,-1 0 0,0 0 0,0 0 0,-9-8 1,6 8 338,1 0 1,-1-1 0,1 0-1,1 0 1,-1 0 0,1 0-1,0-1 1,0 0 0,-4-10 0,8 14 1783,-2 2-1294,-9-6-904,3 4 3344,15 20-1496,1-6-2059,0 0 1,0-1-1,1 0 0,1 0 0,0-1 1,0 0-1,20 15 0,-26-22-159,0-1-346,0 1 712,1 0 1,-1 0 0,0 0 0,0 0 0,4 4 0,-5-4 30,1 0 57,15 2 154,222 78 1120,-211-69-1220,33 22-1,-44-24-117,1-1 0,0 0-1,22 6 1,-32-13-130,0-1 0,1-1 0,-1 0 0,1 0 0,0-1 0,-1 0-1,1 0 1,-1-1 0,1-1 0,-1 1 0,1-2 0,-1 1-1,0-1 1,0 0 0,0-1 0,9-6 0,-11 7 99,-1-1 1,-1 0-1,1 0 1,-1-1-1,1 1 1,-1-1-1,-1 0 0,1 0 1,-1-1-1,0 0 1,0 0-1,4-6 1,2-10 56,-1 0 1,9-27-1,-9 21 119,117-417 3416,-33-7 2821,-72 315-3814,-19 132-2275,-6 9-62,-4 4-202,1 2-1,0-1 0,0 1 0,1 0 0,0 0 1,-6 16-1,-25 76-462,21-53 181,-2 7-600,3 1 1,-15 114 0,12 121-3900,20-166 246,7-44-1224,13 17-5216</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9.027"/>
    </inkml:context>
    <inkml:brush xml:id="br0">
      <inkml:brushProperty name="width" value="0.035" units="cm"/>
      <inkml:brushProperty name="height" value="0.035" units="cm"/>
    </inkml:brush>
  </inkml:definitions>
  <inkml:trace contextRef="#ctx0" brushRef="#br0">656 20 14537,'-35'-7'2125,"0"2"1,-68-2-1,80 7-1706,0 1 1,0 2-1,1 0 1,-1 1-1,-34 12 0,-172 82 707,201-85-1175,-24 21 67,50-32 44,4 0 6,2 2-41,-2-1-15,0-1 0,0 0 1,0 0-1,0 0 1,1 0-1,-1 0 0,1-1 1,-1 1-1,1-1 1,-1 0-1,1 1 0,0-1 1,3 1-1,7-2 48,0 0-1,0-1 0,0-1 1,22-4-1,-10 1-6,48-10 333,141-50 0,-48 11 339,-116 36-692,-46 16-153,-5 5-618,-14 59 397,10-49 308,2 1 0,-1 0 0,2 0 0,0 0-1,-1 26 1,4-25 79,1-1-1,0 1 1,0 0-1,8 19 1,-8-28-64,0 0 1,1-1-1,-1 1 1,1 0-1,1-1 1,-1 0-1,1 1 1,0-2-1,0 1 1,1 0-1,-1-1 1,7 5-1,-1-1-184,0-2 0,0 1-1,1-1 1,0-1 0,0 1-1,0-2 1,1 0 0,-1 0-1,22 3 1,117 5-4598,-49-12-2031,-28-5-1867</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9.419"/>
    </inkml:context>
    <inkml:brush xml:id="br0">
      <inkml:brushProperty name="width" value="0.035" units="cm"/>
      <inkml:brushProperty name="height" value="0.035" units="cm"/>
    </inkml:brush>
  </inkml:definitions>
  <inkml:trace contextRef="#ctx0" brushRef="#br0">632 1384 11853,'-5'8'574,"0"-1"-1,0 0 1,-1 0 0,0-1-1,0 1 1,-1-1 0,1-1-1,-1 1 1,-9 5 0,4-4 2495,9-8-2199,0 0-786,0 0 0,0 0 1,0 0-1,1 0 1,-1 0-1,0-1 0,1 0 1,-1 1-1,1-1 0,0 0 1,0 0-1,-1 0 1,1 0-1,1-1 0,-1 1 1,0-1-1,0 1 0,1-1 1,0 1-1,-1-1 1,1 0-1,0 0 0,0 0 1,0-4-1,-31-85 505,5-2 1,4-1-1,-19-168 0,25 97-576,4 53-21,4-215 1,12 229-92,-2 90 116,-1-1 0,2 1 0,-1 0 0,1 0 0,1 0 0,-1 0 0,1 0 0,1 1-1,0-1 1,0 1 0,1 0 0,6-10 0,12-10 232,-21 25 75,0 19 194,0-7-417,-1 0-1,0 0 1,-1 0-1,0 0 1,0 0-1,-1 0 1,0 0 0,0-1-1,-4 11 1,-128 337 699,106-293-740,-170 463-280,184-481 107,2 1 0,-5 47 0,13-74 77,2 0 1,0-1 0,1 1-1,1 0 1,1 0-1,1-1 1,8 34 0,-8-44-6,0-1 0,0 1 0,1-1-1,0 0 1,0-1 0,0 1 0,1-1 0,0 1 0,0-2 0,1 1 0,8 7 0,-5-7-89,0 0-1,0 0 1,1-1-1,0 0 1,0 0-1,0-1 1,16 4-1,-2-3-688,1-1-1,0-1 0,0-1 0,0-1 0,0-1 1,36-5-1,30-10-5930,3-8-4470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39.778"/>
    </inkml:context>
    <inkml:brush xml:id="br0">
      <inkml:brushProperty name="width" value="0.035" units="cm"/>
      <inkml:brushProperty name="height" value="0.035" units="cm"/>
    </inkml:brush>
  </inkml:definitions>
  <inkml:trace contextRef="#ctx0" brushRef="#br0">632 0 20358,'-2'6'810,"0"0"1,-1-1-1,1 1 1,-1-1-1,-4 6 0,-37 44 1191,10-15-1501,-171 253 865,21 11-1162,166-272-218,-98 205-250,114-231 257,0 0 1,0 1-1,0-1 0,1 1 0,0 0 0,0-1 0,1 14 1,0-19 13,0 1 0,0 0 0,1 0 0,-1 0 1,0 0-1,1-1 0,-1 1 0,1 0 1,0 0-1,0-1 0,0 1 0,-1-1 0,2 1 1,-1 0-1,0-1 0,0 0 0,0 1 1,1-1-1,-1 0 0,0 0 0,1 0 0,-1 1 1,1-2-1,0 1 0,-1 0 0,1 0 0,0 0 1,-1-1-1,1 1 0,0-1 0,0 1 1,0-1-1,2 0 0,10 0 40,1-1 0,-1-1 1,1 0-1,-1-1 0,21-7 0,-24 7-11,312-106 1391,-271 88-1070,-21 8-105,37-11 0,-64 24-319,-6 4-29,-12 14-197,0-1 0,-1 0 0,-1-1-1,-27 21 1,-80 55-2160,112-85 2229,-42 29-2461,-84 41 0,3-19-7235,84-42 759</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40.061"/>
    </inkml:context>
    <inkml:brush xml:id="br0">
      <inkml:brushProperty name="width" value="0.035" units="cm"/>
      <inkml:brushProperty name="height" value="0.035" units="cm"/>
    </inkml:brush>
  </inkml:definitions>
  <inkml:trace contextRef="#ctx0" brushRef="#br0">0 16 20390,'360'-15'4573,"201"17"-80,2 31-1182,475 69-3311,-509-45 0,-421-46 0,440 41 0,-2-22 0,-500-28-2,119-3-223,-144-1 49,-1 0 0,0-2-1,0 0 1,0-1 0,34-14-1,-50 18-47,0-1-1,0 0 1,-1 0 0,1 0-1,0 0 1,-1-1-1,1 1 1,-1-1-1,0 0 1,1 0 0,-2 0-1,1-1 1,0 1-1,-1-1 1,1 1-1,-1-1 1,0 0 0,0 0-1,-1 0 1,2-5-1,-2 4-377,-1 0-1,1 0 1,-1 0 0,-1 0-1,1 0 1,-1 0-1,0 0 1,0 0 0,0 0-1,-1 0 1,1 1-1,-1-1 1,-1 0-1,1 1 1,0 0 0,-7-8-1,-6-8-6169,-24-23 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6T10:34:44.272"/>
    </inkml:context>
    <inkml:brush xml:id="br0">
      <inkml:brushProperty name="width" value="0.1" units="cm"/>
      <inkml:brushProperty name="height" value="0.1" units="cm"/>
      <inkml:brushProperty name="color" value="#E71224"/>
    </inkml:brush>
  </inkml:definitions>
  <inkml:trace contextRef="#ctx0" brushRef="#br0">1 1 24575,'0'0'-8191</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6T10:37:19.302"/>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47.626"/>
    </inkml:context>
    <inkml:brush xml:id="br0">
      <inkml:brushProperty name="width" value="0.035" units="cm"/>
      <inkml:brushProperty name="height" value="0.035" units="cm"/>
    </inkml:brush>
  </inkml:definitions>
  <inkml:trace contextRef="#ctx0" brushRef="#br0">2951 488 8949,'-4'-1'-370,"1"1"956,-1 0 0,1-1 0,-1 0 0,1 1 0,-1-1 0,1-1 0,0 1 0,-1 0 0,1-1 0,0 0 0,0 0 0,0 0 0,0 0 0,1 0 0,-1 0 0,-4-5 0,6 5-569,-1 1 1,1 0-1,-1-1 0,0 1 1,1 0-1,-1 0 1,0 0-1,0 0 0,0 0 1,0 1-1,0-1 0,0 0 1,0 1-1,0 0 1,-2-1-1,-8-2 78,-18-10 326,0-1-1,-42-28 0,-29-15 136,48 33-492,-1 2 1,-1 2 0,-1 3-1,0 3 1,-68-10 0,42 14-36,-129-8-39,142 14 69,-22 1 0,-31 12 19,1 5 1,0 5-1,-217 64 1,290-66-35,1 3 0,-57 31 0,51-24 29,-165 92 57,191-104-115,-31 25 0,10-8 37,2 3-130,-48 45-1,75-63 104,-6 9 51,0 1 0,-39 55-1,24-28 12,23-31-62,1 0 0,1 1 0,1 1 0,1 1 0,1 0 0,2 0 0,0 1 0,-9 49 0,13-53-26,1 1-1,2 0 1,1 1 0,0-1-1,3 37 1,9 15 34,4 1 1,3-1-1,3-1 0,49 118 1,-44-128-13,44 96 42,-53-130-58,86 157 4,-76-145-7,3-1 1,41 48-1,-62-82 1,52 61-7,107 95 0,-93-103 6,126 77 0,-162-117-7,2-1-1,0-3 0,0-1 1,2-2-1,0-1 0,0-3 1,66 8-1,-26-11 26,0-3 0,1-3 0,86-12 0,107-34 3,-160 23-15,15-7-9,160-57 0,-222 61 7,0-3 1,101-59-1,-123 59-19,70-58 0,33-46 80,-119 104-58,11-13 194,50-65 0,-52 57-68,-10 12-46,-3-1 1,-1-2 0,-2-1-1,-1 0 1,-3-2 0,-1 0-1,-3-2 1,-1 0 0,-2 0-1,-3-1 1,-1-1-1,-2 1 1,-2-1 0,-3-1-1,-5-80 1,-1 51 222,-3-35 85,4 62-143,2 35-154,1 0-1,-2 1 1,0-1 0,-1 1 0,0-1 0,-8-20-1,-12-24 287,16 38-265,-1 0 1,0 0 0,-22-36-1,-18-21 296,31 47-287,-2 0-1,-27-32 1,21 33-51,-22-28 17,-3 3 1,-66-57 0,-122-71-105,-41 19 130,226 139-118,-1 1 0,-1 3 0,-85-21 0,78 29-543,0 2-1,-1 4 1,-84-1-1,104 8-430,-141 3-1967,64 11-7003,96-10 326</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49.126"/>
    </inkml:context>
    <inkml:brush xml:id="br0">
      <inkml:brushProperty name="width" value="0.035" units="cm"/>
      <inkml:brushProperty name="height" value="0.035" units="cm"/>
    </inkml:brush>
  </inkml:definitions>
  <inkml:trace contextRef="#ctx0" brushRef="#br0">1505 357 6617,'0'0'8046,"2"-2"-7761,13-24 4786,-16 24-4797,-2-3-187,0-1 1,-1 1-1,1 0 0,-1 1 0,-1-1 0,1 1 0,-1-1 1,1 1-1,-9-4 0,-7-5 60,-25-12 0,6 5-47,-11-5 74,0 3 0,-1 2 0,-92-23 0,108 33-100,-13-2 40,1 2 0,-87-6 0,110 14-90,1 2 0,-45 4-1,55-2-23,-1 1-1,1 1 0,0 0 0,0 1 0,0 0 0,-14 9 0,-98 56 46,29-7-29,-28 20 33,113-75-51,0 0-1,0 0 1,1 1 0,0 1-1,-11 15 1,-19 16-4,28-29 7,1 0 0,0 0 0,1 2 1,0-1-1,1 1 0,1 1 0,0-1 0,-11 31 0,9-16 4,5-19-4,2 0 0,-1 0 0,2 0-1,-1 1 1,0 13 0,0 18 5,5 46 0,-1-72-3,1-1 1,1 1-1,0 0 0,1-1 0,12 29 0,24 49 21,34 71 30,-41-98-50,-13-24 9,2-1 0,40 55 0,-47-76-14,13 18-2,1-1 0,2-2-1,43 38 1,-56-58 0,15 13 1,2-1-1,43 26 1,-44-33 2,2-2-1,0-1 1,1-2 0,0-1-1,45 10 1,-70-22 2,27 7-18,1-2 1,45 3-1,44 0 36,36 1-49,-58-10 37,261-9 49,-312 3 2,0-3 0,0-2-1,-1-3 1,0-2-1,57-24 1,-46 13-54,-33 15 66,-1-2 0,0-2 0,43-26 0,-59 30-8,-1 2 54,0-1-1,-1 0 0,0-1 1,-1-1-1,0 0 0,12-17 1,15-14 268,-22 25-171,24-32 1,6-24 97,-2-1 66,-1-9-13,-36 64-237,-1 0 0,-1-1 0,0 0-1,6-40 1,-9 40-2,2-16 275,1-61-1,-5 68-212,-1 1-41,-1 1 0,-1-1 1,-9-51-1,2 35-24,6 28-90,0-1 0,-2 1 0,0 0 1,-1 0-1,0 1 0,-15-30 0,4 22-8,0 1 0,-1 0 0,-1 1 0,-2 1 0,0 1 0,-29-22 0,10 12-10,-2 3 0,-81-41 0,8 14-66,-2 6 0,-2 4 0,-243-54 0,277 84-614,0 4-1,0 4 1,-1 3 0,0 4 0,1 4 0,-141 26 0,173-20-613,0 2 0,-79 30 0,94-27-2846,-68 39 0,42-13-5239</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50.640"/>
    </inkml:context>
    <inkml:brush xml:id="br0">
      <inkml:brushProperty name="width" value="0.035" units="cm"/>
      <inkml:brushProperty name="height" value="0.035" units="cm"/>
    </inkml:brush>
  </inkml:definitions>
  <inkml:trace contextRef="#ctx0" brushRef="#br0">1872 212 7433,'1'0'246,"-1"-1"1,1 1 0,0 0-1,-1 0 1,1 0 0,-1-1-1,1 1 1,-1 0 0,1-1 0,-1 1-1,1 0 1,-1-1 0,1 1-1,-1-1 1,1 1 0,-1-1-1,0 1 1,1-1 0,-1 1-1,0-1 1,1 1 0,-1-1-1,0 0 1,-13 1 9281,1 1-7662,2-1-4388,-5-2 2625,1-1-1,-1-1 1,-18-7-1,-23-6-4,-324-59 238,336 67-306,-29-5 25,31 4-6,-1 2 0,1 2 0,-1 1 1,-78 4-1,95 3-40,1 1-1,0 2 1,0 0-1,0 2 1,0 1-1,1 0 1,0 2-1,-38 22 1,-6 11 32,2 2 1,-80 73-1,110-85-50,1 2 0,2 2-1,2 0 1,1 3 0,-25 44-1,-15 43-6,57-100 6,1 0-1,-15 52 0,22-59 8,-8 29 15,-8 63-1,19-95 3,0 1 1,2 0-1,0 0 1,1 0-1,1-1 0,1 1 1,7 24-1,-5-25 2,34 102-6,-32-101 15,1 0 0,1 0 0,0-1 0,19 24 0,16 12-6,3-2 0,1-2 0,3-2 0,2-2 0,86 55 0,-62-52-13,3-4 0,1-3 0,146 51 1,-159-71 27,119 20 1,73-6-73,-78-23 45,189-11 1,-263-4-9,-1-5 1,112-24-1,-167 22 342,-1-3 0,-1-2 0,0-2-1,-1-3 1,-1-1 0,58-36 0,-50 18 627,87-81 1,-93 76-519,-10 9-11,-2-3 0,-1 0 0,-2-3 0,36-52 0,-53 61-270,-2 0 1,-1-2-1,-1 0 1,11-41 0,24-120 31,-34 128-129,-8 40-13,-1 0 1,-1 0-1,-2-1 0,-1 1 1,0-1-1,-5-40 0,-2 39-24,-2 0 0,-1 0-1,-1 1 1,-17-35 0,15 44-23,0 0 1,-1 2 0,-1-1-1,-25-24 1,28 32-25,1 1-1,-2 0 1,-18-12 0,10 8 0,-28-21-21,-2 3-1,-74-35 1,-107-34-5,146 66 49,5 4 70,-88-20-1,58 26-117,-1 6 0,-148-7-1,104 14 4,-169 11-1,316 0 58,-122 14 100,58 3-137,-75 29-1,0 1-48,73-26 134,0 3 1,-87 43-1,97-40-71,17-12 0,33-12 0,1 2 0,0-1 0,-14 8 0,-97 46-1495,120-57 585,-3-8-7601,5 6 7872,0 0 1,0 0 0,0-1 0,0 1 0,0 0-1,0 0 1,1-1 0,-1 1 0,0-1 0,1 1-1,-1-1 1,0-2 0,11-21-9932</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54.047"/>
    </inkml:context>
    <inkml:brush xml:id="br0">
      <inkml:brushProperty name="width" value="0.035" units="cm"/>
      <inkml:brushProperty name="height" value="0.035" units="cm"/>
    </inkml:brush>
  </inkml:definitions>
  <inkml:trace contextRef="#ctx0" brushRef="#br0">1 1 5344,'0'0'8531</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53.349"/>
    </inkml:context>
    <inkml:brush xml:id="br0">
      <inkml:brushProperty name="width" value="0.035" units="cm"/>
      <inkml:brushProperty name="height" value="0.035" units="cm"/>
    </inkml:brush>
  </inkml:definitions>
  <inkml:trace contextRef="#ctx0" brushRef="#br0">0 25 4936,'0'0'705,"11"-11"-789,3-3-833</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54.458"/>
    </inkml:context>
    <inkml:brush xml:id="br0">
      <inkml:brushProperty name="width" value="0.035" units="cm"/>
      <inkml:brushProperty name="height" value="0.035" units="cm"/>
    </inkml:brush>
  </inkml:definitions>
  <inkml:trace contextRef="#ctx0" brushRef="#br0">1 29 6389,'10'-28'4036</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25T04:25:58.706"/>
    </inkml:context>
    <inkml:brush xml:id="br0">
      <inkml:brushProperty name="width" value="0.035" units="cm"/>
      <inkml:brushProperty name="height" value="0.035" units="cm"/>
    </inkml:brush>
  </inkml:definitions>
  <inkml:trace contextRef="#ctx0" brushRef="#br0">705 827 4972,'0'0'5431,"-2"-1"-5029,-22-17 369,18 17-301,-64 21 1885,67-20-1671,-1 0-224,-2 1-53,0-2-1,1 1 1,-1-1 0,1 0 0,-1 0 0,0 0 0,1-1-1,0 0 1,-1 0 0,-5-3 0,8 3-306,-2 3-21,-22 2 0,-98 7 197,119-9-240,0-1 0,0 1 0,0 1 0,-11 3 0,16-5-21,-3 2 182,1-2-114,-32 2 149,31-1 572,3 0-778,1 0 0,-1 0 0,0 0 0,0 0 0,0 0 0,0-1 0,0 1 0,0 0-1,0 0 1,0-1 0,0 1 0,0-1 0,-1 1 0,1-1 0,0 0 0,-3 1 0,0 1 410,18-3-257,250-31 171,261-23-291,-282 35-57,153-15 18,-204 22-2,-53 4 1,154-5-26,-68 4 102,318 2-119,-371 9-47,629 18 124,-317-4 129,-159-17 350,-94-2-31,209-3 155,-2 0-482,-339 6-66,199 6 196,-258 1 164,-36-6-195,-1 0 8,18 2-221,-9-2 1350,-31-9-718,-5 2-639,-43-6 1,30 6-30,-212-28 45,118 20-51,-997-176-26,852 139 31,203 39-31,-780-127-126,582 104-38,-127-15 77,187 27-3,-109-8 117,101 14-77,-140-6 63,268 20-1,-474-7-9,503 12-44,-111 5 60,27 1 18,-40 4-47,74-3 39,-72 8-85,144-11 19,0 3 1,-57 17-1,25 7-9,69-31 67,-25 9-21,25-10-72,1 3 32,0-1 39,0 0 0,0 0 0,-1 1 0,1-1 0,1 1 0,-1-1 1,0 1-1,-1 3 0,4-4-1,0-1 0,-1 0 0,1 1 0,1-1 1,-1 0-1,0 0 0,0 0 0,0 1 0,0-1 1,4 1-1,-3 0 2,11 7 14,-1 0 1,1-1-1,1-1 0,-1 0 0,1-1 0,1 0 0,-1-1 0,25 5 0,12 5-8,52 14 23,172 25 0,-31-29 23,-138-17-47,618 22-72,-238-16 38,-365-8 97,982 66 726,-649-29-530,300 30-60,359-4-1074,-737-86 650,-243 10 262,-129 7-11,0-1-29,31-2 73,-31 3-28,-2-1-181,7-3-174,-8 4 244,0 0 0,-1 0 0,1-1 0,0 1-1,0 0 1,0-1 0,-1 1 0,1-1 0,0 1 0,-1-1 0,1 1-1,0-1 1,-1 1 0,1-1 0,-1 0 0,2 0 0,-3 0-37,1 0 0,0 0 0,-1 0 0,1 0 1,-1 0-1,1 0 0,-1 0 0,1 0 0,-1 0 0,0 0 1,1 0-1,-1 1 0,0-1 0,0 0 0,0 1 0,1-1 0,-1 0 1,0 1-1,-2-2 0,-95-62-10700,39 26-477</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6T10:40:04.341"/>
    </inkml:context>
    <inkml:brush xml:id="br0">
      <inkml:brushProperty name="width" value="0.1" units="cm"/>
      <inkml:brushProperty name="height" value="0.1" units="cm"/>
      <inkml:brushProperty name="color" value="#008C3A"/>
    </inkml:brush>
  </inkml:definitions>
  <inkml:trace contextRef="#ctx0" brushRef="#br0">0 1 24575,'0'0'-8191</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6T10:40:06.438"/>
    </inkml:context>
    <inkml:brush xml:id="br0">
      <inkml:brushProperty name="width" value="0.1" units="cm"/>
      <inkml:brushProperty name="height" value="0.1" units="cm"/>
      <inkml:brushProperty name="color" value="#008C3A"/>
    </inkml:brush>
  </inkml:definitions>
  <inkml:trace contextRef="#ctx0" brushRef="#br0">1 1 24575,'0'0'-8191</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6T10:40:09.937"/>
    </inkml:context>
    <inkml:brush xml:id="br0">
      <inkml:brushProperty name="width" value="0.1" units="cm"/>
      <inkml:brushProperty name="height" value="0.1" units="cm"/>
      <inkml:brushProperty name="color" value="#008C3A"/>
    </inkml:brush>
  </inkml:definitions>
  <inkml:trace contextRef="#ctx0" brushRef="#br0">0 0 24575,'0'23'0,"0"74"0,0 45 0,0 43 0,0 12-2363,0 2 2363,0-17 0,0-22 0,0-26 492,0-25-492,0-26 451,0-21-451,0-15 0,0-10 0,0-5 1205,0-10-9181</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3-16T10:46:33.277"/>
    </inkml:context>
    <inkml:brush xml:id="br0">
      <inkml:brushProperty name="width" value="0.1" units="cm"/>
      <inkml:brushProperty name="height" value="0.1" units="cm"/>
      <inkml:brushProperty name="color" value="#E71224"/>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2" y="0"/>
            <a:ext cx="2971800" cy="4587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87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2" y="8685212"/>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33" name="Google Shape;33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35B96BB0-B2BB-4956-BEF7-4BD3ACBD794A}"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39</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84508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14602-A517-3820-8B7C-1E01764CB026}"/>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945A3024-9EEB-20DD-01D8-6AAD936EE7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19C7E8C6-E7CC-CDB0-1B4A-651BC831C3C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7412" name="Slide Number Placeholder 3">
            <a:extLst>
              <a:ext uri="{FF2B5EF4-FFF2-40B4-BE49-F238E27FC236}">
                <a16:creationId xmlns:a16="http://schemas.microsoft.com/office/drawing/2014/main" id="{17491BE9-719F-4864-6E05-915A42D23C5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35B96BB0-B2BB-4956-BEF7-4BD3ACBD794A}"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40</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05183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C840C1CD-CA41-45DE-899A-F228F5CBABEF}"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41</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945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46436909-C449-4A78-9E99-C459EAEA27A1}"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42</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60418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46436909-C449-4A78-9E99-C459EAEA27A1}"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43</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03183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46436909-C449-4A78-9E99-C459EAEA27A1}"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44</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162582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46436909-C449-4A78-9E99-C459EAEA27A1}"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45</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817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46436909-C449-4A78-9E99-C459EAEA27A1}"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46</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685788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46436909-C449-4A78-9E99-C459EAEA27A1}"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49</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6642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46436909-C449-4A78-9E99-C459EAEA27A1}"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54</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74677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46436909-C449-4A78-9E99-C459EAEA27A1}"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55</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877432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46436909-C449-4A78-9E99-C459EAEA27A1}"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56</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81825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46436909-C449-4A78-9E99-C459EAEA27A1}"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57</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07031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46436909-C449-4A78-9E99-C459EAEA27A1}"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58</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31034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p>
            <a:pPr marL="0" marR="0" lvl="0" indent="0" algn="r" defTabSz="967453" rtl="0" eaLnBrk="1" fontAlgn="auto" latinLnBrk="0" hangingPunct="1">
              <a:lnSpc>
                <a:spcPct val="100000"/>
              </a:lnSpc>
              <a:spcBef>
                <a:spcPts val="0"/>
              </a:spcBef>
              <a:spcAft>
                <a:spcPts val="0"/>
              </a:spcAft>
              <a:buClrTx/>
              <a:buSzTx/>
              <a:buFontTx/>
              <a:buNone/>
              <a:tabLst/>
              <a:defRPr/>
            </a:pPr>
            <a:fld id="{46436909-C449-4A78-9E99-C459EAEA27A1}" type="slidenum">
              <a:rPr kumimoji="0" lang="en-IN" alt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67453" rtl="0" eaLnBrk="1" fontAlgn="auto" latinLnBrk="0" hangingPunct="1">
                <a:lnSpc>
                  <a:spcPct val="100000"/>
                </a:lnSpc>
                <a:spcBef>
                  <a:spcPts val="0"/>
                </a:spcBef>
                <a:spcAft>
                  <a:spcPts val="0"/>
                </a:spcAft>
                <a:buClrTx/>
                <a:buSzTx/>
                <a:buFontTx/>
                <a:buNone/>
                <a:tabLst/>
                <a:defRPr/>
              </a:pPr>
              <a:t>59</a:t>
            </a:fld>
            <a:endParaRPr kumimoji="0" lang="en-IN" alt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765788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3" name="Google Shape;813;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687356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 Id="rId4"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12.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8"/>
        <p:cNvGrpSpPr/>
        <p:nvPr/>
      </p:nvGrpSpPr>
      <p:grpSpPr>
        <a:xfrm>
          <a:off x="0" y="0"/>
          <a:ext cx="0" cy="0"/>
          <a:chOff x="0" y="0"/>
          <a:chExt cx="0" cy="0"/>
        </a:xfrm>
      </p:grpSpPr>
      <p:sp>
        <p:nvSpPr>
          <p:cNvPr id="19" name="Google Shape;19;p2"/>
          <p:cNvSpPr txBox="1">
            <a:spLocks noGrp="1"/>
          </p:cNvSpPr>
          <p:nvPr>
            <p:ph type="ctrTitle"/>
          </p:nvPr>
        </p:nvSpPr>
        <p:spPr>
          <a:xfrm>
            <a:off x="4572002" y="2549771"/>
            <a:ext cx="7330800" cy="16008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rtl="0">
              <a:lnSpc>
                <a:spcPct val="100000"/>
              </a:lnSpc>
              <a:spcBef>
                <a:spcPts val="0"/>
              </a:spcBef>
              <a:spcAft>
                <a:spcPts val="0"/>
              </a:spcAft>
              <a:buClr>
                <a:schemeClr val="dk1"/>
              </a:buClr>
              <a:buSzPts val="1400"/>
              <a:buFont typeface="Calibri"/>
              <a:buNone/>
              <a:defRPr/>
            </a:lvl2pPr>
            <a:lvl3pPr lvl="2" algn="l" rtl="0">
              <a:lnSpc>
                <a:spcPct val="100000"/>
              </a:lnSpc>
              <a:spcBef>
                <a:spcPts val="0"/>
              </a:spcBef>
              <a:spcAft>
                <a:spcPts val="0"/>
              </a:spcAft>
              <a:buClr>
                <a:schemeClr val="dk1"/>
              </a:buClr>
              <a:buSzPts val="1400"/>
              <a:buFont typeface="Calibri"/>
              <a:buNone/>
              <a:defRPr/>
            </a:lvl3pPr>
            <a:lvl4pPr lvl="3" algn="l" rtl="0">
              <a:lnSpc>
                <a:spcPct val="100000"/>
              </a:lnSpc>
              <a:spcBef>
                <a:spcPts val="0"/>
              </a:spcBef>
              <a:spcAft>
                <a:spcPts val="0"/>
              </a:spcAft>
              <a:buClr>
                <a:schemeClr val="dk1"/>
              </a:buClr>
              <a:buSzPts val="1400"/>
              <a:buFont typeface="Calibri"/>
              <a:buNone/>
              <a:defRPr/>
            </a:lvl4pPr>
            <a:lvl5pPr lvl="4" algn="l" rtl="0">
              <a:lnSpc>
                <a:spcPct val="100000"/>
              </a:lnSpc>
              <a:spcBef>
                <a:spcPts val="0"/>
              </a:spcBef>
              <a:spcAft>
                <a:spcPts val="0"/>
              </a:spcAft>
              <a:buClr>
                <a:schemeClr val="dk1"/>
              </a:buClr>
              <a:buSzPts val="1400"/>
              <a:buFont typeface="Calibri"/>
              <a:buNone/>
              <a:defRPr/>
            </a:lvl5pPr>
            <a:lvl6pPr lvl="5" algn="l" rtl="0">
              <a:lnSpc>
                <a:spcPct val="100000"/>
              </a:lnSpc>
              <a:spcBef>
                <a:spcPts val="0"/>
              </a:spcBef>
              <a:spcAft>
                <a:spcPts val="0"/>
              </a:spcAft>
              <a:buClr>
                <a:schemeClr val="dk1"/>
              </a:buClr>
              <a:buSzPts val="1400"/>
              <a:buFont typeface="Calibri"/>
              <a:buNone/>
              <a:defRPr/>
            </a:lvl6pPr>
            <a:lvl7pPr lvl="6" algn="l" rtl="0">
              <a:lnSpc>
                <a:spcPct val="100000"/>
              </a:lnSpc>
              <a:spcBef>
                <a:spcPts val="0"/>
              </a:spcBef>
              <a:spcAft>
                <a:spcPts val="0"/>
              </a:spcAft>
              <a:buClr>
                <a:schemeClr val="dk1"/>
              </a:buClr>
              <a:buSzPts val="1400"/>
              <a:buFont typeface="Calibri"/>
              <a:buNone/>
              <a:defRPr/>
            </a:lvl7pPr>
            <a:lvl8pPr lvl="7" algn="l" rtl="0">
              <a:lnSpc>
                <a:spcPct val="100000"/>
              </a:lnSpc>
              <a:spcBef>
                <a:spcPts val="0"/>
              </a:spcBef>
              <a:spcAft>
                <a:spcPts val="0"/>
              </a:spcAft>
              <a:buClr>
                <a:schemeClr val="dk1"/>
              </a:buClr>
              <a:buSzPts val="1400"/>
              <a:buFont typeface="Calibri"/>
              <a:buNone/>
              <a:defRPr/>
            </a:lvl8pPr>
            <a:lvl9pPr lvl="8" algn="l" rtl="0">
              <a:lnSpc>
                <a:spcPct val="100000"/>
              </a:lnSpc>
              <a:spcBef>
                <a:spcPts val="0"/>
              </a:spcBef>
              <a:spcAft>
                <a:spcPts val="0"/>
              </a:spcAft>
              <a:buClr>
                <a:schemeClr val="dk1"/>
              </a:buClr>
              <a:buSzPts val="1400"/>
              <a:buFont typeface="Calibri"/>
              <a:buNone/>
              <a:defRPr/>
            </a:lvl9pPr>
          </a:lstStyle>
          <a:p>
            <a:endParaRPr/>
          </a:p>
        </p:txBody>
      </p:sp>
      <p:sp>
        <p:nvSpPr>
          <p:cNvPr id="20" name="Google Shape;20;p2"/>
          <p:cNvSpPr txBox="1">
            <a:spLocks noGrp="1"/>
          </p:cNvSpPr>
          <p:nvPr>
            <p:ph type="subTitle" idx="1"/>
          </p:nvPr>
        </p:nvSpPr>
        <p:spPr>
          <a:xfrm>
            <a:off x="5908431" y="4452632"/>
            <a:ext cx="5994300" cy="343200"/>
          </a:xfrm>
          <a:prstGeom prst="rect">
            <a:avLst/>
          </a:prstGeom>
          <a:noFill/>
          <a:ln>
            <a:noFill/>
          </a:ln>
        </p:spPr>
        <p:txBody>
          <a:bodyPr spcFirstLastPara="1" wrap="square" lIns="91425" tIns="45700" rIns="91425" bIns="45700" anchor="ctr" anchorCtr="0">
            <a:normAutofit/>
          </a:bodyPr>
          <a:lstStyle>
            <a:lvl1pPr lvl="0" algn="r" rtl="0">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rtl="0">
              <a:lnSpc>
                <a:spcPct val="90000"/>
              </a:lnSpc>
              <a:spcBef>
                <a:spcPts val="375"/>
              </a:spcBef>
              <a:spcAft>
                <a:spcPts val="0"/>
              </a:spcAft>
              <a:buClr>
                <a:schemeClr val="dk1"/>
              </a:buClr>
              <a:buSzPts val="1500"/>
              <a:buNone/>
              <a:defRPr sz="1125"/>
            </a:lvl2pPr>
            <a:lvl3pPr lvl="2" algn="ctr" rtl="0">
              <a:lnSpc>
                <a:spcPct val="90000"/>
              </a:lnSpc>
              <a:spcBef>
                <a:spcPts val="375"/>
              </a:spcBef>
              <a:spcAft>
                <a:spcPts val="0"/>
              </a:spcAft>
              <a:buClr>
                <a:schemeClr val="dk1"/>
              </a:buClr>
              <a:buSzPts val="1350"/>
              <a:buNone/>
              <a:defRPr sz="1013"/>
            </a:lvl3pPr>
            <a:lvl4pPr lvl="3" algn="ctr" rtl="0">
              <a:lnSpc>
                <a:spcPct val="90000"/>
              </a:lnSpc>
              <a:spcBef>
                <a:spcPts val="375"/>
              </a:spcBef>
              <a:spcAft>
                <a:spcPts val="0"/>
              </a:spcAft>
              <a:buClr>
                <a:schemeClr val="dk1"/>
              </a:buClr>
              <a:buSzPts val="1200"/>
              <a:buNone/>
              <a:defRPr sz="900"/>
            </a:lvl4pPr>
            <a:lvl5pPr lvl="4" algn="ctr" rtl="0">
              <a:lnSpc>
                <a:spcPct val="90000"/>
              </a:lnSpc>
              <a:spcBef>
                <a:spcPts val="375"/>
              </a:spcBef>
              <a:spcAft>
                <a:spcPts val="0"/>
              </a:spcAft>
              <a:buClr>
                <a:schemeClr val="dk1"/>
              </a:buClr>
              <a:buSzPts val="1200"/>
              <a:buNone/>
              <a:defRPr sz="900"/>
            </a:lvl5pPr>
            <a:lvl6pPr lvl="5" algn="ctr" rtl="0">
              <a:lnSpc>
                <a:spcPct val="90000"/>
              </a:lnSpc>
              <a:spcBef>
                <a:spcPts val="375"/>
              </a:spcBef>
              <a:spcAft>
                <a:spcPts val="0"/>
              </a:spcAft>
              <a:buClr>
                <a:schemeClr val="dk1"/>
              </a:buClr>
              <a:buSzPts val="1200"/>
              <a:buNone/>
              <a:defRPr sz="900"/>
            </a:lvl6pPr>
            <a:lvl7pPr lvl="6" algn="ctr" rtl="0">
              <a:lnSpc>
                <a:spcPct val="90000"/>
              </a:lnSpc>
              <a:spcBef>
                <a:spcPts val="375"/>
              </a:spcBef>
              <a:spcAft>
                <a:spcPts val="0"/>
              </a:spcAft>
              <a:buClr>
                <a:schemeClr val="dk1"/>
              </a:buClr>
              <a:buSzPts val="1200"/>
              <a:buNone/>
              <a:defRPr sz="900"/>
            </a:lvl7pPr>
            <a:lvl8pPr lvl="7" algn="ctr" rtl="0">
              <a:lnSpc>
                <a:spcPct val="90000"/>
              </a:lnSpc>
              <a:spcBef>
                <a:spcPts val="375"/>
              </a:spcBef>
              <a:spcAft>
                <a:spcPts val="0"/>
              </a:spcAft>
              <a:buClr>
                <a:schemeClr val="dk1"/>
              </a:buClr>
              <a:buSzPts val="1200"/>
              <a:buNone/>
              <a:defRPr sz="900"/>
            </a:lvl8pPr>
            <a:lvl9pPr lvl="8" algn="ctr" rtl="0">
              <a:lnSpc>
                <a:spcPct val="90000"/>
              </a:lnSpc>
              <a:spcBef>
                <a:spcPts val="375"/>
              </a:spcBef>
              <a:spcAft>
                <a:spcPts val="0"/>
              </a:spcAft>
              <a:buClr>
                <a:schemeClr val="dk1"/>
              </a:buClr>
              <a:buSzPts val="1200"/>
              <a:buNone/>
              <a:defRPr sz="900"/>
            </a:lvl9pPr>
          </a:lstStyle>
          <a:p>
            <a:endParaRPr/>
          </a:p>
        </p:txBody>
      </p:sp>
      <p:sp>
        <p:nvSpPr>
          <p:cNvPr id="21" name="Google Shape;21;p2"/>
          <p:cNvSpPr txBox="1">
            <a:spLocks noGrp="1"/>
          </p:cNvSpPr>
          <p:nvPr>
            <p:ph type="body" idx="2"/>
          </p:nvPr>
        </p:nvSpPr>
        <p:spPr>
          <a:xfrm>
            <a:off x="5189413" y="4826979"/>
            <a:ext cx="6713400" cy="1108500"/>
          </a:xfrm>
          <a:prstGeom prst="rect">
            <a:avLst/>
          </a:prstGeom>
          <a:noFill/>
          <a:ln>
            <a:noFill/>
          </a:ln>
        </p:spPr>
        <p:txBody>
          <a:bodyPr spcFirstLastPara="1" wrap="square" lIns="91425" tIns="45700" rIns="91425" bIns="45700" anchor="t" anchorCtr="0">
            <a:normAutofit/>
          </a:bodyPr>
          <a:lstStyle>
            <a:lvl1pPr marL="457200" lvl="0" indent="-228600" algn="r" rtl="0">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solidFill>
                  <a:prstClr val="white"/>
                </a:solidFill>
              </a:rPr>
              <a:t>Click to edit Session title</a:t>
            </a:r>
          </a:p>
        </p:txBody>
      </p:sp>
    </p:spTree>
    <p:extLst>
      <p:ext uri="{BB962C8B-B14F-4D97-AF65-F5344CB8AC3E}">
        <p14:creationId xmlns:p14="http://schemas.microsoft.com/office/powerpoint/2010/main" val="2878299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4259017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9144000" y="762000"/>
            <a:ext cx="2946400" cy="554038"/>
          </a:xfrm>
          <a:prstGeom prst="rect">
            <a:avLst/>
          </a:prstGeom>
          <a:noFill/>
        </p:spPr>
        <p:txBody>
          <a:bodyPr>
            <a:spAutoFit/>
          </a:bodyPr>
          <a:lstStyle/>
          <a:p>
            <a:pPr algn="ctr">
              <a:defRPr/>
            </a:pP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9448800" y="1171576"/>
            <a:ext cx="2540000" cy="276225"/>
          </a:xfrm>
          <a:prstGeom prst="rect">
            <a:avLst/>
          </a:prstGeom>
          <a:noFill/>
        </p:spPr>
        <p:txBody>
          <a:bodyPr>
            <a:spAutoFit/>
          </a:bodyPr>
          <a:lstStyle/>
          <a:p>
            <a:pPr>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928799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7"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963854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56"/>
        <p:cNvGrpSpPr/>
        <p:nvPr/>
      </p:nvGrpSpPr>
      <p:grpSpPr>
        <a:xfrm>
          <a:off x="0" y="0"/>
          <a:ext cx="0" cy="0"/>
          <a:chOff x="0" y="0"/>
          <a:chExt cx="0" cy="0"/>
        </a:xfrm>
      </p:grpSpPr>
      <p:sp>
        <p:nvSpPr>
          <p:cNvPr id="57" name="Google Shape;57;p110"/>
          <p:cNvSpPr txBox="1"/>
          <p:nvPr/>
        </p:nvSpPr>
        <p:spPr>
          <a:xfrm>
            <a:off x="10871200" y="6550025"/>
            <a:ext cx="1320800" cy="261610"/>
          </a:xfrm>
          <a:prstGeom prst="rect">
            <a:avLst/>
          </a:prstGeom>
          <a:noFill/>
          <a:ln>
            <a:noFill/>
          </a:ln>
        </p:spPr>
        <p:txBody>
          <a:bodyPr spcFirstLastPara="1" wrap="square" lIns="91425" tIns="45700" rIns="91425" bIns="45700" anchor="t" anchorCtr="0">
            <a:spAutoFit/>
          </a:bodyPr>
          <a:lstStyle/>
          <a:p>
            <a:pPr algn="r"/>
            <a:r>
              <a:rPr lang="en-US" sz="1100" b="1">
                <a:solidFill>
                  <a:srgbClr val="101141"/>
                </a:solidFill>
                <a:latin typeface="Arial"/>
                <a:ea typeface="Arial"/>
                <a:cs typeface="Arial"/>
                <a:sym typeface="Arial"/>
              </a:rPr>
              <a:t>BITS </a:t>
            </a:r>
            <a:r>
              <a:rPr lang="en-US" sz="1100">
                <a:solidFill>
                  <a:srgbClr val="101141"/>
                </a:solidFill>
                <a:latin typeface="Arial"/>
                <a:ea typeface="Arial"/>
                <a:cs typeface="Arial"/>
                <a:sym typeface="Arial"/>
              </a:rPr>
              <a:t>Pilani</a:t>
            </a:r>
            <a:endParaRPr sz="1100">
              <a:solidFill>
                <a:srgbClr val="101141"/>
              </a:solidFill>
              <a:latin typeface="Arial"/>
              <a:ea typeface="Arial"/>
              <a:cs typeface="Arial"/>
              <a:sym typeface="Arial"/>
            </a:endParaRPr>
          </a:p>
        </p:txBody>
      </p:sp>
      <p:grpSp>
        <p:nvGrpSpPr>
          <p:cNvPr id="58" name="Google Shape;58;p110"/>
          <p:cNvGrpSpPr/>
          <p:nvPr/>
        </p:nvGrpSpPr>
        <p:grpSpPr>
          <a:xfrm>
            <a:off x="2779184" y="6550026"/>
            <a:ext cx="9412816"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8839201" y="0"/>
            <a:ext cx="2925233" cy="692150"/>
          </a:xfrm>
          <a:prstGeom prst="rect">
            <a:avLst/>
          </a:prstGeom>
          <a:noFill/>
          <a:ln>
            <a:noFill/>
          </a:ln>
        </p:spPr>
      </p:pic>
      <p:grpSp>
        <p:nvGrpSpPr>
          <p:cNvPr id="63" name="Google Shape;63;p110"/>
          <p:cNvGrpSpPr/>
          <p:nvPr/>
        </p:nvGrpSpPr>
        <p:grpSpPr>
          <a:xfrm>
            <a:off x="2844800" y="6553200"/>
            <a:ext cx="9347200" cy="46038"/>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grpSp>
        <p:nvGrpSpPr>
          <p:cNvPr id="67" name="Google Shape;67;p110"/>
          <p:cNvGrpSpPr/>
          <p:nvPr/>
        </p:nvGrpSpPr>
        <p:grpSpPr>
          <a:xfrm>
            <a:off x="0" y="1295400"/>
            <a:ext cx="9347200" cy="46038"/>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endParaRPr sz="160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362126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4" name="TextBox 3"/>
          <p:cNvSpPr txBox="1"/>
          <p:nvPr/>
        </p:nvSpPr>
        <p:spPr>
          <a:xfrm>
            <a:off x="4368800" y="6596064"/>
            <a:ext cx="7823200" cy="261937"/>
          </a:xfrm>
          <a:prstGeom prst="rect">
            <a:avLst/>
          </a:prstGeom>
          <a:noFill/>
        </p:spPr>
        <p:txBody>
          <a:bodyPr>
            <a:spAutoFit/>
          </a:bodyPr>
          <a:lstStyle/>
          <a:p>
            <a:pPr algn="r">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5" name="Group 11"/>
          <p:cNvGrpSpPr>
            <a:grpSpLocks/>
          </p:cNvGrpSpPr>
          <p:nvPr/>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407445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1" y="1"/>
            <a:ext cx="9412817"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9347200" cy="46038"/>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9347200" cy="46038"/>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x-none" altLang="x-none" sz="1600">
                <a:solidFill>
                  <a:srgbClr val="FFFFFF"/>
                </a:solidFill>
                <a:latin typeface="Tahoma" panose="020B0604030504040204" pitchFamily="34" charset="0"/>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3027479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solidFill>
                  <a:prstClr val="black"/>
                </a:solidFill>
              </a:rPr>
              <a:pPr algn="r"/>
              <a:t>‹#›</a:t>
            </a:fld>
            <a:endParaRPr lang="en">
              <a:solidFill>
                <a:prstClr val="black"/>
              </a:solidFill>
            </a:endParaRPr>
          </a:p>
        </p:txBody>
      </p:sp>
    </p:spTree>
    <p:extLst>
      <p:ext uri="{BB962C8B-B14F-4D97-AF65-F5344CB8AC3E}">
        <p14:creationId xmlns:p14="http://schemas.microsoft.com/office/powerpoint/2010/main" val="3092530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a:latin typeface="Arial"/>
                <a:cs typeface="Arial"/>
              </a:rPr>
              <a:t>BITS</a:t>
            </a:r>
            <a:r>
              <a:rPr lang="en-IN" b="1" spc="-55">
                <a:latin typeface="Arial"/>
                <a:cs typeface="Arial"/>
              </a:rPr>
              <a:t> </a:t>
            </a:r>
            <a:r>
              <a:rPr lang="en-IN"/>
              <a:t>Pilani,</a:t>
            </a:r>
            <a:r>
              <a:rPr lang="en-IN" spc="-35"/>
              <a:t> </a:t>
            </a:r>
            <a:r>
              <a:rPr lang="en-IN"/>
              <a:t>Pilani</a:t>
            </a:r>
            <a:r>
              <a:rPr lang="en-IN" spc="-30"/>
              <a:t> </a:t>
            </a:r>
            <a:r>
              <a:rPr lang="en-IN" spc="-10"/>
              <a:t>Campus</a:t>
            </a:r>
            <a:endParaRPr lang="en-IN"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536900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86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fontAlgn="base">
              <a:spcBef>
                <a:spcPct val="0"/>
              </a:spcBef>
              <a:spcAft>
                <a:spcPct val="0"/>
              </a:spcAft>
              <a:defRPr/>
            </a:pPr>
            <a:r>
              <a:rPr lang="en-US" sz="825" b="1" dirty="0">
                <a:solidFill>
                  <a:srgbClr val="101141"/>
                </a:solidFill>
                <a:latin typeface="Arial"/>
                <a:cs typeface="Arial"/>
              </a:rPr>
              <a:t>BITS </a:t>
            </a:r>
            <a:r>
              <a:rPr lang="en-US" sz="825" dirty="0">
                <a:solidFill>
                  <a:srgbClr val="101141"/>
                </a:solidFill>
                <a:latin typeface="Arial"/>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defRPr/>
              </a:pPr>
              <a:endParaRPr lang="en-US" sz="120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25201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30836018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nchor="ctr"/>
          <a:lstStyle/>
          <a:p>
            <a:endParaRPr lang="en-IN" sz="1400" b="0" strike="noStrike" spc="-1">
              <a:solidFill>
                <a:srgbClr val="000000"/>
              </a:solidFill>
              <a:latin typeface="Arial"/>
            </a:endParaRPr>
          </a:p>
        </p:txBody>
      </p:sp>
      <p:sp>
        <p:nvSpPr>
          <p:cNvPr id="61" name="PlaceHolder 2"/>
          <p:cNvSpPr>
            <a:spLocks noGrp="1"/>
          </p:cNvSpPr>
          <p:nvPr>
            <p:ph type="body"/>
          </p:nvPr>
        </p:nvSpPr>
        <p:spPr>
          <a:xfrm>
            <a:off x="609600" y="1600200"/>
            <a:ext cx="10972320" cy="4525920"/>
          </a:xfrm>
          <a:prstGeom prst="rect">
            <a:avLst/>
          </a:prstGeom>
        </p:spPr>
        <p:txBody>
          <a:bodyPr lIns="0" tIns="0" rIns="0" bIns="0">
            <a:normAutofit/>
          </a:bodyPr>
          <a:lstStyle/>
          <a:p>
            <a:endParaRPr lang="en-IN" sz="1400" b="0" strike="noStrike" spc="-1">
              <a:solidFill>
                <a:srgbClr val="000000"/>
              </a:solidFill>
              <a:latin typeface="Arial"/>
            </a:endParaRPr>
          </a:p>
        </p:txBody>
      </p:sp>
    </p:spTree>
    <p:extLst>
      <p:ext uri="{BB962C8B-B14F-4D97-AF65-F5344CB8AC3E}">
        <p14:creationId xmlns:p14="http://schemas.microsoft.com/office/powerpoint/2010/main" val="11692818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1"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7" y="2482116"/>
            <a:ext cx="8848465" cy="2130566"/>
          </a:xfrm>
          <a:prstGeom prst="rect">
            <a:avLst/>
          </a:prstGeom>
        </p:spPr>
      </p:pic>
      <p:sp>
        <p:nvSpPr>
          <p:cNvPr id="7" name="Title 1"/>
          <p:cNvSpPr txBox="1">
            <a:spLocks/>
          </p:cNvSpPr>
          <p:nvPr userDrawn="1"/>
        </p:nvSpPr>
        <p:spPr>
          <a:xfrm>
            <a:off x="1831509" y="2575123"/>
            <a:ext cx="8666988" cy="1936878"/>
          </a:xfrm>
          <a:prstGeom prst="rect">
            <a:avLst/>
          </a:prstGeom>
        </p:spPr>
        <p:txBody>
          <a:bodyPr vert="horz" lIns="68580" tIns="34290" rIns="68580" bIns="3429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marL="0" marR="0" lvl="0" indent="0" algn="ctr" defTabSz="514350" rtl="0" eaLnBrk="1" fontAlgn="auto" latinLnBrk="0" hangingPunct="1">
              <a:lnSpc>
                <a:spcPct val="90000"/>
              </a:lnSpc>
              <a:spcBef>
                <a:spcPct val="0"/>
              </a:spcBef>
              <a:spcAft>
                <a:spcPts val="0"/>
              </a:spcAft>
              <a:buClrTx/>
              <a:buSzTx/>
              <a:buFontTx/>
              <a:buNone/>
              <a:tabLst/>
              <a:defRPr/>
            </a:pPr>
            <a:r>
              <a:rPr kumimoji="0" lang="en-US" sz="2700" b="1" i="0" u="none" strike="noStrike" kern="1200" cap="none" spc="0" normalizeH="0" baseline="0" noProof="0" dirty="0">
                <a:ln>
                  <a:noFill/>
                </a:ln>
                <a:solidFill>
                  <a:prstClr val="white"/>
                </a:solidFill>
                <a:effectLst/>
                <a:uLnTx/>
                <a:uFillTx/>
                <a:latin typeface="Helvetica" panose="020B0604020202030204" pitchFamily="34" charset="0"/>
                <a:ea typeface="+mj-ea"/>
                <a:cs typeface="+mj-cs"/>
              </a:rPr>
              <a:t>Click to edit Session title</a:t>
            </a:r>
          </a:p>
        </p:txBody>
      </p:sp>
    </p:spTree>
    <p:extLst>
      <p:ext uri="{BB962C8B-B14F-4D97-AF65-F5344CB8AC3E}">
        <p14:creationId xmlns:p14="http://schemas.microsoft.com/office/powerpoint/2010/main" val="104267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1" y="2223656"/>
            <a:ext cx="2690381" cy="2729344"/>
          </a:xfrm>
          <a:prstGeom prst="rect">
            <a:avLst/>
          </a:prstGeom>
        </p:spPr>
      </p:pic>
      <p:sp>
        <p:nvSpPr>
          <p:cNvPr id="2" name="Title 1"/>
          <p:cNvSpPr>
            <a:spLocks noGrp="1"/>
          </p:cNvSpPr>
          <p:nvPr>
            <p:ph type="title"/>
          </p:nvPr>
        </p:nvSpPr>
        <p:spPr>
          <a:xfrm>
            <a:off x="831851" y="1709740"/>
            <a:ext cx="10515600" cy="2852737"/>
          </a:xfrm>
        </p:spPr>
        <p:txBody>
          <a:bodyPr anchor="b">
            <a:normAutofit/>
          </a:bodyPr>
          <a:lstStyle>
            <a:lvl1pPr algn="r">
              <a:defRPr sz="405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lgn="r">
              <a:buNone/>
              <a:defRPr sz="1800" b="0" i="0">
                <a:solidFill>
                  <a:schemeClr val="tx1">
                    <a:tint val="75000"/>
                  </a:schemeClr>
                </a:solidFill>
                <a:latin typeface="Helvetica Light"/>
                <a:cs typeface="Helvetica Ligh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29799729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8839202"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9144000" y="762000"/>
            <a:ext cx="2946400" cy="427040"/>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9448800" y="1171576"/>
            <a:ext cx="2540000" cy="230832"/>
          </a:xfrm>
          <a:prstGeom prst="rect">
            <a:avLst/>
          </a:prstGeom>
          <a:noFill/>
        </p:spPr>
        <p:txBody>
          <a:bodyPr>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Edit Master text styles</a:t>
            </a:r>
          </a:p>
          <a:p>
            <a:pPr lvl="1"/>
            <a:r>
              <a:rPr lang="en-US"/>
              <a:t>Second level</a:t>
            </a:r>
          </a:p>
        </p:txBody>
      </p:sp>
    </p:spTree>
    <p:extLst>
      <p:ext uri="{BB962C8B-B14F-4D97-AF65-F5344CB8AC3E}">
        <p14:creationId xmlns:p14="http://schemas.microsoft.com/office/powerpoint/2010/main" val="27243253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Slide" preserve="1">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9517"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817" y="896938"/>
            <a:ext cx="3096683"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77568" y="4800600"/>
            <a:ext cx="5124451"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3" y="2549773"/>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5908431" y="4452634"/>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0"/>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r>
              <a:rPr lang="en-US"/>
              <a:t>Click to edit Master subtitle style</a:t>
            </a:r>
            <a:endParaRPr/>
          </a:p>
        </p:txBody>
      </p:sp>
      <p:sp>
        <p:nvSpPr>
          <p:cNvPr id="17" name="Google Shape;17;p6"/>
          <p:cNvSpPr txBox="1">
            <a:spLocks noGrp="1"/>
          </p:cNvSpPr>
          <p:nvPr>
            <p:ph type="body" idx="2"/>
          </p:nvPr>
        </p:nvSpPr>
        <p:spPr>
          <a:xfrm>
            <a:off x="5189413" y="4826981"/>
            <a:ext cx="6713419" cy="1108563"/>
          </a:xfrm>
          <a:prstGeom prst="rect">
            <a:avLst/>
          </a:prstGeom>
          <a:noFill/>
          <a:ln>
            <a:noFill/>
          </a:ln>
        </p:spPr>
        <p:txBody>
          <a:bodyPr spcFirstLastPara="1" lIns="91425" tIns="45700" rIns="91425" bIns="45700">
            <a:normAutofit/>
          </a:bodyPr>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pPr lvl="0"/>
            <a:r>
              <a:rPr lang="en-US"/>
              <a:t>Edit Master text styles</a:t>
            </a:r>
          </a:p>
        </p:txBody>
      </p:sp>
    </p:spTree>
    <p:extLst>
      <p:ext uri="{BB962C8B-B14F-4D97-AF65-F5344CB8AC3E}">
        <p14:creationId xmlns:p14="http://schemas.microsoft.com/office/powerpoint/2010/main" val="684793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_one" preserve="1">
  <p:cSld name="Blank_one">
    <p:spTree>
      <p:nvGrpSpPr>
        <p:cNvPr id="1" name="Shape 56"/>
        <p:cNvGrpSpPr/>
        <p:nvPr/>
      </p:nvGrpSpPr>
      <p:grpSpPr>
        <a:xfrm>
          <a:off x="0" y="0"/>
          <a:ext cx="0" cy="0"/>
          <a:chOff x="0" y="0"/>
          <a:chExt cx="0" cy="0"/>
        </a:xfrm>
      </p:grpSpPr>
      <p:sp>
        <p:nvSpPr>
          <p:cNvPr id="57" name="Google Shape;57;p110"/>
          <p:cNvSpPr txBox="1"/>
          <p:nvPr/>
        </p:nvSpPr>
        <p:spPr>
          <a:xfrm>
            <a:off x="10871200" y="6550026"/>
            <a:ext cx="1320800" cy="196177"/>
          </a:xfrm>
          <a:prstGeom prst="rect">
            <a:avLst/>
          </a:prstGeom>
          <a:noFill/>
          <a:ln>
            <a:noFill/>
          </a:ln>
        </p:spPr>
        <p:txBody>
          <a:bodyPr spcFirstLastPara="1" wrap="square" lIns="68569" tIns="34275" rIns="68569" bIns="34275" anchor="t" anchorCtr="0">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a:ln>
                  <a:noFill/>
                </a:ln>
                <a:solidFill>
                  <a:srgbClr val="101141"/>
                </a:solidFill>
                <a:effectLst/>
                <a:uLnTx/>
                <a:uFillTx/>
                <a:latin typeface="Arial"/>
                <a:ea typeface="Arial"/>
                <a:cs typeface="Arial"/>
                <a:sym typeface="Arial"/>
              </a:rPr>
              <a:t>BITS </a:t>
            </a:r>
            <a:r>
              <a:rPr kumimoji="0" lang="en-US" sz="825" b="0" i="0" u="none" strike="noStrike" kern="1200" cap="none" spc="0" normalizeH="0" baseline="0" noProof="0">
                <a:ln>
                  <a:noFill/>
                </a:ln>
                <a:solidFill>
                  <a:srgbClr val="101141"/>
                </a:solidFill>
                <a:effectLst/>
                <a:uLnTx/>
                <a:uFillTx/>
                <a:latin typeface="Arial"/>
                <a:ea typeface="Arial"/>
                <a:cs typeface="Arial"/>
                <a:sym typeface="Arial"/>
              </a:rPr>
              <a:t>Pilani</a:t>
            </a:r>
            <a:endParaRPr kumimoji="0" sz="825" b="0" i="0" u="none" strike="noStrike" kern="1200" cap="none" spc="0" normalizeH="0" baseline="0" noProof="0">
              <a:ln>
                <a:noFill/>
              </a:ln>
              <a:solidFill>
                <a:srgbClr val="101141"/>
              </a:solidFill>
              <a:effectLst/>
              <a:uLnTx/>
              <a:uFillTx/>
              <a:latin typeface="Arial"/>
              <a:ea typeface="Arial"/>
              <a:cs typeface="Arial"/>
              <a:sym typeface="Arial"/>
            </a:endParaRPr>
          </a:p>
        </p:txBody>
      </p:sp>
      <p:grpSp>
        <p:nvGrpSpPr>
          <p:cNvPr id="58" name="Google Shape;58;p110"/>
          <p:cNvGrpSpPr/>
          <p:nvPr/>
        </p:nvGrpSpPr>
        <p:grpSpPr>
          <a:xfrm>
            <a:off x="2779184" y="6550028"/>
            <a:ext cx="9412816"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8839202" y="0"/>
            <a:ext cx="2925233" cy="692150"/>
          </a:xfrm>
          <a:prstGeom prst="rect">
            <a:avLst/>
          </a:prstGeom>
          <a:noFill/>
          <a:ln>
            <a:noFill/>
          </a:ln>
        </p:spPr>
      </p:pic>
      <p:grpSp>
        <p:nvGrpSpPr>
          <p:cNvPr id="63" name="Google Shape;63;p110"/>
          <p:cNvGrpSpPr/>
          <p:nvPr/>
        </p:nvGrpSpPr>
        <p:grpSpPr>
          <a:xfrm>
            <a:off x="2844800" y="6553200"/>
            <a:ext cx="9347200" cy="46038"/>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grpSp>
        <p:nvGrpSpPr>
          <p:cNvPr id="67" name="Google Shape;67;p110"/>
          <p:cNvGrpSpPr/>
          <p:nvPr/>
        </p:nvGrpSpPr>
        <p:grpSpPr>
          <a:xfrm>
            <a:off x="0" y="1295400"/>
            <a:ext cx="9347200" cy="46038"/>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3311747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7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7526090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2" y="3"/>
            <a:ext cx="9412817"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8839202"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9347200" cy="46038"/>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9347200" cy="46038"/>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38088839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type="secHead" preserve="1">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defTabSz="685800"/>
            <a:fld id="{00000000-1234-1234-1234-123412341234}" type="slidenum">
              <a:rPr lang="en" sz="1350" smtClean="0">
                <a:solidFill>
                  <a:prstClr val="black"/>
                </a:solidFill>
              </a:rPr>
              <a:pPr algn="r" defTabSz="685800"/>
              <a:t>‹#›</a:t>
            </a:fld>
            <a:endParaRPr lang="en" sz="1350">
              <a:solidFill>
                <a:prstClr val="black"/>
              </a:solidFill>
            </a:endParaRPr>
          </a:p>
        </p:txBody>
      </p:sp>
    </p:spTree>
    <p:extLst>
      <p:ext uri="{BB962C8B-B14F-4D97-AF65-F5344CB8AC3E}">
        <p14:creationId xmlns:p14="http://schemas.microsoft.com/office/powerpoint/2010/main" val="26682955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3" y="6639738"/>
            <a:ext cx="2274993" cy="182245"/>
          </a:xfrm>
          <a:prstGeom prst="rect">
            <a:avLst/>
          </a:prstGeom>
        </p:spPr>
        <p:txBody>
          <a:bodyPr lIns="0" tIns="0" rIns="0" bIns="0"/>
          <a:lstStyle>
            <a:lvl1pPr>
              <a:defRPr sz="825" b="0" i="0">
                <a:solidFill>
                  <a:srgbClr val="0F1141"/>
                </a:solidFill>
                <a:latin typeface="Arial MT"/>
                <a:cs typeface="Arial MT"/>
              </a:defRPr>
            </a:lvl1pPr>
          </a:lstStyle>
          <a:p>
            <a:pPr marL="9525" defTabSz="685800"/>
            <a:r>
              <a:rPr lang="en-IN" b="1">
                <a:latin typeface="Arial"/>
                <a:cs typeface="Arial"/>
              </a:rPr>
              <a:t>BITS</a:t>
            </a:r>
            <a:r>
              <a:rPr lang="en-IN" b="1" spc="-41">
                <a:latin typeface="Arial"/>
                <a:cs typeface="Arial"/>
              </a:rPr>
              <a:t> </a:t>
            </a:r>
            <a:r>
              <a:rPr lang="en-IN"/>
              <a:t>Pilani,</a:t>
            </a:r>
            <a:r>
              <a:rPr lang="en-IN" spc="-26"/>
              <a:t> </a:t>
            </a:r>
            <a:r>
              <a:rPr lang="en-IN"/>
              <a:t>Pilani</a:t>
            </a:r>
            <a:r>
              <a:rPr lang="en-IN" spc="-23"/>
              <a:t> </a:t>
            </a:r>
            <a:r>
              <a:rPr lang="en-IN" spc="-8"/>
              <a:t>Campus</a:t>
            </a:r>
            <a:endParaRPr lang="en-IN" spc="-8"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itle 1"/>
          <p:cNvSpPr>
            <a:spLocks noGrp="1"/>
          </p:cNvSpPr>
          <p:nvPr>
            <p:ph type="title"/>
          </p:nvPr>
        </p:nvSpPr>
        <p:spPr>
          <a:xfrm>
            <a:off x="304802" y="0"/>
            <a:ext cx="10881209" cy="1219200"/>
          </a:xfrm>
          <a:prstGeom prst="rect">
            <a:avLst/>
          </a:prstGeom>
        </p:spPr>
        <p:txBody>
          <a:bodyPr anchor="ctr"/>
          <a:lstStyle>
            <a:lvl1pPr algn="l">
              <a:defRPr sz="2700" b="0">
                <a:latin typeface="Cambria" panose="02040503050406030204" pitchFamily="18" charset="0"/>
                <a:ea typeface="Cambria" panose="02040503050406030204" pitchFamily="18" charset="0"/>
              </a:defRPr>
            </a:lvl1pPr>
          </a:lstStyle>
          <a:p>
            <a:r>
              <a:rPr lang="en-US"/>
              <a:t>Click to edit Master title style</a:t>
            </a:r>
            <a:endParaRPr lang="en-IN" dirty="0"/>
          </a:p>
        </p:txBody>
      </p:sp>
    </p:spTree>
    <p:extLst>
      <p:ext uri="{BB962C8B-B14F-4D97-AF65-F5344CB8AC3E}">
        <p14:creationId xmlns:p14="http://schemas.microsoft.com/office/powerpoint/2010/main" val="23973285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86_Title and Content">
    <p:spTree>
      <p:nvGrpSpPr>
        <p:cNvPr id="1" name=""/>
        <p:cNvGrpSpPr/>
        <p:nvPr/>
      </p:nvGrpSpPr>
      <p:grpSpPr>
        <a:xfrm>
          <a:off x="0" y="0"/>
          <a:ext cx="0" cy="0"/>
          <a:chOff x="0" y="0"/>
          <a:chExt cx="0" cy="0"/>
        </a:xfrm>
      </p:grpSpPr>
      <p:sp>
        <p:nvSpPr>
          <p:cNvPr id="4" name="TextBox 3"/>
          <p:cNvSpPr txBox="1"/>
          <p:nvPr/>
        </p:nvSpPr>
        <p:spPr>
          <a:xfrm>
            <a:off x="4368800" y="6596068"/>
            <a:ext cx="7823200" cy="187615"/>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619" b="1" i="0" u="none" strike="noStrike" kern="1200" cap="none" spc="0" normalizeH="0" baseline="0" noProof="0" dirty="0">
                <a:ln>
                  <a:noFill/>
                </a:ln>
                <a:solidFill>
                  <a:srgbClr val="101141"/>
                </a:solidFill>
                <a:effectLst/>
                <a:uLnTx/>
                <a:uFillTx/>
                <a:latin typeface="Arial"/>
                <a:ea typeface="+mn-ea"/>
                <a:cs typeface="Arial"/>
              </a:rPr>
              <a:t>BITS </a:t>
            </a:r>
            <a:r>
              <a:rPr kumimoji="0" lang="en-US" sz="619"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779184" y="6550030"/>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4"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406400" y="1493842"/>
            <a:ext cx="109728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025"/>
              </a:lnSpc>
              <a:spcBef>
                <a:spcPts val="0"/>
              </a:spcBef>
              <a:buNone/>
              <a:defRPr sz="2025" b="1" spc="-85" baseline="0">
                <a:latin typeface="Arial" pitchFamily="34" charset="0"/>
                <a:cs typeface="Arial" pitchFamily="34" charset="0"/>
              </a:defRPr>
            </a:lvl1pPr>
          </a:lstStyle>
          <a:p>
            <a:pPr lvl="0"/>
            <a:r>
              <a:rPr lang="en-US"/>
              <a:t>Edit Master text styles</a:t>
            </a:r>
          </a:p>
        </p:txBody>
      </p:sp>
    </p:spTree>
    <p:extLst>
      <p:ext uri="{BB962C8B-B14F-4D97-AF65-F5344CB8AC3E}">
        <p14:creationId xmlns:p14="http://schemas.microsoft.com/office/powerpoint/2010/main" val="21767216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1"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3"/>
            <a:ext cx="1016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329247" y="1143003"/>
            <a:ext cx="11196956"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36020642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nchor="ctr"/>
          <a:lstStyle/>
          <a:p>
            <a:r>
              <a:rPr lang="en-US" sz="1050" b="0" strike="noStrike" spc="-1">
                <a:solidFill>
                  <a:srgbClr val="000000"/>
                </a:solidFill>
                <a:latin typeface="Arial"/>
              </a:rPr>
              <a:t>Click to edit Master title style</a:t>
            </a:r>
            <a:endParaRPr lang="en-IN" sz="1050" b="0" strike="noStrike" spc="-1">
              <a:solidFill>
                <a:srgbClr val="000000"/>
              </a:solidFill>
              <a:latin typeface="Arial"/>
            </a:endParaRPr>
          </a:p>
        </p:txBody>
      </p:sp>
      <p:sp>
        <p:nvSpPr>
          <p:cNvPr id="61" name="PlaceHolder 2"/>
          <p:cNvSpPr>
            <a:spLocks noGrp="1"/>
          </p:cNvSpPr>
          <p:nvPr>
            <p:ph type="body"/>
          </p:nvPr>
        </p:nvSpPr>
        <p:spPr>
          <a:xfrm>
            <a:off x="609600" y="1600200"/>
            <a:ext cx="10972320" cy="4525920"/>
          </a:xfrm>
          <a:prstGeom prst="rect">
            <a:avLst/>
          </a:prstGeom>
        </p:spPr>
        <p:txBody>
          <a:bodyPr lIns="0" tIns="0" rIns="0" bIns="0">
            <a:normAutofit/>
          </a:bodyPr>
          <a:lstStyle/>
          <a:p>
            <a:pPr lvl="0"/>
            <a:r>
              <a:rPr lang="en-US" sz="1050" b="0" strike="noStrike" spc="-1">
                <a:solidFill>
                  <a:srgbClr val="000000"/>
                </a:solidFill>
                <a:latin typeface="Arial"/>
              </a:rPr>
              <a:t>Edit Master text styles</a:t>
            </a:r>
          </a:p>
        </p:txBody>
      </p:sp>
    </p:spTree>
    <p:extLst>
      <p:ext uri="{BB962C8B-B14F-4D97-AF65-F5344CB8AC3E}">
        <p14:creationId xmlns:p14="http://schemas.microsoft.com/office/powerpoint/2010/main" val="33760945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E833-EA39-405A-D0B7-BD305895FB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E07A195-F203-7F69-F55D-D107A82568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9A1833-4AA4-55C3-931C-212722488180}"/>
              </a:ext>
            </a:extLst>
          </p:cNvPr>
          <p:cNvSpPr>
            <a:spLocks noGrp="1"/>
          </p:cNvSpPr>
          <p:nvPr>
            <p:ph type="dt" sz="half" idx="10"/>
          </p:nvPr>
        </p:nvSpPr>
        <p:spPr/>
        <p:txBody>
          <a:bodyPr/>
          <a:lstStyle/>
          <a:p>
            <a:fld id="{BAC12147-5AEB-466D-918F-6998C52C80D8}" type="datetimeFigureOut">
              <a:rPr lang="en-IN" smtClean="0"/>
              <a:t>24-07-2026</a:t>
            </a:fld>
            <a:endParaRPr lang="en-IN"/>
          </a:p>
        </p:txBody>
      </p:sp>
      <p:sp>
        <p:nvSpPr>
          <p:cNvPr id="5" name="Footer Placeholder 4">
            <a:extLst>
              <a:ext uri="{FF2B5EF4-FFF2-40B4-BE49-F238E27FC236}">
                <a16:creationId xmlns:a16="http://schemas.microsoft.com/office/drawing/2014/main" id="{031F049B-D4A1-9787-36AB-1171DFF47C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604AF8-6DF1-C6AD-7ACF-14F20CE365BB}"/>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17834897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1BCEF-82A8-A673-BFE1-A89F13AF33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07E67F-5402-6CA7-733F-2FB31A5C82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FC0636-8BCB-CD1D-9F3B-5AFC923E310F}"/>
              </a:ext>
            </a:extLst>
          </p:cNvPr>
          <p:cNvSpPr>
            <a:spLocks noGrp="1"/>
          </p:cNvSpPr>
          <p:nvPr>
            <p:ph type="dt" sz="half" idx="10"/>
          </p:nvPr>
        </p:nvSpPr>
        <p:spPr/>
        <p:txBody>
          <a:bodyPr/>
          <a:lstStyle/>
          <a:p>
            <a:fld id="{BAC12147-5AEB-466D-918F-6998C52C80D8}" type="datetimeFigureOut">
              <a:rPr lang="en-IN" smtClean="0"/>
              <a:t>24-07-2026</a:t>
            </a:fld>
            <a:endParaRPr lang="en-IN"/>
          </a:p>
        </p:txBody>
      </p:sp>
      <p:sp>
        <p:nvSpPr>
          <p:cNvPr id="5" name="Footer Placeholder 4">
            <a:extLst>
              <a:ext uri="{FF2B5EF4-FFF2-40B4-BE49-F238E27FC236}">
                <a16:creationId xmlns:a16="http://schemas.microsoft.com/office/drawing/2014/main" id="{4FAE7930-555B-370B-798D-0C2BE8C03F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334ECA-963F-082E-A79F-8B2F072037E2}"/>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36071852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37F80-F17D-798B-5B34-12898E7D49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F0AAD8-65BB-6AAD-2EEB-47D3EFBB04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E018DE-8F9B-40EE-A056-C58503F51339}"/>
              </a:ext>
            </a:extLst>
          </p:cNvPr>
          <p:cNvSpPr>
            <a:spLocks noGrp="1"/>
          </p:cNvSpPr>
          <p:nvPr>
            <p:ph type="dt" sz="half" idx="10"/>
          </p:nvPr>
        </p:nvSpPr>
        <p:spPr/>
        <p:txBody>
          <a:bodyPr/>
          <a:lstStyle/>
          <a:p>
            <a:fld id="{BAC12147-5AEB-466D-918F-6998C52C80D8}" type="datetimeFigureOut">
              <a:rPr lang="en-IN" smtClean="0"/>
              <a:t>24-07-2026</a:t>
            </a:fld>
            <a:endParaRPr lang="en-IN"/>
          </a:p>
        </p:txBody>
      </p:sp>
      <p:sp>
        <p:nvSpPr>
          <p:cNvPr id="5" name="Footer Placeholder 4">
            <a:extLst>
              <a:ext uri="{FF2B5EF4-FFF2-40B4-BE49-F238E27FC236}">
                <a16:creationId xmlns:a16="http://schemas.microsoft.com/office/drawing/2014/main" id="{0A82AB25-D0DB-1788-41FE-DE8DD1BBF7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C6B0E6-BC39-F376-6AE1-5CE5C5360214}"/>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42888252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56DB9-D70E-CD93-1B5F-4CD5E85002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F9138B-E41C-FDAA-B43B-55311E8065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D5A0937-8D70-FB36-15E6-FB249BDEB4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93089B9-912F-7174-A995-367FF1154741}"/>
              </a:ext>
            </a:extLst>
          </p:cNvPr>
          <p:cNvSpPr>
            <a:spLocks noGrp="1"/>
          </p:cNvSpPr>
          <p:nvPr>
            <p:ph type="dt" sz="half" idx="10"/>
          </p:nvPr>
        </p:nvSpPr>
        <p:spPr/>
        <p:txBody>
          <a:bodyPr/>
          <a:lstStyle/>
          <a:p>
            <a:fld id="{BAC12147-5AEB-466D-918F-6998C52C80D8}" type="datetimeFigureOut">
              <a:rPr lang="en-IN" smtClean="0"/>
              <a:t>24-07-2026</a:t>
            </a:fld>
            <a:endParaRPr lang="en-IN"/>
          </a:p>
        </p:txBody>
      </p:sp>
      <p:sp>
        <p:nvSpPr>
          <p:cNvPr id="6" name="Footer Placeholder 5">
            <a:extLst>
              <a:ext uri="{FF2B5EF4-FFF2-40B4-BE49-F238E27FC236}">
                <a16:creationId xmlns:a16="http://schemas.microsoft.com/office/drawing/2014/main" id="{5762C3A7-C5C6-1F94-8D21-D71535AE8E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62D89D-8386-46ED-FE9E-A2A2B48A983A}"/>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24534051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60A6B-301A-13E0-E5B5-BDBD0D008C4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8AEA2D-CC73-9F27-ED5B-1DE148B8FA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3A7B58-8BD6-6CC0-285E-C8609D7053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A96E3C-2CBC-4C8D-984E-FE3BE0A30C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8338EC-8769-E7AE-376E-52B2AD2A16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65844E-A86A-FDB9-B028-362AF9A94FB5}"/>
              </a:ext>
            </a:extLst>
          </p:cNvPr>
          <p:cNvSpPr>
            <a:spLocks noGrp="1"/>
          </p:cNvSpPr>
          <p:nvPr>
            <p:ph type="dt" sz="half" idx="10"/>
          </p:nvPr>
        </p:nvSpPr>
        <p:spPr/>
        <p:txBody>
          <a:bodyPr/>
          <a:lstStyle/>
          <a:p>
            <a:fld id="{BAC12147-5AEB-466D-918F-6998C52C80D8}" type="datetimeFigureOut">
              <a:rPr lang="en-IN" smtClean="0"/>
              <a:t>24-07-2026</a:t>
            </a:fld>
            <a:endParaRPr lang="en-IN"/>
          </a:p>
        </p:txBody>
      </p:sp>
      <p:sp>
        <p:nvSpPr>
          <p:cNvPr id="8" name="Footer Placeholder 7">
            <a:extLst>
              <a:ext uri="{FF2B5EF4-FFF2-40B4-BE49-F238E27FC236}">
                <a16:creationId xmlns:a16="http://schemas.microsoft.com/office/drawing/2014/main" id="{4F1E14EE-C89A-5632-78B9-622A2674783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553867-B5D4-422C-76A1-CA3FDB601F49}"/>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79437809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543A4-BDFB-AEDA-F634-ECABBECF6BC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E62FF7-60B9-B6C4-629D-69C5E90D0CBA}"/>
              </a:ext>
            </a:extLst>
          </p:cNvPr>
          <p:cNvSpPr>
            <a:spLocks noGrp="1"/>
          </p:cNvSpPr>
          <p:nvPr>
            <p:ph type="dt" sz="half" idx="10"/>
          </p:nvPr>
        </p:nvSpPr>
        <p:spPr/>
        <p:txBody>
          <a:bodyPr/>
          <a:lstStyle/>
          <a:p>
            <a:fld id="{BAC12147-5AEB-466D-918F-6998C52C80D8}" type="datetimeFigureOut">
              <a:rPr lang="en-IN" smtClean="0"/>
              <a:t>24-07-2026</a:t>
            </a:fld>
            <a:endParaRPr lang="en-IN"/>
          </a:p>
        </p:txBody>
      </p:sp>
      <p:sp>
        <p:nvSpPr>
          <p:cNvPr id="4" name="Footer Placeholder 3">
            <a:extLst>
              <a:ext uri="{FF2B5EF4-FFF2-40B4-BE49-F238E27FC236}">
                <a16:creationId xmlns:a16="http://schemas.microsoft.com/office/drawing/2014/main" id="{37829407-4F8C-6AD7-3F57-56B491B6467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88272C-31F6-1159-1E38-005E83FDBB8D}"/>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12062084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E5FF3E-7EA3-44D1-D4D3-AB5D42EAB463}"/>
              </a:ext>
            </a:extLst>
          </p:cNvPr>
          <p:cNvSpPr>
            <a:spLocks noGrp="1"/>
          </p:cNvSpPr>
          <p:nvPr>
            <p:ph type="dt" sz="half" idx="10"/>
          </p:nvPr>
        </p:nvSpPr>
        <p:spPr/>
        <p:txBody>
          <a:bodyPr/>
          <a:lstStyle/>
          <a:p>
            <a:fld id="{BAC12147-5AEB-466D-918F-6998C52C80D8}" type="datetimeFigureOut">
              <a:rPr lang="en-IN" smtClean="0"/>
              <a:t>24-07-2026</a:t>
            </a:fld>
            <a:endParaRPr lang="en-IN"/>
          </a:p>
        </p:txBody>
      </p:sp>
      <p:sp>
        <p:nvSpPr>
          <p:cNvPr id="3" name="Footer Placeholder 2">
            <a:extLst>
              <a:ext uri="{FF2B5EF4-FFF2-40B4-BE49-F238E27FC236}">
                <a16:creationId xmlns:a16="http://schemas.microsoft.com/office/drawing/2014/main" id="{4C887D73-4FBE-7182-71FA-2BABD4915E0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9E7FC33-E799-8B1B-7734-019C96CAB754}"/>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21862270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9AB81-F1E8-EE51-1994-ACB81F035F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8C82B9-BD4F-D77C-E53F-3176267FBB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7389F9D-0089-DF3A-76D0-CD0C92AF5D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568B68-0E11-B079-CFB4-2C4A2784F461}"/>
              </a:ext>
            </a:extLst>
          </p:cNvPr>
          <p:cNvSpPr>
            <a:spLocks noGrp="1"/>
          </p:cNvSpPr>
          <p:nvPr>
            <p:ph type="dt" sz="half" idx="10"/>
          </p:nvPr>
        </p:nvSpPr>
        <p:spPr/>
        <p:txBody>
          <a:bodyPr/>
          <a:lstStyle/>
          <a:p>
            <a:fld id="{BAC12147-5AEB-466D-918F-6998C52C80D8}" type="datetimeFigureOut">
              <a:rPr lang="en-IN" smtClean="0"/>
              <a:t>24-07-2026</a:t>
            </a:fld>
            <a:endParaRPr lang="en-IN"/>
          </a:p>
        </p:txBody>
      </p:sp>
      <p:sp>
        <p:nvSpPr>
          <p:cNvPr id="6" name="Footer Placeholder 5">
            <a:extLst>
              <a:ext uri="{FF2B5EF4-FFF2-40B4-BE49-F238E27FC236}">
                <a16:creationId xmlns:a16="http://schemas.microsoft.com/office/drawing/2014/main" id="{2A72CCEC-72C9-6A31-EB2D-412853DA4E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012D96-A2C3-B4E5-C8F3-AC727C1E7D6F}"/>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3134545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2E561-E881-508E-424C-167FB0290C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1C9818-9054-F968-52F5-9DFD86402E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6FC0646-71C9-DB3A-CBBF-AEB6BE907B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5B6F32-AF0C-00AD-0FED-76937135302A}"/>
              </a:ext>
            </a:extLst>
          </p:cNvPr>
          <p:cNvSpPr>
            <a:spLocks noGrp="1"/>
          </p:cNvSpPr>
          <p:nvPr>
            <p:ph type="dt" sz="half" idx="10"/>
          </p:nvPr>
        </p:nvSpPr>
        <p:spPr/>
        <p:txBody>
          <a:bodyPr/>
          <a:lstStyle/>
          <a:p>
            <a:fld id="{BAC12147-5AEB-466D-918F-6998C52C80D8}" type="datetimeFigureOut">
              <a:rPr lang="en-IN" smtClean="0"/>
              <a:t>24-07-2026</a:t>
            </a:fld>
            <a:endParaRPr lang="en-IN"/>
          </a:p>
        </p:txBody>
      </p:sp>
      <p:sp>
        <p:nvSpPr>
          <p:cNvPr id="6" name="Footer Placeholder 5">
            <a:extLst>
              <a:ext uri="{FF2B5EF4-FFF2-40B4-BE49-F238E27FC236}">
                <a16:creationId xmlns:a16="http://schemas.microsoft.com/office/drawing/2014/main" id="{ED4BB9DB-2C76-17D3-D351-8048FC144A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BECCBD-9CDA-29CA-D04C-390C02332047}"/>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99967800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F1F5-D0B9-7F7C-E053-EB685FD8E3F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7CFD0C-DB65-38A1-BF7C-58E3734833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557916-5216-78FC-83D9-D5E556C5DCE6}"/>
              </a:ext>
            </a:extLst>
          </p:cNvPr>
          <p:cNvSpPr>
            <a:spLocks noGrp="1"/>
          </p:cNvSpPr>
          <p:nvPr>
            <p:ph type="dt" sz="half" idx="10"/>
          </p:nvPr>
        </p:nvSpPr>
        <p:spPr/>
        <p:txBody>
          <a:bodyPr/>
          <a:lstStyle/>
          <a:p>
            <a:fld id="{BAC12147-5AEB-466D-918F-6998C52C80D8}" type="datetimeFigureOut">
              <a:rPr lang="en-IN" smtClean="0"/>
              <a:t>24-07-2026</a:t>
            </a:fld>
            <a:endParaRPr lang="en-IN"/>
          </a:p>
        </p:txBody>
      </p:sp>
      <p:sp>
        <p:nvSpPr>
          <p:cNvPr id="5" name="Footer Placeholder 4">
            <a:extLst>
              <a:ext uri="{FF2B5EF4-FFF2-40B4-BE49-F238E27FC236}">
                <a16:creationId xmlns:a16="http://schemas.microsoft.com/office/drawing/2014/main" id="{272DB7E2-B883-E00C-BF5A-C8C32ABFB1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484CB9-D699-7100-474A-65471D490616}"/>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5995486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028A0E-D6FB-40BE-8B8D-71DCC839D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C377DE-4E75-D307-CA8E-80B109D247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5859E4-F9DD-73F0-7861-9A77EECF36D4}"/>
              </a:ext>
            </a:extLst>
          </p:cNvPr>
          <p:cNvSpPr>
            <a:spLocks noGrp="1"/>
          </p:cNvSpPr>
          <p:nvPr>
            <p:ph type="dt" sz="half" idx="10"/>
          </p:nvPr>
        </p:nvSpPr>
        <p:spPr/>
        <p:txBody>
          <a:bodyPr/>
          <a:lstStyle/>
          <a:p>
            <a:fld id="{BAC12147-5AEB-466D-918F-6998C52C80D8}" type="datetimeFigureOut">
              <a:rPr lang="en-IN" smtClean="0"/>
              <a:t>24-07-2026</a:t>
            </a:fld>
            <a:endParaRPr lang="en-IN"/>
          </a:p>
        </p:txBody>
      </p:sp>
      <p:sp>
        <p:nvSpPr>
          <p:cNvPr id="5" name="Footer Placeholder 4">
            <a:extLst>
              <a:ext uri="{FF2B5EF4-FFF2-40B4-BE49-F238E27FC236}">
                <a16:creationId xmlns:a16="http://schemas.microsoft.com/office/drawing/2014/main" id="{211CD2C0-5C45-F7AE-8557-B7D33F2152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1F75ED-39CA-DB5F-46BA-95490D11C296}"/>
              </a:ext>
            </a:extLst>
          </p:cNvPr>
          <p:cNvSpPr>
            <a:spLocks noGrp="1"/>
          </p:cNvSpPr>
          <p:nvPr>
            <p:ph type="sldNum" sz="quarter" idx="12"/>
          </p:nvPr>
        </p:nvSpPr>
        <p:spPr/>
        <p:txBody>
          <a:bodyPr/>
          <a:lstStyle/>
          <a:p>
            <a:fld id="{34F8A2CE-78BF-4E55-B511-FEC8FE90AFC0}" type="slidenum">
              <a:rPr lang="en-IN" smtClean="0"/>
              <a:t>‹#›</a:t>
            </a:fld>
            <a:endParaRPr lang="en-IN"/>
          </a:p>
        </p:txBody>
      </p:sp>
    </p:spTree>
    <p:extLst>
      <p:ext uri="{BB962C8B-B14F-4D97-AF65-F5344CB8AC3E}">
        <p14:creationId xmlns:p14="http://schemas.microsoft.com/office/powerpoint/2010/main" val="176944467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2" name="Google Shape;9;p6">
            <a:extLst>
              <a:ext uri="{FF2B5EF4-FFF2-40B4-BE49-F238E27FC236}">
                <a16:creationId xmlns:a16="http://schemas.microsoft.com/office/drawing/2014/main" id="{80FAB2DE-7E5F-D7CC-E77D-9CE70D89B303}"/>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12192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 name="Google Shape;10;p6">
            <a:extLst>
              <a:ext uri="{FF2B5EF4-FFF2-40B4-BE49-F238E27FC236}">
                <a16:creationId xmlns:a16="http://schemas.microsoft.com/office/drawing/2014/main" id="{C23A355C-C249-585D-9A3B-93D81A6BFD5F}"/>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Google Shape;11;p6">
            <a:extLst>
              <a:ext uri="{FF2B5EF4-FFF2-40B4-BE49-F238E27FC236}">
                <a16:creationId xmlns:a16="http://schemas.microsoft.com/office/drawing/2014/main" id="{A4FA5297-D461-3440-3461-D498438F8986}"/>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551113"/>
            <a:ext cx="967898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Google Shape;12;p6">
            <a:extLst>
              <a:ext uri="{FF2B5EF4-FFF2-40B4-BE49-F238E27FC236}">
                <a16:creationId xmlns:a16="http://schemas.microsoft.com/office/drawing/2014/main" id="{07ED1467-4CA5-F4CD-1F0B-92F7D15E332C}"/>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1074420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Google Shape;15;p6">
            <a:extLst>
              <a:ext uri="{FF2B5EF4-FFF2-40B4-BE49-F238E27FC236}">
                <a16:creationId xmlns:a16="http://schemas.microsoft.com/office/drawing/2014/main" id="{D4F921A2-4E0C-ABEA-C302-1566D907606E}"/>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23288" y="896938"/>
            <a:ext cx="30972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6;p6">
            <a:extLst>
              <a:ext uri="{FF2B5EF4-FFF2-40B4-BE49-F238E27FC236}">
                <a16:creationId xmlns:a16="http://schemas.microsoft.com/office/drawing/2014/main" id="{495643C8-83C1-40F9-7C28-ACC4F89BA9A5}"/>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77038" y="4800600"/>
            <a:ext cx="5124450"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4572002" y="2549771"/>
            <a:ext cx="7330831"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14" name="Google Shape;14;p6"/>
          <p:cNvSpPr txBox="1">
            <a:spLocks noGrp="1"/>
          </p:cNvSpPr>
          <p:nvPr>
            <p:ph type="subTitle" idx="1"/>
          </p:nvPr>
        </p:nvSpPr>
        <p:spPr>
          <a:xfrm>
            <a:off x="5908431" y="4452632"/>
            <a:ext cx="59944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3"/>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r>
              <a:rPr lang="en-US"/>
              <a:t>Click to edit Master subtitle style</a:t>
            </a:r>
            <a:endParaRPr/>
          </a:p>
        </p:txBody>
      </p:sp>
      <p:sp>
        <p:nvSpPr>
          <p:cNvPr id="17" name="Google Shape;17;p6"/>
          <p:cNvSpPr txBox="1">
            <a:spLocks noGrp="1"/>
          </p:cNvSpPr>
          <p:nvPr>
            <p:ph type="body" idx="2"/>
          </p:nvPr>
        </p:nvSpPr>
        <p:spPr>
          <a:xfrm>
            <a:off x="5189413" y="4826979"/>
            <a:ext cx="6713419"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814625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200"/>
                                        <p:tgtEl>
                                          <p:spTgt spid="3"/>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300"/>
                                        <p:tgtEl>
                                          <p:spTgt spid="5"/>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cstate="print">
            <a:alphaModFix amt="50000"/>
            <a:extLst>
              <a:ext uri="{28A0092B-C50C-407E-A947-70E740481C1C}">
                <a14:useLocalDpi xmlns:a14="http://schemas.microsoft.com/office/drawing/2010/main" val="0"/>
              </a:ext>
            </a:extLst>
          </a:blip>
          <a:srcRect l="178" t="-543" r="178" b="-543"/>
          <a:stretch>
            <a:fillRect/>
          </a:stretch>
        </p:blipFill>
        <p:spPr>
          <a:xfrm>
            <a:off x="4750811" y="2223656"/>
            <a:ext cx="2690381" cy="2729344"/>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3"/>
            <a:ext cx="1016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p:cNvSpPr>
            <a:spLocks noGrp="1"/>
          </p:cNvSpPr>
          <p:nvPr>
            <p:ph type="body" sz="quarter" idx="14"/>
          </p:nvPr>
        </p:nvSpPr>
        <p:spPr>
          <a:xfrm>
            <a:off x="329247" y="1143003"/>
            <a:ext cx="11196956"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a:t>Edit Master text styles</a:t>
            </a:r>
          </a:p>
        </p:txBody>
      </p:sp>
    </p:spTree>
    <p:extLst>
      <p:ext uri="{BB962C8B-B14F-4D97-AF65-F5344CB8AC3E}">
        <p14:creationId xmlns:p14="http://schemas.microsoft.com/office/powerpoint/2010/main" val="20364560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12192000" cy="6858000"/>
          </a:xfrm>
          <a:prstGeom prst="rect">
            <a:avLst/>
          </a:prstGeom>
          <a:noFill/>
        </p:spPr>
      </p:pic>
      <p:sp>
        <p:nvSpPr>
          <p:cNvPr id="8" name="Rectangle 7"/>
          <p:cNvSpPr/>
          <p:nvPr userDrawn="1"/>
        </p:nvSpPr>
        <p:spPr>
          <a:xfrm>
            <a:off x="0" y="4282182"/>
            <a:ext cx="12192000" cy="2575818"/>
          </a:xfrm>
          <a:prstGeom prst="rect">
            <a:avLst/>
          </a:prstGeom>
          <a:solidFill>
            <a:srgbClr val="FFFF6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75"/>
          </a:p>
        </p:txBody>
      </p:sp>
      <p:pic>
        <p:nvPicPr>
          <p:cNvPr id="15" name="Picture 14" descr="Picture 7.png"/>
          <p:cNvPicPr>
            <a:picLocks noChangeAspect="1"/>
          </p:cNvPicPr>
          <p:nvPr userDrawn="1"/>
        </p:nvPicPr>
        <p:blipFill>
          <a:blip r:embed="rId3" cstate="print"/>
          <a:srcRect l="1923" b="5336"/>
          <a:stretch>
            <a:fillRect/>
          </a:stretch>
        </p:blipFill>
        <p:spPr>
          <a:xfrm>
            <a:off x="9267744" y="0"/>
            <a:ext cx="2924257" cy="692697"/>
          </a:xfrm>
          <a:prstGeom prst="rect">
            <a:avLst/>
          </a:prstGeom>
        </p:spPr>
      </p:pic>
      <p:sp>
        <p:nvSpPr>
          <p:cNvPr id="17" name="Content Placeholder 16"/>
          <p:cNvSpPr>
            <a:spLocks noGrp="1"/>
          </p:cNvSpPr>
          <p:nvPr>
            <p:ph sz="quarter" idx="10" hasCustomPrompt="1"/>
          </p:nvPr>
        </p:nvSpPr>
        <p:spPr>
          <a:xfrm>
            <a:off x="406401" y="4648201"/>
            <a:ext cx="11277600" cy="1600200"/>
          </a:xfrm>
        </p:spPr>
        <p:txBody>
          <a:bodyPr>
            <a:noAutofit/>
          </a:bodyPr>
          <a:lstStyle>
            <a:lvl1pPr marL="0" indent="0">
              <a:lnSpc>
                <a:spcPts val="4200"/>
              </a:lnSpc>
              <a:spcBef>
                <a:spcPts val="0"/>
              </a:spcBef>
              <a:buNone/>
              <a:defRPr sz="4000" b="1" spc="-150" baseline="0">
                <a:latin typeface="Helvetica Neue"/>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75"/>
          </a:p>
        </p:txBody>
      </p:sp>
      <p:sp>
        <p:nvSpPr>
          <p:cNvPr id="16" name="Rectangle 15"/>
          <p:cNvSpPr/>
          <p:nvPr userDrawn="1"/>
        </p:nvSpPr>
        <p:spPr>
          <a:xfrm>
            <a:off x="-16934"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75"/>
          </a:p>
        </p:txBody>
      </p:sp>
      <p:sp>
        <p:nvSpPr>
          <p:cNvPr id="18" name="Rectangle 17"/>
          <p:cNvSpPr/>
          <p:nvPr userDrawn="1"/>
        </p:nvSpPr>
        <p:spPr>
          <a:xfrm>
            <a:off x="7704667" y="6775450"/>
            <a:ext cx="4487333" cy="8255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75"/>
          </a:p>
        </p:txBody>
      </p:sp>
      <p:sp>
        <p:nvSpPr>
          <p:cNvPr id="19" name="TextBox 18"/>
          <p:cNvSpPr txBox="1"/>
          <p:nvPr userDrawn="1"/>
        </p:nvSpPr>
        <p:spPr>
          <a:xfrm>
            <a:off x="9144001" y="762000"/>
            <a:ext cx="2946400" cy="538609"/>
          </a:xfrm>
          <a:prstGeom prst="rect">
            <a:avLst/>
          </a:prstGeom>
          <a:noFill/>
        </p:spPr>
        <p:txBody>
          <a:bodyPr wrap="square" rtlCol="0">
            <a:spAutoFit/>
          </a:bodyPr>
          <a:lstStyle/>
          <a:p>
            <a:pPr algn="ctr"/>
            <a:r>
              <a:rPr lang="en-US" sz="2900" b="1" spc="-150" dirty="0">
                <a:solidFill>
                  <a:schemeClr val="bg1"/>
                </a:solidFill>
                <a:latin typeface="Helvetica Neue"/>
                <a:cs typeface="Arial"/>
              </a:rPr>
              <a:t>BITS</a:t>
            </a:r>
            <a:r>
              <a:rPr lang="en-US" sz="2900" spc="-150" dirty="0">
                <a:solidFill>
                  <a:schemeClr val="bg1"/>
                </a:solidFill>
                <a:latin typeface="Helvetica Neue"/>
                <a:cs typeface="Arial"/>
              </a:rPr>
              <a:t> Pilani</a:t>
            </a:r>
          </a:p>
        </p:txBody>
      </p:sp>
    </p:spTree>
    <p:extLst>
      <p:ext uri="{BB962C8B-B14F-4D97-AF65-F5344CB8AC3E}">
        <p14:creationId xmlns:p14="http://schemas.microsoft.com/office/powerpoint/2010/main" val="2285175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right)">
                                      <p:cBhvr>
                                        <p:cTn id="7" dur="500"/>
                                        <p:tgtEl>
                                          <p:spTgt spid="15"/>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right)">
                                      <p:cBhvr>
                                        <p:cTn id="10" dur="500"/>
                                        <p:tgtEl>
                                          <p:spTgt spid="19"/>
                                        </p:tgtEl>
                                      </p:cBhvr>
                                    </p:animEffect>
                                  </p:childTnLst>
                                </p:cTn>
                              </p:par>
                              <p:par>
                                <p:cTn id="11" presetID="2" presetClass="entr" presetSubtype="2"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1+#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1+#ppt_w/2"/>
                                          </p:val>
                                        </p:tav>
                                        <p:tav tm="100000">
                                          <p:val>
                                            <p:strVal val="#ppt_x"/>
                                          </p:val>
                                        </p:tav>
                                      </p:tavLst>
                                    </p:anim>
                                    <p:anim calcmode="lin" valueType="num">
                                      <p:cBhvr additive="base">
                                        <p:cTn id="18" dur="500" fill="hold"/>
                                        <p:tgtEl>
                                          <p:spTgt spid="16"/>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1+#ppt_w/2"/>
                                          </p:val>
                                        </p:tav>
                                        <p:tav tm="100000">
                                          <p:val>
                                            <p:strVal val="#ppt_x"/>
                                          </p:val>
                                        </p:tav>
                                      </p:tavLst>
                                    </p:anim>
                                    <p:anim calcmode="lin" valueType="num">
                                      <p:cBhvr additive="base">
                                        <p:cTn id="22" dur="500" fill="hold"/>
                                        <p:tgtEl>
                                          <p:spTgt spid="18"/>
                                        </p:tgtEl>
                                        <p:attrNameLst>
                                          <p:attrName>ppt_y</p:attrName>
                                        </p:attrNameLst>
                                      </p:cBhvr>
                                      <p:tavLst>
                                        <p:tav tm="0">
                                          <p:val>
                                            <p:strVal val="#ppt_y"/>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7">
                                            <p:txEl>
                                              <p:pRg st="0" end="0"/>
                                            </p:txEl>
                                          </p:spTgt>
                                        </p:tgtEl>
                                        <p:attrNameLst>
                                          <p:attrName>style.visibility</p:attrName>
                                        </p:attrNameLst>
                                      </p:cBhvr>
                                      <p:to>
                                        <p:strVal val="visible"/>
                                      </p:to>
                                    </p:set>
                                    <p:animEffect transition="in" filter="wipe(left)">
                                      <p:cBhvr>
                                        <p:cTn id="28" dur="500"/>
                                        <p:tgtEl>
                                          <p:spTgt spid="17">
                                            <p:txEl>
                                              <p:pRg st="0" end="0"/>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7">
                                            <p:txEl>
                                              <p:pRg st="1" end="1"/>
                                            </p:txEl>
                                          </p:spTgt>
                                        </p:tgtEl>
                                        <p:attrNameLst>
                                          <p:attrName>style.visibility</p:attrName>
                                        </p:attrNameLst>
                                      </p:cBhvr>
                                      <p:to>
                                        <p:strVal val="visible"/>
                                      </p:to>
                                    </p:set>
                                    <p:animEffect transition="in" filter="wipe(left)">
                                      <p:cBhvr>
                                        <p:cTn id="31" dur="500"/>
                                        <p:tgtEl>
                                          <p:spTgt spid="1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7" grpId="0" build="p">
        <p:tmplLst>
          <p:tmpl lvl="1">
            <p:tnLst>
              <p:par>
                <p:cTn presetID="22" presetClass="entr" presetSubtype="8"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wipe(left)">
                      <p:cBhvr>
                        <p:cTn dur="500"/>
                        <p:tgtEl>
                          <p:spTgt spid="17"/>
                        </p:tgtEl>
                      </p:cBhvr>
                    </p:animEffect>
                  </p:childTnLst>
                </p:cTn>
              </p:par>
            </p:tnLst>
          </p:tmpl>
        </p:tmplLst>
      </p:bldP>
      <p:bldP spid="11" grpId="0" animBg="1"/>
      <p:bldP spid="16" grpId="0" animBg="1"/>
      <p:bldP spid="18" grpId="0" animBg="1"/>
      <p:bldP spid="19" grpId="0"/>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4" name="Right Triangle 3"/>
          <p:cNvSpPr/>
          <p:nvPr userDrawn="1"/>
        </p:nvSpPr>
        <p:spPr>
          <a:xfrm>
            <a:off x="1" y="4664075"/>
            <a:ext cx="12200466"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905"/>
          </a:p>
        </p:txBody>
      </p:sp>
      <p:grpSp>
        <p:nvGrpSpPr>
          <p:cNvPr id="5" name="Group 15"/>
          <p:cNvGrpSpPr>
            <a:grpSpLocks/>
          </p:cNvGrpSpPr>
          <p:nvPr/>
        </p:nvGrpSpPr>
        <p:grpSpPr bwMode="auto">
          <a:xfrm>
            <a:off x="-4232" y="4953000"/>
            <a:ext cx="12196234"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sz="1905">
                <a:latin typeface="+mn-lt"/>
                <a:cs typeface="+mn-cs"/>
              </a:endParaRPr>
            </a:p>
          </p:txBody>
        </p:sp>
        <p:sp>
          <p:nvSpPr>
            <p:cNvPr id="7" name="Freeform 24"/>
            <p:cNvSpPr>
              <a:spLocks/>
            </p:cNvSpPr>
            <p:nvPr/>
          </p:nvSpPr>
          <p:spPr bwMode="auto">
            <a:xfrm>
              <a:off x="35926" y="5135025"/>
              <a:ext cx="9108074" cy="838869"/>
            </a:xfrm>
            <a:custGeom>
              <a:avLst/>
              <a:gdLst>
                <a:gd name="T0" fmla="*/ 0 w 5760"/>
                <a:gd name="T1" fmla="*/ 0 h 528"/>
                <a:gd name="T2" fmla="*/ 2147483647 w 5760"/>
                <a:gd name="T3" fmla="*/ 0 h 528"/>
                <a:gd name="T4" fmla="*/ 2147483647 w 5760"/>
                <a:gd name="T5" fmla="*/ 2147483647 h 528"/>
                <a:gd name="T6" fmla="*/ 2147483647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905"/>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905"/>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14" name="Rectangle 2" descr="Large confetti"/>
          <p:cNvSpPr>
            <a:spLocks noChangeArrowheads="1"/>
          </p:cNvSpPr>
          <p:nvPr userDrawn="1"/>
        </p:nvSpPr>
        <p:spPr bwMode="ltGray">
          <a:xfrm>
            <a:off x="536810" y="546413"/>
            <a:ext cx="10696077" cy="1462600"/>
          </a:xfrm>
          <a:prstGeom prst="rect">
            <a:avLst/>
          </a:prstGeom>
          <a:pattFill prst="lgConfetti">
            <a:fgClr>
              <a:srgbClr val="0000FF">
                <a:alpha val="50000"/>
              </a:srgbClr>
            </a:fgClr>
            <a:bgClr>
              <a:srgbClr val="FF0000"/>
            </a:bgClr>
          </a:pattFill>
          <a:ln>
            <a:noFill/>
          </a:ln>
          <a:effectLst/>
        </p:spPr>
        <p:txBody>
          <a:bodyPr wrap="none" anchor="ctr"/>
          <a:lstStyle/>
          <a:p>
            <a:pPr algn="ctr"/>
            <a:endParaRPr kumimoji="1" lang="en-US" sz="1212"/>
          </a:p>
        </p:txBody>
      </p:sp>
      <p:sp>
        <p:nvSpPr>
          <p:cNvPr id="15" name="Rectangle 9" descr="Large confetti"/>
          <p:cNvSpPr>
            <a:spLocks noGrp="1" noChangeArrowheads="1"/>
          </p:cNvSpPr>
          <p:nvPr>
            <p:ph type="ctrTitle"/>
          </p:nvPr>
        </p:nvSpPr>
        <p:spPr>
          <a:xfrm>
            <a:off x="758866" y="703389"/>
            <a:ext cx="10104510" cy="1175036"/>
          </a:xfrm>
          <a:pattFill prst="lgConfetti">
            <a:fgClr>
              <a:schemeClr val="accent2"/>
            </a:fgClr>
            <a:bgClr>
              <a:srgbClr val="C00000"/>
            </a:bgClr>
          </a:pattFill>
        </p:spPr>
        <p:txBody>
          <a:bodyPr anchor="ctr">
            <a:normAutofit/>
          </a:bodyPr>
          <a:lstStyle>
            <a:lvl1pPr algn="ctr">
              <a:defRPr sz="4676" b="1">
                <a:solidFill>
                  <a:schemeClr val="bg1"/>
                </a:solidFill>
                <a:latin typeface="Verdana" panose="020B0604030504040204" pitchFamily="34" charset="0"/>
                <a:ea typeface="Verdana" panose="020B0604030504040204" pitchFamily="34" charset="0"/>
              </a:defRPr>
            </a:lvl1pPr>
          </a:lstStyle>
          <a:p>
            <a:pPr lvl="0"/>
            <a:r>
              <a:rPr lang="en-US" noProof="0" dirty="0"/>
              <a:t>Click to edit Master title style</a:t>
            </a:r>
          </a:p>
        </p:txBody>
      </p:sp>
      <p:sp>
        <p:nvSpPr>
          <p:cNvPr id="16" name="AutoShape 6"/>
          <p:cNvSpPr>
            <a:spLocks noChangeArrowheads="1"/>
          </p:cNvSpPr>
          <p:nvPr userDrawn="1"/>
        </p:nvSpPr>
        <p:spPr bwMode="ltGray">
          <a:xfrm flipH="1">
            <a:off x="11193298" y="377335"/>
            <a:ext cx="39590" cy="1769249"/>
          </a:xfrm>
          <a:prstGeom prst="roundRect">
            <a:avLst>
              <a:gd name="adj" fmla="val 50000"/>
            </a:avLst>
          </a:prstGeom>
          <a:solidFill>
            <a:srgbClr val="CC00CC"/>
          </a:solidFill>
          <a:ln>
            <a:noFill/>
          </a:ln>
          <a:effectLst/>
        </p:spPr>
        <p:txBody>
          <a:bodyPr wrap="none" anchor="ctr"/>
          <a:lstStyle/>
          <a:p>
            <a:pPr algn="ctr"/>
            <a:endParaRPr kumimoji="1" lang="en-US" sz="1212"/>
          </a:p>
        </p:txBody>
      </p:sp>
      <p:sp>
        <p:nvSpPr>
          <p:cNvPr id="18" name="AutoShape 3"/>
          <p:cNvSpPr>
            <a:spLocks noChangeArrowheads="1"/>
          </p:cNvSpPr>
          <p:nvPr userDrawn="1"/>
        </p:nvSpPr>
        <p:spPr bwMode="ltGray">
          <a:xfrm flipV="1">
            <a:off x="338858" y="535693"/>
            <a:ext cx="11019401" cy="39588"/>
          </a:xfrm>
          <a:prstGeom prst="roundRect">
            <a:avLst>
              <a:gd name="adj" fmla="val 50000"/>
            </a:avLst>
          </a:prstGeom>
          <a:solidFill>
            <a:srgbClr val="FF0000"/>
          </a:solidFill>
          <a:ln>
            <a:noFill/>
          </a:ln>
          <a:effectLst/>
        </p:spPr>
        <p:txBody>
          <a:bodyPr wrap="none" anchor="ctr"/>
          <a:lstStyle/>
          <a:p>
            <a:pPr algn="ctr"/>
            <a:endParaRPr kumimoji="1" lang="en-US" sz="1212"/>
          </a:p>
        </p:txBody>
      </p:sp>
      <p:sp>
        <p:nvSpPr>
          <p:cNvPr id="19" name="AutoShape 3"/>
          <p:cNvSpPr>
            <a:spLocks noChangeArrowheads="1"/>
          </p:cNvSpPr>
          <p:nvPr userDrawn="1"/>
        </p:nvSpPr>
        <p:spPr bwMode="ltGray">
          <a:xfrm flipV="1">
            <a:off x="338858" y="1960902"/>
            <a:ext cx="11019401" cy="39588"/>
          </a:xfrm>
          <a:prstGeom prst="roundRect">
            <a:avLst>
              <a:gd name="adj" fmla="val 50000"/>
            </a:avLst>
          </a:prstGeom>
          <a:solidFill>
            <a:srgbClr val="CC00CC"/>
          </a:solidFill>
          <a:ln>
            <a:noFill/>
          </a:ln>
          <a:effectLst/>
        </p:spPr>
        <p:txBody>
          <a:bodyPr wrap="none" anchor="ctr"/>
          <a:lstStyle/>
          <a:p>
            <a:pPr algn="ctr"/>
            <a:endParaRPr kumimoji="1" lang="en-US" sz="1212"/>
          </a:p>
        </p:txBody>
      </p:sp>
      <p:sp>
        <p:nvSpPr>
          <p:cNvPr id="20" name="AutoShape 6"/>
          <p:cNvSpPr>
            <a:spLocks noChangeArrowheads="1"/>
          </p:cNvSpPr>
          <p:nvPr userDrawn="1"/>
        </p:nvSpPr>
        <p:spPr bwMode="ltGray">
          <a:xfrm flipH="1">
            <a:off x="512571" y="393088"/>
            <a:ext cx="39590" cy="1769249"/>
          </a:xfrm>
          <a:prstGeom prst="roundRect">
            <a:avLst>
              <a:gd name="adj" fmla="val 50000"/>
            </a:avLst>
          </a:prstGeom>
          <a:solidFill>
            <a:srgbClr val="CC00CC"/>
          </a:solidFill>
          <a:ln>
            <a:noFill/>
          </a:ln>
          <a:effectLst/>
        </p:spPr>
        <p:txBody>
          <a:bodyPr wrap="none" anchor="ctr"/>
          <a:lstStyle/>
          <a:p>
            <a:pPr algn="ctr"/>
            <a:endParaRPr kumimoji="1" lang="en-US" sz="1212"/>
          </a:p>
        </p:txBody>
      </p:sp>
    </p:spTree>
    <p:extLst>
      <p:ext uri="{BB962C8B-B14F-4D97-AF65-F5344CB8AC3E}">
        <p14:creationId xmlns:p14="http://schemas.microsoft.com/office/powerpoint/2010/main" val="180855207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down)">
                                      <p:cBhvr>
                                        <p:cTn id="10" dur="500"/>
                                        <p:tgtEl>
                                          <p:spTgt spid="16"/>
                                        </p:tgtEl>
                                      </p:cBhvr>
                                    </p:animEffect>
                                  </p:childTnLst>
                                </p:cTn>
                              </p:par>
                              <p:par>
                                <p:cTn id="11" presetID="53" presetClass="entr" presetSubtype="16"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p:cTn id="13" dur="500" fill="hold"/>
                                        <p:tgtEl>
                                          <p:spTgt spid="14"/>
                                        </p:tgtEl>
                                        <p:attrNameLst>
                                          <p:attrName>ppt_w</p:attrName>
                                        </p:attrNameLst>
                                      </p:cBhvr>
                                      <p:tavLst>
                                        <p:tav tm="0">
                                          <p:val>
                                            <p:fltVal val="0"/>
                                          </p:val>
                                        </p:tav>
                                        <p:tav tm="100000">
                                          <p:val>
                                            <p:strVal val="#ppt_w"/>
                                          </p:val>
                                        </p:tav>
                                      </p:tavLst>
                                    </p:anim>
                                    <p:anim calcmode="lin" valueType="num">
                                      <p:cBhvr>
                                        <p:cTn id="14" dur="500" fill="hold"/>
                                        <p:tgtEl>
                                          <p:spTgt spid="14"/>
                                        </p:tgtEl>
                                        <p:attrNameLst>
                                          <p:attrName>ppt_h</p:attrName>
                                        </p:attrNameLst>
                                      </p:cBhvr>
                                      <p:tavLst>
                                        <p:tav tm="0">
                                          <p:val>
                                            <p:fltVal val="0"/>
                                          </p:val>
                                        </p:tav>
                                        <p:tav tm="100000">
                                          <p:val>
                                            <p:strVal val="#ppt_h"/>
                                          </p:val>
                                        </p:tav>
                                      </p:tavLst>
                                    </p:anim>
                                    <p:animEffect transition="in" filter="fade">
                                      <p:cBhvr>
                                        <p:cTn id="15" dur="500"/>
                                        <p:tgtEl>
                                          <p:spTgt spid="1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500"/>
                                        <p:tgtEl>
                                          <p:spTgt spid="19"/>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wipe(down)">
                                      <p:cBhvr>
                                        <p:cTn id="2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8" grpId="0" animBg="1"/>
      <p:bldP spid="19" grpId="0" animBg="1"/>
      <p:bldP spid="20" grpId="0" animBg="1"/>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_Section Header" type="secHead">
  <p:cSld name="1_Section Header">
    <p:spTree>
      <p:nvGrpSpPr>
        <p:cNvPr id="1" name="Shape 120"/>
        <p:cNvGrpSpPr/>
        <p:nvPr/>
      </p:nvGrpSpPr>
      <p:grpSpPr>
        <a:xfrm>
          <a:off x="0" y="0"/>
          <a:ext cx="0" cy="0"/>
          <a:chOff x="0" y="0"/>
          <a:chExt cx="0" cy="0"/>
        </a:xfrm>
      </p:grpSpPr>
      <p:sp>
        <p:nvSpPr>
          <p:cNvPr id="121" name="Google Shape;121;p20"/>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r" rtl="0">
              <a:lnSpc>
                <a:spcPct val="90000"/>
              </a:lnSpc>
              <a:spcBef>
                <a:spcPts val="0"/>
              </a:spcBef>
              <a:spcAft>
                <a:spcPts val="0"/>
              </a:spcAft>
              <a:buClr>
                <a:srgbClr val="150860"/>
              </a:buClr>
              <a:buSzPts val="5400"/>
              <a:buFont typeface="Helvetica Neue"/>
              <a:buNone/>
              <a:defRPr sz="5400" b="1">
                <a:solidFill>
                  <a:srgbClr val="150860"/>
                </a:solidFill>
                <a:latin typeface="Helvetica Neue"/>
                <a:ea typeface="Helvetica Neue"/>
                <a:cs typeface="Helvetica Neue"/>
                <a:sym typeface="Helvetica Neu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2" name="Google Shape;122;p20"/>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Autofit/>
          </a:bodyPr>
          <a:lstStyle>
            <a:lvl1pPr marL="457200" lvl="0" indent="-228600" algn="r" rtl="0">
              <a:lnSpc>
                <a:spcPct val="90000"/>
              </a:lnSpc>
              <a:spcBef>
                <a:spcPts val="1000"/>
              </a:spcBef>
              <a:spcAft>
                <a:spcPts val="0"/>
              </a:spcAft>
              <a:buClr>
                <a:srgbClr val="888888"/>
              </a:buClr>
              <a:buSzPts val="2400"/>
              <a:buNone/>
              <a:defRPr sz="2400" b="0" i="0">
                <a:solidFill>
                  <a:srgbClr val="888888"/>
                </a:solidFill>
                <a:latin typeface="Helvetica Neue Light"/>
                <a:ea typeface="Helvetica Neue Light"/>
                <a:cs typeface="Helvetica Neue Light"/>
                <a:sym typeface="Helvetica Neue Light"/>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Tree>
    <p:extLst>
      <p:ext uri="{BB962C8B-B14F-4D97-AF65-F5344CB8AC3E}">
        <p14:creationId xmlns:p14="http://schemas.microsoft.com/office/powerpoint/2010/main" val="3348240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3.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5" Type="http://schemas.openxmlformats.org/officeDocument/2006/relationships/image" Target="../media/image7.png"/><Relationship Id="rId4" Type="http://schemas.openxmlformats.org/officeDocument/2006/relationships/image" Target="../media/image11.png"/></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6.xml"/><Relationship Id="rId1" Type="http://schemas.openxmlformats.org/officeDocument/2006/relationships/slideLayout" Target="../slideLayouts/slideLayout41.xml"/><Relationship Id="rId4"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3">
            <a:alphaModFix/>
          </a:blip>
          <a:srcRect t="3184" b="1176"/>
          <a:stretch/>
        </p:blipFill>
        <p:spPr>
          <a:xfrm>
            <a:off x="0" y="0"/>
            <a:ext cx="12191999" cy="6858000"/>
          </a:xfrm>
          <a:prstGeom prst="rect">
            <a:avLst/>
          </a:prstGeom>
          <a:noFill/>
          <a:ln>
            <a:noFill/>
          </a:ln>
        </p:spPr>
      </p:pic>
      <p:pic>
        <p:nvPicPr>
          <p:cNvPr id="11" name="Google Shape;11;p1"/>
          <p:cNvPicPr preferRelativeResize="0"/>
          <p:nvPr/>
        </p:nvPicPr>
        <p:blipFill rotWithShape="1">
          <a:blip r:embed="rId4">
            <a:alphaModFix/>
          </a:blip>
          <a:srcRect/>
          <a:stretch/>
        </p:blipFill>
        <p:spPr>
          <a:xfrm>
            <a:off x="0" y="0"/>
            <a:ext cx="9144002" cy="6857998"/>
          </a:xfrm>
          <a:prstGeom prst="rect">
            <a:avLst/>
          </a:prstGeom>
          <a:noFill/>
          <a:ln>
            <a:noFill/>
          </a:ln>
        </p:spPr>
      </p:pic>
      <p:pic>
        <p:nvPicPr>
          <p:cNvPr id="12" name="Google Shape;12;p1"/>
          <p:cNvPicPr preferRelativeResize="0"/>
          <p:nvPr/>
        </p:nvPicPr>
        <p:blipFill rotWithShape="1">
          <a:blip r:embed="rId5">
            <a:alphaModFix/>
          </a:blip>
          <a:srcRect/>
          <a:stretch/>
        </p:blipFill>
        <p:spPr>
          <a:xfrm>
            <a:off x="2514600" y="2551112"/>
            <a:ext cx="9678986" cy="1792287"/>
          </a:xfrm>
          <a:prstGeom prst="rect">
            <a:avLst/>
          </a:prstGeom>
          <a:noFill/>
          <a:ln>
            <a:noFill/>
          </a:ln>
        </p:spPr>
      </p:pic>
      <p:pic>
        <p:nvPicPr>
          <p:cNvPr id="13" name="Google Shape;13;p1"/>
          <p:cNvPicPr preferRelativeResize="0"/>
          <p:nvPr/>
        </p:nvPicPr>
        <p:blipFill rotWithShape="1">
          <a:blip r:embed="rId6">
            <a:alphaModFix/>
          </a:blip>
          <a:srcRect/>
          <a:stretch/>
        </p:blipFill>
        <p:spPr>
          <a:xfrm>
            <a:off x="0" y="-447675"/>
            <a:ext cx="10744200" cy="8058150"/>
          </a:xfrm>
          <a:prstGeom prst="rect">
            <a:avLst/>
          </a:prstGeom>
          <a:noFill/>
          <a:ln>
            <a:noFill/>
          </a:ln>
        </p:spPr>
      </p:pic>
      <p:pic>
        <p:nvPicPr>
          <p:cNvPr id="14" name="Google Shape;14;p1"/>
          <p:cNvPicPr preferRelativeResize="0"/>
          <p:nvPr/>
        </p:nvPicPr>
        <p:blipFill rotWithShape="1">
          <a:blip r:embed="rId7">
            <a:alphaModFix/>
          </a:blip>
          <a:srcRect/>
          <a:stretch/>
        </p:blipFill>
        <p:spPr>
          <a:xfrm>
            <a:off x="8523287" y="896937"/>
            <a:ext cx="3097212" cy="1084262"/>
          </a:xfrm>
          <a:prstGeom prst="rect">
            <a:avLst/>
          </a:prstGeom>
          <a:noFill/>
          <a:ln>
            <a:noFill/>
          </a:ln>
        </p:spPr>
      </p:pic>
      <p:pic>
        <p:nvPicPr>
          <p:cNvPr id="15" name="Google Shape;15;p1"/>
          <p:cNvPicPr preferRelativeResize="0"/>
          <p:nvPr/>
        </p:nvPicPr>
        <p:blipFill rotWithShape="1">
          <a:blip r:embed="rId8">
            <a:alphaModFix/>
          </a:blip>
          <a:srcRect/>
          <a:stretch/>
        </p:blipFill>
        <p:spPr>
          <a:xfrm>
            <a:off x="6777037" y="4800600"/>
            <a:ext cx="5124449" cy="20637"/>
          </a:xfrm>
          <a:prstGeom prst="rect">
            <a:avLst/>
          </a:prstGeom>
          <a:noFill/>
          <a:ln>
            <a:noFill/>
          </a:ln>
        </p:spPr>
      </p:pic>
      <p:sp>
        <p:nvSpPr>
          <p:cNvPr id="16" name="Google Shape;16;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7" name="Google Shape;17;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17670655"/>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16613772"/>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CEDD90-0453-67F9-9DB3-C14FED4AFF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801FCA-4994-CE98-27B5-01761DC85A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6BD2E7-C414-D6D2-4DFE-AACD86A90E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C12147-5AEB-466D-918F-6998C52C80D8}" type="datetimeFigureOut">
              <a:rPr lang="en-IN" smtClean="0"/>
              <a:t>24-07-2026</a:t>
            </a:fld>
            <a:endParaRPr lang="en-IN"/>
          </a:p>
        </p:txBody>
      </p:sp>
      <p:sp>
        <p:nvSpPr>
          <p:cNvPr id="5" name="Footer Placeholder 4">
            <a:extLst>
              <a:ext uri="{FF2B5EF4-FFF2-40B4-BE49-F238E27FC236}">
                <a16:creationId xmlns:a16="http://schemas.microsoft.com/office/drawing/2014/main" id="{F070EDEB-3706-9428-418B-5131FAD4ED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C1200B3-1E4E-A8C1-EE70-9E90D71BBA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F8A2CE-78BF-4E55-B511-FEC8FE90AFC0}" type="slidenum">
              <a:rPr lang="en-IN" smtClean="0"/>
              <a:t>‹#›</a:t>
            </a:fld>
            <a:endParaRPr lang="en-IN"/>
          </a:p>
        </p:txBody>
      </p:sp>
    </p:spTree>
    <p:extLst>
      <p:ext uri="{BB962C8B-B14F-4D97-AF65-F5344CB8AC3E}">
        <p14:creationId xmlns:p14="http://schemas.microsoft.com/office/powerpoint/2010/main" val="370803259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4389" y="82714"/>
            <a:ext cx="8861378" cy="766897"/>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324389" y="1241357"/>
            <a:ext cx="11332862" cy="493620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Box 3">
            <a:extLst>
              <a:ext uri="{FF2B5EF4-FFF2-40B4-BE49-F238E27FC236}">
                <a16:creationId xmlns:a16="http://schemas.microsoft.com/office/drawing/2014/main" id="{71E96EB0-B750-8838-A3EC-A9CBAE49081F}"/>
              </a:ext>
            </a:extLst>
          </p:cNvPr>
          <p:cNvSpPr txBox="1">
            <a:spLocks noChangeArrowheads="1"/>
          </p:cNvSpPr>
          <p:nvPr userDrawn="1"/>
        </p:nvSpPr>
        <p:spPr bwMode="auto">
          <a:xfrm>
            <a:off x="4356485" y="6526492"/>
            <a:ext cx="7801148" cy="261162"/>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defRPr/>
            </a:pPr>
            <a:r>
              <a:rPr lang="en-US" sz="1097" b="1" dirty="0">
                <a:solidFill>
                  <a:srgbClr val="101141"/>
                </a:solidFill>
                <a:latin typeface="Helvetica Neue"/>
              </a:rPr>
              <a:t>BITS </a:t>
            </a:r>
            <a:r>
              <a:rPr lang="en-US" sz="1097" dirty="0">
                <a:solidFill>
                  <a:srgbClr val="101141"/>
                </a:solidFill>
                <a:latin typeface="Helvetica Neue"/>
              </a:rPr>
              <a:t>Pilani, Pilani Campus</a:t>
            </a:r>
          </a:p>
        </p:txBody>
      </p:sp>
      <p:grpSp>
        <p:nvGrpSpPr>
          <p:cNvPr id="5" name="Group 11">
            <a:extLst>
              <a:ext uri="{FF2B5EF4-FFF2-40B4-BE49-F238E27FC236}">
                <a16:creationId xmlns:a16="http://schemas.microsoft.com/office/drawing/2014/main" id="{A8CD7103-E689-BA4A-DE37-DCADB3EB1B6B}"/>
              </a:ext>
            </a:extLst>
          </p:cNvPr>
          <p:cNvGrpSpPr>
            <a:grpSpLocks/>
          </p:cNvGrpSpPr>
          <p:nvPr userDrawn="1"/>
        </p:nvGrpSpPr>
        <p:grpSpPr bwMode="auto">
          <a:xfrm>
            <a:off x="2771350" y="6381060"/>
            <a:ext cx="9386283" cy="49213"/>
            <a:chOff x="2083888" y="6550671"/>
            <a:chExt cx="7060112" cy="48665"/>
          </a:xfrm>
        </p:grpSpPr>
        <p:sp>
          <p:nvSpPr>
            <p:cNvPr id="6" name="Rectangle 5">
              <a:extLst>
                <a:ext uri="{FF2B5EF4-FFF2-40B4-BE49-F238E27FC236}">
                  <a16:creationId xmlns:a16="http://schemas.microsoft.com/office/drawing/2014/main" id="{C679B97A-75CA-F9AB-F1F0-6697C2603B1B}"/>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795"/>
            </a:p>
          </p:txBody>
        </p:sp>
        <p:sp>
          <p:nvSpPr>
            <p:cNvPr id="7" name="Rectangle 6">
              <a:extLst>
                <a:ext uri="{FF2B5EF4-FFF2-40B4-BE49-F238E27FC236}">
                  <a16:creationId xmlns:a16="http://schemas.microsoft.com/office/drawing/2014/main" id="{928572BF-6790-F4BA-C27C-0D03A26EBD55}"/>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795"/>
            </a:p>
          </p:txBody>
        </p:sp>
        <p:sp>
          <p:nvSpPr>
            <p:cNvPr id="8" name="Rectangle 7">
              <a:extLst>
                <a:ext uri="{FF2B5EF4-FFF2-40B4-BE49-F238E27FC236}">
                  <a16:creationId xmlns:a16="http://schemas.microsoft.com/office/drawing/2014/main" id="{86609132-65D9-57B9-F6A4-BB2C203E2A42}"/>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795"/>
            </a:p>
          </p:txBody>
        </p:sp>
      </p:grpSp>
      <p:pic>
        <p:nvPicPr>
          <p:cNvPr id="9" name="Picture 11" descr="Picture 7.png">
            <a:extLst>
              <a:ext uri="{FF2B5EF4-FFF2-40B4-BE49-F238E27FC236}">
                <a16:creationId xmlns:a16="http://schemas.microsoft.com/office/drawing/2014/main" id="{4F2A90E3-A733-EE23-2B58-6B4E7072A037}"/>
              </a:ext>
            </a:extLst>
          </p:cNvPr>
          <p:cNvPicPr>
            <a:picLocks noChangeAspect="1"/>
          </p:cNvPicPr>
          <p:nvPr userDrawn="1"/>
        </p:nvPicPr>
        <p:blipFill>
          <a:blip r:embed="rId4">
            <a:extLst>
              <a:ext uri="{28A0092B-C50C-407E-A947-70E740481C1C}">
                <a14:useLocalDpi xmlns:a14="http://schemas.microsoft.com/office/drawing/2010/main" val="0"/>
              </a:ext>
            </a:extLst>
          </a:blip>
          <a:srcRect l="1923" b="5336"/>
          <a:stretch>
            <a:fillRect/>
          </a:stretch>
        </p:blipFill>
        <p:spPr bwMode="auto">
          <a:xfrm>
            <a:off x="9238390" y="0"/>
            <a:ext cx="2916988" cy="692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0" name="Group 22">
            <a:extLst>
              <a:ext uri="{FF2B5EF4-FFF2-40B4-BE49-F238E27FC236}">
                <a16:creationId xmlns:a16="http://schemas.microsoft.com/office/drawing/2014/main" id="{9650D59D-168F-1EAA-1278-63599EA792F8}"/>
              </a:ext>
            </a:extLst>
          </p:cNvPr>
          <p:cNvGrpSpPr>
            <a:grpSpLocks/>
          </p:cNvGrpSpPr>
          <p:nvPr userDrawn="1"/>
        </p:nvGrpSpPr>
        <p:grpSpPr bwMode="auto">
          <a:xfrm>
            <a:off x="0" y="920716"/>
            <a:ext cx="9320852" cy="46038"/>
            <a:chOff x="1905000" y="6553200"/>
            <a:chExt cx="7010400" cy="45719"/>
          </a:xfrm>
        </p:grpSpPr>
        <p:sp>
          <p:nvSpPr>
            <p:cNvPr id="11" name="Rectangle 10">
              <a:extLst>
                <a:ext uri="{FF2B5EF4-FFF2-40B4-BE49-F238E27FC236}">
                  <a16:creationId xmlns:a16="http://schemas.microsoft.com/office/drawing/2014/main" id="{33FD81B2-B348-9D64-68EC-1C1DB3FF079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795"/>
            </a:p>
          </p:txBody>
        </p:sp>
        <p:sp>
          <p:nvSpPr>
            <p:cNvPr id="12" name="Rectangle 11">
              <a:extLst>
                <a:ext uri="{FF2B5EF4-FFF2-40B4-BE49-F238E27FC236}">
                  <a16:creationId xmlns:a16="http://schemas.microsoft.com/office/drawing/2014/main" id="{17364313-860B-26A6-533B-2CB7038FC72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795"/>
            </a:p>
          </p:txBody>
        </p:sp>
        <p:sp>
          <p:nvSpPr>
            <p:cNvPr id="13" name="Rectangle 12">
              <a:extLst>
                <a:ext uri="{FF2B5EF4-FFF2-40B4-BE49-F238E27FC236}">
                  <a16:creationId xmlns:a16="http://schemas.microsoft.com/office/drawing/2014/main" id="{B7B84C66-8734-D6BF-D479-362B1647863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795"/>
            </a:p>
          </p:txBody>
        </p:sp>
      </p:grpSp>
      <p:sp>
        <p:nvSpPr>
          <p:cNvPr id="14" name="Slide Number Placeholder 5">
            <a:extLst>
              <a:ext uri="{FF2B5EF4-FFF2-40B4-BE49-F238E27FC236}">
                <a16:creationId xmlns:a16="http://schemas.microsoft.com/office/drawing/2014/main" id="{E1277824-9202-5AE3-AD24-8E5C0A1769BF}"/>
              </a:ext>
            </a:extLst>
          </p:cNvPr>
          <p:cNvSpPr txBox="1">
            <a:spLocks/>
          </p:cNvSpPr>
          <p:nvPr userDrawn="1"/>
        </p:nvSpPr>
        <p:spPr>
          <a:xfrm>
            <a:off x="115206" y="6539747"/>
            <a:ext cx="2005772" cy="248682"/>
          </a:xfrm>
          <a:prstGeom prst="rect">
            <a:avLst/>
          </a:prstGeom>
        </p:spPr>
        <p:txBody>
          <a:bodyPr/>
          <a:lstStyle>
            <a:defPPr>
              <a:defRPr lang="en-US"/>
            </a:defPPr>
            <a:lvl1pPr marL="0" algn="l" defTabSz="967453" rtl="0" eaLnBrk="1" latinLnBrk="0" hangingPunct="1">
              <a:defRPr sz="1905" kern="1200">
                <a:solidFill>
                  <a:schemeClr val="bg1"/>
                </a:solidFill>
                <a:latin typeface="+mn-lt"/>
                <a:ea typeface="+mn-ea"/>
                <a:cs typeface="+mn-cs"/>
              </a:defRPr>
            </a:lvl1pPr>
            <a:lvl2pPr marL="483726" algn="l" defTabSz="967453" rtl="0" eaLnBrk="1" latinLnBrk="0" hangingPunct="1">
              <a:defRPr sz="1905" kern="1200">
                <a:solidFill>
                  <a:schemeClr val="tx1"/>
                </a:solidFill>
                <a:latin typeface="+mn-lt"/>
                <a:ea typeface="+mn-ea"/>
                <a:cs typeface="+mn-cs"/>
              </a:defRPr>
            </a:lvl2pPr>
            <a:lvl3pPr marL="967453" algn="l" defTabSz="967453" rtl="0" eaLnBrk="1" latinLnBrk="0" hangingPunct="1">
              <a:defRPr sz="1905" kern="1200">
                <a:solidFill>
                  <a:schemeClr val="tx1"/>
                </a:solidFill>
                <a:latin typeface="+mn-lt"/>
                <a:ea typeface="+mn-ea"/>
                <a:cs typeface="+mn-cs"/>
              </a:defRPr>
            </a:lvl3pPr>
            <a:lvl4pPr marL="1451179" algn="l" defTabSz="967453" rtl="0" eaLnBrk="1" latinLnBrk="0" hangingPunct="1">
              <a:defRPr sz="1905" kern="1200">
                <a:solidFill>
                  <a:schemeClr val="tx1"/>
                </a:solidFill>
                <a:latin typeface="+mn-lt"/>
                <a:ea typeface="+mn-ea"/>
                <a:cs typeface="+mn-cs"/>
              </a:defRPr>
            </a:lvl4pPr>
            <a:lvl5pPr marL="1934905" algn="l" defTabSz="967453" rtl="0" eaLnBrk="1" latinLnBrk="0" hangingPunct="1">
              <a:defRPr sz="1905" kern="1200">
                <a:solidFill>
                  <a:schemeClr val="tx1"/>
                </a:solidFill>
                <a:latin typeface="+mn-lt"/>
                <a:ea typeface="+mn-ea"/>
                <a:cs typeface="+mn-cs"/>
              </a:defRPr>
            </a:lvl5pPr>
            <a:lvl6pPr marL="2418632" algn="l" defTabSz="967453" rtl="0" eaLnBrk="1" latinLnBrk="0" hangingPunct="1">
              <a:defRPr sz="1905" kern="1200">
                <a:solidFill>
                  <a:schemeClr val="tx1"/>
                </a:solidFill>
                <a:latin typeface="+mn-lt"/>
                <a:ea typeface="+mn-ea"/>
                <a:cs typeface="+mn-cs"/>
              </a:defRPr>
            </a:lvl6pPr>
            <a:lvl7pPr marL="2902359" algn="l" defTabSz="967453" rtl="0" eaLnBrk="1" latinLnBrk="0" hangingPunct="1">
              <a:defRPr sz="1905" kern="1200">
                <a:solidFill>
                  <a:schemeClr val="tx1"/>
                </a:solidFill>
                <a:latin typeface="+mn-lt"/>
                <a:ea typeface="+mn-ea"/>
                <a:cs typeface="+mn-cs"/>
              </a:defRPr>
            </a:lvl7pPr>
            <a:lvl8pPr marL="3386085" algn="l" defTabSz="967453" rtl="0" eaLnBrk="1" latinLnBrk="0" hangingPunct="1">
              <a:defRPr sz="1905" kern="1200">
                <a:solidFill>
                  <a:schemeClr val="tx1"/>
                </a:solidFill>
                <a:latin typeface="+mn-lt"/>
                <a:ea typeface="+mn-ea"/>
                <a:cs typeface="+mn-cs"/>
              </a:defRPr>
            </a:lvl8pPr>
            <a:lvl9pPr marL="3869811" algn="l" defTabSz="967453" rtl="0" eaLnBrk="1" latinLnBrk="0" hangingPunct="1">
              <a:defRPr sz="1905" kern="1200">
                <a:solidFill>
                  <a:schemeClr val="tx1"/>
                </a:solidFill>
                <a:latin typeface="+mn-lt"/>
                <a:ea typeface="+mn-ea"/>
                <a:cs typeface="+mn-cs"/>
              </a:defRPr>
            </a:lvl9pPr>
          </a:lstStyle>
          <a:p>
            <a:pPr marL="0" marR="0" indent="0" algn="l" defTabSz="964716" rtl="0" eaLnBrk="1" fontAlgn="auto" latinLnBrk="0" hangingPunct="1">
              <a:lnSpc>
                <a:spcPct val="100000"/>
              </a:lnSpc>
              <a:spcBef>
                <a:spcPts val="0"/>
              </a:spcBef>
              <a:spcAft>
                <a:spcPts val="0"/>
              </a:spcAft>
              <a:buClrTx/>
              <a:buSzTx/>
              <a:buFontTx/>
              <a:buNone/>
              <a:tabLst/>
              <a:defRPr/>
            </a:pPr>
            <a:r>
              <a:rPr lang="en-US" sz="1197" b="1" dirty="0">
                <a:solidFill>
                  <a:schemeClr val="tx1"/>
                </a:solidFill>
                <a:latin typeface="Helvetica Neue"/>
              </a:rPr>
              <a:t>Slide </a:t>
            </a:r>
            <a:fld id="{7631EF54-1092-4AEB-8676-EECC83C6A9DC}" type="slidenum">
              <a:rPr lang="en-US" sz="1197" b="1" smtClean="0">
                <a:solidFill>
                  <a:schemeClr val="tx1"/>
                </a:solidFill>
                <a:latin typeface="Helvetica Neue"/>
              </a:rPr>
              <a:pPr marL="0" marR="0" indent="0" algn="l" defTabSz="964716" rtl="0" eaLnBrk="1" fontAlgn="auto" latinLnBrk="0" hangingPunct="1">
                <a:lnSpc>
                  <a:spcPct val="100000"/>
                </a:lnSpc>
                <a:spcBef>
                  <a:spcPts val="0"/>
                </a:spcBef>
                <a:spcAft>
                  <a:spcPts val="0"/>
                </a:spcAft>
                <a:buClrTx/>
                <a:buSzTx/>
                <a:buFontTx/>
                <a:buNone/>
                <a:tabLst/>
                <a:defRPr/>
              </a:pPr>
              <a:t>‹#›</a:t>
            </a:fld>
            <a:r>
              <a:rPr lang="en-US" sz="1197" b="1" dirty="0">
                <a:solidFill>
                  <a:schemeClr val="tx1"/>
                </a:solidFill>
                <a:latin typeface="Helvetica Neue"/>
              </a:rPr>
              <a:t> of 90</a:t>
            </a:r>
          </a:p>
          <a:p>
            <a:pPr algn="l"/>
            <a:endParaRPr lang="en-US" sz="1197" b="1" dirty="0">
              <a:solidFill>
                <a:schemeClr val="tx1"/>
              </a:solidFill>
              <a:latin typeface="Helvetica Neue"/>
              <a:ea typeface="Verdana" panose="020B0604030504040204" pitchFamily="34" charset="0"/>
            </a:endParaRPr>
          </a:p>
        </p:txBody>
      </p:sp>
      <p:pic>
        <p:nvPicPr>
          <p:cNvPr id="15" name="Picture 14">
            <a:extLst>
              <a:ext uri="{FF2B5EF4-FFF2-40B4-BE49-F238E27FC236}">
                <a16:creationId xmlns:a16="http://schemas.microsoft.com/office/drawing/2014/main" id="{40C44CA3-BD75-8BEB-BD26-3C7CAC91BE6C}"/>
              </a:ext>
            </a:extLst>
          </p:cNvPr>
          <p:cNvPicPr>
            <a:picLocks noChangeAspect="1"/>
          </p:cNvPicPr>
          <p:nvPr userDrawn="1"/>
        </p:nvPicPr>
        <p:blipFill rotWithShape="1">
          <a:blip r:embed="rId5" cstate="print">
            <a:alphaModFix amt="50000"/>
            <a:extLst>
              <a:ext uri="{28A0092B-C50C-407E-A947-70E740481C1C}">
                <a14:useLocalDpi xmlns:a14="http://schemas.microsoft.com/office/drawing/2010/main" val="0"/>
              </a:ext>
            </a:extLst>
          </a:blip>
          <a:srcRect l="178" t="-543" r="178" b="-543"/>
          <a:stretch>
            <a:fillRect/>
          </a:stretch>
        </p:blipFill>
        <p:spPr>
          <a:xfrm>
            <a:off x="4113906" y="1925475"/>
            <a:ext cx="2329702" cy="2363352"/>
          </a:xfrm>
          <a:prstGeom prst="rect">
            <a:avLst/>
          </a:prstGeom>
        </p:spPr>
      </p:pic>
    </p:spTree>
    <p:extLst>
      <p:ext uri="{BB962C8B-B14F-4D97-AF65-F5344CB8AC3E}">
        <p14:creationId xmlns:p14="http://schemas.microsoft.com/office/powerpoint/2010/main" val="866692764"/>
      </p:ext>
    </p:extLst>
  </p:cSld>
  <p:clrMap bg1="lt1" tx1="dk1" bg2="lt2" tx2="dk2" accent1="accent1" accent2="accent2" accent3="accent3" accent4="accent4" accent5="accent5" accent6="accent6" hlink="hlink" folHlink="folHlink"/>
  <p:sldLayoutIdLst>
    <p:sldLayoutId id="2147483744" r:id="rId1"/>
    <p:sldLayoutId id="2147483745"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txStyles>
    <p:titleStyle>
      <a:lvl1pPr algn="l" defTabSz="1055679" rtl="0" eaLnBrk="1" latinLnBrk="0" hangingPunct="1">
        <a:lnSpc>
          <a:spcPct val="90000"/>
        </a:lnSpc>
        <a:spcBef>
          <a:spcPct val="0"/>
        </a:spcBef>
        <a:buNone/>
        <a:defRPr sz="4156" kern="1200">
          <a:solidFill>
            <a:schemeClr val="tx1"/>
          </a:solidFill>
          <a:latin typeface="Helvetica Neue" panose="02000503000000020004"/>
          <a:ea typeface="+mj-ea"/>
          <a:cs typeface="+mj-cs"/>
        </a:defRPr>
      </a:lvl1pPr>
    </p:titleStyle>
    <p:bodyStyle>
      <a:lvl1pPr marL="263919" indent="-263919" algn="l" defTabSz="1055679" rtl="0" eaLnBrk="1" latinLnBrk="0" hangingPunct="1">
        <a:lnSpc>
          <a:spcPct val="90000"/>
        </a:lnSpc>
        <a:spcBef>
          <a:spcPts val="1154"/>
        </a:spcBef>
        <a:buFont typeface="Arial" panose="020B0604020202020204" pitchFamily="34" charset="0"/>
        <a:buChar char="•"/>
        <a:defRPr sz="3232" kern="1200">
          <a:solidFill>
            <a:schemeClr val="tx1"/>
          </a:solidFill>
          <a:latin typeface="Helvetica Neue" panose="02000503000000020004"/>
          <a:ea typeface="+mn-ea"/>
          <a:cs typeface="+mn-cs"/>
        </a:defRPr>
      </a:lvl1pPr>
      <a:lvl2pPr marL="791759" indent="-263919" algn="l" defTabSz="1055679" rtl="0" eaLnBrk="1" latinLnBrk="0" hangingPunct="1">
        <a:lnSpc>
          <a:spcPct val="90000"/>
        </a:lnSpc>
        <a:spcBef>
          <a:spcPts val="578"/>
        </a:spcBef>
        <a:buFont typeface="Arial" panose="020B0604020202020204" pitchFamily="34" charset="0"/>
        <a:buChar char="•"/>
        <a:defRPr sz="2771" kern="1200">
          <a:solidFill>
            <a:schemeClr val="tx1"/>
          </a:solidFill>
          <a:latin typeface="Helvetica Neue" panose="02000503000000020004"/>
          <a:ea typeface="+mn-ea"/>
          <a:cs typeface="+mn-cs"/>
        </a:defRPr>
      </a:lvl2pPr>
      <a:lvl3pPr marL="1319599" indent="-263919" algn="l" defTabSz="1055679" rtl="0" eaLnBrk="1" latinLnBrk="0" hangingPunct="1">
        <a:lnSpc>
          <a:spcPct val="90000"/>
        </a:lnSpc>
        <a:spcBef>
          <a:spcPts val="578"/>
        </a:spcBef>
        <a:buFont typeface="Arial" panose="020B0604020202020204" pitchFamily="34" charset="0"/>
        <a:buChar char="•"/>
        <a:defRPr sz="2309" kern="1200">
          <a:solidFill>
            <a:schemeClr val="tx1"/>
          </a:solidFill>
          <a:latin typeface="Helvetica Neue" panose="02000503000000020004"/>
          <a:ea typeface="+mn-ea"/>
          <a:cs typeface="+mn-cs"/>
        </a:defRPr>
      </a:lvl3pPr>
      <a:lvl4pPr marL="1847438" indent="-263919" algn="l" defTabSz="1055679" rtl="0" eaLnBrk="1" latinLnBrk="0" hangingPunct="1">
        <a:lnSpc>
          <a:spcPct val="90000"/>
        </a:lnSpc>
        <a:spcBef>
          <a:spcPts val="578"/>
        </a:spcBef>
        <a:buFont typeface="Arial" panose="020B0604020202020204" pitchFamily="34" charset="0"/>
        <a:buChar char="•"/>
        <a:defRPr sz="2078" kern="1200">
          <a:solidFill>
            <a:schemeClr val="tx1"/>
          </a:solidFill>
          <a:latin typeface="Helvetica Neue" panose="02000503000000020004"/>
          <a:ea typeface="+mn-ea"/>
          <a:cs typeface="+mn-cs"/>
        </a:defRPr>
      </a:lvl4pPr>
      <a:lvl5pPr marL="2375277" indent="-263919" algn="l" defTabSz="1055679" rtl="0" eaLnBrk="1" latinLnBrk="0" hangingPunct="1">
        <a:lnSpc>
          <a:spcPct val="90000"/>
        </a:lnSpc>
        <a:spcBef>
          <a:spcPts val="578"/>
        </a:spcBef>
        <a:buFont typeface="Arial" panose="020B0604020202020204" pitchFamily="34" charset="0"/>
        <a:buChar char="•"/>
        <a:defRPr sz="2078" kern="1200">
          <a:solidFill>
            <a:schemeClr val="tx1"/>
          </a:solidFill>
          <a:latin typeface="Helvetica Neue" panose="02000503000000020004"/>
          <a:ea typeface="+mn-ea"/>
          <a:cs typeface="+mn-cs"/>
        </a:defRPr>
      </a:lvl5pPr>
      <a:lvl6pPr marL="2903117" indent="-263919" algn="l" defTabSz="1055679" rtl="0" eaLnBrk="1" latinLnBrk="0" hangingPunct="1">
        <a:lnSpc>
          <a:spcPct val="90000"/>
        </a:lnSpc>
        <a:spcBef>
          <a:spcPts val="578"/>
        </a:spcBef>
        <a:buFont typeface="Arial" panose="020B0604020202020204" pitchFamily="34" charset="0"/>
        <a:buChar char="•"/>
        <a:defRPr sz="2078" kern="1200">
          <a:solidFill>
            <a:schemeClr val="tx1"/>
          </a:solidFill>
          <a:latin typeface="+mn-lt"/>
          <a:ea typeface="+mn-ea"/>
          <a:cs typeface="+mn-cs"/>
        </a:defRPr>
      </a:lvl6pPr>
      <a:lvl7pPr marL="3430956" indent="-263919" algn="l" defTabSz="1055679" rtl="0" eaLnBrk="1" latinLnBrk="0" hangingPunct="1">
        <a:lnSpc>
          <a:spcPct val="90000"/>
        </a:lnSpc>
        <a:spcBef>
          <a:spcPts val="578"/>
        </a:spcBef>
        <a:buFont typeface="Arial" panose="020B0604020202020204" pitchFamily="34" charset="0"/>
        <a:buChar char="•"/>
        <a:defRPr sz="2078" kern="1200">
          <a:solidFill>
            <a:schemeClr val="tx1"/>
          </a:solidFill>
          <a:latin typeface="+mn-lt"/>
          <a:ea typeface="+mn-ea"/>
          <a:cs typeface="+mn-cs"/>
        </a:defRPr>
      </a:lvl7pPr>
      <a:lvl8pPr marL="3958796" indent="-263919" algn="l" defTabSz="1055679" rtl="0" eaLnBrk="1" latinLnBrk="0" hangingPunct="1">
        <a:lnSpc>
          <a:spcPct val="90000"/>
        </a:lnSpc>
        <a:spcBef>
          <a:spcPts val="578"/>
        </a:spcBef>
        <a:buFont typeface="Arial" panose="020B0604020202020204" pitchFamily="34" charset="0"/>
        <a:buChar char="•"/>
        <a:defRPr sz="2078" kern="1200">
          <a:solidFill>
            <a:schemeClr val="tx1"/>
          </a:solidFill>
          <a:latin typeface="+mn-lt"/>
          <a:ea typeface="+mn-ea"/>
          <a:cs typeface="+mn-cs"/>
        </a:defRPr>
      </a:lvl8pPr>
      <a:lvl9pPr marL="4486635" indent="-263919" algn="l" defTabSz="1055679" rtl="0" eaLnBrk="1" latinLnBrk="0" hangingPunct="1">
        <a:lnSpc>
          <a:spcPct val="90000"/>
        </a:lnSpc>
        <a:spcBef>
          <a:spcPts val="578"/>
        </a:spcBef>
        <a:buFont typeface="Arial" panose="020B0604020202020204" pitchFamily="34" charset="0"/>
        <a:buChar char="•"/>
        <a:defRPr sz="2078" kern="1200">
          <a:solidFill>
            <a:schemeClr val="tx1"/>
          </a:solidFill>
          <a:latin typeface="+mn-lt"/>
          <a:ea typeface="+mn-ea"/>
          <a:cs typeface="+mn-cs"/>
        </a:defRPr>
      </a:lvl9pPr>
    </p:bodyStyle>
    <p:otherStyle>
      <a:defPPr>
        <a:defRPr lang="en-US"/>
      </a:defPPr>
      <a:lvl1pPr marL="0" algn="l" defTabSz="1055679" rtl="0" eaLnBrk="1" latinLnBrk="0" hangingPunct="1">
        <a:defRPr sz="2078" kern="1200">
          <a:solidFill>
            <a:schemeClr val="tx1"/>
          </a:solidFill>
          <a:latin typeface="+mn-lt"/>
          <a:ea typeface="+mn-ea"/>
          <a:cs typeface="+mn-cs"/>
        </a:defRPr>
      </a:lvl1pPr>
      <a:lvl2pPr marL="527840" algn="l" defTabSz="1055679" rtl="0" eaLnBrk="1" latinLnBrk="0" hangingPunct="1">
        <a:defRPr sz="2078" kern="1200">
          <a:solidFill>
            <a:schemeClr val="tx1"/>
          </a:solidFill>
          <a:latin typeface="+mn-lt"/>
          <a:ea typeface="+mn-ea"/>
          <a:cs typeface="+mn-cs"/>
        </a:defRPr>
      </a:lvl2pPr>
      <a:lvl3pPr marL="1055679" algn="l" defTabSz="1055679" rtl="0" eaLnBrk="1" latinLnBrk="0" hangingPunct="1">
        <a:defRPr sz="2078" kern="1200">
          <a:solidFill>
            <a:schemeClr val="tx1"/>
          </a:solidFill>
          <a:latin typeface="+mn-lt"/>
          <a:ea typeface="+mn-ea"/>
          <a:cs typeface="+mn-cs"/>
        </a:defRPr>
      </a:lvl3pPr>
      <a:lvl4pPr marL="1583518" algn="l" defTabSz="1055679" rtl="0" eaLnBrk="1" latinLnBrk="0" hangingPunct="1">
        <a:defRPr sz="2078" kern="1200">
          <a:solidFill>
            <a:schemeClr val="tx1"/>
          </a:solidFill>
          <a:latin typeface="+mn-lt"/>
          <a:ea typeface="+mn-ea"/>
          <a:cs typeface="+mn-cs"/>
        </a:defRPr>
      </a:lvl4pPr>
      <a:lvl5pPr marL="2111358" algn="l" defTabSz="1055679" rtl="0" eaLnBrk="1" latinLnBrk="0" hangingPunct="1">
        <a:defRPr sz="2078" kern="1200">
          <a:solidFill>
            <a:schemeClr val="tx1"/>
          </a:solidFill>
          <a:latin typeface="+mn-lt"/>
          <a:ea typeface="+mn-ea"/>
          <a:cs typeface="+mn-cs"/>
        </a:defRPr>
      </a:lvl5pPr>
      <a:lvl6pPr marL="2639197" algn="l" defTabSz="1055679" rtl="0" eaLnBrk="1" latinLnBrk="0" hangingPunct="1">
        <a:defRPr sz="2078" kern="1200">
          <a:solidFill>
            <a:schemeClr val="tx1"/>
          </a:solidFill>
          <a:latin typeface="+mn-lt"/>
          <a:ea typeface="+mn-ea"/>
          <a:cs typeface="+mn-cs"/>
        </a:defRPr>
      </a:lvl6pPr>
      <a:lvl7pPr marL="3167037" algn="l" defTabSz="1055679" rtl="0" eaLnBrk="1" latinLnBrk="0" hangingPunct="1">
        <a:defRPr sz="2078" kern="1200">
          <a:solidFill>
            <a:schemeClr val="tx1"/>
          </a:solidFill>
          <a:latin typeface="+mn-lt"/>
          <a:ea typeface="+mn-ea"/>
          <a:cs typeface="+mn-cs"/>
        </a:defRPr>
      </a:lvl7pPr>
      <a:lvl8pPr marL="3694876" algn="l" defTabSz="1055679" rtl="0" eaLnBrk="1" latinLnBrk="0" hangingPunct="1">
        <a:defRPr sz="2078" kern="1200">
          <a:solidFill>
            <a:schemeClr val="tx1"/>
          </a:solidFill>
          <a:latin typeface="+mn-lt"/>
          <a:ea typeface="+mn-ea"/>
          <a:cs typeface="+mn-cs"/>
        </a:defRPr>
      </a:lvl8pPr>
      <a:lvl9pPr marL="4222715" algn="l" defTabSz="1055679" rtl="0" eaLnBrk="1" latinLnBrk="0" hangingPunct="1">
        <a:defRPr sz="2078"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5"/>
        <p:cNvGrpSpPr/>
        <p:nvPr/>
      </p:nvGrpSpPr>
      <p:grpSpPr>
        <a:xfrm>
          <a:off x="0" y="0"/>
          <a:ext cx="0" cy="0"/>
          <a:chOff x="0" y="0"/>
          <a:chExt cx="0" cy="0"/>
        </a:xfrm>
      </p:grpSpPr>
      <p:pic>
        <p:nvPicPr>
          <p:cNvPr id="116" name="Google Shape;116;p19"/>
          <p:cNvPicPr preferRelativeResize="0"/>
          <p:nvPr/>
        </p:nvPicPr>
        <p:blipFill rotWithShape="1">
          <a:blip r:embed="rId3">
            <a:alphaModFix/>
          </a:blip>
          <a:srcRect l="179" t="-545" r="179" b="-535"/>
          <a:stretch/>
        </p:blipFill>
        <p:spPr>
          <a:xfrm>
            <a:off x="4751387" y="2224087"/>
            <a:ext cx="2689225" cy="2728912"/>
          </a:xfrm>
          <a:prstGeom prst="rect">
            <a:avLst/>
          </a:prstGeom>
          <a:noFill/>
          <a:ln>
            <a:noFill/>
          </a:ln>
        </p:spPr>
      </p:pic>
      <p:pic>
        <p:nvPicPr>
          <p:cNvPr id="117" name="Google Shape;117;p19"/>
          <p:cNvPicPr preferRelativeResize="0"/>
          <p:nvPr/>
        </p:nvPicPr>
        <p:blipFill rotWithShape="1">
          <a:blip r:embed="rId4">
            <a:alphaModFix/>
          </a:blip>
          <a:srcRect/>
          <a:stretch/>
        </p:blipFill>
        <p:spPr>
          <a:xfrm>
            <a:off x="0" y="6816725"/>
            <a:ext cx="12191999" cy="41275"/>
          </a:xfrm>
          <a:prstGeom prst="rect">
            <a:avLst/>
          </a:prstGeom>
          <a:noFill/>
          <a:ln>
            <a:noFill/>
          </a:ln>
        </p:spPr>
      </p:pic>
      <p:sp>
        <p:nvSpPr>
          <p:cNvPr id="118" name="Google Shape;118;p1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9" name="Google Shape;119;p1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69031111"/>
      </p:ext>
    </p:extLst>
  </p:cSld>
  <p:clrMap bg1="lt1" tx1="dk1" bg2="dk2" tx2="lt2" accent1="accent1" accent2="accent2" accent3="accent3" accent4="accent4" accent5="accent5" accent6="accent6" hlink="hlink" folHlink="folHlink"/>
  <p:sldLayoutIdLst>
    <p:sldLayoutId id="21474837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6" Type="http://schemas.openxmlformats.org/officeDocument/2006/relationships/image" Target="../media/image30.png"/><Relationship Id="rId117" Type="http://schemas.openxmlformats.org/officeDocument/2006/relationships/customXml" Target="../ink/ink57.xml"/><Relationship Id="rId21" Type="http://schemas.openxmlformats.org/officeDocument/2006/relationships/customXml" Target="../ink/ink9.xml"/><Relationship Id="rId42" Type="http://schemas.openxmlformats.org/officeDocument/2006/relationships/image" Target="../media/image38.png"/><Relationship Id="rId47" Type="http://schemas.openxmlformats.org/officeDocument/2006/relationships/customXml" Target="../ink/ink22.xml"/><Relationship Id="rId63" Type="http://schemas.openxmlformats.org/officeDocument/2006/relationships/customXml" Target="../ink/ink30.xml"/><Relationship Id="rId68" Type="http://schemas.openxmlformats.org/officeDocument/2006/relationships/image" Target="../media/image51.png"/><Relationship Id="rId84" Type="http://schemas.openxmlformats.org/officeDocument/2006/relationships/image" Target="../media/image59.png"/><Relationship Id="rId89" Type="http://schemas.openxmlformats.org/officeDocument/2006/relationships/customXml" Target="../ink/ink43.xml"/><Relationship Id="rId112" Type="http://schemas.openxmlformats.org/officeDocument/2006/relationships/image" Target="../media/image73.png"/><Relationship Id="rId16" Type="http://schemas.openxmlformats.org/officeDocument/2006/relationships/image" Target="../media/image25.png"/><Relationship Id="rId107" Type="http://schemas.openxmlformats.org/officeDocument/2006/relationships/customXml" Target="../ink/ink52.xml"/><Relationship Id="rId11" Type="http://schemas.openxmlformats.org/officeDocument/2006/relationships/customXml" Target="../ink/ink4.xml"/><Relationship Id="rId32" Type="http://schemas.openxmlformats.org/officeDocument/2006/relationships/image" Target="../media/image33.png"/><Relationship Id="rId37" Type="http://schemas.openxmlformats.org/officeDocument/2006/relationships/customXml" Target="../ink/ink17.xml"/><Relationship Id="rId53" Type="http://schemas.openxmlformats.org/officeDocument/2006/relationships/customXml" Target="../ink/ink25.xml"/><Relationship Id="rId58" Type="http://schemas.openxmlformats.org/officeDocument/2006/relationships/image" Target="../media/image46.png"/><Relationship Id="rId74" Type="http://schemas.openxmlformats.org/officeDocument/2006/relationships/image" Target="../media/image54.png"/><Relationship Id="rId79" Type="http://schemas.openxmlformats.org/officeDocument/2006/relationships/customXml" Target="../ink/ink38.xml"/><Relationship Id="rId102" Type="http://schemas.openxmlformats.org/officeDocument/2006/relationships/image" Target="../media/image68.png"/><Relationship Id="rId5" Type="http://schemas.openxmlformats.org/officeDocument/2006/relationships/customXml" Target="../ink/ink1.xml"/><Relationship Id="rId90" Type="http://schemas.openxmlformats.org/officeDocument/2006/relationships/image" Target="../media/image62.png"/><Relationship Id="rId95" Type="http://schemas.openxmlformats.org/officeDocument/2006/relationships/customXml" Target="../ink/ink46.xml"/><Relationship Id="rId22" Type="http://schemas.openxmlformats.org/officeDocument/2006/relationships/image" Target="../media/image28.png"/><Relationship Id="rId27" Type="http://schemas.openxmlformats.org/officeDocument/2006/relationships/customXml" Target="../ink/ink12.xml"/><Relationship Id="rId43" Type="http://schemas.openxmlformats.org/officeDocument/2006/relationships/customXml" Target="../ink/ink20.xml"/><Relationship Id="rId48" Type="http://schemas.openxmlformats.org/officeDocument/2006/relationships/image" Target="../media/image41.png"/><Relationship Id="rId64" Type="http://schemas.openxmlformats.org/officeDocument/2006/relationships/image" Target="../media/image49.png"/><Relationship Id="rId69" Type="http://schemas.openxmlformats.org/officeDocument/2006/relationships/customXml" Target="../ink/ink33.xml"/><Relationship Id="rId113" Type="http://schemas.openxmlformats.org/officeDocument/2006/relationships/customXml" Target="../ink/ink55.xml"/><Relationship Id="rId118" Type="http://schemas.openxmlformats.org/officeDocument/2006/relationships/image" Target="../media/image76.png"/><Relationship Id="rId80" Type="http://schemas.openxmlformats.org/officeDocument/2006/relationships/image" Target="../media/image57.png"/><Relationship Id="rId85" Type="http://schemas.openxmlformats.org/officeDocument/2006/relationships/customXml" Target="../ink/ink41.xml"/><Relationship Id="rId12" Type="http://schemas.openxmlformats.org/officeDocument/2006/relationships/image" Target="../media/image23.png"/><Relationship Id="rId17" Type="http://schemas.openxmlformats.org/officeDocument/2006/relationships/customXml" Target="../ink/ink7.xml"/><Relationship Id="rId33" Type="http://schemas.openxmlformats.org/officeDocument/2006/relationships/customXml" Target="../ink/ink15.xml"/><Relationship Id="rId38" Type="http://schemas.openxmlformats.org/officeDocument/2006/relationships/image" Target="../media/image36.png"/><Relationship Id="rId59" Type="http://schemas.openxmlformats.org/officeDocument/2006/relationships/customXml" Target="../ink/ink28.xml"/><Relationship Id="rId103" Type="http://schemas.openxmlformats.org/officeDocument/2006/relationships/customXml" Target="../ink/ink50.xml"/><Relationship Id="rId108" Type="http://schemas.openxmlformats.org/officeDocument/2006/relationships/image" Target="../media/image71.png"/><Relationship Id="rId54" Type="http://schemas.openxmlformats.org/officeDocument/2006/relationships/image" Target="../media/image44.png"/><Relationship Id="rId70" Type="http://schemas.openxmlformats.org/officeDocument/2006/relationships/image" Target="../media/image52.png"/><Relationship Id="rId75" Type="http://schemas.openxmlformats.org/officeDocument/2006/relationships/customXml" Target="../ink/ink36.xml"/><Relationship Id="rId91" Type="http://schemas.openxmlformats.org/officeDocument/2006/relationships/customXml" Target="../ink/ink44.xml"/><Relationship Id="rId96" Type="http://schemas.openxmlformats.org/officeDocument/2006/relationships/image" Target="../media/image65.png"/><Relationship Id="rId1" Type="http://schemas.openxmlformats.org/officeDocument/2006/relationships/slideLayout" Target="../slideLayouts/slideLayout12.xml"/><Relationship Id="rId6" Type="http://schemas.openxmlformats.org/officeDocument/2006/relationships/image" Target="../media/image20.png"/><Relationship Id="rId23" Type="http://schemas.openxmlformats.org/officeDocument/2006/relationships/customXml" Target="../ink/ink10.xml"/><Relationship Id="rId28" Type="http://schemas.openxmlformats.org/officeDocument/2006/relationships/image" Target="../media/image31.png"/><Relationship Id="rId49" Type="http://schemas.openxmlformats.org/officeDocument/2006/relationships/customXml" Target="../ink/ink23.xml"/><Relationship Id="rId114" Type="http://schemas.openxmlformats.org/officeDocument/2006/relationships/image" Target="../media/image74.png"/><Relationship Id="rId119" Type="http://schemas.openxmlformats.org/officeDocument/2006/relationships/customXml" Target="../ink/ink58.xml"/><Relationship Id="rId44" Type="http://schemas.openxmlformats.org/officeDocument/2006/relationships/image" Target="../media/image39.png"/><Relationship Id="rId60" Type="http://schemas.openxmlformats.org/officeDocument/2006/relationships/image" Target="../media/image47.png"/><Relationship Id="rId65" Type="http://schemas.openxmlformats.org/officeDocument/2006/relationships/customXml" Target="../ink/ink31.xml"/><Relationship Id="rId81" Type="http://schemas.openxmlformats.org/officeDocument/2006/relationships/customXml" Target="../ink/ink39.xml"/><Relationship Id="rId86" Type="http://schemas.openxmlformats.org/officeDocument/2006/relationships/image" Target="../media/image60.png"/><Relationship Id="rId4" Type="http://schemas.openxmlformats.org/officeDocument/2006/relationships/image" Target="../media/image17.wmf"/><Relationship Id="rId9" Type="http://schemas.openxmlformats.org/officeDocument/2006/relationships/customXml" Target="../ink/ink3.xml"/><Relationship Id="rId13" Type="http://schemas.openxmlformats.org/officeDocument/2006/relationships/customXml" Target="../ink/ink5.xml"/><Relationship Id="rId18" Type="http://schemas.openxmlformats.org/officeDocument/2006/relationships/image" Target="../media/image26.png"/><Relationship Id="rId39" Type="http://schemas.openxmlformats.org/officeDocument/2006/relationships/customXml" Target="../ink/ink18.xml"/><Relationship Id="rId109" Type="http://schemas.openxmlformats.org/officeDocument/2006/relationships/customXml" Target="../ink/ink53.xml"/><Relationship Id="rId34" Type="http://schemas.openxmlformats.org/officeDocument/2006/relationships/image" Target="../media/image34.png"/><Relationship Id="rId50" Type="http://schemas.openxmlformats.org/officeDocument/2006/relationships/image" Target="../media/image42.png"/><Relationship Id="rId55" Type="http://schemas.openxmlformats.org/officeDocument/2006/relationships/customXml" Target="../ink/ink26.xml"/><Relationship Id="rId76" Type="http://schemas.openxmlformats.org/officeDocument/2006/relationships/image" Target="../media/image55.png"/><Relationship Id="rId97" Type="http://schemas.openxmlformats.org/officeDocument/2006/relationships/customXml" Target="../ink/ink47.xml"/><Relationship Id="rId104" Type="http://schemas.openxmlformats.org/officeDocument/2006/relationships/image" Target="../media/image69.png"/><Relationship Id="rId120" Type="http://schemas.openxmlformats.org/officeDocument/2006/relationships/image" Target="../media/image77.png"/><Relationship Id="rId7" Type="http://schemas.openxmlformats.org/officeDocument/2006/relationships/customXml" Target="../ink/ink2.xml"/><Relationship Id="rId71" Type="http://schemas.openxmlformats.org/officeDocument/2006/relationships/customXml" Target="../ink/ink34.xml"/><Relationship Id="rId92" Type="http://schemas.openxmlformats.org/officeDocument/2006/relationships/image" Target="../media/image63.png"/><Relationship Id="rId2" Type="http://schemas.openxmlformats.org/officeDocument/2006/relationships/image" Target="../media/image19.png"/><Relationship Id="rId29" Type="http://schemas.openxmlformats.org/officeDocument/2006/relationships/customXml" Target="../ink/ink13.xml"/><Relationship Id="rId24" Type="http://schemas.openxmlformats.org/officeDocument/2006/relationships/image" Target="../media/image29.png"/><Relationship Id="rId40" Type="http://schemas.openxmlformats.org/officeDocument/2006/relationships/image" Target="../media/image37.png"/><Relationship Id="rId45" Type="http://schemas.openxmlformats.org/officeDocument/2006/relationships/customXml" Target="../ink/ink21.xml"/><Relationship Id="rId66" Type="http://schemas.openxmlformats.org/officeDocument/2006/relationships/image" Target="../media/image50.png"/><Relationship Id="rId87" Type="http://schemas.openxmlformats.org/officeDocument/2006/relationships/customXml" Target="../ink/ink42.xml"/><Relationship Id="rId110" Type="http://schemas.openxmlformats.org/officeDocument/2006/relationships/image" Target="../media/image72.png"/><Relationship Id="rId115" Type="http://schemas.openxmlformats.org/officeDocument/2006/relationships/customXml" Target="../ink/ink56.xml"/><Relationship Id="rId61" Type="http://schemas.openxmlformats.org/officeDocument/2006/relationships/customXml" Target="../ink/ink29.xml"/><Relationship Id="rId82" Type="http://schemas.openxmlformats.org/officeDocument/2006/relationships/image" Target="../media/image58.png"/><Relationship Id="rId19" Type="http://schemas.openxmlformats.org/officeDocument/2006/relationships/customXml" Target="../ink/ink8.xml"/><Relationship Id="rId14" Type="http://schemas.openxmlformats.org/officeDocument/2006/relationships/image" Target="../media/image24.png"/><Relationship Id="rId30" Type="http://schemas.openxmlformats.org/officeDocument/2006/relationships/image" Target="../media/image32.png"/><Relationship Id="rId35" Type="http://schemas.openxmlformats.org/officeDocument/2006/relationships/customXml" Target="../ink/ink16.xml"/><Relationship Id="rId56" Type="http://schemas.openxmlformats.org/officeDocument/2006/relationships/image" Target="../media/image45.png"/><Relationship Id="rId77" Type="http://schemas.openxmlformats.org/officeDocument/2006/relationships/customXml" Target="../ink/ink37.xml"/><Relationship Id="rId100" Type="http://schemas.openxmlformats.org/officeDocument/2006/relationships/image" Target="../media/image67.png"/><Relationship Id="rId105" Type="http://schemas.openxmlformats.org/officeDocument/2006/relationships/customXml" Target="../ink/ink51.xml"/><Relationship Id="rId8" Type="http://schemas.openxmlformats.org/officeDocument/2006/relationships/image" Target="../media/image21.png"/><Relationship Id="rId51" Type="http://schemas.openxmlformats.org/officeDocument/2006/relationships/customXml" Target="../ink/ink24.xml"/><Relationship Id="rId72" Type="http://schemas.openxmlformats.org/officeDocument/2006/relationships/image" Target="../media/image53.png"/><Relationship Id="rId93" Type="http://schemas.openxmlformats.org/officeDocument/2006/relationships/customXml" Target="../ink/ink45.xml"/><Relationship Id="rId98" Type="http://schemas.openxmlformats.org/officeDocument/2006/relationships/image" Target="../media/image66.png"/><Relationship Id="rId121" Type="http://schemas.openxmlformats.org/officeDocument/2006/relationships/customXml" Target="../ink/ink59.xml"/><Relationship Id="rId3" Type="http://schemas.openxmlformats.org/officeDocument/2006/relationships/oleObject" Target="../embeddings/oleObject1.bin"/><Relationship Id="rId25" Type="http://schemas.openxmlformats.org/officeDocument/2006/relationships/customXml" Target="../ink/ink11.xml"/><Relationship Id="rId46" Type="http://schemas.openxmlformats.org/officeDocument/2006/relationships/image" Target="../media/image40.png"/><Relationship Id="rId67" Type="http://schemas.openxmlformats.org/officeDocument/2006/relationships/customXml" Target="../ink/ink32.xml"/><Relationship Id="rId116" Type="http://schemas.openxmlformats.org/officeDocument/2006/relationships/image" Target="../media/image75.png"/><Relationship Id="rId20" Type="http://schemas.openxmlformats.org/officeDocument/2006/relationships/image" Target="../media/image27.png"/><Relationship Id="rId41" Type="http://schemas.openxmlformats.org/officeDocument/2006/relationships/customXml" Target="../ink/ink19.xml"/><Relationship Id="rId62" Type="http://schemas.openxmlformats.org/officeDocument/2006/relationships/image" Target="../media/image48.png"/><Relationship Id="rId83" Type="http://schemas.openxmlformats.org/officeDocument/2006/relationships/customXml" Target="../ink/ink40.xml"/><Relationship Id="rId88" Type="http://schemas.openxmlformats.org/officeDocument/2006/relationships/image" Target="../media/image61.png"/><Relationship Id="rId111" Type="http://schemas.openxmlformats.org/officeDocument/2006/relationships/customXml" Target="../ink/ink54.xml"/><Relationship Id="rId15" Type="http://schemas.openxmlformats.org/officeDocument/2006/relationships/customXml" Target="../ink/ink6.xml"/><Relationship Id="rId36" Type="http://schemas.openxmlformats.org/officeDocument/2006/relationships/image" Target="../media/image35.png"/><Relationship Id="rId57" Type="http://schemas.openxmlformats.org/officeDocument/2006/relationships/customXml" Target="../ink/ink27.xml"/><Relationship Id="rId106" Type="http://schemas.openxmlformats.org/officeDocument/2006/relationships/image" Target="../media/image70.png"/><Relationship Id="rId10" Type="http://schemas.openxmlformats.org/officeDocument/2006/relationships/image" Target="../media/image22.png"/><Relationship Id="rId31" Type="http://schemas.openxmlformats.org/officeDocument/2006/relationships/customXml" Target="../ink/ink14.xml"/><Relationship Id="rId52" Type="http://schemas.openxmlformats.org/officeDocument/2006/relationships/image" Target="../media/image43.png"/><Relationship Id="rId73" Type="http://schemas.openxmlformats.org/officeDocument/2006/relationships/customXml" Target="../ink/ink35.xml"/><Relationship Id="rId78" Type="http://schemas.openxmlformats.org/officeDocument/2006/relationships/image" Target="../media/image56.png"/><Relationship Id="rId94" Type="http://schemas.openxmlformats.org/officeDocument/2006/relationships/image" Target="../media/image64.png"/><Relationship Id="rId99" Type="http://schemas.openxmlformats.org/officeDocument/2006/relationships/customXml" Target="../ink/ink48.xml"/><Relationship Id="rId101" Type="http://schemas.openxmlformats.org/officeDocument/2006/relationships/customXml" Target="../ink/ink49.xml"/><Relationship Id="rId122" Type="http://schemas.openxmlformats.org/officeDocument/2006/relationships/image" Target="../media/image78.png"/></Relationships>
</file>

<file path=ppt/slides/_rels/slide10.xml.rels><?xml version="1.0" encoding="UTF-8" standalone="yes"?>
<Relationships xmlns="http://schemas.openxmlformats.org/package/2006/relationships"><Relationship Id="rId26" Type="http://schemas.openxmlformats.org/officeDocument/2006/relationships/customXml" Target="../ink/ink72.xml"/><Relationship Id="rId21" Type="http://schemas.openxmlformats.org/officeDocument/2006/relationships/image" Target="../media/image88.png"/><Relationship Id="rId34" Type="http://schemas.openxmlformats.org/officeDocument/2006/relationships/customXml" Target="../ink/ink76.xml"/><Relationship Id="rId42" Type="http://schemas.openxmlformats.org/officeDocument/2006/relationships/customXml" Target="../ink/ink80.xml"/><Relationship Id="rId47" Type="http://schemas.openxmlformats.org/officeDocument/2006/relationships/image" Target="../media/image101.png"/><Relationship Id="rId50" Type="http://schemas.openxmlformats.org/officeDocument/2006/relationships/customXml" Target="../ink/ink84.xml"/><Relationship Id="rId55" Type="http://schemas.openxmlformats.org/officeDocument/2006/relationships/image" Target="../media/image105.png"/><Relationship Id="rId63" Type="http://schemas.openxmlformats.org/officeDocument/2006/relationships/image" Target="../media/image109.png"/><Relationship Id="rId7" Type="http://schemas.openxmlformats.org/officeDocument/2006/relationships/image" Target="../media/image81.png"/><Relationship Id="rId2" Type="http://schemas.openxmlformats.org/officeDocument/2006/relationships/customXml" Target="../ink/ink60.xml"/><Relationship Id="rId16" Type="http://schemas.openxmlformats.org/officeDocument/2006/relationships/customXml" Target="../ink/ink67.xml"/><Relationship Id="rId29" Type="http://schemas.openxmlformats.org/officeDocument/2006/relationships/image" Target="../media/image92.png"/><Relationship Id="rId11" Type="http://schemas.openxmlformats.org/officeDocument/2006/relationships/image" Target="../media/image83.png"/><Relationship Id="rId24" Type="http://schemas.openxmlformats.org/officeDocument/2006/relationships/customXml" Target="../ink/ink71.xml"/><Relationship Id="rId32" Type="http://schemas.openxmlformats.org/officeDocument/2006/relationships/customXml" Target="../ink/ink75.xml"/><Relationship Id="rId37" Type="http://schemas.openxmlformats.org/officeDocument/2006/relationships/image" Target="../media/image96.png"/><Relationship Id="rId40" Type="http://schemas.openxmlformats.org/officeDocument/2006/relationships/customXml" Target="../ink/ink79.xml"/><Relationship Id="rId45" Type="http://schemas.openxmlformats.org/officeDocument/2006/relationships/image" Target="../media/image100.png"/><Relationship Id="rId53" Type="http://schemas.openxmlformats.org/officeDocument/2006/relationships/image" Target="../media/image104.png"/><Relationship Id="rId58" Type="http://schemas.openxmlformats.org/officeDocument/2006/relationships/customXml" Target="../ink/ink88.xml"/><Relationship Id="rId5" Type="http://schemas.openxmlformats.org/officeDocument/2006/relationships/image" Target="../media/image80.png"/><Relationship Id="rId61" Type="http://schemas.openxmlformats.org/officeDocument/2006/relationships/image" Target="../media/image108.png"/><Relationship Id="rId19" Type="http://schemas.openxmlformats.org/officeDocument/2006/relationships/image" Target="../media/image87.png"/><Relationship Id="rId14" Type="http://schemas.openxmlformats.org/officeDocument/2006/relationships/customXml" Target="../ink/ink66.xml"/><Relationship Id="rId22" Type="http://schemas.openxmlformats.org/officeDocument/2006/relationships/customXml" Target="../ink/ink70.xml"/><Relationship Id="rId27" Type="http://schemas.openxmlformats.org/officeDocument/2006/relationships/image" Target="../media/image91.png"/><Relationship Id="rId30" Type="http://schemas.openxmlformats.org/officeDocument/2006/relationships/customXml" Target="../ink/ink74.xml"/><Relationship Id="rId35" Type="http://schemas.openxmlformats.org/officeDocument/2006/relationships/image" Target="../media/image95.png"/><Relationship Id="rId43" Type="http://schemas.openxmlformats.org/officeDocument/2006/relationships/image" Target="../media/image99.png"/><Relationship Id="rId48" Type="http://schemas.openxmlformats.org/officeDocument/2006/relationships/customXml" Target="../ink/ink83.xml"/><Relationship Id="rId56" Type="http://schemas.openxmlformats.org/officeDocument/2006/relationships/customXml" Target="../ink/ink87.xml"/><Relationship Id="rId64" Type="http://schemas.openxmlformats.org/officeDocument/2006/relationships/customXml" Target="../ink/ink91.xml"/><Relationship Id="rId8" Type="http://schemas.openxmlformats.org/officeDocument/2006/relationships/customXml" Target="../ink/ink63.xml"/><Relationship Id="rId51" Type="http://schemas.openxmlformats.org/officeDocument/2006/relationships/image" Target="../media/image103.png"/><Relationship Id="rId3" Type="http://schemas.openxmlformats.org/officeDocument/2006/relationships/image" Target="../media/image79.png"/><Relationship Id="rId12" Type="http://schemas.openxmlformats.org/officeDocument/2006/relationships/customXml" Target="../ink/ink65.xml"/><Relationship Id="rId17" Type="http://schemas.openxmlformats.org/officeDocument/2006/relationships/image" Target="../media/image86.png"/><Relationship Id="rId25" Type="http://schemas.openxmlformats.org/officeDocument/2006/relationships/image" Target="../media/image90.png"/><Relationship Id="rId33" Type="http://schemas.openxmlformats.org/officeDocument/2006/relationships/image" Target="../media/image94.png"/><Relationship Id="rId38" Type="http://schemas.openxmlformats.org/officeDocument/2006/relationships/customXml" Target="../ink/ink78.xml"/><Relationship Id="rId46" Type="http://schemas.openxmlformats.org/officeDocument/2006/relationships/customXml" Target="../ink/ink82.xml"/><Relationship Id="rId59" Type="http://schemas.openxmlformats.org/officeDocument/2006/relationships/image" Target="../media/image107.png"/><Relationship Id="rId20" Type="http://schemas.openxmlformats.org/officeDocument/2006/relationships/customXml" Target="../ink/ink69.xml"/><Relationship Id="rId41" Type="http://schemas.openxmlformats.org/officeDocument/2006/relationships/image" Target="../media/image98.png"/><Relationship Id="rId54" Type="http://schemas.openxmlformats.org/officeDocument/2006/relationships/customXml" Target="../ink/ink86.xml"/><Relationship Id="rId62" Type="http://schemas.openxmlformats.org/officeDocument/2006/relationships/customXml" Target="../ink/ink90.xml"/><Relationship Id="rId1" Type="http://schemas.openxmlformats.org/officeDocument/2006/relationships/slideLayout" Target="../slideLayouts/slideLayout12.xml"/><Relationship Id="rId6" Type="http://schemas.openxmlformats.org/officeDocument/2006/relationships/customXml" Target="../ink/ink62.xml"/><Relationship Id="rId15" Type="http://schemas.openxmlformats.org/officeDocument/2006/relationships/image" Target="../media/image85.png"/><Relationship Id="rId23" Type="http://schemas.openxmlformats.org/officeDocument/2006/relationships/image" Target="../media/image89.png"/><Relationship Id="rId28" Type="http://schemas.openxmlformats.org/officeDocument/2006/relationships/customXml" Target="../ink/ink73.xml"/><Relationship Id="rId36" Type="http://schemas.openxmlformats.org/officeDocument/2006/relationships/customXml" Target="../ink/ink77.xml"/><Relationship Id="rId49" Type="http://schemas.openxmlformats.org/officeDocument/2006/relationships/image" Target="../media/image102.png"/><Relationship Id="rId57" Type="http://schemas.openxmlformats.org/officeDocument/2006/relationships/image" Target="../media/image106.png"/><Relationship Id="rId10" Type="http://schemas.openxmlformats.org/officeDocument/2006/relationships/customXml" Target="../ink/ink64.xml"/><Relationship Id="rId31" Type="http://schemas.openxmlformats.org/officeDocument/2006/relationships/image" Target="../media/image93.png"/><Relationship Id="rId44" Type="http://schemas.openxmlformats.org/officeDocument/2006/relationships/customXml" Target="../ink/ink81.xml"/><Relationship Id="rId52" Type="http://schemas.openxmlformats.org/officeDocument/2006/relationships/customXml" Target="../ink/ink85.xml"/><Relationship Id="rId60" Type="http://schemas.openxmlformats.org/officeDocument/2006/relationships/customXml" Target="../ink/ink89.xml"/><Relationship Id="rId65" Type="http://schemas.openxmlformats.org/officeDocument/2006/relationships/image" Target="../media/image110.png"/><Relationship Id="rId4" Type="http://schemas.openxmlformats.org/officeDocument/2006/relationships/customXml" Target="../ink/ink61.xml"/><Relationship Id="rId9" Type="http://schemas.openxmlformats.org/officeDocument/2006/relationships/image" Target="../media/image82.png"/><Relationship Id="rId13" Type="http://schemas.openxmlformats.org/officeDocument/2006/relationships/image" Target="../media/image84.png"/><Relationship Id="rId18" Type="http://schemas.openxmlformats.org/officeDocument/2006/relationships/customXml" Target="../ink/ink68.xml"/><Relationship Id="rId39" Type="http://schemas.openxmlformats.org/officeDocument/2006/relationships/image" Target="../media/image97.png"/></Relationships>
</file>

<file path=ppt/slides/_rels/slide11.xml.rels><?xml version="1.0" encoding="UTF-8" standalone="yes"?>
<Relationships xmlns="http://schemas.openxmlformats.org/package/2006/relationships"><Relationship Id="rId26" Type="http://schemas.openxmlformats.org/officeDocument/2006/relationships/customXml" Target="../ink/ink97.xml"/><Relationship Id="rId117" Type="http://schemas.openxmlformats.org/officeDocument/2006/relationships/image" Target="../media/image167.png"/><Relationship Id="rId21" Type="http://schemas.openxmlformats.org/officeDocument/2006/relationships/image" Target="../media/image119.png"/><Relationship Id="rId42" Type="http://schemas.openxmlformats.org/officeDocument/2006/relationships/customXml" Target="../ink/ink105.xml"/><Relationship Id="rId47" Type="http://schemas.openxmlformats.org/officeDocument/2006/relationships/image" Target="../media/image132.png"/><Relationship Id="rId63" Type="http://schemas.openxmlformats.org/officeDocument/2006/relationships/image" Target="../media/image140.png"/><Relationship Id="rId68" Type="http://schemas.openxmlformats.org/officeDocument/2006/relationships/customXml" Target="../ink/ink118.xml"/><Relationship Id="rId84" Type="http://schemas.openxmlformats.org/officeDocument/2006/relationships/customXml" Target="../ink/ink126.xml"/><Relationship Id="rId89" Type="http://schemas.openxmlformats.org/officeDocument/2006/relationships/image" Target="../media/image153.png"/><Relationship Id="rId112" Type="http://schemas.openxmlformats.org/officeDocument/2006/relationships/customXml" Target="../ink/ink140.xml"/><Relationship Id="rId16" Type="http://schemas.openxmlformats.org/officeDocument/2006/relationships/customXml" Target="../ink/ink92.xml"/><Relationship Id="rId107" Type="http://schemas.openxmlformats.org/officeDocument/2006/relationships/image" Target="../media/image162.png"/><Relationship Id="rId11" Type="http://schemas.openxmlformats.org/officeDocument/2006/relationships/image" Target="../media/image640.png"/><Relationship Id="rId32" Type="http://schemas.openxmlformats.org/officeDocument/2006/relationships/customXml" Target="../ink/ink100.xml"/><Relationship Id="rId37" Type="http://schemas.openxmlformats.org/officeDocument/2006/relationships/image" Target="../media/image127.png"/><Relationship Id="rId53" Type="http://schemas.openxmlformats.org/officeDocument/2006/relationships/image" Target="../media/image135.png"/><Relationship Id="rId58" Type="http://schemas.openxmlformats.org/officeDocument/2006/relationships/customXml" Target="../ink/ink113.xml"/><Relationship Id="rId74" Type="http://schemas.openxmlformats.org/officeDocument/2006/relationships/customXml" Target="../ink/ink121.xml"/><Relationship Id="rId79" Type="http://schemas.openxmlformats.org/officeDocument/2006/relationships/image" Target="../media/image148.png"/><Relationship Id="rId102" Type="http://schemas.openxmlformats.org/officeDocument/2006/relationships/customXml" Target="../ink/ink135.xml"/><Relationship Id="rId5" Type="http://schemas.openxmlformats.org/officeDocument/2006/relationships/image" Target="../media/image112.wmf"/><Relationship Id="rId90" Type="http://schemas.openxmlformats.org/officeDocument/2006/relationships/customXml" Target="../ink/ink129.xml"/><Relationship Id="rId95" Type="http://schemas.openxmlformats.org/officeDocument/2006/relationships/image" Target="../media/image156.png"/><Relationship Id="rId22" Type="http://schemas.openxmlformats.org/officeDocument/2006/relationships/customXml" Target="../ink/ink95.xml"/><Relationship Id="rId27" Type="http://schemas.openxmlformats.org/officeDocument/2006/relationships/image" Target="../media/image122.png"/><Relationship Id="rId43" Type="http://schemas.openxmlformats.org/officeDocument/2006/relationships/image" Target="../media/image130.png"/><Relationship Id="rId48" Type="http://schemas.openxmlformats.org/officeDocument/2006/relationships/customXml" Target="../ink/ink108.xml"/><Relationship Id="rId64" Type="http://schemas.openxmlformats.org/officeDocument/2006/relationships/customXml" Target="../ink/ink116.xml"/><Relationship Id="rId69" Type="http://schemas.openxmlformats.org/officeDocument/2006/relationships/image" Target="../media/image143.png"/><Relationship Id="rId113" Type="http://schemas.openxmlformats.org/officeDocument/2006/relationships/image" Target="../media/image165.png"/><Relationship Id="rId80" Type="http://schemas.openxmlformats.org/officeDocument/2006/relationships/customXml" Target="../ink/ink124.xml"/><Relationship Id="rId85" Type="http://schemas.openxmlformats.org/officeDocument/2006/relationships/image" Target="../media/image151.png"/><Relationship Id="rId12" Type="http://schemas.openxmlformats.org/officeDocument/2006/relationships/oleObject" Target="../embeddings/oleObject6.bin"/><Relationship Id="rId17" Type="http://schemas.openxmlformats.org/officeDocument/2006/relationships/image" Target="../media/image117.png"/><Relationship Id="rId33" Type="http://schemas.openxmlformats.org/officeDocument/2006/relationships/image" Target="../media/image125.png"/><Relationship Id="rId38" Type="http://schemas.openxmlformats.org/officeDocument/2006/relationships/customXml" Target="../ink/ink103.xml"/><Relationship Id="rId59" Type="http://schemas.openxmlformats.org/officeDocument/2006/relationships/image" Target="../media/image138.png"/><Relationship Id="rId103" Type="http://schemas.openxmlformats.org/officeDocument/2006/relationships/image" Target="../media/image160.png"/><Relationship Id="rId108" Type="http://schemas.openxmlformats.org/officeDocument/2006/relationships/customXml" Target="../ink/ink138.xml"/><Relationship Id="rId54" Type="http://schemas.openxmlformats.org/officeDocument/2006/relationships/customXml" Target="../ink/ink111.xml"/><Relationship Id="rId70" Type="http://schemas.openxmlformats.org/officeDocument/2006/relationships/customXml" Target="../ink/ink119.xml"/><Relationship Id="rId75" Type="http://schemas.openxmlformats.org/officeDocument/2006/relationships/image" Target="../media/image146.png"/><Relationship Id="rId91" Type="http://schemas.openxmlformats.org/officeDocument/2006/relationships/image" Target="../media/image154.png"/><Relationship Id="rId96" Type="http://schemas.openxmlformats.org/officeDocument/2006/relationships/customXml" Target="../ink/ink132.xml"/><Relationship Id="rId1" Type="http://schemas.openxmlformats.org/officeDocument/2006/relationships/slideLayout" Target="../slideLayouts/slideLayout12.xml"/><Relationship Id="rId6" Type="http://schemas.openxmlformats.org/officeDocument/2006/relationships/oleObject" Target="../embeddings/oleObject4.bin"/><Relationship Id="rId15" Type="http://schemas.openxmlformats.org/officeDocument/2006/relationships/image" Target="../media/image116.wmf"/><Relationship Id="rId23" Type="http://schemas.openxmlformats.org/officeDocument/2006/relationships/image" Target="../media/image120.png"/><Relationship Id="rId28" Type="http://schemas.openxmlformats.org/officeDocument/2006/relationships/customXml" Target="../ink/ink98.xml"/><Relationship Id="rId36" Type="http://schemas.openxmlformats.org/officeDocument/2006/relationships/customXml" Target="../ink/ink102.xml"/><Relationship Id="rId49" Type="http://schemas.openxmlformats.org/officeDocument/2006/relationships/image" Target="../media/image133.png"/><Relationship Id="rId57" Type="http://schemas.openxmlformats.org/officeDocument/2006/relationships/image" Target="../media/image137.png"/><Relationship Id="rId106" Type="http://schemas.openxmlformats.org/officeDocument/2006/relationships/customXml" Target="../ink/ink137.xml"/><Relationship Id="rId114" Type="http://schemas.openxmlformats.org/officeDocument/2006/relationships/customXml" Target="../ink/ink141.xml"/><Relationship Id="rId31" Type="http://schemas.openxmlformats.org/officeDocument/2006/relationships/image" Target="../media/image124.png"/><Relationship Id="rId44" Type="http://schemas.openxmlformats.org/officeDocument/2006/relationships/customXml" Target="../ink/ink106.xml"/><Relationship Id="rId52" Type="http://schemas.openxmlformats.org/officeDocument/2006/relationships/customXml" Target="../ink/ink110.xml"/><Relationship Id="rId60" Type="http://schemas.openxmlformats.org/officeDocument/2006/relationships/customXml" Target="../ink/ink114.xml"/><Relationship Id="rId65" Type="http://schemas.openxmlformats.org/officeDocument/2006/relationships/image" Target="../media/image141.png"/><Relationship Id="rId73" Type="http://schemas.openxmlformats.org/officeDocument/2006/relationships/image" Target="../media/image145.png"/><Relationship Id="rId78" Type="http://schemas.openxmlformats.org/officeDocument/2006/relationships/customXml" Target="../ink/ink123.xml"/><Relationship Id="rId81" Type="http://schemas.openxmlformats.org/officeDocument/2006/relationships/image" Target="../media/image149.png"/><Relationship Id="rId86" Type="http://schemas.openxmlformats.org/officeDocument/2006/relationships/customXml" Target="../ink/ink127.xml"/><Relationship Id="rId94" Type="http://schemas.openxmlformats.org/officeDocument/2006/relationships/customXml" Target="../ink/ink131.xml"/><Relationship Id="rId99" Type="http://schemas.openxmlformats.org/officeDocument/2006/relationships/image" Target="../media/image158.png"/><Relationship Id="rId101" Type="http://schemas.openxmlformats.org/officeDocument/2006/relationships/image" Target="../media/image159.png"/><Relationship Id="rId4" Type="http://schemas.openxmlformats.org/officeDocument/2006/relationships/oleObject" Target="../embeddings/oleObject3.bin"/><Relationship Id="rId9" Type="http://schemas.openxmlformats.org/officeDocument/2006/relationships/image" Target="../media/image114.wmf"/><Relationship Id="rId13" Type="http://schemas.openxmlformats.org/officeDocument/2006/relationships/image" Target="../media/image115.wmf"/><Relationship Id="rId18" Type="http://schemas.openxmlformats.org/officeDocument/2006/relationships/customXml" Target="../ink/ink93.xml"/><Relationship Id="rId39" Type="http://schemas.openxmlformats.org/officeDocument/2006/relationships/image" Target="../media/image128.png"/><Relationship Id="rId109" Type="http://schemas.openxmlformats.org/officeDocument/2006/relationships/image" Target="../media/image163.png"/><Relationship Id="rId34" Type="http://schemas.openxmlformats.org/officeDocument/2006/relationships/customXml" Target="../ink/ink101.xml"/><Relationship Id="rId50" Type="http://schemas.openxmlformats.org/officeDocument/2006/relationships/customXml" Target="../ink/ink109.xml"/><Relationship Id="rId55" Type="http://schemas.openxmlformats.org/officeDocument/2006/relationships/image" Target="../media/image136.png"/><Relationship Id="rId76" Type="http://schemas.openxmlformats.org/officeDocument/2006/relationships/customXml" Target="../ink/ink122.xml"/><Relationship Id="rId97" Type="http://schemas.openxmlformats.org/officeDocument/2006/relationships/image" Target="../media/image157.png"/><Relationship Id="rId104" Type="http://schemas.openxmlformats.org/officeDocument/2006/relationships/customXml" Target="../ink/ink136.xml"/><Relationship Id="rId7" Type="http://schemas.openxmlformats.org/officeDocument/2006/relationships/image" Target="../media/image113.wmf"/><Relationship Id="rId71" Type="http://schemas.openxmlformats.org/officeDocument/2006/relationships/image" Target="../media/image144.png"/><Relationship Id="rId92" Type="http://schemas.openxmlformats.org/officeDocument/2006/relationships/customXml" Target="../ink/ink130.xml"/><Relationship Id="rId2" Type="http://schemas.openxmlformats.org/officeDocument/2006/relationships/oleObject" Target="../embeddings/oleObject2.bin"/><Relationship Id="rId29" Type="http://schemas.openxmlformats.org/officeDocument/2006/relationships/image" Target="../media/image123.png"/><Relationship Id="rId24" Type="http://schemas.openxmlformats.org/officeDocument/2006/relationships/customXml" Target="../ink/ink96.xml"/><Relationship Id="rId40" Type="http://schemas.openxmlformats.org/officeDocument/2006/relationships/customXml" Target="../ink/ink104.xml"/><Relationship Id="rId45" Type="http://schemas.openxmlformats.org/officeDocument/2006/relationships/image" Target="../media/image131.png"/><Relationship Id="rId66" Type="http://schemas.openxmlformats.org/officeDocument/2006/relationships/customXml" Target="../ink/ink117.xml"/><Relationship Id="rId87" Type="http://schemas.openxmlformats.org/officeDocument/2006/relationships/image" Target="../media/image152.png"/><Relationship Id="rId110" Type="http://schemas.openxmlformats.org/officeDocument/2006/relationships/customXml" Target="../ink/ink139.xml"/><Relationship Id="rId115" Type="http://schemas.openxmlformats.org/officeDocument/2006/relationships/image" Target="../media/image166.png"/><Relationship Id="rId61" Type="http://schemas.openxmlformats.org/officeDocument/2006/relationships/image" Target="../media/image139.png"/><Relationship Id="rId82" Type="http://schemas.openxmlformats.org/officeDocument/2006/relationships/customXml" Target="../ink/ink125.xml"/><Relationship Id="rId19" Type="http://schemas.openxmlformats.org/officeDocument/2006/relationships/image" Target="../media/image118.png"/><Relationship Id="rId14" Type="http://schemas.openxmlformats.org/officeDocument/2006/relationships/oleObject" Target="../embeddings/oleObject7.bin"/><Relationship Id="rId30" Type="http://schemas.openxmlformats.org/officeDocument/2006/relationships/customXml" Target="../ink/ink99.xml"/><Relationship Id="rId35" Type="http://schemas.openxmlformats.org/officeDocument/2006/relationships/image" Target="../media/image126.png"/><Relationship Id="rId56" Type="http://schemas.openxmlformats.org/officeDocument/2006/relationships/customXml" Target="../ink/ink112.xml"/><Relationship Id="rId77" Type="http://schemas.openxmlformats.org/officeDocument/2006/relationships/image" Target="../media/image147.png"/><Relationship Id="rId100" Type="http://schemas.openxmlformats.org/officeDocument/2006/relationships/customXml" Target="../ink/ink134.xml"/><Relationship Id="rId105" Type="http://schemas.openxmlformats.org/officeDocument/2006/relationships/image" Target="../media/image161.png"/><Relationship Id="rId8" Type="http://schemas.openxmlformats.org/officeDocument/2006/relationships/oleObject" Target="../embeddings/oleObject5.bin"/><Relationship Id="rId51" Type="http://schemas.openxmlformats.org/officeDocument/2006/relationships/image" Target="../media/image134.png"/><Relationship Id="rId72" Type="http://schemas.openxmlformats.org/officeDocument/2006/relationships/customXml" Target="../ink/ink120.xml"/><Relationship Id="rId93" Type="http://schemas.openxmlformats.org/officeDocument/2006/relationships/image" Target="../media/image155.png"/><Relationship Id="rId98" Type="http://schemas.openxmlformats.org/officeDocument/2006/relationships/customXml" Target="../ink/ink133.xml"/><Relationship Id="rId3" Type="http://schemas.openxmlformats.org/officeDocument/2006/relationships/image" Target="../media/image111.wmf"/><Relationship Id="rId25" Type="http://schemas.openxmlformats.org/officeDocument/2006/relationships/image" Target="../media/image121.png"/><Relationship Id="rId46" Type="http://schemas.openxmlformats.org/officeDocument/2006/relationships/customXml" Target="../ink/ink107.xml"/><Relationship Id="rId67" Type="http://schemas.openxmlformats.org/officeDocument/2006/relationships/image" Target="../media/image142.png"/><Relationship Id="rId116" Type="http://schemas.openxmlformats.org/officeDocument/2006/relationships/customXml" Target="../ink/ink142.xml"/><Relationship Id="rId20" Type="http://schemas.openxmlformats.org/officeDocument/2006/relationships/customXml" Target="../ink/ink94.xml"/><Relationship Id="rId41" Type="http://schemas.openxmlformats.org/officeDocument/2006/relationships/image" Target="../media/image129.png"/><Relationship Id="rId62" Type="http://schemas.openxmlformats.org/officeDocument/2006/relationships/customXml" Target="../ink/ink115.xml"/><Relationship Id="rId83" Type="http://schemas.openxmlformats.org/officeDocument/2006/relationships/image" Target="../media/image150.png"/><Relationship Id="rId88" Type="http://schemas.openxmlformats.org/officeDocument/2006/relationships/customXml" Target="../ink/ink128.xml"/><Relationship Id="rId111" Type="http://schemas.openxmlformats.org/officeDocument/2006/relationships/image" Target="../media/image164.png"/></Relationships>
</file>

<file path=ppt/slides/_rels/slide12.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customXml" Target="../ink/ink143.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6" Type="http://schemas.openxmlformats.org/officeDocument/2006/relationships/customXml" Target="../ink/ink156.xml"/><Relationship Id="rId117" Type="http://schemas.openxmlformats.org/officeDocument/2006/relationships/image" Target="../media/image226.png"/><Relationship Id="rId21" Type="http://schemas.openxmlformats.org/officeDocument/2006/relationships/image" Target="../media/image178.png"/><Relationship Id="rId42" Type="http://schemas.openxmlformats.org/officeDocument/2006/relationships/customXml" Target="../ink/ink164.xml"/><Relationship Id="rId47" Type="http://schemas.openxmlformats.org/officeDocument/2006/relationships/image" Target="../media/image191.png"/><Relationship Id="rId63" Type="http://schemas.openxmlformats.org/officeDocument/2006/relationships/image" Target="../media/image199.png"/><Relationship Id="rId68" Type="http://schemas.openxmlformats.org/officeDocument/2006/relationships/customXml" Target="../ink/ink177.xml"/><Relationship Id="rId84" Type="http://schemas.openxmlformats.org/officeDocument/2006/relationships/customXml" Target="../ink/ink185.xml"/><Relationship Id="rId89" Type="http://schemas.openxmlformats.org/officeDocument/2006/relationships/image" Target="../media/image212.png"/><Relationship Id="rId112" Type="http://schemas.openxmlformats.org/officeDocument/2006/relationships/customXml" Target="../ink/ink199.xml"/><Relationship Id="rId16" Type="http://schemas.openxmlformats.org/officeDocument/2006/relationships/customXml" Target="../ink/ink151.xml"/><Relationship Id="rId107" Type="http://schemas.openxmlformats.org/officeDocument/2006/relationships/image" Target="../media/image221.png"/><Relationship Id="rId11" Type="http://schemas.openxmlformats.org/officeDocument/2006/relationships/image" Target="../media/image173.png"/><Relationship Id="rId32" Type="http://schemas.openxmlformats.org/officeDocument/2006/relationships/customXml" Target="../ink/ink159.xml"/><Relationship Id="rId37" Type="http://schemas.openxmlformats.org/officeDocument/2006/relationships/image" Target="../media/image186.png"/><Relationship Id="rId53" Type="http://schemas.openxmlformats.org/officeDocument/2006/relationships/image" Target="../media/image194.png"/><Relationship Id="rId58" Type="http://schemas.openxmlformats.org/officeDocument/2006/relationships/customXml" Target="../ink/ink172.xml"/><Relationship Id="rId74" Type="http://schemas.openxmlformats.org/officeDocument/2006/relationships/customXml" Target="../ink/ink180.xml"/><Relationship Id="rId79" Type="http://schemas.openxmlformats.org/officeDocument/2006/relationships/image" Target="../media/image207.png"/><Relationship Id="rId102" Type="http://schemas.openxmlformats.org/officeDocument/2006/relationships/customXml" Target="../ink/ink194.xml"/><Relationship Id="rId123" Type="http://schemas.openxmlformats.org/officeDocument/2006/relationships/image" Target="../media/image229.png"/><Relationship Id="rId5" Type="http://schemas.openxmlformats.org/officeDocument/2006/relationships/image" Target="../media/image170.png"/><Relationship Id="rId90" Type="http://schemas.openxmlformats.org/officeDocument/2006/relationships/customXml" Target="../ink/ink188.xml"/><Relationship Id="rId95" Type="http://schemas.openxmlformats.org/officeDocument/2006/relationships/image" Target="../media/image215.png"/><Relationship Id="rId22" Type="http://schemas.openxmlformats.org/officeDocument/2006/relationships/customXml" Target="../ink/ink154.xml"/><Relationship Id="rId27" Type="http://schemas.openxmlformats.org/officeDocument/2006/relationships/image" Target="../media/image181.png"/><Relationship Id="rId43" Type="http://schemas.openxmlformats.org/officeDocument/2006/relationships/image" Target="../media/image189.png"/><Relationship Id="rId48" Type="http://schemas.openxmlformats.org/officeDocument/2006/relationships/customXml" Target="../ink/ink167.xml"/><Relationship Id="rId64" Type="http://schemas.openxmlformats.org/officeDocument/2006/relationships/customXml" Target="../ink/ink175.xml"/><Relationship Id="rId69" Type="http://schemas.openxmlformats.org/officeDocument/2006/relationships/image" Target="../media/image202.png"/><Relationship Id="rId113" Type="http://schemas.openxmlformats.org/officeDocument/2006/relationships/image" Target="../media/image224.png"/><Relationship Id="rId118" Type="http://schemas.openxmlformats.org/officeDocument/2006/relationships/customXml" Target="../ink/ink202.xml"/><Relationship Id="rId80" Type="http://schemas.openxmlformats.org/officeDocument/2006/relationships/customXml" Target="../ink/ink183.xml"/><Relationship Id="rId85" Type="http://schemas.openxmlformats.org/officeDocument/2006/relationships/image" Target="../media/image210.png"/><Relationship Id="rId12" Type="http://schemas.openxmlformats.org/officeDocument/2006/relationships/customXml" Target="../ink/ink149.xml"/><Relationship Id="rId17" Type="http://schemas.openxmlformats.org/officeDocument/2006/relationships/image" Target="../media/image176.png"/><Relationship Id="rId33" Type="http://schemas.openxmlformats.org/officeDocument/2006/relationships/image" Target="../media/image184.png"/><Relationship Id="rId38" Type="http://schemas.openxmlformats.org/officeDocument/2006/relationships/customXml" Target="../ink/ink162.xml"/><Relationship Id="rId59" Type="http://schemas.openxmlformats.org/officeDocument/2006/relationships/image" Target="../media/image197.png"/><Relationship Id="rId103" Type="http://schemas.openxmlformats.org/officeDocument/2006/relationships/image" Target="../media/image219.png"/><Relationship Id="rId108" Type="http://schemas.openxmlformats.org/officeDocument/2006/relationships/customXml" Target="../ink/ink197.xml"/><Relationship Id="rId124" Type="http://schemas.openxmlformats.org/officeDocument/2006/relationships/customXml" Target="../ink/ink205.xml"/><Relationship Id="rId54" Type="http://schemas.openxmlformats.org/officeDocument/2006/relationships/customXml" Target="../ink/ink170.xml"/><Relationship Id="rId70" Type="http://schemas.openxmlformats.org/officeDocument/2006/relationships/customXml" Target="../ink/ink178.xml"/><Relationship Id="rId75" Type="http://schemas.openxmlformats.org/officeDocument/2006/relationships/image" Target="../media/image205.png"/><Relationship Id="rId91" Type="http://schemas.openxmlformats.org/officeDocument/2006/relationships/image" Target="../media/image213.png"/><Relationship Id="rId96" Type="http://schemas.openxmlformats.org/officeDocument/2006/relationships/customXml" Target="../ink/ink191.xml"/><Relationship Id="rId1" Type="http://schemas.openxmlformats.org/officeDocument/2006/relationships/slideLayout" Target="../slideLayouts/slideLayout12.xml"/><Relationship Id="rId6" Type="http://schemas.openxmlformats.org/officeDocument/2006/relationships/customXml" Target="../ink/ink146.xml"/><Relationship Id="rId23" Type="http://schemas.openxmlformats.org/officeDocument/2006/relationships/image" Target="../media/image179.png"/><Relationship Id="rId28" Type="http://schemas.openxmlformats.org/officeDocument/2006/relationships/customXml" Target="../ink/ink157.xml"/><Relationship Id="rId49" Type="http://schemas.openxmlformats.org/officeDocument/2006/relationships/image" Target="../media/image192.png"/><Relationship Id="rId114" Type="http://schemas.openxmlformats.org/officeDocument/2006/relationships/customXml" Target="../ink/ink200.xml"/><Relationship Id="rId119" Type="http://schemas.openxmlformats.org/officeDocument/2006/relationships/image" Target="../media/image227.png"/><Relationship Id="rId44" Type="http://schemas.openxmlformats.org/officeDocument/2006/relationships/customXml" Target="../ink/ink165.xml"/><Relationship Id="rId60" Type="http://schemas.openxmlformats.org/officeDocument/2006/relationships/customXml" Target="../ink/ink173.xml"/><Relationship Id="rId65" Type="http://schemas.openxmlformats.org/officeDocument/2006/relationships/image" Target="../media/image200.png"/><Relationship Id="rId81" Type="http://schemas.openxmlformats.org/officeDocument/2006/relationships/image" Target="../media/image208.png"/><Relationship Id="rId86" Type="http://schemas.openxmlformats.org/officeDocument/2006/relationships/customXml" Target="../ink/ink186.xml"/><Relationship Id="rId13" Type="http://schemas.openxmlformats.org/officeDocument/2006/relationships/image" Target="../media/image174.png"/><Relationship Id="rId18" Type="http://schemas.openxmlformats.org/officeDocument/2006/relationships/customXml" Target="../ink/ink152.xml"/><Relationship Id="rId39" Type="http://schemas.openxmlformats.org/officeDocument/2006/relationships/image" Target="../media/image187.png"/><Relationship Id="rId109" Type="http://schemas.openxmlformats.org/officeDocument/2006/relationships/image" Target="../media/image222.png"/><Relationship Id="rId34" Type="http://schemas.openxmlformats.org/officeDocument/2006/relationships/customXml" Target="../ink/ink160.xml"/><Relationship Id="rId50" Type="http://schemas.openxmlformats.org/officeDocument/2006/relationships/customXml" Target="../ink/ink168.xml"/><Relationship Id="rId55" Type="http://schemas.openxmlformats.org/officeDocument/2006/relationships/image" Target="../media/image195.png"/><Relationship Id="rId76" Type="http://schemas.openxmlformats.org/officeDocument/2006/relationships/customXml" Target="../ink/ink181.xml"/><Relationship Id="rId97" Type="http://schemas.openxmlformats.org/officeDocument/2006/relationships/image" Target="../media/image216.png"/><Relationship Id="rId104" Type="http://schemas.openxmlformats.org/officeDocument/2006/relationships/customXml" Target="../ink/ink195.xml"/><Relationship Id="rId120" Type="http://schemas.openxmlformats.org/officeDocument/2006/relationships/customXml" Target="../ink/ink203.xml"/><Relationship Id="rId125" Type="http://schemas.openxmlformats.org/officeDocument/2006/relationships/image" Target="../media/image230.png"/><Relationship Id="rId7" Type="http://schemas.openxmlformats.org/officeDocument/2006/relationships/image" Target="../media/image171.png"/><Relationship Id="rId71" Type="http://schemas.openxmlformats.org/officeDocument/2006/relationships/image" Target="../media/image203.png"/><Relationship Id="rId92" Type="http://schemas.openxmlformats.org/officeDocument/2006/relationships/customXml" Target="../ink/ink189.xml"/><Relationship Id="rId2" Type="http://schemas.openxmlformats.org/officeDocument/2006/relationships/customXml" Target="../ink/ink144.xml"/><Relationship Id="rId29" Type="http://schemas.openxmlformats.org/officeDocument/2006/relationships/image" Target="../media/image182.png"/><Relationship Id="rId24" Type="http://schemas.openxmlformats.org/officeDocument/2006/relationships/customXml" Target="../ink/ink155.xml"/><Relationship Id="rId40" Type="http://schemas.openxmlformats.org/officeDocument/2006/relationships/customXml" Target="../ink/ink163.xml"/><Relationship Id="rId45" Type="http://schemas.openxmlformats.org/officeDocument/2006/relationships/image" Target="../media/image190.png"/><Relationship Id="rId66" Type="http://schemas.openxmlformats.org/officeDocument/2006/relationships/customXml" Target="../ink/ink176.xml"/><Relationship Id="rId87" Type="http://schemas.openxmlformats.org/officeDocument/2006/relationships/image" Target="../media/image211.png"/><Relationship Id="rId110" Type="http://schemas.openxmlformats.org/officeDocument/2006/relationships/customXml" Target="../ink/ink198.xml"/><Relationship Id="rId115" Type="http://schemas.openxmlformats.org/officeDocument/2006/relationships/image" Target="../media/image225.png"/><Relationship Id="rId61" Type="http://schemas.openxmlformats.org/officeDocument/2006/relationships/image" Target="../media/image198.png"/><Relationship Id="rId82" Type="http://schemas.openxmlformats.org/officeDocument/2006/relationships/customXml" Target="../ink/ink184.xml"/><Relationship Id="rId19" Type="http://schemas.openxmlformats.org/officeDocument/2006/relationships/image" Target="../media/image177.png"/><Relationship Id="rId14" Type="http://schemas.openxmlformats.org/officeDocument/2006/relationships/customXml" Target="../ink/ink150.xml"/><Relationship Id="rId30" Type="http://schemas.openxmlformats.org/officeDocument/2006/relationships/customXml" Target="../ink/ink158.xml"/><Relationship Id="rId35" Type="http://schemas.openxmlformats.org/officeDocument/2006/relationships/image" Target="../media/image185.png"/><Relationship Id="rId56" Type="http://schemas.openxmlformats.org/officeDocument/2006/relationships/customXml" Target="../ink/ink171.xml"/><Relationship Id="rId77" Type="http://schemas.openxmlformats.org/officeDocument/2006/relationships/image" Target="../media/image206.png"/><Relationship Id="rId100" Type="http://schemas.openxmlformats.org/officeDocument/2006/relationships/customXml" Target="../ink/ink193.xml"/><Relationship Id="rId105" Type="http://schemas.openxmlformats.org/officeDocument/2006/relationships/image" Target="../media/image220.png"/><Relationship Id="rId126" Type="http://schemas.openxmlformats.org/officeDocument/2006/relationships/customXml" Target="../ink/ink206.xml"/><Relationship Id="rId8" Type="http://schemas.openxmlformats.org/officeDocument/2006/relationships/customXml" Target="../ink/ink147.xml"/><Relationship Id="rId51" Type="http://schemas.openxmlformats.org/officeDocument/2006/relationships/image" Target="../media/image193.png"/><Relationship Id="rId72" Type="http://schemas.openxmlformats.org/officeDocument/2006/relationships/customXml" Target="../ink/ink179.xml"/><Relationship Id="rId93" Type="http://schemas.openxmlformats.org/officeDocument/2006/relationships/image" Target="../media/image214.png"/><Relationship Id="rId98" Type="http://schemas.openxmlformats.org/officeDocument/2006/relationships/customXml" Target="../ink/ink192.xml"/><Relationship Id="rId121" Type="http://schemas.openxmlformats.org/officeDocument/2006/relationships/image" Target="../media/image228.png"/><Relationship Id="rId3" Type="http://schemas.openxmlformats.org/officeDocument/2006/relationships/image" Target="../media/image169.png"/><Relationship Id="rId25" Type="http://schemas.openxmlformats.org/officeDocument/2006/relationships/image" Target="../media/image180.png"/><Relationship Id="rId46" Type="http://schemas.openxmlformats.org/officeDocument/2006/relationships/customXml" Target="../ink/ink166.xml"/><Relationship Id="rId67" Type="http://schemas.openxmlformats.org/officeDocument/2006/relationships/image" Target="../media/image201.png"/><Relationship Id="rId116" Type="http://schemas.openxmlformats.org/officeDocument/2006/relationships/customXml" Target="../ink/ink201.xml"/><Relationship Id="rId20" Type="http://schemas.openxmlformats.org/officeDocument/2006/relationships/customXml" Target="../ink/ink153.xml"/><Relationship Id="rId41" Type="http://schemas.openxmlformats.org/officeDocument/2006/relationships/image" Target="../media/image188.png"/><Relationship Id="rId62" Type="http://schemas.openxmlformats.org/officeDocument/2006/relationships/customXml" Target="../ink/ink174.xml"/><Relationship Id="rId83" Type="http://schemas.openxmlformats.org/officeDocument/2006/relationships/image" Target="../media/image209.png"/><Relationship Id="rId88" Type="http://schemas.openxmlformats.org/officeDocument/2006/relationships/customXml" Target="../ink/ink187.xml"/><Relationship Id="rId111" Type="http://schemas.openxmlformats.org/officeDocument/2006/relationships/image" Target="../media/image223.png"/><Relationship Id="rId15" Type="http://schemas.openxmlformats.org/officeDocument/2006/relationships/image" Target="../media/image175.png"/><Relationship Id="rId36" Type="http://schemas.openxmlformats.org/officeDocument/2006/relationships/customXml" Target="../ink/ink161.xml"/><Relationship Id="rId57" Type="http://schemas.openxmlformats.org/officeDocument/2006/relationships/image" Target="../media/image196.png"/><Relationship Id="rId106" Type="http://schemas.openxmlformats.org/officeDocument/2006/relationships/customXml" Target="../ink/ink196.xml"/><Relationship Id="rId127" Type="http://schemas.openxmlformats.org/officeDocument/2006/relationships/image" Target="../media/image231.png"/><Relationship Id="rId10" Type="http://schemas.openxmlformats.org/officeDocument/2006/relationships/customXml" Target="../ink/ink148.xml"/><Relationship Id="rId31" Type="http://schemas.openxmlformats.org/officeDocument/2006/relationships/image" Target="../media/image183.png"/><Relationship Id="rId52" Type="http://schemas.openxmlformats.org/officeDocument/2006/relationships/customXml" Target="../ink/ink169.xml"/><Relationship Id="rId73" Type="http://schemas.openxmlformats.org/officeDocument/2006/relationships/image" Target="../media/image204.png"/><Relationship Id="rId78" Type="http://schemas.openxmlformats.org/officeDocument/2006/relationships/customXml" Target="../ink/ink182.xml"/><Relationship Id="rId94" Type="http://schemas.openxmlformats.org/officeDocument/2006/relationships/customXml" Target="../ink/ink190.xml"/><Relationship Id="rId99" Type="http://schemas.openxmlformats.org/officeDocument/2006/relationships/image" Target="../media/image217.png"/><Relationship Id="rId101" Type="http://schemas.openxmlformats.org/officeDocument/2006/relationships/image" Target="../media/image218.png"/><Relationship Id="rId122" Type="http://schemas.openxmlformats.org/officeDocument/2006/relationships/customXml" Target="../ink/ink204.xml"/><Relationship Id="rId4" Type="http://schemas.openxmlformats.org/officeDocument/2006/relationships/customXml" Target="../ink/ink145.xml"/><Relationship Id="rId9" Type="http://schemas.openxmlformats.org/officeDocument/2006/relationships/image" Target="../media/image172.png"/></Relationships>
</file>

<file path=ppt/slides/_rels/slide14.xml.rels><?xml version="1.0" encoding="UTF-8" standalone="yes"?>
<Relationships xmlns="http://schemas.openxmlformats.org/package/2006/relationships"><Relationship Id="rId8" Type="http://schemas.openxmlformats.org/officeDocument/2006/relationships/customXml" Target="../ink/ink209.xml"/><Relationship Id="rId3" Type="http://schemas.openxmlformats.org/officeDocument/2006/relationships/image" Target="../media/image233.png"/><Relationship Id="rId7" Type="http://schemas.openxmlformats.org/officeDocument/2006/relationships/image" Target="../media/image235.png"/><Relationship Id="rId2" Type="http://schemas.openxmlformats.org/officeDocument/2006/relationships/image" Target="../media/image232.png"/><Relationship Id="rId1" Type="http://schemas.openxmlformats.org/officeDocument/2006/relationships/slideLayout" Target="../slideLayouts/slideLayout12.xml"/><Relationship Id="rId6" Type="http://schemas.openxmlformats.org/officeDocument/2006/relationships/customXml" Target="../ink/ink208.xml"/><Relationship Id="rId11" Type="http://schemas.openxmlformats.org/officeDocument/2006/relationships/image" Target="../media/image237.png"/><Relationship Id="rId5" Type="http://schemas.openxmlformats.org/officeDocument/2006/relationships/image" Target="../media/image234.png"/><Relationship Id="rId10" Type="http://schemas.openxmlformats.org/officeDocument/2006/relationships/customXml" Target="../ink/ink210.xml"/><Relationship Id="rId4" Type="http://schemas.openxmlformats.org/officeDocument/2006/relationships/customXml" Target="../ink/ink207.xml"/><Relationship Id="rId9" Type="http://schemas.openxmlformats.org/officeDocument/2006/relationships/image" Target="../media/image236.png"/></Relationships>
</file>

<file path=ppt/slides/_rels/slide15.xml.rels><?xml version="1.0" encoding="UTF-8" standalone="yes"?>
<Relationships xmlns="http://schemas.openxmlformats.org/package/2006/relationships"><Relationship Id="rId13" Type="http://schemas.openxmlformats.org/officeDocument/2006/relationships/customXml" Target="../ink/ink216.xml"/><Relationship Id="rId18" Type="http://schemas.openxmlformats.org/officeDocument/2006/relationships/image" Target="../media/image245.png"/><Relationship Id="rId26" Type="http://schemas.openxmlformats.org/officeDocument/2006/relationships/image" Target="../media/image249.png"/><Relationship Id="rId39" Type="http://schemas.openxmlformats.org/officeDocument/2006/relationships/customXml" Target="../ink/ink229.xml"/><Relationship Id="rId21" Type="http://schemas.openxmlformats.org/officeDocument/2006/relationships/customXml" Target="../ink/ink220.xml"/><Relationship Id="rId34" Type="http://schemas.openxmlformats.org/officeDocument/2006/relationships/image" Target="../media/image253.png"/><Relationship Id="rId42" Type="http://schemas.openxmlformats.org/officeDocument/2006/relationships/image" Target="../media/image257.png"/><Relationship Id="rId47" Type="http://schemas.openxmlformats.org/officeDocument/2006/relationships/customXml" Target="../ink/ink233.xml"/><Relationship Id="rId50" Type="http://schemas.openxmlformats.org/officeDocument/2006/relationships/image" Target="../media/image261.png"/><Relationship Id="rId7" Type="http://schemas.openxmlformats.org/officeDocument/2006/relationships/customXml" Target="../ink/ink213.xml"/><Relationship Id="rId2" Type="http://schemas.openxmlformats.org/officeDocument/2006/relationships/image" Target="../media/image2910.png"/><Relationship Id="rId16" Type="http://schemas.openxmlformats.org/officeDocument/2006/relationships/image" Target="../media/image244.png"/><Relationship Id="rId29" Type="http://schemas.openxmlformats.org/officeDocument/2006/relationships/customXml" Target="../ink/ink224.xml"/><Relationship Id="rId11" Type="http://schemas.openxmlformats.org/officeDocument/2006/relationships/customXml" Target="../ink/ink215.xml"/><Relationship Id="rId24" Type="http://schemas.openxmlformats.org/officeDocument/2006/relationships/image" Target="../media/image248.png"/><Relationship Id="rId32" Type="http://schemas.openxmlformats.org/officeDocument/2006/relationships/image" Target="../media/image252.png"/><Relationship Id="rId37" Type="http://schemas.openxmlformats.org/officeDocument/2006/relationships/customXml" Target="../ink/ink228.xml"/><Relationship Id="rId40" Type="http://schemas.openxmlformats.org/officeDocument/2006/relationships/image" Target="../media/image256.png"/><Relationship Id="rId45" Type="http://schemas.openxmlformats.org/officeDocument/2006/relationships/customXml" Target="../ink/ink232.xml"/><Relationship Id="rId5" Type="http://schemas.openxmlformats.org/officeDocument/2006/relationships/customXml" Target="../ink/ink212.xml"/><Relationship Id="rId15" Type="http://schemas.openxmlformats.org/officeDocument/2006/relationships/customXml" Target="../ink/ink217.xml"/><Relationship Id="rId23" Type="http://schemas.openxmlformats.org/officeDocument/2006/relationships/customXml" Target="../ink/ink221.xml"/><Relationship Id="rId28" Type="http://schemas.openxmlformats.org/officeDocument/2006/relationships/image" Target="../media/image250.png"/><Relationship Id="rId36" Type="http://schemas.openxmlformats.org/officeDocument/2006/relationships/image" Target="../media/image254.png"/><Relationship Id="rId49" Type="http://schemas.openxmlformats.org/officeDocument/2006/relationships/customXml" Target="../ink/ink234.xml"/><Relationship Id="rId10" Type="http://schemas.openxmlformats.org/officeDocument/2006/relationships/image" Target="../media/image241.png"/><Relationship Id="rId19" Type="http://schemas.openxmlformats.org/officeDocument/2006/relationships/customXml" Target="../ink/ink219.xml"/><Relationship Id="rId31" Type="http://schemas.openxmlformats.org/officeDocument/2006/relationships/customXml" Target="../ink/ink225.xml"/><Relationship Id="rId44" Type="http://schemas.openxmlformats.org/officeDocument/2006/relationships/image" Target="../media/image258.png"/><Relationship Id="rId52" Type="http://schemas.openxmlformats.org/officeDocument/2006/relationships/image" Target="../media/image262.png"/><Relationship Id="rId4" Type="http://schemas.openxmlformats.org/officeDocument/2006/relationships/image" Target="../media/image238.png"/><Relationship Id="rId9" Type="http://schemas.openxmlformats.org/officeDocument/2006/relationships/customXml" Target="../ink/ink214.xml"/><Relationship Id="rId14" Type="http://schemas.openxmlformats.org/officeDocument/2006/relationships/image" Target="../media/image243.png"/><Relationship Id="rId22" Type="http://schemas.openxmlformats.org/officeDocument/2006/relationships/image" Target="../media/image247.png"/><Relationship Id="rId27" Type="http://schemas.openxmlformats.org/officeDocument/2006/relationships/customXml" Target="../ink/ink223.xml"/><Relationship Id="rId30" Type="http://schemas.openxmlformats.org/officeDocument/2006/relationships/image" Target="../media/image251.png"/><Relationship Id="rId35" Type="http://schemas.openxmlformats.org/officeDocument/2006/relationships/customXml" Target="../ink/ink227.xml"/><Relationship Id="rId43" Type="http://schemas.openxmlformats.org/officeDocument/2006/relationships/customXml" Target="../ink/ink231.xml"/><Relationship Id="rId48" Type="http://schemas.openxmlformats.org/officeDocument/2006/relationships/image" Target="../media/image260.png"/><Relationship Id="rId8" Type="http://schemas.openxmlformats.org/officeDocument/2006/relationships/image" Target="../media/image240.png"/><Relationship Id="rId51" Type="http://schemas.openxmlformats.org/officeDocument/2006/relationships/customXml" Target="../ink/ink235.xml"/><Relationship Id="rId3" Type="http://schemas.openxmlformats.org/officeDocument/2006/relationships/customXml" Target="../ink/ink211.xml"/><Relationship Id="rId12" Type="http://schemas.openxmlformats.org/officeDocument/2006/relationships/image" Target="../media/image242.png"/><Relationship Id="rId17" Type="http://schemas.openxmlformats.org/officeDocument/2006/relationships/customXml" Target="../ink/ink218.xml"/><Relationship Id="rId25" Type="http://schemas.openxmlformats.org/officeDocument/2006/relationships/customXml" Target="../ink/ink222.xml"/><Relationship Id="rId33" Type="http://schemas.openxmlformats.org/officeDocument/2006/relationships/customXml" Target="../ink/ink226.xml"/><Relationship Id="rId38" Type="http://schemas.openxmlformats.org/officeDocument/2006/relationships/image" Target="../media/image255.png"/><Relationship Id="rId46" Type="http://schemas.openxmlformats.org/officeDocument/2006/relationships/image" Target="../media/image259.png"/><Relationship Id="rId20" Type="http://schemas.openxmlformats.org/officeDocument/2006/relationships/image" Target="../media/image246.png"/><Relationship Id="rId41" Type="http://schemas.openxmlformats.org/officeDocument/2006/relationships/customXml" Target="../ink/ink230.xml"/><Relationship Id="rId1" Type="http://schemas.openxmlformats.org/officeDocument/2006/relationships/slideLayout" Target="../slideLayouts/slideLayout12.xml"/><Relationship Id="rId6" Type="http://schemas.openxmlformats.org/officeDocument/2006/relationships/image" Target="../media/image23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17" Type="http://schemas.openxmlformats.org/officeDocument/2006/relationships/customXml" Target="../ink/ink292.xml"/><Relationship Id="rId21" Type="http://schemas.openxmlformats.org/officeDocument/2006/relationships/customXml" Target="../ink/ink244.xml"/><Relationship Id="rId42" Type="http://schemas.openxmlformats.org/officeDocument/2006/relationships/image" Target="../media/image284.png"/><Relationship Id="rId63" Type="http://schemas.openxmlformats.org/officeDocument/2006/relationships/customXml" Target="../ink/ink265.xml"/><Relationship Id="rId84" Type="http://schemas.openxmlformats.org/officeDocument/2006/relationships/image" Target="../media/image305.png"/><Relationship Id="rId138" Type="http://schemas.openxmlformats.org/officeDocument/2006/relationships/image" Target="../media/image332.png"/><Relationship Id="rId159" Type="http://schemas.openxmlformats.org/officeDocument/2006/relationships/customXml" Target="../ink/ink313.xml"/><Relationship Id="rId170" Type="http://schemas.openxmlformats.org/officeDocument/2006/relationships/image" Target="../media/image348.png"/><Relationship Id="rId107" Type="http://schemas.openxmlformats.org/officeDocument/2006/relationships/customXml" Target="../ink/ink287.xml"/><Relationship Id="rId11" Type="http://schemas.openxmlformats.org/officeDocument/2006/relationships/customXml" Target="../ink/ink239.xml"/><Relationship Id="rId32" Type="http://schemas.openxmlformats.org/officeDocument/2006/relationships/image" Target="../media/image279.png"/><Relationship Id="rId53" Type="http://schemas.openxmlformats.org/officeDocument/2006/relationships/customXml" Target="../ink/ink260.xml"/><Relationship Id="rId74" Type="http://schemas.openxmlformats.org/officeDocument/2006/relationships/image" Target="../media/image300.png"/><Relationship Id="rId128" Type="http://schemas.openxmlformats.org/officeDocument/2006/relationships/image" Target="../media/image327.png"/><Relationship Id="rId149" Type="http://schemas.openxmlformats.org/officeDocument/2006/relationships/customXml" Target="../ink/ink308.xml"/><Relationship Id="rId5" Type="http://schemas.openxmlformats.org/officeDocument/2006/relationships/customXml" Target="../ink/ink236.xml"/><Relationship Id="rId95" Type="http://schemas.openxmlformats.org/officeDocument/2006/relationships/customXml" Target="../ink/ink281.xml"/><Relationship Id="rId160" Type="http://schemas.openxmlformats.org/officeDocument/2006/relationships/image" Target="../media/image343.png"/><Relationship Id="rId181" Type="http://schemas.openxmlformats.org/officeDocument/2006/relationships/customXml" Target="../ink/ink324.xml"/><Relationship Id="rId22" Type="http://schemas.openxmlformats.org/officeDocument/2006/relationships/image" Target="../media/image274.png"/><Relationship Id="rId43" Type="http://schemas.openxmlformats.org/officeDocument/2006/relationships/customXml" Target="../ink/ink255.xml"/><Relationship Id="rId64" Type="http://schemas.openxmlformats.org/officeDocument/2006/relationships/image" Target="../media/image295.png"/><Relationship Id="rId118" Type="http://schemas.openxmlformats.org/officeDocument/2006/relationships/image" Target="../media/image322.png"/><Relationship Id="rId139" Type="http://schemas.openxmlformats.org/officeDocument/2006/relationships/customXml" Target="../ink/ink303.xml"/><Relationship Id="rId85" Type="http://schemas.openxmlformats.org/officeDocument/2006/relationships/customXml" Target="../ink/ink276.xml"/><Relationship Id="rId150" Type="http://schemas.openxmlformats.org/officeDocument/2006/relationships/image" Target="../media/image338.png"/><Relationship Id="rId171" Type="http://schemas.openxmlformats.org/officeDocument/2006/relationships/customXml" Target="../ink/ink319.xml"/><Relationship Id="rId12" Type="http://schemas.openxmlformats.org/officeDocument/2006/relationships/image" Target="../media/image269.png"/><Relationship Id="rId33" Type="http://schemas.openxmlformats.org/officeDocument/2006/relationships/customXml" Target="../ink/ink250.xml"/><Relationship Id="rId108" Type="http://schemas.openxmlformats.org/officeDocument/2006/relationships/image" Target="../media/image317.png"/><Relationship Id="rId129" Type="http://schemas.openxmlformats.org/officeDocument/2006/relationships/customXml" Target="../ink/ink298.xml"/><Relationship Id="rId54" Type="http://schemas.openxmlformats.org/officeDocument/2006/relationships/image" Target="../media/image290.png"/><Relationship Id="rId75" Type="http://schemas.openxmlformats.org/officeDocument/2006/relationships/customXml" Target="../ink/ink271.xml"/><Relationship Id="rId96" Type="http://schemas.openxmlformats.org/officeDocument/2006/relationships/image" Target="../media/image311.png"/><Relationship Id="rId140" Type="http://schemas.openxmlformats.org/officeDocument/2006/relationships/image" Target="../media/image333.png"/><Relationship Id="rId161" Type="http://schemas.openxmlformats.org/officeDocument/2006/relationships/customXml" Target="../ink/ink314.xml"/><Relationship Id="rId182" Type="http://schemas.openxmlformats.org/officeDocument/2006/relationships/image" Target="../media/image354.png"/><Relationship Id="rId6" Type="http://schemas.openxmlformats.org/officeDocument/2006/relationships/image" Target="../media/image266.png"/><Relationship Id="rId23" Type="http://schemas.openxmlformats.org/officeDocument/2006/relationships/customXml" Target="../ink/ink245.xml"/><Relationship Id="rId119" Type="http://schemas.openxmlformats.org/officeDocument/2006/relationships/customXml" Target="../ink/ink293.xml"/><Relationship Id="rId44" Type="http://schemas.openxmlformats.org/officeDocument/2006/relationships/image" Target="../media/image285.png"/><Relationship Id="rId60" Type="http://schemas.openxmlformats.org/officeDocument/2006/relationships/image" Target="../media/image293.png"/><Relationship Id="rId65" Type="http://schemas.openxmlformats.org/officeDocument/2006/relationships/customXml" Target="../ink/ink266.xml"/><Relationship Id="rId81" Type="http://schemas.openxmlformats.org/officeDocument/2006/relationships/customXml" Target="../ink/ink274.xml"/><Relationship Id="rId86" Type="http://schemas.openxmlformats.org/officeDocument/2006/relationships/image" Target="../media/image306.png"/><Relationship Id="rId130" Type="http://schemas.openxmlformats.org/officeDocument/2006/relationships/image" Target="../media/image328.png"/><Relationship Id="rId135" Type="http://schemas.openxmlformats.org/officeDocument/2006/relationships/customXml" Target="../ink/ink301.xml"/><Relationship Id="rId151" Type="http://schemas.openxmlformats.org/officeDocument/2006/relationships/customXml" Target="../ink/ink309.xml"/><Relationship Id="rId156" Type="http://schemas.openxmlformats.org/officeDocument/2006/relationships/image" Target="../media/image341.png"/><Relationship Id="rId177" Type="http://schemas.openxmlformats.org/officeDocument/2006/relationships/customXml" Target="../ink/ink322.xml"/><Relationship Id="rId172" Type="http://schemas.openxmlformats.org/officeDocument/2006/relationships/image" Target="../media/image349.png"/><Relationship Id="rId13" Type="http://schemas.openxmlformats.org/officeDocument/2006/relationships/customXml" Target="../ink/ink240.xml"/><Relationship Id="rId18" Type="http://schemas.openxmlformats.org/officeDocument/2006/relationships/image" Target="../media/image272.png"/><Relationship Id="rId39" Type="http://schemas.openxmlformats.org/officeDocument/2006/relationships/customXml" Target="../ink/ink253.xml"/><Relationship Id="rId109" Type="http://schemas.openxmlformats.org/officeDocument/2006/relationships/customXml" Target="../ink/ink288.xml"/><Relationship Id="rId34" Type="http://schemas.openxmlformats.org/officeDocument/2006/relationships/image" Target="../media/image280.png"/><Relationship Id="rId50" Type="http://schemas.openxmlformats.org/officeDocument/2006/relationships/image" Target="../media/image288.png"/><Relationship Id="rId55" Type="http://schemas.openxmlformats.org/officeDocument/2006/relationships/customXml" Target="../ink/ink261.xml"/><Relationship Id="rId76" Type="http://schemas.openxmlformats.org/officeDocument/2006/relationships/image" Target="../media/image301.png"/><Relationship Id="rId97" Type="http://schemas.openxmlformats.org/officeDocument/2006/relationships/customXml" Target="../ink/ink282.xml"/><Relationship Id="rId104" Type="http://schemas.openxmlformats.org/officeDocument/2006/relationships/image" Target="../media/image315.png"/><Relationship Id="rId120" Type="http://schemas.openxmlformats.org/officeDocument/2006/relationships/image" Target="../media/image323.png"/><Relationship Id="rId125" Type="http://schemas.openxmlformats.org/officeDocument/2006/relationships/customXml" Target="../ink/ink296.xml"/><Relationship Id="rId141" Type="http://schemas.openxmlformats.org/officeDocument/2006/relationships/customXml" Target="../ink/ink304.xml"/><Relationship Id="rId146" Type="http://schemas.openxmlformats.org/officeDocument/2006/relationships/image" Target="../media/image336.png"/><Relationship Id="rId167" Type="http://schemas.openxmlformats.org/officeDocument/2006/relationships/customXml" Target="../ink/ink317.xml"/><Relationship Id="rId7" Type="http://schemas.openxmlformats.org/officeDocument/2006/relationships/customXml" Target="../ink/ink237.xml"/><Relationship Id="rId71" Type="http://schemas.openxmlformats.org/officeDocument/2006/relationships/customXml" Target="../ink/ink269.xml"/><Relationship Id="rId92" Type="http://schemas.openxmlformats.org/officeDocument/2006/relationships/image" Target="../media/image309.png"/><Relationship Id="rId162" Type="http://schemas.openxmlformats.org/officeDocument/2006/relationships/image" Target="../media/image344.png"/><Relationship Id="rId183" Type="http://schemas.openxmlformats.org/officeDocument/2006/relationships/customXml" Target="../ink/ink325.xml"/><Relationship Id="rId2" Type="http://schemas.openxmlformats.org/officeDocument/2006/relationships/image" Target="../media/image263.png"/><Relationship Id="rId29" Type="http://schemas.openxmlformats.org/officeDocument/2006/relationships/customXml" Target="../ink/ink248.xml"/><Relationship Id="rId24" Type="http://schemas.openxmlformats.org/officeDocument/2006/relationships/image" Target="../media/image275.png"/><Relationship Id="rId40" Type="http://schemas.openxmlformats.org/officeDocument/2006/relationships/image" Target="../media/image283.png"/><Relationship Id="rId45" Type="http://schemas.openxmlformats.org/officeDocument/2006/relationships/customXml" Target="../ink/ink256.xml"/><Relationship Id="rId66" Type="http://schemas.openxmlformats.org/officeDocument/2006/relationships/image" Target="../media/image296.png"/><Relationship Id="rId87" Type="http://schemas.openxmlformats.org/officeDocument/2006/relationships/customXml" Target="../ink/ink277.xml"/><Relationship Id="rId110" Type="http://schemas.openxmlformats.org/officeDocument/2006/relationships/image" Target="../media/image318.png"/><Relationship Id="rId115" Type="http://schemas.openxmlformats.org/officeDocument/2006/relationships/customXml" Target="../ink/ink291.xml"/><Relationship Id="rId131" Type="http://schemas.openxmlformats.org/officeDocument/2006/relationships/customXml" Target="../ink/ink299.xml"/><Relationship Id="rId136" Type="http://schemas.openxmlformats.org/officeDocument/2006/relationships/image" Target="../media/image331.png"/><Relationship Id="rId157" Type="http://schemas.openxmlformats.org/officeDocument/2006/relationships/customXml" Target="../ink/ink312.xml"/><Relationship Id="rId178" Type="http://schemas.openxmlformats.org/officeDocument/2006/relationships/image" Target="../media/image352.png"/><Relationship Id="rId61" Type="http://schemas.openxmlformats.org/officeDocument/2006/relationships/customXml" Target="../ink/ink264.xml"/><Relationship Id="rId82" Type="http://schemas.openxmlformats.org/officeDocument/2006/relationships/image" Target="../media/image304.png"/><Relationship Id="rId152" Type="http://schemas.openxmlformats.org/officeDocument/2006/relationships/image" Target="../media/image339.png"/><Relationship Id="rId173" Type="http://schemas.openxmlformats.org/officeDocument/2006/relationships/customXml" Target="../ink/ink320.xml"/><Relationship Id="rId19" Type="http://schemas.openxmlformats.org/officeDocument/2006/relationships/customXml" Target="../ink/ink243.xml"/><Relationship Id="rId14" Type="http://schemas.openxmlformats.org/officeDocument/2006/relationships/image" Target="../media/image270.png"/><Relationship Id="rId30" Type="http://schemas.openxmlformats.org/officeDocument/2006/relationships/image" Target="../media/image278.png"/><Relationship Id="rId35" Type="http://schemas.openxmlformats.org/officeDocument/2006/relationships/customXml" Target="../ink/ink251.xml"/><Relationship Id="rId56" Type="http://schemas.openxmlformats.org/officeDocument/2006/relationships/image" Target="../media/image291.png"/><Relationship Id="rId77" Type="http://schemas.openxmlformats.org/officeDocument/2006/relationships/customXml" Target="../ink/ink272.xml"/><Relationship Id="rId100" Type="http://schemas.openxmlformats.org/officeDocument/2006/relationships/image" Target="../media/image313.png"/><Relationship Id="rId105" Type="http://schemas.openxmlformats.org/officeDocument/2006/relationships/customXml" Target="../ink/ink286.xml"/><Relationship Id="rId126" Type="http://schemas.openxmlformats.org/officeDocument/2006/relationships/image" Target="../media/image326.png"/><Relationship Id="rId147" Type="http://schemas.openxmlformats.org/officeDocument/2006/relationships/customXml" Target="../ink/ink307.xml"/><Relationship Id="rId168" Type="http://schemas.openxmlformats.org/officeDocument/2006/relationships/image" Target="../media/image347.png"/><Relationship Id="rId8" Type="http://schemas.openxmlformats.org/officeDocument/2006/relationships/image" Target="../media/image267.png"/><Relationship Id="rId51" Type="http://schemas.openxmlformats.org/officeDocument/2006/relationships/customXml" Target="../ink/ink259.xml"/><Relationship Id="rId72" Type="http://schemas.openxmlformats.org/officeDocument/2006/relationships/image" Target="../media/image299.png"/><Relationship Id="rId93" Type="http://schemas.openxmlformats.org/officeDocument/2006/relationships/customXml" Target="../ink/ink280.xml"/><Relationship Id="rId98" Type="http://schemas.openxmlformats.org/officeDocument/2006/relationships/image" Target="../media/image312.png"/><Relationship Id="rId121" Type="http://schemas.openxmlformats.org/officeDocument/2006/relationships/customXml" Target="../ink/ink294.xml"/><Relationship Id="rId142" Type="http://schemas.openxmlformats.org/officeDocument/2006/relationships/image" Target="../media/image334.png"/><Relationship Id="rId163" Type="http://schemas.openxmlformats.org/officeDocument/2006/relationships/customXml" Target="../ink/ink315.xml"/><Relationship Id="rId184" Type="http://schemas.openxmlformats.org/officeDocument/2006/relationships/image" Target="../media/image44.png"/><Relationship Id="rId3" Type="http://schemas.openxmlformats.org/officeDocument/2006/relationships/image" Target="../media/image264.png"/><Relationship Id="rId25" Type="http://schemas.openxmlformats.org/officeDocument/2006/relationships/customXml" Target="../ink/ink246.xml"/><Relationship Id="rId46" Type="http://schemas.openxmlformats.org/officeDocument/2006/relationships/image" Target="../media/image286.png"/><Relationship Id="rId67" Type="http://schemas.openxmlformats.org/officeDocument/2006/relationships/customXml" Target="../ink/ink267.xml"/><Relationship Id="rId116" Type="http://schemas.openxmlformats.org/officeDocument/2006/relationships/image" Target="../media/image321.png"/><Relationship Id="rId137" Type="http://schemas.openxmlformats.org/officeDocument/2006/relationships/customXml" Target="../ink/ink302.xml"/><Relationship Id="rId158" Type="http://schemas.openxmlformats.org/officeDocument/2006/relationships/image" Target="../media/image342.png"/><Relationship Id="rId20" Type="http://schemas.openxmlformats.org/officeDocument/2006/relationships/image" Target="../media/image273.png"/><Relationship Id="rId41" Type="http://schemas.openxmlformats.org/officeDocument/2006/relationships/customXml" Target="../ink/ink254.xml"/><Relationship Id="rId62" Type="http://schemas.openxmlformats.org/officeDocument/2006/relationships/image" Target="../media/image294.png"/><Relationship Id="rId83" Type="http://schemas.openxmlformats.org/officeDocument/2006/relationships/customXml" Target="../ink/ink275.xml"/><Relationship Id="rId88" Type="http://schemas.openxmlformats.org/officeDocument/2006/relationships/image" Target="../media/image307.png"/><Relationship Id="rId111" Type="http://schemas.openxmlformats.org/officeDocument/2006/relationships/customXml" Target="../ink/ink289.xml"/><Relationship Id="rId132" Type="http://schemas.openxmlformats.org/officeDocument/2006/relationships/image" Target="../media/image329.png"/><Relationship Id="rId153" Type="http://schemas.openxmlformats.org/officeDocument/2006/relationships/customXml" Target="../ink/ink310.xml"/><Relationship Id="rId174" Type="http://schemas.openxmlformats.org/officeDocument/2006/relationships/image" Target="../media/image350.png"/><Relationship Id="rId179" Type="http://schemas.openxmlformats.org/officeDocument/2006/relationships/customXml" Target="../ink/ink323.xml"/><Relationship Id="rId15" Type="http://schemas.openxmlformats.org/officeDocument/2006/relationships/customXml" Target="../ink/ink241.xml"/><Relationship Id="rId36" Type="http://schemas.openxmlformats.org/officeDocument/2006/relationships/image" Target="../media/image281.png"/><Relationship Id="rId57" Type="http://schemas.openxmlformats.org/officeDocument/2006/relationships/customXml" Target="../ink/ink262.xml"/><Relationship Id="rId106" Type="http://schemas.openxmlformats.org/officeDocument/2006/relationships/image" Target="../media/image316.png"/><Relationship Id="rId127" Type="http://schemas.openxmlformats.org/officeDocument/2006/relationships/customXml" Target="../ink/ink297.xml"/><Relationship Id="rId10" Type="http://schemas.openxmlformats.org/officeDocument/2006/relationships/image" Target="../media/image268.png"/><Relationship Id="rId31" Type="http://schemas.openxmlformats.org/officeDocument/2006/relationships/customXml" Target="../ink/ink249.xml"/><Relationship Id="rId52" Type="http://schemas.openxmlformats.org/officeDocument/2006/relationships/image" Target="../media/image289.png"/><Relationship Id="rId73" Type="http://schemas.openxmlformats.org/officeDocument/2006/relationships/customXml" Target="../ink/ink270.xml"/><Relationship Id="rId78" Type="http://schemas.openxmlformats.org/officeDocument/2006/relationships/image" Target="../media/image302.png"/><Relationship Id="rId94" Type="http://schemas.openxmlformats.org/officeDocument/2006/relationships/image" Target="../media/image310.png"/><Relationship Id="rId99" Type="http://schemas.openxmlformats.org/officeDocument/2006/relationships/customXml" Target="../ink/ink283.xml"/><Relationship Id="rId101" Type="http://schemas.openxmlformats.org/officeDocument/2006/relationships/customXml" Target="../ink/ink284.xml"/><Relationship Id="rId122" Type="http://schemas.openxmlformats.org/officeDocument/2006/relationships/image" Target="../media/image324.png"/><Relationship Id="rId143" Type="http://schemas.openxmlformats.org/officeDocument/2006/relationships/customXml" Target="../ink/ink305.xml"/><Relationship Id="rId148" Type="http://schemas.openxmlformats.org/officeDocument/2006/relationships/image" Target="../media/image337.png"/><Relationship Id="rId164" Type="http://schemas.openxmlformats.org/officeDocument/2006/relationships/image" Target="../media/image345.png"/><Relationship Id="rId169" Type="http://schemas.openxmlformats.org/officeDocument/2006/relationships/customXml" Target="../ink/ink318.xml"/><Relationship Id="rId4" Type="http://schemas.openxmlformats.org/officeDocument/2006/relationships/image" Target="../media/image265.png"/><Relationship Id="rId9" Type="http://schemas.openxmlformats.org/officeDocument/2006/relationships/customXml" Target="../ink/ink238.xml"/><Relationship Id="rId180" Type="http://schemas.openxmlformats.org/officeDocument/2006/relationships/image" Target="../media/image353.png"/><Relationship Id="rId26" Type="http://schemas.openxmlformats.org/officeDocument/2006/relationships/image" Target="../media/image276.png"/><Relationship Id="rId47" Type="http://schemas.openxmlformats.org/officeDocument/2006/relationships/customXml" Target="../ink/ink257.xml"/><Relationship Id="rId68" Type="http://schemas.openxmlformats.org/officeDocument/2006/relationships/image" Target="../media/image297.png"/><Relationship Id="rId89" Type="http://schemas.openxmlformats.org/officeDocument/2006/relationships/customXml" Target="../ink/ink278.xml"/><Relationship Id="rId112" Type="http://schemas.openxmlformats.org/officeDocument/2006/relationships/image" Target="../media/image319.png"/><Relationship Id="rId133" Type="http://schemas.openxmlformats.org/officeDocument/2006/relationships/customXml" Target="../ink/ink300.xml"/><Relationship Id="rId154" Type="http://schemas.openxmlformats.org/officeDocument/2006/relationships/image" Target="../media/image340.png"/><Relationship Id="rId175" Type="http://schemas.openxmlformats.org/officeDocument/2006/relationships/customXml" Target="../ink/ink321.xml"/><Relationship Id="rId16" Type="http://schemas.openxmlformats.org/officeDocument/2006/relationships/image" Target="../media/image271.png"/><Relationship Id="rId37" Type="http://schemas.openxmlformats.org/officeDocument/2006/relationships/customXml" Target="../ink/ink252.xml"/><Relationship Id="rId58" Type="http://schemas.openxmlformats.org/officeDocument/2006/relationships/image" Target="../media/image292.png"/><Relationship Id="rId79" Type="http://schemas.openxmlformats.org/officeDocument/2006/relationships/customXml" Target="../ink/ink273.xml"/><Relationship Id="rId102" Type="http://schemas.openxmlformats.org/officeDocument/2006/relationships/image" Target="../media/image314.png"/><Relationship Id="rId123" Type="http://schemas.openxmlformats.org/officeDocument/2006/relationships/customXml" Target="../ink/ink295.xml"/><Relationship Id="rId144" Type="http://schemas.openxmlformats.org/officeDocument/2006/relationships/image" Target="../media/image335.png"/><Relationship Id="rId90" Type="http://schemas.openxmlformats.org/officeDocument/2006/relationships/image" Target="../media/image308.png"/><Relationship Id="rId165" Type="http://schemas.openxmlformats.org/officeDocument/2006/relationships/customXml" Target="../ink/ink316.xml"/><Relationship Id="rId27" Type="http://schemas.openxmlformats.org/officeDocument/2006/relationships/customXml" Target="../ink/ink247.xml"/><Relationship Id="rId48" Type="http://schemas.openxmlformats.org/officeDocument/2006/relationships/image" Target="../media/image287.png"/><Relationship Id="rId69" Type="http://schemas.openxmlformats.org/officeDocument/2006/relationships/customXml" Target="../ink/ink268.xml"/><Relationship Id="rId113" Type="http://schemas.openxmlformats.org/officeDocument/2006/relationships/customXml" Target="../ink/ink290.xml"/><Relationship Id="rId134" Type="http://schemas.openxmlformats.org/officeDocument/2006/relationships/image" Target="../media/image330.png"/><Relationship Id="rId80" Type="http://schemas.openxmlformats.org/officeDocument/2006/relationships/image" Target="../media/image303.png"/><Relationship Id="rId155" Type="http://schemas.openxmlformats.org/officeDocument/2006/relationships/customXml" Target="../ink/ink311.xml"/><Relationship Id="rId176" Type="http://schemas.openxmlformats.org/officeDocument/2006/relationships/image" Target="../media/image351.png"/><Relationship Id="rId17" Type="http://schemas.openxmlformats.org/officeDocument/2006/relationships/customXml" Target="../ink/ink242.xml"/><Relationship Id="rId38" Type="http://schemas.openxmlformats.org/officeDocument/2006/relationships/image" Target="../media/image282.png"/><Relationship Id="rId59" Type="http://schemas.openxmlformats.org/officeDocument/2006/relationships/customXml" Target="../ink/ink263.xml"/><Relationship Id="rId103" Type="http://schemas.openxmlformats.org/officeDocument/2006/relationships/customXml" Target="../ink/ink285.xml"/><Relationship Id="rId124" Type="http://schemas.openxmlformats.org/officeDocument/2006/relationships/image" Target="../media/image325.png"/><Relationship Id="rId70" Type="http://schemas.openxmlformats.org/officeDocument/2006/relationships/image" Target="../media/image298.png"/><Relationship Id="rId91" Type="http://schemas.openxmlformats.org/officeDocument/2006/relationships/customXml" Target="../ink/ink279.xml"/><Relationship Id="rId145" Type="http://schemas.openxmlformats.org/officeDocument/2006/relationships/customXml" Target="../ink/ink306.xml"/><Relationship Id="rId166" Type="http://schemas.openxmlformats.org/officeDocument/2006/relationships/image" Target="../media/image346.png"/><Relationship Id="rId1" Type="http://schemas.openxmlformats.org/officeDocument/2006/relationships/slideLayout" Target="../slideLayouts/slideLayout12.xml"/><Relationship Id="rId28" Type="http://schemas.openxmlformats.org/officeDocument/2006/relationships/image" Target="../media/image277.png"/><Relationship Id="rId49" Type="http://schemas.openxmlformats.org/officeDocument/2006/relationships/customXml" Target="../ink/ink258.xml"/><Relationship Id="rId114" Type="http://schemas.openxmlformats.org/officeDocument/2006/relationships/image" Target="../media/image3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customXml" Target="../ink/ink326.xml"/><Relationship Id="rId2" Type="http://schemas.openxmlformats.org/officeDocument/2006/relationships/image" Target="../media/image355.png"/><Relationship Id="rId1" Type="http://schemas.openxmlformats.org/officeDocument/2006/relationships/slideLayout" Target="../slideLayouts/slideLayout12.xml"/><Relationship Id="rId4" Type="http://schemas.openxmlformats.org/officeDocument/2006/relationships/image" Target="../media/image356.png"/></Relationships>
</file>

<file path=ppt/slides/_rels/slide22.xml.rels><?xml version="1.0" encoding="UTF-8" standalone="yes"?>
<Relationships xmlns="http://schemas.openxmlformats.org/package/2006/relationships"><Relationship Id="rId2" Type="http://schemas.openxmlformats.org/officeDocument/2006/relationships/image" Target="../media/image357.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750.png"/><Relationship Id="rId2" Type="http://schemas.openxmlformats.org/officeDocument/2006/relationships/image" Target="../media/image3210.png"/><Relationship Id="rId1" Type="http://schemas.openxmlformats.org/officeDocument/2006/relationships/slideLayout" Target="../slideLayouts/slideLayout12.xml"/><Relationship Id="rId5" Type="http://schemas.openxmlformats.org/officeDocument/2006/relationships/image" Target="../media/image358.png"/><Relationship Id="rId4" Type="http://schemas.openxmlformats.org/officeDocument/2006/relationships/customXml" Target="../ink/ink3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770.png"/><Relationship Id="rId2" Type="http://schemas.openxmlformats.org/officeDocument/2006/relationships/image" Target="../media/image359.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image" Target="../media/image36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image" Target="../media/image360.png"/><Relationship Id="rId1" Type="http://schemas.openxmlformats.org/officeDocument/2006/relationships/slideLayout" Target="../slideLayouts/slideLayout3.xml"/><Relationship Id="rId5" Type="http://schemas.openxmlformats.org/officeDocument/2006/relationships/image" Target="../media/image362.png"/><Relationship Id="rId4" Type="http://schemas.openxmlformats.org/officeDocument/2006/relationships/customXml" Target="../ink/ink328.xml"/></Relationships>
</file>

<file path=ppt/slides/_rels/slide30.xml.rels><?xml version="1.0" encoding="UTF-8" standalone="yes"?>
<Relationships xmlns="http://schemas.openxmlformats.org/package/2006/relationships"><Relationship Id="rId13" Type="http://schemas.openxmlformats.org/officeDocument/2006/relationships/image" Target="../media/image367.png"/><Relationship Id="rId18" Type="http://schemas.openxmlformats.org/officeDocument/2006/relationships/customXml" Target="../ink/ink336.xml"/><Relationship Id="rId26" Type="http://schemas.openxmlformats.org/officeDocument/2006/relationships/customXml" Target="../ink/ink340.xml"/><Relationship Id="rId39" Type="http://schemas.openxmlformats.org/officeDocument/2006/relationships/image" Target="../media/image380.png"/><Relationship Id="rId21" Type="http://schemas.openxmlformats.org/officeDocument/2006/relationships/image" Target="../media/image371.png"/><Relationship Id="rId34" Type="http://schemas.openxmlformats.org/officeDocument/2006/relationships/customXml" Target="../ink/ink344.xml"/><Relationship Id="rId42" Type="http://schemas.openxmlformats.org/officeDocument/2006/relationships/customXml" Target="../ink/ink348.xml"/><Relationship Id="rId7" Type="http://schemas.openxmlformats.org/officeDocument/2006/relationships/image" Target="../media/image364.png"/><Relationship Id="rId2" Type="http://schemas.openxmlformats.org/officeDocument/2006/relationships/image" Target="../media/image360.png"/><Relationship Id="rId16" Type="http://schemas.openxmlformats.org/officeDocument/2006/relationships/customXml" Target="../ink/ink335.xml"/><Relationship Id="rId29" Type="http://schemas.openxmlformats.org/officeDocument/2006/relationships/image" Target="../media/image375.png"/><Relationship Id="rId1" Type="http://schemas.openxmlformats.org/officeDocument/2006/relationships/slideLayout" Target="../slideLayouts/slideLayout3.xml"/><Relationship Id="rId6" Type="http://schemas.openxmlformats.org/officeDocument/2006/relationships/customXml" Target="../ink/ink330.xml"/><Relationship Id="rId11" Type="http://schemas.openxmlformats.org/officeDocument/2006/relationships/image" Target="../media/image366.png"/><Relationship Id="rId24" Type="http://schemas.openxmlformats.org/officeDocument/2006/relationships/customXml" Target="../ink/ink339.xml"/><Relationship Id="rId32" Type="http://schemas.openxmlformats.org/officeDocument/2006/relationships/customXml" Target="../ink/ink343.xml"/><Relationship Id="rId37" Type="http://schemas.openxmlformats.org/officeDocument/2006/relationships/image" Target="../media/image379.png"/><Relationship Id="rId40" Type="http://schemas.openxmlformats.org/officeDocument/2006/relationships/customXml" Target="../ink/ink347.xml"/><Relationship Id="rId45" Type="http://schemas.openxmlformats.org/officeDocument/2006/relationships/image" Target="../media/image383.png"/><Relationship Id="rId5" Type="http://schemas.openxmlformats.org/officeDocument/2006/relationships/image" Target="../media/image363.png"/><Relationship Id="rId15" Type="http://schemas.openxmlformats.org/officeDocument/2006/relationships/image" Target="../media/image368.png"/><Relationship Id="rId23" Type="http://schemas.openxmlformats.org/officeDocument/2006/relationships/image" Target="../media/image372.png"/><Relationship Id="rId28" Type="http://schemas.openxmlformats.org/officeDocument/2006/relationships/customXml" Target="../ink/ink341.xml"/><Relationship Id="rId36" Type="http://schemas.openxmlformats.org/officeDocument/2006/relationships/customXml" Target="../ink/ink345.xml"/><Relationship Id="rId10" Type="http://schemas.openxmlformats.org/officeDocument/2006/relationships/customXml" Target="../ink/ink332.xml"/><Relationship Id="rId19" Type="http://schemas.openxmlformats.org/officeDocument/2006/relationships/image" Target="../media/image370.png"/><Relationship Id="rId31" Type="http://schemas.openxmlformats.org/officeDocument/2006/relationships/image" Target="../media/image376.png"/><Relationship Id="rId44" Type="http://schemas.openxmlformats.org/officeDocument/2006/relationships/customXml" Target="../ink/ink349.xml"/><Relationship Id="rId4" Type="http://schemas.openxmlformats.org/officeDocument/2006/relationships/customXml" Target="../ink/ink329.xml"/><Relationship Id="rId9" Type="http://schemas.openxmlformats.org/officeDocument/2006/relationships/image" Target="../media/image365.png"/><Relationship Id="rId14" Type="http://schemas.openxmlformats.org/officeDocument/2006/relationships/customXml" Target="../ink/ink334.xml"/><Relationship Id="rId22" Type="http://schemas.openxmlformats.org/officeDocument/2006/relationships/customXml" Target="../ink/ink338.xml"/><Relationship Id="rId27" Type="http://schemas.openxmlformats.org/officeDocument/2006/relationships/image" Target="../media/image374.png"/><Relationship Id="rId30" Type="http://schemas.openxmlformats.org/officeDocument/2006/relationships/customXml" Target="../ink/ink342.xml"/><Relationship Id="rId35" Type="http://schemas.openxmlformats.org/officeDocument/2006/relationships/image" Target="../media/image378.png"/><Relationship Id="rId43" Type="http://schemas.openxmlformats.org/officeDocument/2006/relationships/image" Target="../media/image382.png"/><Relationship Id="rId8" Type="http://schemas.openxmlformats.org/officeDocument/2006/relationships/customXml" Target="../ink/ink331.xml"/><Relationship Id="rId3" Type="http://schemas.openxmlformats.org/officeDocument/2006/relationships/image" Target="../media/image361.png"/><Relationship Id="rId12" Type="http://schemas.openxmlformats.org/officeDocument/2006/relationships/customXml" Target="../ink/ink333.xml"/><Relationship Id="rId17" Type="http://schemas.openxmlformats.org/officeDocument/2006/relationships/image" Target="../media/image369.png"/><Relationship Id="rId25" Type="http://schemas.openxmlformats.org/officeDocument/2006/relationships/image" Target="../media/image373.png"/><Relationship Id="rId33" Type="http://schemas.openxmlformats.org/officeDocument/2006/relationships/image" Target="../media/image377.png"/><Relationship Id="rId38" Type="http://schemas.openxmlformats.org/officeDocument/2006/relationships/customXml" Target="../ink/ink346.xml"/><Relationship Id="rId20" Type="http://schemas.openxmlformats.org/officeDocument/2006/relationships/customXml" Target="../ink/ink337.xml"/><Relationship Id="rId41" Type="http://schemas.openxmlformats.org/officeDocument/2006/relationships/image" Target="../media/image381.png"/></Relationships>
</file>

<file path=ppt/slides/_rels/slide31.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image" Target="../media/image360.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image" Target="../media/image360.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image" Target="../media/image36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image" Target="../media/image360.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image" Target="../media/image360.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image" Target="../media/image36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image" Target="../media/image360.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image" Target="../media/image360.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6" Type="http://schemas.openxmlformats.org/officeDocument/2006/relationships/customXml" Target="../ink/ink360.xml"/><Relationship Id="rId21" Type="http://schemas.openxmlformats.org/officeDocument/2006/relationships/image" Target="../media/image391.png"/><Relationship Id="rId42" Type="http://schemas.openxmlformats.org/officeDocument/2006/relationships/customXml" Target="../ink/ink368.xml"/><Relationship Id="rId47" Type="http://schemas.openxmlformats.org/officeDocument/2006/relationships/image" Target="../media/image404.png"/><Relationship Id="rId63" Type="http://schemas.openxmlformats.org/officeDocument/2006/relationships/image" Target="../media/image412.png"/><Relationship Id="rId68" Type="http://schemas.openxmlformats.org/officeDocument/2006/relationships/customXml" Target="../ink/ink381.xml"/><Relationship Id="rId16" Type="http://schemas.openxmlformats.org/officeDocument/2006/relationships/customXml" Target="../ink/ink355.xml"/><Relationship Id="rId11" Type="http://schemas.openxmlformats.org/officeDocument/2006/relationships/image" Target="../media/image386.png"/><Relationship Id="rId24" Type="http://schemas.openxmlformats.org/officeDocument/2006/relationships/customXml" Target="../ink/ink359.xml"/><Relationship Id="rId32" Type="http://schemas.openxmlformats.org/officeDocument/2006/relationships/customXml" Target="../ink/ink363.xml"/><Relationship Id="rId37" Type="http://schemas.openxmlformats.org/officeDocument/2006/relationships/image" Target="../media/image399.png"/><Relationship Id="rId40" Type="http://schemas.openxmlformats.org/officeDocument/2006/relationships/customXml" Target="../ink/ink367.xml"/><Relationship Id="rId45" Type="http://schemas.openxmlformats.org/officeDocument/2006/relationships/image" Target="../media/image403.png"/><Relationship Id="rId53" Type="http://schemas.openxmlformats.org/officeDocument/2006/relationships/image" Target="../media/image407.png"/><Relationship Id="rId58" Type="http://schemas.openxmlformats.org/officeDocument/2006/relationships/customXml" Target="../ink/ink376.xml"/><Relationship Id="rId66" Type="http://schemas.openxmlformats.org/officeDocument/2006/relationships/customXml" Target="../ink/ink380.xml"/><Relationship Id="rId74" Type="http://schemas.openxmlformats.org/officeDocument/2006/relationships/customXml" Target="../ink/ink384.xml"/><Relationship Id="rId5" Type="http://schemas.openxmlformats.org/officeDocument/2006/relationships/image" Target="../media/image3810.png"/><Relationship Id="rId61" Type="http://schemas.openxmlformats.org/officeDocument/2006/relationships/image" Target="../media/image411.png"/><Relationship Id="rId19" Type="http://schemas.openxmlformats.org/officeDocument/2006/relationships/image" Target="../media/image390.png"/><Relationship Id="rId14" Type="http://schemas.openxmlformats.org/officeDocument/2006/relationships/customXml" Target="../ink/ink354.xml"/><Relationship Id="rId22" Type="http://schemas.openxmlformats.org/officeDocument/2006/relationships/customXml" Target="../ink/ink358.xml"/><Relationship Id="rId27" Type="http://schemas.openxmlformats.org/officeDocument/2006/relationships/image" Target="../media/image394.png"/><Relationship Id="rId30" Type="http://schemas.openxmlformats.org/officeDocument/2006/relationships/customXml" Target="../ink/ink362.xml"/><Relationship Id="rId35" Type="http://schemas.openxmlformats.org/officeDocument/2006/relationships/image" Target="../media/image398.png"/><Relationship Id="rId43" Type="http://schemas.openxmlformats.org/officeDocument/2006/relationships/image" Target="../media/image402.png"/><Relationship Id="rId48" Type="http://schemas.openxmlformats.org/officeDocument/2006/relationships/customXml" Target="../ink/ink371.xml"/><Relationship Id="rId56" Type="http://schemas.openxmlformats.org/officeDocument/2006/relationships/customXml" Target="../ink/ink375.xml"/><Relationship Id="rId64" Type="http://schemas.openxmlformats.org/officeDocument/2006/relationships/customXml" Target="../ink/ink379.xml"/><Relationship Id="rId69" Type="http://schemas.openxmlformats.org/officeDocument/2006/relationships/image" Target="../media/image415.png"/><Relationship Id="rId77" Type="http://schemas.openxmlformats.org/officeDocument/2006/relationships/image" Target="../media/image419.png"/><Relationship Id="rId8" Type="http://schemas.openxmlformats.org/officeDocument/2006/relationships/customXml" Target="../ink/ink351.xml"/><Relationship Id="rId51" Type="http://schemas.openxmlformats.org/officeDocument/2006/relationships/image" Target="../media/image406.png"/><Relationship Id="rId72" Type="http://schemas.openxmlformats.org/officeDocument/2006/relationships/customXml" Target="../ink/ink383.xml"/><Relationship Id="rId3" Type="http://schemas.openxmlformats.org/officeDocument/2006/relationships/image" Target="../media/image360.png"/><Relationship Id="rId12" Type="http://schemas.openxmlformats.org/officeDocument/2006/relationships/customXml" Target="../ink/ink353.xml"/><Relationship Id="rId17" Type="http://schemas.openxmlformats.org/officeDocument/2006/relationships/image" Target="../media/image389.png"/><Relationship Id="rId25" Type="http://schemas.openxmlformats.org/officeDocument/2006/relationships/image" Target="../media/image393.png"/><Relationship Id="rId33" Type="http://schemas.openxmlformats.org/officeDocument/2006/relationships/image" Target="../media/image397.png"/><Relationship Id="rId38" Type="http://schemas.openxmlformats.org/officeDocument/2006/relationships/customXml" Target="../ink/ink366.xml"/><Relationship Id="rId46" Type="http://schemas.openxmlformats.org/officeDocument/2006/relationships/customXml" Target="../ink/ink370.xml"/><Relationship Id="rId59" Type="http://schemas.openxmlformats.org/officeDocument/2006/relationships/image" Target="../media/image410.png"/><Relationship Id="rId67" Type="http://schemas.openxmlformats.org/officeDocument/2006/relationships/image" Target="../media/image414.png"/><Relationship Id="rId20" Type="http://schemas.openxmlformats.org/officeDocument/2006/relationships/customXml" Target="../ink/ink357.xml"/><Relationship Id="rId41" Type="http://schemas.openxmlformats.org/officeDocument/2006/relationships/image" Target="../media/image401.png"/><Relationship Id="rId54" Type="http://schemas.openxmlformats.org/officeDocument/2006/relationships/customXml" Target="../ink/ink374.xml"/><Relationship Id="rId62" Type="http://schemas.openxmlformats.org/officeDocument/2006/relationships/customXml" Target="../ink/ink378.xml"/><Relationship Id="rId70" Type="http://schemas.openxmlformats.org/officeDocument/2006/relationships/customXml" Target="../ink/ink382.xml"/><Relationship Id="rId75" Type="http://schemas.openxmlformats.org/officeDocument/2006/relationships/image" Target="../media/image418.png"/><Relationship Id="rId1" Type="http://schemas.openxmlformats.org/officeDocument/2006/relationships/slideLayout" Target="../slideLayouts/slideLayout12.xml"/><Relationship Id="rId6" Type="http://schemas.openxmlformats.org/officeDocument/2006/relationships/customXml" Target="../ink/ink350.xml"/><Relationship Id="rId15" Type="http://schemas.openxmlformats.org/officeDocument/2006/relationships/image" Target="../media/image388.png"/><Relationship Id="rId23" Type="http://schemas.openxmlformats.org/officeDocument/2006/relationships/image" Target="../media/image392.png"/><Relationship Id="rId28" Type="http://schemas.openxmlformats.org/officeDocument/2006/relationships/customXml" Target="../ink/ink361.xml"/><Relationship Id="rId36" Type="http://schemas.openxmlformats.org/officeDocument/2006/relationships/customXml" Target="../ink/ink365.xml"/><Relationship Id="rId49" Type="http://schemas.openxmlformats.org/officeDocument/2006/relationships/image" Target="../media/image405.png"/><Relationship Id="rId57" Type="http://schemas.openxmlformats.org/officeDocument/2006/relationships/image" Target="../media/image409.png"/><Relationship Id="rId10" Type="http://schemas.openxmlformats.org/officeDocument/2006/relationships/customXml" Target="../ink/ink352.xml"/><Relationship Id="rId31" Type="http://schemas.openxmlformats.org/officeDocument/2006/relationships/image" Target="../media/image396.png"/><Relationship Id="rId44" Type="http://schemas.openxmlformats.org/officeDocument/2006/relationships/customXml" Target="../ink/ink369.xml"/><Relationship Id="rId52" Type="http://schemas.openxmlformats.org/officeDocument/2006/relationships/customXml" Target="../ink/ink373.xml"/><Relationship Id="rId60" Type="http://schemas.openxmlformats.org/officeDocument/2006/relationships/customXml" Target="../ink/ink377.xml"/><Relationship Id="rId65" Type="http://schemas.openxmlformats.org/officeDocument/2006/relationships/image" Target="../media/image413.png"/><Relationship Id="rId73" Type="http://schemas.openxmlformats.org/officeDocument/2006/relationships/image" Target="../media/image417.png"/><Relationship Id="rId4" Type="http://schemas.openxmlformats.org/officeDocument/2006/relationships/image" Target="../media/image361.png"/><Relationship Id="rId9" Type="http://schemas.openxmlformats.org/officeDocument/2006/relationships/image" Target="../media/image385.png"/><Relationship Id="rId13" Type="http://schemas.openxmlformats.org/officeDocument/2006/relationships/image" Target="../media/image387.png"/><Relationship Id="rId18" Type="http://schemas.openxmlformats.org/officeDocument/2006/relationships/customXml" Target="../ink/ink356.xml"/><Relationship Id="rId39" Type="http://schemas.openxmlformats.org/officeDocument/2006/relationships/image" Target="../media/image400.png"/><Relationship Id="rId34" Type="http://schemas.openxmlformats.org/officeDocument/2006/relationships/customXml" Target="../ink/ink364.xml"/><Relationship Id="rId50" Type="http://schemas.openxmlformats.org/officeDocument/2006/relationships/customXml" Target="../ink/ink372.xml"/><Relationship Id="rId55" Type="http://schemas.openxmlformats.org/officeDocument/2006/relationships/image" Target="../media/image408.png"/><Relationship Id="rId76" Type="http://schemas.openxmlformats.org/officeDocument/2006/relationships/customXml" Target="../ink/ink385.xml"/><Relationship Id="rId7" Type="http://schemas.openxmlformats.org/officeDocument/2006/relationships/image" Target="../media/image384.png"/><Relationship Id="rId71" Type="http://schemas.openxmlformats.org/officeDocument/2006/relationships/image" Target="../media/image416.png"/><Relationship Id="rId2" Type="http://schemas.openxmlformats.org/officeDocument/2006/relationships/notesSlide" Target="../notesSlides/notesSlide2.xml"/><Relationship Id="rId29" Type="http://schemas.openxmlformats.org/officeDocument/2006/relationships/image" Target="../media/image395.png"/></Relationships>
</file>

<file path=ppt/slides/_rels/slide40.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61.png"/></Relationships>
</file>

<file path=ppt/slides/_rels/slide41.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6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8" Type="http://schemas.openxmlformats.org/officeDocument/2006/relationships/customXml" Target="../ink/ink386.xml"/><Relationship Id="rId3" Type="http://schemas.openxmlformats.org/officeDocument/2006/relationships/image" Target="../media/image360.png"/><Relationship Id="rId7" Type="http://schemas.openxmlformats.org/officeDocument/2006/relationships/image" Target="../media/image422.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423.png"/><Relationship Id="rId5" Type="http://schemas.openxmlformats.org/officeDocument/2006/relationships/image" Target="../media/image420.png"/><Relationship Id="rId10" Type="http://schemas.openxmlformats.org/officeDocument/2006/relationships/image" Target="../media/image4310.png"/><Relationship Id="rId4" Type="http://schemas.openxmlformats.org/officeDocument/2006/relationships/image" Target="../media/image361.png"/></Relationships>
</file>

<file path=ppt/slides/_rels/slide44.xml.rels><?xml version="1.0" encoding="UTF-8" standalone="yes"?>
<Relationships xmlns="http://schemas.openxmlformats.org/package/2006/relationships"><Relationship Id="rId13" Type="http://schemas.openxmlformats.org/officeDocument/2006/relationships/image" Target="../media/image4710.png"/><Relationship Id="rId18" Type="http://schemas.openxmlformats.org/officeDocument/2006/relationships/customXml" Target="../ink/ink393.xml"/><Relationship Id="rId3" Type="http://schemas.openxmlformats.org/officeDocument/2006/relationships/image" Target="../media/image360.png"/><Relationship Id="rId21" Type="http://schemas.openxmlformats.org/officeDocument/2006/relationships/customXml" Target="../ink/ink395.xml"/><Relationship Id="rId7" Type="http://schemas.openxmlformats.org/officeDocument/2006/relationships/customXml" Target="../ink/ink387.xml"/><Relationship Id="rId12" Type="http://schemas.openxmlformats.org/officeDocument/2006/relationships/customXml" Target="../ink/ink390.xml"/><Relationship Id="rId17" Type="http://schemas.openxmlformats.org/officeDocument/2006/relationships/image" Target="../media/image4910.png"/><Relationship Id="rId2" Type="http://schemas.openxmlformats.org/officeDocument/2006/relationships/notesSlide" Target="../notesSlides/notesSlide7.xml"/><Relationship Id="rId16" Type="http://schemas.openxmlformats.org/officeDocument/2006/relationships/customXml" Target="../ink/ink392.xml"/><Relationship Id="rId20" Type="http://schemas.openxmlformats.org/officeDocument/2006/relationships/image" Target="../media/image5010.png"/><Relationship Id="rId1" Type="http://schemas.openxmlformats.org/officeDocument/2006/relationships/slideLayout" Target="../slideLayouts/slideLayout12.xml"/><Relationship Id="rId6" Type="http://schemas.openxmlformats.org/officeDocument/2006/relationships/image" Target="../media/image425.png"/><Relationship Id="rId11" Type="http://schemas.openxmlformats.org/officeDocument/2006/relationships/customXml" Target="../ink/ink389.xml"/><Relationship Id="rId24" Type="http://schemas.openxmlformats.org/officeDocument/2006/relationships/image" Target="../media/image4410.png"/><Relationship Id="rId5" Type="http://schemas.openxmlformats.org/officeDocument/2006/relationships/image" Target="../media/image424.png"/><Relationship Id="rId15" Type="http://schemas.openxmlformats.org/officeDocument/2006/relationships/image" Target="../media/image4810.png"/><Relationship Id="rId23" Type="http://schemas.openxmlformats.org/officeDocument/2006/relationships/image" Target="../media/image5110.png"/><Relationship Id="rId10" Type="http://schemas.openxmlformats.org/officeDocument/2006/relationships/customXml" Target="../ink/ink388.xml"/><Relationship Id="rId19" Type="http://schemas.openxmlformats.org/officeDocument/2006/relationships/customXml" Target="../ink/ink394.xml"/><Relationship Id="rId4" Type="http://schemas.openxmlformats.org/officeDocument/2006/relationships/image" Target="../media/image361.png"/><Relationship Id="rId9" Type="http://schemas.openxmlformats.org/officeDocument/2006/relationships/image" Target="../media/image4610.png"/><Relationship Id="rId14" Type="http://schemas.openxmlformats.org/officeDocument/2006/relationships/customXml" Target="../ink/ink391.xml"/><Relationship Id="rId22" Type="http://schemas.openxmlformats.org/officeDocument/2006/relationships/customXml" Target="../ink/ink396.xml"/></Relationships>
</file>

<file path=ppt/slides/_rels/slide45.xml.rels><?xml version="1.0" encoding="UTF-8" standalone="yes"?>
<Relationships xmlns="http://schemas.openxmlformats.org/package/2006/relationships"><Relationship Id="rId3" Type="http://schemas.openxmlformats.org/officeDocument/2006/relationships/image" Target="../media/image360.png"/><Relationship Id="rId7" Type="http://schemas.openxmlformats.org/officeDocument/2006/relationships/image" Target="../media/image428.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427.png"/><Relationship Id="rId5" Type="http://schemas.openxmlformats.org/officeDocument/2006/relationships/image" Target="../media/image426.png"/><Relationship Id="rId4" Type="http://schemas.openxmlformats.org/officeDocument/2006/relationships/image" Target="../media/image361.png"/></Relationships>
</file>

<file path=ppt/slides/_rels/slide46.xml.rels><?xml version="1.0" encoding="UTF-8" standalone="yes"?>
<Relationships xmlns="http://schemas.openxmlformats.org/package/2006/relationships"><Relationship Id="rId26" Type="http://schemas.openxmlformats.org/officeDocument/2006/relationships/customXml" Target="../ink/ink405.xml"/><Relationship Id="rId21" Type="http://schemas.openxmlformats.org/officeDocument/2006/relationships/image" Target="../media/image439.png"/><Relationship Id="rId42" Type="http://schemas.openxmlformats.org/officeDocument/2006/relationships/customXml" Target="../ink/ink413.xml"/><Relationship Id="rId47" Type="http://schemas.openxmlformats.org/officeDocument/2006/relationships/image" Target="../media/image452.png"/><Relationship Id="rId63" Type="http://schemas.openxmlformats.org/officeDocument/2006/relationships/image" Target="../media/image460.png"/><Relationship Id="rId68" Type="http://schemas.openxmlformats.org/officeDocument/2006/relationships/customXml" Target="../ink/ink426.xml"/><Relationship Id="rId84" Type="http://schemas.openxmlformats.org/officeDocument/2006/relationships/customXml" Target="../ink/ink434.xml"/><Relationship Id="rId89" Type="http://schemas.openxmlformats.org/officeDocument/2006/relationships/image" Target="../media/image473.png"/><Relationship Id="rId16" Type="http://schemas.openxmlformats.org/officeDocument/2006/relationships/customXml" Target="../ink/ink400.xml"/><Relationship Id="rId11" Type="http://schemas.openxmlformats.org/officeDocument/2006/relationships/image" Target="../media/image434.png"/><Relationship Id="rId32" Type="http://schemas.openxmlformats.org/officeDocument/2006/relationships/customXml" Target="../ink/ink408.xml"/><Relationship Id="rId37" Type="http://schemas.openxmlformats.org/officeDocument/2006/relationships/image" Target="../media/image447.png"/><Relationship Id="rId53" Type="http://schemas.openxmlformats.org/officeDocument/2006/relationships/image" Target="../media/image455.png"/><Relationship Id="rId58" Type="http://schemas.openxmlformats.org/officeDocument/2006/relationships/customXml" Target="../ink/ink421.xml"/><Relationship Id="rId74" Type="http://schemas.openxmlformats.org/officeDocument/2006/relationships/customXml" Target="../ink/ink429.xml"/><Relationship Id="rId79" Type="http://schemas.openxmlformats.org/officeDocument/2006/relationships/image" Target="../media/image468.png"/><Relationship Id="rId102" Type="http://schemas.openxmlformats.org/officeDocument/2006/relationships/customXml" Target="../ink/ink443.xml"/><Relationship Id="rId5" Type="http://schemas.openxmlformats.org/officeDocument/2006/relationships/image" Target="../media/image431.png"/><Relationship Id="rId90" Type="http://schemas.openxmlformats.org/officeDocument/2006/relationships/customXml" Target="../ink/ink437.xml"/><Relationship Id="rId95" Type="http://schemas.openxmlformats.org/officeDocument/2006/relationships/image" Target="../media/image476.png"/><Relationship Id="rId22" Type="http://schemas.openxmlformats.org/officeDocument/2006/relationships/customXml" Target="../ink/ink403.xml"/><Relationship Id="rId27" Type="http://schemas.openxmlformats.org/officeDocument/2006/relationships/image" Target="../media/image442.png"/><Relationship Id="rId43" Type="http://schemas.openxmlformats.org/officeDocument/2006/relationships/image" Target="../media/image450.png"/><Relationship Id="rId48" Type="http://schemas.openxmlformats.org/officeDocument/2006/relationships/customXml" Target="../ink/ink416.xml"/><Relationship Id="rId64" Type="http://schemas.openxmlformats.org/officeDocument/2006/relationships/customXml" Target="../ink/ink424.xml"/><Relationship Id="rId69" Type="http://schemas.openxmlformats.org/officeDocument/2006/relationships/image" Target="../media/image463.png"/><Relationship Id="rId80" Type="http://schemas.openxmlformats.org/officeDocument/2006/relationships/customXml" Target="../ink/ink432.xml"/><Relationship Id="rId85" Type="http://schemas.openxmlformats.org/officeDocument/2006/relationships/image" Target="../media/image471.png"/><Relationship Id="rId12" Type="http://schemas.openxmlformats.org/officeDocument/2006/relationships/customXml" Target="../ink/ink398.xml"/><Relationship Id="rId17" Type="http://schemas.openxmlformats.org/officeDocument/2006/relationships/image" Target="../media/image437.png"/><Relationship Id="rId25" Type="http://schemas.openxmlformats.org/officeDocument/2006/relationships/image" Target="../media/image441.png"/><Relationship Id="rId33" Type="http://schemas.openxmlformats.org/officeDocument/2006/relationships/image" Target="../media/image445.png"/><Relationship Id="rId38" Type="http://schemas.openxmlformats.org/officeDocument/2006/relationships/customXml" Target="../ink/ink411.xml"/><Relationship Id="rId46" Type="http://schemas.openxmlformats.org/officeDocument/2006/relationships/customXml" Target="../ink/ink415.xml"/><Relationship Id="rId59" Type="http://schemas.openxmlformats.org/officeDocument/2006/relationships/image" Target="../media/image458.png"/><Relationship Id="rId67" Type="http://schemas.openxmlformats.org/officeDocument/2006/relationships/image" Target="../media/image462.png"/><Relationship Id="rId103" Type="http://schemas.openxmlformats.org/officeDocument/2006/relationships/image" Target="../media/image480.png"/><Relationship Id="rId20" Type="http://schemas.openxmlformats.org/officeDocument/2006/relationships/customXml" Target="../ink/ink402.xml"/><Relationship Id="rId41" Type="http://schemas.openxmlformats.org/officeDocument/2006/relationships/image" Target="../media/image449.png"/><Relationship Id="rId54" Type="http://schemas.openxmlformats.org/officeDocument/2006/relationships/customXml" Target="../ink/ink419.xml"/><Relationship Id="rId62" Type="http://schemas.openxmlformats.org/officeDocument/2006/relationships/customXml" Target="../ink/ink423.xml"/><Relationship Id="rId70" Type="http://schemas.openxmlformats.org/officeDocument/2006/relationships/customXml" Target="../ink/ink427.xml"/><Relationship Id="rId75" Type="http://schemas.openxmlformats.org/officeDocument/2006/relationships/image" Target="../media/image466.png"/><Relationship Id="rId83" Type="http://schemas.openxmlformats.org/officeDocument/2006/relationships/image" Target="../media/image470.png"/><Relationship Id="rId88" Type="http://schemas.openxmlformats.org/officeDocument/2006/relationships/customXml" Target="../ink/ink436.xml"/><Relationship Id="rId91" Type="http://schemas.openxmlformats.org/officeDocument/2006/relationships/image" Target="../media/image474.png"/><Relationship Id="rId96" Type="http://schemas.openxmlformats.org/officeDocument/2006/relationships/customXml" Target="../ink/ink440.xml"/><Relationship Id="rId1" Type="http://schemas.openxmlformats.org/officeDocument/2006/relationships/slideLayout" Target="../slideLayouts/slideLayout12.xml"/><Relationship Id="rId6" Type="http://schemas.openxmlformats.org/officeDocument/2006/relationships/image" Target="../media/image432.png"/><Relationship Id="rId15" Type="http://schemas.openxmlformats.org/officeDocument/2006/relationships/image" Target="../media/image436.png"/><Relationship Id="rId23" Type="http://schemas.openxmlformats.org/officeDocument/2006/relationships/image" Target="../media/image440.png"/><Relationship Id="rId28" Type="http://schemas.openxmlformats.org/officeDocument/2006/relationships/customXml" Target="../ink/ink406.xml"/><Relationship Id="rId36" Type="http://schemas.openxmlformats.org/officeDocument/2006/relationships/customXml" Target="../ink/ink410.xml"/><Relationship Id="rId49" Type="http://schemas.openxmlformats.org/officeDocument/2006/relationships/image" Target="../media/image453.png"/><Relationship Id="rId57" Type="http://schemas.openxmlformats.org/officeDocument/2006/relationships/image" Target="../media/image457.png"/><Relationship Id="rId10" Type="http://schemas.openxmlformats.org/officeDocument/2006/relationships/customXml" Target="../ink/ink397.xml"/><Relationship Id="rId31" Type="http://schemas.openxmlformats.org/officeDocument/2006/relationships/image" Target="../media/image444.png"/><Relationship Id="rId44" Type="http://schemas.openxmlformats.org/officeDocument/2006/relationships/customXml" Target="../ink/ink414.xml"/><Relationship Id="rId52" Type="http://schemas.openxmlformats.org/officeDocument/2006/relationships/customXml" Target="../ink/ink418.xml"/><Relationship Id="rId60" Type="http://schemas.openxmlformats.org/officeDocument/2006/relationships/customXml" Target="../ink/ink422.xml"/><Relationship Id="rId65" Type="http://schemas.openxmlformats.org/officeDocument/2006/relationships/image" Target="../media/image461.png"/><Relationship Id="rId73" Type="http://schemas.openxmlformats.org/officeDocument/2006/relationships/image" Target="../media/image465.png"/><Relationship Id="rId78" Type="http://schemas.openxmlformats.org/officeDocument/2006/relationships/customXml" Target="../ink/ink431.xml"/><Relationship Id="rId81" Type="http://schemas.openxmlformats.org/officeDocument/2006/relationships/image" Target="../media/image469.png"/><Relationship Id="rId86" Type="http://schemas.openxmlformats.org/officeDocument/2006/relationships/customXml" Target="../ink/ink435.xml"/><Relationship Id="rId94" Type="http://schemas.openxmlformats.org/officeDocument/2006/relationships/customXml" Target="../ink/ink439.xml"/><Relationship Id="rId99" Type="http://schemas.openxmlformats.org/officeDocument/2006/relationships/image" Target="../media/image478.png"/><Relationship Id="rId101" Type="http://schemas.openxmlformats.org/officeDocument/2006/relationships/image" Target="../media/image479.png"/><Relationship Id="rId4" Type="http://schemas.openxmlformats.org/officeDocument/2006/relationships/image" Target="../media/image430.png"/><Relationship Id="rId9" Type="http://schemas.openxmlformats.org/officeDocument/2006/relationships/image" Target="../media/image433.png"/><Relationship Id="rId13" Type="http://schemas.openxmlformats.org/officeDocument/2006/relationships/image" Target="../media/image435.png"/><Relationship Id="rId18" Type="http://schemas.openxmlformats.org/officeDocument/2006/relationships/customXml" Target="../ink/ink401.xml"/><Relationship Id="rId39" Type="http://schemas.openxmlformats.org/officeDocument/2006/relationships/image" Target="../media/image448.png"/><Relationship Id="rId34" Type="http://schemas.openxmlformats.org/officeDocument/2006/relationships/customXml" Target="../ink/ink409.xml"/><Relationship Id="rId50" Type="http://schemas.openxmlformats.org/officeDocument/2006/relationships/customXml" Target="../ink/ink417.xml"/><Relationship Id="rId55" Type="http://schemas.openxmlformats.org/officeDocument/2006/relationships/image" Target="../media/image456.png"/><Relationship Id="rId76" Type="http://schemas.openxmlformats.org/officeDocument/2006/relationships/customXml" Target="../ink/ink430.xml"/><Relationship Id="rId97" Type="http://schemas.openxmlformats.org/officeDocument/2006/relationships/image" Target="../media/image477.png"/><Relationship Id="rId7" Type="http://schemas.openxmlformats.org/officeDocument/2006/relationships/image" Target="../media/image360.png"/><Relationship Id="rId71" Type="http://schemas.openxmlformats.org/officeDocument/2006/relationships/image" Target="../media/image464.png"/><Relationship Id="rId92" Type="http://schemas.openxmlformats.org/officeDocument/2006/relationships/customXml" Target="../ink/ink438.xml"/><Relationship Id="rId2" Type="http://schemas.openxmlformats.org/officeDocument/2006/relationships/notesSlide" Target="../notesSlides/notesSlide9.xml"/><Relationship Id="rId29" Type="http://schemas.openxmlformats.org/officeDocument/2006/relationships/image" Target="../media/image443.png"/><Relationship Id="rId24" Type="http://schemas.openxmlformats.org/officeDocument/2006/relationships/customXml" Target="../ink/ink404.xml"/><Relationship Id="rId40" Type="http://schemas.openxmlformats.org/officeDocument/2006/relationships/customXml" Target="../ink/ink412.xml"/><Relationship Id="rId45" Type="http://schemas.openxmlformats.org/officeDocument/2006/relationships/image" Target="../media/image451.png"/><Relationship Id="rId66" Type="http://schemas.openxmlformats.org/officeDocument/2006/relationships/customXml" Target="../ink/ink425.xml"/><Relationship Id="rId87" Type="http://schemas.openxmlformats.org/officeDocument/2006/relationships/image" Target="../media/image472.png"/><Relationship Id="rId61" Type="http://schemas.openxmlformats.org/officeDocument/2006/relationships/image" Target="../media/image459.png"/><Relationship Id="rId82" Type="http://schemas.openxmlformats.org/officeDocument/2006/relationships/customXml" Target="../ink/ink433.xml"/><Relationship Id="rId19" Type="http://schemas.openxmlformats.org/officeDocument/2006/relationships/image" Target="../media/image438.png"/><Relationship Id="rId14" Type="http://schemas.openxmlformats.org/officeDocument/2006/relationships/customXml" Target="../ink/ink399.xml"/><Relationship Id="rId30" Type="http://schemas.openxmlformats.org/officeDocument/2006/relationships/customXml" Target="../ink/ink407.xml"/><Relationship Id="rId35" Type="http://schemas.openxmlformats.org/officeDocument/2006/relationships/image" Target="../media/image446.png"/><Relationship Id="rId56" Type="http://schemas.openxmlformats.org/officeDocument/2006/relationships/customXml" Target="../ink/ink420.xml"/><Relationship Id="rId77" Type="http://schemas.openxmlformats.org/officeDocument/2006/relationships/image" Target="../media/image467.png"/><Relationship Id="rId100" Type="http://schemas.openxmlformats.org/officeDocument/2006/relationships/customXml" Target="../ink/ink442.xml"/><Relationship Id="rId8" Type="http://schemas.openxmlformats.org/officeDocument/2006/relationships/image" Target="../media/image361.png"/><Relationship Id="rId51" Type="http://schemas.openxmlformats.org/officeDocument/2006/relationships/image" Target="../media/image454.png"/><Relationship Id="rId72" Type="http://schemas.openxmlformats.org/officeDocument/2006/relationships/customXml" Target="../ink/ink428.xml"/><Relationship Id="rId93" Type="http://schemas.openxmlformats.org/officeDocument/2006/relationships/image" Target="../media/image475.png"/><Relationship Id="rId98" Type="http://schemas.openxmlformats.org/officeDocument/2006/relationships/customXml" Target="../ink/ink441.xml"/><Relationship Id="rId3" Type="http://schemas.openxmlformats.org/officeDocument/2006/relationships/image" Target="../media/image4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960.png"/><Relationship Id="rId2" Type="http://schemas.openxmlformats.org/officeDocument/2006/relationships/image" Target="../media/image950.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970.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000.png"/><Relationship Id="rId5" Type="http://schemas.openxmlformats.org/officeDocument/2006/relationships/image" Target="../media/image990.png"/><Relationship Id="rId4" Type="http://schemas.openxmlformats.org/officeDocument/2006/relationships/image" Target="../media/image980.png"/></Relationships>
</file>

<file path=ppt/slides/_rels/slide50.xml.rels><?xml version="1.0" encoding="UTF-8" standalone="yes"?>
<Relationships xmlns="http://schemas.openxmlformats.org/package/2006/relationships"><Relationship Id="rId2" Type="http://schemas.openxmlformats.org/officeDocument/2006/relationships/image" Target="../media/image600.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8" Type="http://schemas.openxmlformats.org/officeDocument/2006/relationships/image" Target="../media/image483.png"/><Relationship Id="rId13" Type="http://schemas.openxmlformats.org/officeDocument/2006/relationships/customXml" Target="../ink/ink449.xml"/><Relationship Id="rId18" Type="http://schemas.openxmlformats.org/officeDocument/2006/relationships/image" Target="../media/image488.png"/><Relationship Id="rId26" Type="http://schemas.openxmlformats.org/officeDocument/2006/relationships/image" Target="../media/image492.png"/><Relationship Id="rId3" Type="http://schemas.openxmlformats.org/officeDocument/2006/relationships/customXml" Target="../ink/ink444.xml"/><Relationship Id="rId21" Type="http://schemas.openxmlformats.org/officeDocument/2006/relationships/customXml" Target="../ink/ink453.xml"/><Relationship Id="rId7" Type="http://schemas.openxmlformats.org/officeDocument/2006/relationships/customXml" Target="../ink/ink446.xml"/><Relationship Id="rId12" Type="http://schemas.openxmlformats.org/officeDocument/2006/relationships/image" Target="../media/image485.png"/><Relationship Id="rId17" Type="http://schemas.openxmlformats.org/officeDocument/2006/relationships/customXml" Target="../ink/ink451.xml"/><Relationship Id="rId25" Type="http://schemas.openxmlformats.org/officeDocument/2006/relationships/customXml" Target="../ink/ink455.xml"/><Relationship Id="rId2" Type="http://schemas.openxmlformats.org/officeDocument/2006/relationships/image" Target="../media/image610.png"/><Relationship Id="rId16" Type="http://schemas.openxmlformats.org/officeDocument/2006/relationships/image" Target="../media/image487.png"/><Relationship Id="rId20" Type="http://schemas.openxmlformats.org/officeDocument/2006/relationships/image" Target="../media/image489.png"/><Relationship Id="rId1" Type="http://schemas.openxmlformats.org/officeDocument/2006/relationships/slideLayout" Target="../slideLayouts/slideLayout12.xml"/><Relationship Id="rId6" Type="http://schemas.openxmlformats.org/officeDocument/2006/relationships/image" Target="../media/image482.png"/><Relationship Id="rId11" Type="http://schemas.openxmlformats.org/officeDocument/2006/relationships/customXml" Target="../ink/ink448.xml"/><Relationship Id="rId24" Type="http://schemas.openxmlformats.org/officeDocument/2006/relationships/image" Target="../media/image491.png"/><Relationship Id="rId5" Type="http://schemas.openxmlformats.org/officeDocument/2006/relationships/customXml" Target="../ink/ink445.xml"/><Relationship Id="rId15" Type="http://schemas.openxmlformats.org/officeDocument/2006/relationships/customXml" Target="../ink/ink450.xml"/><Relationship Id="rId23" Type="http://schemas.openxmlformats.org/officeDocument/2006/relationships/customXml" Target="../ink/ink454.xml"/><Relationship Id="rId10" Type="http://schemas.openxmlformats.org/officeDocument/2006/relationships/image" Target="../media/image484.png"/><Relationship Id="rId19" Type="http://schemas.openxmlformats.org/officeDocument/2006/relationships/customXml" Target="../ink/ink452.xml"/><Relationship Id="rId4" Type="http://schemas.openxmlformats.org/officeDocument/2006/relationships/image" Target="../media/image481.png"/><Relationship Id="rId9" Type="http://schemas.openxmlformats.org/officeDocument/2006/relationships/customXml" Target="../ink/ink447.xml"/><Relationship Id="rId14" Type="http://schemas.openxmlformats.org/officeDocument/2006/relationships/image" Target="../media/image486.png"/><Relationship Id="rId22" Type="http://schemas.openxmlformats.org/officeDocument/2006/relationships/image" Target="../media/image490.png"/></Relationships>
</file>

<file path=ppt/slides/_rels/slide52.xml.rels><?xml version="1.0" encoding="UTF-8" standalone="yes"?>
<Relationships xmlns="http://schemas.openxmlformats.org/package/2006/relationships"><Relationship Id="rId3" Type="http://schemas.openxmlformats.org/officeDocument/2006/relationships/customXml" Target="../ink/ink456.xml"/><Relationship Id="rId2" Type="http://schemas.openxmlformats.org/officeDocument/2006/relationships/image" Target="../media/image620.png"/><Relationship Id="rId1" Type="http://schemas.openxmlformats.org/officeDocument/2006/relationships/slideLayout" Target="../slideLayouts/slideLayout12.xml"/><Relationship Id="rId6" Type="http://schemas.openxmlformats.org/officeDocument/2006/relationships/image" Target="../media/image494.png"/><Relationship Id="rId5" Type="http://schemas.openxmlformats.org/officeDocument/2006/relationships/customXml" Target="../ink/ink457.xml"/><Relationship Id="rId4" Type="http://schemas.openxmlformats.org/officeDocument/2006/relationships/image" Target="../media/image493.png"/></Relationships>
</file>

<file path=ppt/slides/_rels/slide53.xml.rels><?xml version="1.0" encoding="UTF-8" standalone="yes"?>
<Relationships xmlns="http://schemas.openxmlformats.org/package/2006/relationships"><Relationship Id="rId13" Type="http://schemas.openxmlformats.org/officeDocument/2006/relationships/customXml" Target="../ink/ink463.xml"/><Relationship Id="rId18" Type="http://schemas.openxmlformats.org/officeDocument/2006/relationships/image" Target="../media/image502.png"/><Relationship Id="rId26" Type="http://schemas.openxmlformats.org/officeDocument/2006/relationships/image" Target="../media/image506.png"/><Relationship Id="rId39" Type="http://schemas.openxmlformats.org/officeDocument/2006/relationships/customXml" Target="../ink/ink476.xml"/><Relationship Id="rId21" Type="http://schemas.openxmlformats.org/officeDocument/2006/relationships/customXml" Target="../ink/ink467.xml"/><Relationship Id="rId34" Type="http://schemas.openxmlformats.org/officeDocument/2006/relationships/image" Target="../media/image510.png"/><Relationship Id="rId42" Type="http://schemas.openxmlformats.org/officeDocument/2006/relationships/image" Target="../media/image514.png"/><Relationship Id="rId47" Type="http://schemas.openxmlformats.org/officeDocument/2006/relationships/customXml" Target="../ink/ink480.xml"/><Relationship Id="rId50" Type="http://schemas.openxmlformats.org/officeDocument/2006/relationships/image" Target="../media/image518.png"/><Relationship Id="rId55" Type="http://schemas.openxmlformats.org/officeDocument/2006/relationships/customXml" Target="../ink/ink484.xml"/><Relationship Id="rId7" Type="http://schemas.openxmlformats.org/officeDocument/2006/relationships/customXml" Target="../ink/ink460.xml"/><Relationship Id="rId2" Type="http://schemas.openxmlformats.org/officeDocument/2006/relationships/image" Target="../media/image630.png"/><Relationship Id="rId16" Type="http://schemas.openxmlformats.org/officeDocument/2006/relationships/image" Target="../media/image501.png"/><Relationship Id="rId29" Type="http://schemas.openxmlformats.org/officeDocument/2006/relationships/customXml" Target="../ink/ink471.xml"/><Relationship Id="rId11" Type="http://schemas.openxmlformats.org/officeDocument/2006/relationships/customXml" Target="../ink/ink462.xml"/><Relationship Id="rId24" Type="http://schemas.openxmlformats.org/officeDocument/2006/relationships/image" Target="../media/image505.png"/><Relationship Id="rId32" Type="http://schemas.openxmlformats.org/officeDocument/2006/relationships/image" Target="../media/image509.png"/><Relationship Id="rId37" Type="http://schemas.openxmlformats.org/officeDocument/2006/relationships/customXml" Target="../ink/ink475.xml"/><Relationship Id="rId40" Type="http://schemas.openxmlformats.org/officeDocument/2006/relationships/image" Target="../media/image513.png"/><Relationship Id="rId45" Type="http://schemas.openxmlformats.org/officeDocument/2006/relationships/customXml" Target="../ink/ink479.xml"/><Relationship Id="rId53" Type="http://schemas.openxmlformats.org/officeDocument/2006/relationships/customXml" Target="../ink/ink483.xml"/><Relationship Id="rId58" Type="http://schemas.openxmlformats.org/officeDocument/2006/relationships/image" Target="../media/image522.png"/><Relationship Id="rId5" Type="http://schemas.openxmlformats.org/officeDocument/2006/relationships/customXml" Target="../ink/ink459.xml"/><Relationship Id="rId61" Type="http://schemas.openxmlformats.org/officeDocument/2006/relationships/customXml" Target="../ink/ink487.xml"/><Relationship Id="rId19" Type="http://schemas.openxmlformats.org/officeDocument/2006/relationships/customXml" Target="../ink/ink466.xml"/><Relationship Id="rId14" Type="http://schemas.openxmlformats.org/officeDocument/2006/relationships/image" Target="../media/image500.png"/><Relationship Id="rId22" Type="http://schemas.openxmlformats.org/officeDocument/2006/relationships/image" Target="../media/image504.png"/><Relationship Id="rId27" Type="http://schemas.openxmlformats.org/officeDocument/2006/relationships/customXml" Target="../ink/ink470.xml"/><Relationship Id="rId30" Type="http://schemas.openxmlformats.org/officeDocument/2006/relationships/image" Target="../media/image508.png"/><Relationship Id="rId35" Type="http://schemas.openxmlformats.org/officeDocument/2006/relationships/customXml" Target="../ink/ink474.xml"/><Relationship Id="rId43" Type="http://schemas.openxmlformats.org/officeDocument/2006/relationships/customXml" Target="../ink/ink478.xml"/><Relationship Id="rId48" Type="http://schemas.openxmlformats.org/officeDocument/2006/relationships/image" Target="../media/image517.png"/><Relationship Id="rId56" Type="http://schemas.openxmlformats.org/officeDocument/2006/relationships/image" Target="../media/image521.png"/><Relationship Id="rId8" Type="http://schemas.openxmlformats.org/officeDocument/2006/relationships/image" Target="../media/image497.png"/><Relationship Id="rId51" Type="http://schemas.openxmlformats.org/officeDocument/2006/relationships/customXml" Target="../ink/ink482.xml"/><Relationship Id="rId3" Type="http://schemas.openxmlformats.org/officeDocument/2006/relationships/customXml" Target="../ink/ink458.xml"/><Relationship Id="rId12" Type="http://schemas.openxmlformats.org/officeDocument/2006/relationships/image" Target="../media/image499.png"/><Relationship Id="rId17" Type="http://schemas.openxmlformats.org/officeDocument/2006/relationships/customXml" Target="../ink/ink465.xml"/><Relationship Id="rId25" Type="http://schemas.openxmlformats.org/officeDocument/2006/relationships/customXml" Target="../ink/ink469.xml"/><Relationship Id="rId33" Type="http://schemas.openxmlformats.org/officeDocument/2006/relationships/customXml" Target="../ink/ink473.xml"/><Relationship Id="rId38" Type="http://schemas.openxmlformats.org/officeDocument/2006/relationships/image" Target="../media/image512.png"/><Relationship Id="rId46" Type="http://schemas.openxmlformats.org/officeDocument/2006/relationships/image" Target="../media/image516.png"/><Relationship Id="rId59" Type="http://schemas.openxmlformats.org/officeDocument/2006/relationships/customXml" Target="../ink/ink486.xml"/><Relationship Id="rId20" Type="http://schemas.openxmlformats.org/officeDocument/2006/relationships/image" Target="../media/image503.png"/><Relationship Id="rId41" Type="http://schemas.openxmlformats.org/officeDocument/2006/relationships/customXml" Target="../ink/ink477.xml"/><Relationship Id="rId54" Type="http://schemas.openxmlformats.org/officeDocument/2006/relationships/image" Target="../media/image520.png"/><Relationship Id="rId62" Type="http://schemas.openxmlformats.org/officeDocument/2006/relationships/image" Target="../media/image524.png"/><Relationship Id="rId1" Type="http://schemas.openxmlformats.org/officeDocument/2006/relationships/slideLayout" Target="../slideLayouts/slideLayout12.xml"/><Relationship Id="rId6" Type="http://schemas.openxmlformats.org/officeDocument/2006/relationships/image" Target="../media/image496.png"/><Relationship Id="rId15" Type="http://schemas.openxmlformats.org/officeDocument/2006/relationships/customXml" Target="../ink/ink464.xml"/><Relationship Id="rId23" Type="http://schemas.openxmlformats.org/officeDocument/2006/relationships/customXml" Target="../ink/ink468.xml"/><Relationship Id="rId28" Type="http://schemas.openxmlformats.org/officeDocument/2006/relationships/image" Target="../media/image507.png"/><Relationship Id="rId36" Type="http://schemas.openxmlformats.org/officeDocument/2006/relationships/image" Target="../media/image511.png"/><Relationship Id="rId49" Type="http://schemas.openxmlformats.org/officeDocument/2006/relationships/customXml" Target="../ink/ink481.xml"/><Relationship Id="rId57" Type="http://schemas.openxmlformats.org/officeDocument/2006/relationships/customXml" Target="../ink/ink485.xml"/><Relationship Id="rId10" Type="http://schemas.openxmlformats.org/officeDocument/2006/relationships/image" Target="../media/image498.png"/><Relationship Id="rId31" Type="http://schemas.openxmlformats.org/officeDocument/2006/relationships/customXml" Target="../ink/ink472.xml"/><Relationship Id="rId44" Type="http://schemas.openxmlformats.org/officeDocument/2006/relationships/image" Target="../media/image515.png"/><Relationship Id="rId52" Type="http://schemas.openxmlformats.org/officeDocument/2006/relationships/image" Target="../media/image519.png"/><Relationship Id="rId60" Type="http://schemas.openxmlformats.org/officeDocument/2006/relationships/image" Target="../media/image523.png"/><Relationship Id="rId4" Type="http://schemas.openxmlformats.org/officeDocument/2006/relationships/image" Target="../media/image495.png"/><Relationship Id="rId9" Type="http://schemas.openxmlformats.org/officeDocument/2006/relationships/customXml" Target="../ink/ink461.xml"/></Relationships>
</file>

<file path=ppt/slides/_rels/slide54.xml.rels><?xml version="1.0" encoding="UTF-8" standalone="yes"?>
<Relationships xmlns="http://schemas.openxmlformats.org/package/2006/relationships"><Relationship Id="rId8" Type="http://schemas.openxmlformats.org/officeDocument/2006/relationships/customXml" Target="../ink/ink490.xml"/><Relationship Id="rId13" Type="http://schemas.openxmlformats.org/officeDocument/2006/relationships/image" Target="../media/image529.png"/><Relationship Id="rId18" Type="http://schemas.openxmlformats.org/officeDocument/2006/relationships/customXml" Target="../ink/ink495.xml"/><Relationship Id="rId3" Type="http://schemas.openxmlformats.org/officeDocument/2006/relationships/image" Target="../media/image525.png"/><Relationship Id="rId21" Type="http://schemas.openxmlformats.org/officeDocument/2006/relationships/image" Target="../media/image531.png"/><Relationship Id="rId7" Type="http://schemas.openxmlformats.org/officeDocument/2006/relationships/customXml" Target="../ink/ink489.xml"/><Relationship Id="rId12" Type="http://schemas.openxmlformats.org/officeDocument/2006/relationships/customXml" Target="../ink/ink492.xml"/><Relationship Id="rId17" Type="http://schemas.openxmlformats.org/officeDocument/2006/relationships/image" Target="../media/image530.png"/><Relationship Id="rId2" Type="http://schemas.openxmlformats.org/officeDocument/2006/relationships/notesSlide" Target="../notesSlides/notesSlide11.xml"/><Relationship Id="rId16" Type="http://schemas.openxmlformats.org/officeDocument/2006/relationships/customXml" Target="../ink/ink494.xml"/><Relationship Id="rId20" Type="http://schemas.openxmlformats.org/officeDocument/2006/relationships/customXml" Target="../ink/ink496.xml"/><Relationship Id="rId1" Type="http://schemas.openxmlformats.org/officeDocument/2006/relationships/slideLayout" Target="../slideLayouts/slideLayout12.xml"/><Relationship Id="rId6" Type="http://schemas.openxmlformats.org/officeDocument/2006/relationships/image" Target="../media/image103.emf"/><Relationship Id="rId11" Type="http://schemas.openxmlformats.org/officeDocument/2006/relationships/image" Target="../media/image528.png"/><Relationship Id="rId5" Type="http://schemas.openxmlformats.org/officeDocument/2006/relationships/customXml" Target="../ink/ink488.xml"/><Relationship Id="rId15" Type="http://schemas.openxmlformats.org/officeDocument/2006/relationships/image" Target="../media/image44.png"/><Relationship Id="rId10" Type="http://schemas.openxmlformats.org/officeDocument/2006/relationships/customXml" Target="../ink/ink491.xml"/><Relationship Id="rId19" Type="http://schemas.openxmlformats.org/officeDocument/2006/relationships/image" Target="../media/image470.png"/><Relationship Id="rId4" Type="http://schemas.openxmlformats.org/officeDocument/2006/relationships/image" Target="../media/image526.png"/><Relationship Id="rId9" Type="http://schemas.openxmlformats.org/officeDocument/2006/relationships/image" Target="../media/image527.png"/><Relationship Id="rId14" Type="http://schemas.openxmlformats.org/officeDocument/2006/relationships/customXml" Target="../ink/ink493.xml"/></Relationships>
</file>

<file path=ppt/slides/_rels/slide55.xml.rels><?xml version="1.0" encoding="UTF-8" standalone="yes"?>
<Relationships xmlns="http://schemas.openxmlformats.org/package/2006/relationships"><Relationship Id="rId3" Type="http://schemas.openxmlformats.org/officeDocument/2006/relationships/image" Target="../media/image53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8" Type="http://schemas.openxmlformats.org/officeDocument/2006/relationships/customXml" Target="../ink/ink499.xml"/><Relationship Id="rId3" Type="http://schemas.openxmlformats.org/officeDocument/2006/relationships/image" Target="../media/image533.png"/><Relationship Id="rId7" Type="http://schemas.openxmlformats.org/officeDocument/2006/relationships/customXml" Target="../ink/ink498.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07.emf"/><Relationship Id="rId5" Type="http://schemas.openxmlformats.org/officeDocument/2006/relationships/customXml" Target="../ink/ink497.xml"/><Relationship Id="rId4" Type="http://schemas.openxmlformats.org/officeDocument/2006/relationships/image" Target="../media/image534.png"/><Relationship Id="rId9" Type="http://schemas.openxmlformats.org/officeDocument/2006/relationships/image" Target="../media/image108.emf"/></Relationships>
</file>

<file path=ppt/slides/_rels/slide58.xml.rels><?xml version="1.0" encoding="UTF-8" standalone="yes"?>
<Relationships xmlns="http://schemas.openxmlformats.org/package/2006/relationships"><Relationship Id="rId3" Type="http://schemas.openxmlformats.org/officeDocument/2006/relationships/image" Target="../media/image53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534.png"/></Relationships>
</file>

<file path=ppt/slides/_rels/slide59.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03.emf"/><Relationship Id="rId4" Type="http://schemas.openxmlformats.org/officeDocument/2006/relationships/customXml" Target="../ink/ink500.xml"/></Relationships>
</file>

<file path=ppt/slides/_rels/slide60.xml.rels><?xml version="1.0" encoding="UTF-8" standalone="yes"?>
<Relationships xmlns="http://schemas.openxmlformats.org/package/2006/relationships"><Relationship Id="rId3" Type="http://schemas.openxmlformats.org/officeDocument/2006/relationships/image" Target="../media/image535.png"/><Relationship Id="rId2" Type="http://schemas.openxmlformats.org/officeDocument/2006/relationships/notesSlide" Target="../notesSlides/notesSlide17.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6"/>
          <p:cNvSpPr txBox="1">
            <a:spLocks noGrp="1"/>
          </p:cNvSpPr>
          <p:nvPr>
            <p:ph type="ctrTitle"/>
          </p:nvPr>
        </p:nvSpPr>
        <p:spPr>
          <a:xfrm>
            <a:off x="4008437" y="2770187"/>
            <a:ext cx="7804200" cy="1344600"/>
          </a:xfrm>
          <a:prstGeom prst="rect">
            <a:avLst/>
          </a:prstGeom>
          <a:noFill/>
          <a:ln>
            <a:noFill/>
          </a:ln>
        </p:spPr>
        <p:txBody>
          <a:bodyPr spcFirstLastPara="1" wrap="square" lIns="68550" tIns="34275" rIns="68550" bIns="34275" anchor="ctr" anchorCtr="0">
            <a:normAutofit/>
          </a:bodyPr>
          <a:lstStyle/>
          <a:p>
            <a:pPr marL="0" lvl="0" indent="0" algn="ctr" rtl="0">
              <a:lnSpc>
                <a:spcPct val="90000"/>
              </a:lnSpc>
              <a:spcBef>
                <a:spcPts val="0"/>
              </a:spcBef>
              <a:spcAft>
                <a:spcPts val="0"/>
              </a:spcAft>
              <a:buSzPts val="3200"/>
              <a:buNone/>
            </a:pPr>
            <a:r>
              <a:rPr lang="en-US" sz="4000" b="1" i="0" u="none" dirty="0">
                <a:solidFill>
                  <a:srgbClr val="FFFFFF"/>
                </a:solidFill>
                <a:latin typeface="Arial"/>
                <a:ea typeface="Arial"/>
                <a:cs typeface="Arial"/>
                <a:sym typeface="Arial"/>
              </a:rPr>
              <a:t>Introduction to </a:t>
            </a:r>
            <a:br>
              <a:rPr lang="en-US" sz="4000" b="1" i="0" u="none" dirty="0">
                <a:solidFill>
                  <a:srgbClr val="FFFFFF"/>
                </a:solidFill>
                <a:latin typeface="Arial"/>
                <a:ea typeface="Arial"/>
                <a:cs typeface="Arial"/>
                <a:sym typeface="Arial"/>
              </a:rPr>
            </a:br>
            <a:r>
              <a:rPr lang="en-US" sz="4000" b="1" i="0" u="none" dirty="0">
                <a:solidFill>
                  <a:srgbClr val="FFFFFF"/>
                </a:solidFill>
                <a:latin typeface="Arial"/>
                <a:ea typeface="Arial"/>
                <a:cs typeface="Arial"/>
                <a:sym typeface="Arial"/>
              </a:rPr>
              <a:t>Statistical Methods</a:t>
            </a:r>
            <a:r>
              <a:rPr lang="en-US" sz="3600" b="1" i="0" u="none" dirty="0">
                <a:solidFill>
                  <a:srgbClr val="FFFFFF"/>
                </a:solidFill>
                <a:latin typeface="Calibri"/>
                <a:ea typeface="Calibri"/>
                <a:cs typeface="Calibri"/>
                <a:sym typeface="Calibri"/>
              </a:rPr>
              <a:t> </a:t>
            </a:r>
            <a:endParaRPr dirty="0"/>
          </a:p>
        </p:txBody>
      </p:sp>
      <p:sp>
        <p:nvSpPr>
          <p:cNvPr id="336" name="Google Shape;336;p56"/>
          <p:cNvSpPr txBox="1">
            <a:spLocks noGrp="1"/>
          </p:cNvSpPr>
          <p:nvPr>
            <p:ph type="body" idx="2"/>
          </p:nvPr>
        </p:nvSpPr>
        <p:spPr>
          <a:xfrm>
            <a:off x="5416550" y="4953000"/>
            <a:ext cx="5034000" cy="914400"/>
          </a:xfrm>
          <a:prstGeom prst="rect">
            <a:avLst/>
          </a:prstGeom>
          <a:noFill/>
          <a:ln>
            <a:noFill/>
          </a:ln>
        </p:spPr>
        <p:txBody>
          <a:bodyPr spcFirstLastPara="1" wrap="square" lIns="68550" tIns="34275" rIns="68550" bIns="34275" anchor="t" anchorCtr="0">
            <a:noAutofit/>
          </a:bodyPr>
          <a:lstStyle/>
          <a:p>
            <a:pPr marL="0" lvl="0" indent="0" algn="ctr" rtl="0">
              <a:lnSpc>
                <a:spcPct val="90000"/>
              </a:lnSpc>
              <a:spcBef>
                <a:spcPts val="0"/>
              </a:spcBef>
              <a:spcAft>
                <a:spcPts val="0"/>
              </a:spcAft>
              <a:buSzPts val="1700"/>
              <a:buNone/>
            </a:pPr>
            <a:r>
              <a:rPr lang="en-US" sz="2400" b="1" i="0" u="none" dirty="0">
                <a:solidFill>
                  <a:schemeClr val="dk1"/>
                </a:solidFill>
                <a:latin typeface="Helvetica Neue"/>
                <a:ea typeface="Helvetica Neue"/>
                <a:cs typeface="Helvetica Neue"/>
                <a:sym typeface="Helvetica Neue"/>
              </a:rPr>
              <a:t>ISM Team</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2147888" y="3486150"/>
            <a:ext cx="7886700" cy="628650"/>
          </a:xfrm>
        </p:spPr>
        <p:txBody>
          <a:bodyPr>
            <a:normAutofit fontScale="77500" lnSpcReduction="20000"/>
          </a:bodyPr>
          <a:lstStyle/>
          <a:p>
            <a:pPr algn="ctr">
              <a:lnSpc>
                <a:spcPct val="100000"/>
              </a:lnSpc>
              <a:spcBef>
                <a:spcPct val="0"/>
              </a:spcBef>
              <a:defRPr/>
            </a:pPr>
            <a:r>
              <a:rPr lang="en-US" sz="2700" b="1" dirty="0">
                <a:solidFill>
                  <a:schemeClr val="tx1"/>
                </a:solidFill>
                <a:latin typeface="Arial" charset="0"/>
                <a:cs typeface="Arial" charset="0"/>
              </a:rPr>
              <a:t>Session 11</a:t>
            </a:r>
          </a:p>
          <a:p>
            <a:pPr algn="ctr">
              <a:lnSpc>
                <a:spcPct val="100000"/>
              </a:lnSpc>
              <a:spcBef>
                <a:spcPct val="0"/>
              </a:spcBef>
              <a:defRPr/>
            </a:pPr>
            <a:r>
              <a:rPr lang="en-US" sz="2700" b="1" dirty="0">
                <a:solidFill>
                  <a:schemeClr val="tx1"/>
                </a:solidFill>
                <a:latin typeface="Arial" charset="0"/>
                <a:cs typeface="Arial" charset="0"/>
              </a:rPr>
              <a:t>(18</a:t>
            </a:r>
            <a:r>
              <a:rPr lang="en-US" sz="2700" b="1" baseline="30000" dirty="0">
                <a:solidFill>
                  <a:schemeClr val="tx1"/>
                </a:solidFill>
                <a:latin typeface="Arial" charset="0"/>
                <a:cs typeface="Arial" charset="0"/>
              </a:rPr>
              <a:t>th</a:t>
            </a:r>
            <a:r>
              <a:rPr lang="en-US" sz="2700" b="1" dirty="0">
                <a:solidFill>
                  <a:schemeClr val="tx1"/>
                </a:solidFill>
                <a:latin typeface="Arial" charset="0"/>
                <a:cs typeface="Arial" charset="0"/>
              </a:rPr>
              <a:t> July 2026)</a:t>
            </a:r>
            <a:endParaRPr lang="en-US" b="1" dirty="0">
              <a:solidFill>
                <a:schemeClr val="tx1"/>
              </a:solidFill>
              <a:latin typeface="+mn-lt"/>
              <a:cs typeface="Arial" charset="0"/>
            </a:endParaRPr>
          </a:p>
          <a:p>
            <a:endParaRPr lang="en-IN" dirty="0"/>
          </a:p>
        </p:txBody>
      </p:sp>
      <p:sp>
        <p:nvSpPr>
          <p:cNvPr id="5" name="Rectangle 4"/>
          <p:cNvSpPr/>
          <p:nvPr/>
        </p:nvSpPr>
        <p:spPr>
          <a:xfrm>
            <a:off x="964733" y="5136556"/>
            <a:ext cx="10913502" cy="523220"/>
          </a:xfrm>
          <a:prstGeom prst="rect">
            <a:avLst/>
          </a:prstGeom>
        </p:spPr>
        <p:txBody>
          <a:bodyPr wrap="square">
            <a:spAutoFit/>
          </a:bodyPr>
          <a:lstStyle/>
          <a:p>
            <a:pPr lvl="0" algn="ctr">
              <a:buClr>
                <a:schemeClr val="dk1"/>
              </a:buClr>
              <a:buSzPts val="2800"/>
            </a:pPr>
            <a:r>
              <a:rPr lang="en-US" sz="2800" b="1" dirty="0">
                <a:solidFill>
                  <a:schemeClr val="dk1"/>
                </a:solidFill>
                <a:latin typeface="Franklin Gothic"/>
                <a:sym typeface="Franklin Gothic"/>
              </a:rPr>
              <a:t>Correlation and Regression</a:t>
            </a:r>
            <a:endParaRPr lang="en-US" sz="2800" b="1" dirty="0"/>
          </a:p>
        </p:txBody>
      </p:sp>
      <p:pic>
        <p:nvPicPr>
          <p:cNvPr id="6" name="Picture 5"/>
          <p:cNvPicPr>
            <a:picLocks noChangeAspect="1"/>
          </p:cNvPicPr>
          <p:nvPr/>
        </p:nvPicPr>
        <p:blipFill>
          <a:blip r:embed="rId2"/>
          <a:stretch>
            <a:fillRect/>
          </a:stretch>
        </p:blipFill>
        <p:spPr>
          <a:xfrm>
            <a:off x="445446" y="3000375"/>
            <a:ext cx="2857500" cy="1600200"/>
          </a:xfrm>
          <a:prstGeom prst="rect">
            <a:avLst/>
          </a:prstGeom>
        </p:spPr>
      </p:pic>
      <p:pic>
        <p:nvPicPr>
          <p:cNvPr id="7" name="Picture 6"/>
          <p:cNvPicPr>
            <a:picLocks noChangeAspect="1"/>
          </p:cNvPicPr>
          <p:nvPr/>
        </p:nvPicPr>
        <p:blipFill>
          <a:blip r:embed="rId3"/>
          <a:stretch>
            <a:fillRect/>
          </a:stretch>
        </p:blipFill>
        <p:spPr>
          <a:xfrm>
            <a:off x="8799937" y="3000375"/>
            <a:ext cx="2859272" cy="1603387"/>
          </a:xfrm>
          <a:prstGeom prst="rect">
            <a:avLst/>
          </a:prstGeom>
        </p:spPr>
      </p:pic>
    </p:spTree>
    <p:extLst>
      <p:ext uri="{BB962C8B-B14F-4D97-AF65-F5344CB8AC3E}">
        <p14:creationId xmlns:p14="http://schemas.microsoft.com/office/powerpoint/2010/main" val="665329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106CE-31EC-4430-B4B8-FA2F9C46A847}"/>
              </a:ext>
            </a:extLst>
          </p:cNvPr>
          <p:cNvSpPr>
            <a:spLocks noGrp="1"/>
          </p:cNvSpPr>
          <p:nvPr>
            <p:ph type="title"/>
          </p:nvPr>
        </p:nvSpPr>
        <p:spPr/>
        <p:txBody>
          <a:bodyPr>
            <a:noAutofit/>
          </a:bodyPr>
          <a:lstStyle/>
          <a:p>
            <a:br>
              <a:rPr lang="en-US" sz="3600" dirty="0">
                <a:latin typeface="+mn-lt"/>
              </a:rPr>
            </a:br>
            <a:r>
              <a:rPr lang="en-US" sz="3600" dirty="0">
                <a:latin typeface="+mn-lt"/>
              </a:rPr>
              <a:t>Example 1</a:t>
            </a:r>
            <a:br>
              <a:rPr lang="en-US" sz="3600" dirty="0">
                <a:latin typeface="+mn-lt"/>
              </a:rPr>
            </a:br>
            <a:endParaRPr lang="en-IN" sz="3600" dirty="0">
              <a:latin typeface="+mn-lt"/>
            </a:endParaRPr>
          </a:p>
        </p:txBody>
      </p:sp>
      <p:sp>
        <p:nvSpPr>
          <p:cNvPr id="3" name="Text Placeholder 2">
            <a:extLst>
              <a:ext uri="{FF2B5EF4-FFF2-40B4-BE49-F238E27FC236}">
                <a16:creationId xmlns:a16="http://schemas.microsoft.com/office/drawing/2014/main" id="{A2260005-A505-40BC-A218-FB6194CEAB3A}"/>
              </a:ext>
            </a:extLst>
          </p:cNvPr>
          <p:cNvSpPr>
            <a:spLocks noGrp="1"/>
          </p:cNvSpPr>
          <p:nvPr>
            <p:ph type="body" sz="quarter" idx="13"/>
          </p:nvPr>
        </p:nvSpPr>
        <p:spPr/>
        <p:txBody>
          <a:bodyPr>
            <a:normAutofit/>
          </a:bodyPr>
          <a:lstStyle/>
          <a:p>
            <a:pPr marL="0" indent="0">
              <a:buNone/>
            </a:pPr>
            <a:r>
              <a:rPr lang="en-IN" sz="2400" dirty="0">
                <a:latin typeface="Calibri" panose="020F0502020204030204" pitchFamily="34" charset="0"/>
                <a:ea typeface="Calibri" panose="020F0502020204030204" pitchFamily="34" charset="0"/>
                <a:cs typeface="Calibri" panose="020F0502020204030204" pitchFamily="34" charset="0"/>
              </a:rPr>
              <a:t>Suppose you define your "getting ready time" as the time (rounded to the nearest minute) from when you get out of bed until you leave your home. You collect the following times over 10 consecutive workdays:</a:t>
            </a:r>
          </a:p>
        </p:txBody>
      </p:sp>
      <p:graphicFrame>
        <p:nvGraphicFramePr>
          <p:cNvPr id="13" name="Table 12">
            <a:extLst>
              <a:ext uri="{FF2B5EF4-FFF2-40B4-BE49-F238E27FC236}">
                <a16:creationId xmlns:a16="http://schemas.microsoft.com/office/drawing/2014/main" id="{BEC9242C-9869-473D-B9DA-8ED6121D587C}"/>
              </a:ext>
            </a:extLst>
          </p:cNvPr>
          <p:cNvGraphicFramePr>
            <a:graphicFrameLocks noGrp="1"/>
          </p:cNvGraphicFramePr>
          <p:nvPr/>
        </p:nvGraphicFramePr>
        <p:xfrm>
          <a:off x="1118159" y="3019513"/>
          <a:ext cx="9282615" cy="1108496"/>
        </p:xfrm>
        <a:graphic>
          <a:graphicData uri="http://schemas.openxmlformats.org/drawingml/2006/table">
            <a:tbl>
              <a:tblPr firstRow="1" bandRow="1">
                <a:tableStyleId>{5C22544A-7EE6-4342-B048-85BDC9FD1C3A}</a:tableStyleId>
              </a:tblPr>
              <a:tblGrid>
                <a:gridCol w="1986607">
                  <a:extLst>
                    <a:ext uri="{9D8B030D-6E8A-4147-A177-3AD203B41FA5}">
                      <a16:colId xmlns:a16="http://schemas.microsoft.com/office/drawing/2014/main" val="2295195401"/>
                    </a:ext>
                  </a:extLst>
                </a:gridCol>
                <a:gridCol w="720181">
                  <a:extLst>
                    <a:ext uri="{9D8B030D-6E8A-4147-A177-3AD203B41FA5}">
                      <a16:colId xmlns:a16="http://schemas.microsoft.com/office/drawing/2014/main" val="2408280749"/>
                    </a:ext>
                  </a:extLst>
                </a:gridCol>
                <a:gridCol w="724683">
                  <a:extLst>
                    <a:ext uri="{9D8B030D-6E8A-4147-A177-3AD203B41FA5}">
                      <a16:colId xmlns:a16="http://schemas.microsoft.com/office/drawing/2014/main" val="3861680707"/>
                    </a:ext>
                  </a:extLst>
                </a:gridCol>
                <a:gridCol w="697843">
                  <a:extLst>
                    <a:ext uri="{9D8B030D-6E8A-4147-A177-3AD203B41FA5}">
                      <a16:colId xmlns:a16="http://schemas.microsoft.com/office/drawing/2014/main" val="2759746080"/>
                    </a:ext>
                  </a:extLst>
                </a:gridCol>
                <a:gridCol w="671003">
                  <a:extLst>
                    <a:ext uri="{9D8B030D-6E8A-4147-A177-3AD203B41FA5}">
                      <a16:colId xmlns:a16="http://schemas.microsoft.com/office/drawing/2014/main" val="3629075748"/>
                    </a:ext>
                  </a:extLst>
                </a:gridCol>
                <a:gridCol w="724684">
                  <a:extLst>
                    <a:ext uri="{9D8B030D-6E8A-4147-A177-3AD203B41FA5}">
                      <a16:colId xmlns:a16="http://schemas.microsoft.com/office/drawing/2014/main" val="3778133911"/>
                    </a:ext>
                  </a:extLst>
                </a:gridCol>
                <a:gridCol w="805203">
                  <a:extLst>
                    <a:ext uri="{9D8B030D-6E8A-4147-A177-3AD203B41FA5}">
                      <a16:colId xmlns:a16="http://schemas.microsoft.com/office/drawing/2014/main" val="2476622935"/>
                    </a:ext>
                  </a:extLst>
                </a:gridCol>
                <a:gridCol w="684423">
                  <a:extLst>
                    <a:ext uri="{9D8B030D-6E8A-4147-A177-3AD203B41FA5}">
                      <a16:colId xmlns:a16="http://schemas.microsoft.com/office/drawing/2014/main" val="54939176"/>
                    </a:ext>
                  </a:extLst>
                </a:gridCol>
                <a:gridCol w="644162">
                  <a:extLst>
                    <a:ext uri="{9D8B030D-6E8A-4147-A177-3AD203B41FA5}">
                      <a16:colId xmlns:a16="http://schemas.microsoft.com/office/drawing/2014/main" val="2218522841"/>
                    </a:ext>
                  </a:extLst>
                </a:gridCol>
                <a:gridCol w="751524">
                  <a:extLst>
                    <a:ext uri="{9D8B030D-6E8A-4147-A177-3AD203B41FA5}">
                      <a16:colId xmlns:a16="http://schemas.microsoft.com/office/drawing/2014/main" val="2161161150"/>
                    </a:ext>
                  </a:extLst>
                </a:gridCol>
                <a:gridCol w="872302">
                  <a:extLst>
                    <a:ext uri="{9D8B030D-6E8A-4147-A177-3AD203B41FA5}">
                      <a16:colId xmlns:a16="http://schemas.microsoft.com/office/drawing/2014/main" val="2624587810"/>
                    </a:ext>
                  </a:extLst>
                </a:gridCol>
              </a:tblGrid>
              <a:tr h="554248">
                <a:tc>
                  <a:txBody>
                    <a:bodyPr/>
                    <a:lstStyle/>
                    <a:p>
                      <a:r>
                        <a:rPr lang="en-US" sz="3100" dirty="0"/>
                        <a:t>Day</a:t>
                      </a:r>
                    </a:p>
                  </a:txBody>
                  <a:tcPr marL="79178" marR="79178" marT="39589" marB="39589"/>
                </a:tc>
                <a:tc>
                  <a:txBody>
                    <a:bodyPr/>
                    <a:lstStyle/>
                    <a:p>
                      <a:r>
                        <a:rPr lang="en-US" sz="3100" dirty="0"/>
                        <a:t>1</a:t>
                      </a:r>
                    </a:p>
                  </a:txBody>
                  <a:tcPr marL="79178" marR="79178" marT="39589" marB="39589"/>
                </a:tc>
                <a:tc>
                  <a:txBody>
                    <a:bodyPr/>
                    <a:lstStyle/>
                    <a:p>
                      <a:r>
                        <a:rPr lang="en-US" sz="3100" dirty="0"/>
                        <a:t>2</a:t>
                      </a:r>
                    </a:p>
                  </a:txBody>
                  <a:tcPr marL="79178" marR="79178" marT="39589" marB="39589"/>
                </a:tc>
                <a:tc>
                  <a:txBody>
                    <a:bodyPr/>
                    <a:lstStyle/>
                    <a:p>
                      <a:r>
                        <a:rPr lang="en-US" sz="3100" dirty="0"/>
                        <a:t>3</a:t>
                      </a:r>
                    </a:p>
                  </a:txBody>
                  <a:tcPr marL="79178" marR="79178" marT="39589" marB="39589"/>
                </a:tc>
                <a:tc>
                  <a:txBody>
                    <a:bodyPr/>
                    <a:lstStyle/>
                    <a:p>
                      <a:r>
                        <a:rPr lang="en-US" sz="3100" dirty="0"/>
                        <a:t>4</a:t>
                      </a:r>
                    </a:p>
                  </a:txBody>
                  <a:tcPr marL="79178" marR="79178" marT="39589" marB="39589"/>
                </a:tc>
                <a:tc>
                  <a:txBody>
                    <a:bodyPr/>
                    <a:lstStyle/>
                    <a:p>
                      <a:r>
                        <a:rPr lang="en-US" sz="3100" dirty="0"/>
                        <a:t>5</a:t>
                      </a:r>
                    </a:p>
                  </a:txBody>
                  <a:tcPr marL="79178" marR="79178" marT="39589" marB="39589"/>
                </a:tc>
                <a:tc>
                  <a:txBody>
                    <a:bodyPr/>
                    <a:lstStyle/>
                    <a:p>
                      <a:r>
                        <a:rPr lang="en-US" sz="3100" dirty="0"/>
                        <a:t>6</a:t>
                      </a:r>
                    </a:p>
                  </a:txBody>
                  <a:tcPr marL="79178" marR="79178" marT="39589" marB="39589"/>
                </a:tc>
                <a:tc>
                  <a:txBody>
                    <a:bodyPr/>
                    <a:lstStyle/>
                    <a:p>
                      <a:r>
                        <a:rPr lang="en-US" sz="3100" dirty="0"/>
                        <a:t>7</a:t>
                      </a:r>
                    </a:p>
                  </a:txBody>
                  <a:tcPr marL="79178" marR="79178" marT="39589" marB="39589"/>
                </a:tc>
                <a:tc>
                  <a:txBody>
                    <a:bodyPr/>
                    <a:lstStyle/>
                    <a:p>
                      <a:r>
                        <a:rPr lang="en-US" sz="3100" dirty="0"/>
                        <a:t>8</a:t>
                      </a:r>
                    </a:p>
                  </a:txBody>
                  <a:tcPr marL="79178" marR="79178" marT="39589" marB="39589"/>
                </a:tc>
                <a:tc>
                  <a:txBody>
                    <a:bodyPr/>
                    <a:lstStyle/>
                    <a:p>
                      <a:r>
                        <a:rPr lang="en-US" sz="3100" dirty="0"/>
                        <a:t>9</a:t>
                      </a:r>
                    </a:p>
                  </a:txBody>
                  <a:tcPr marL="79178" marR="79178" marT="39589" marB="39589"/>
                </a:tc>
                <a:tc>
                  <a:txBody>
                    <a:bodyPr/>
                    <a:lstStyle/>
                    <a:p>
                      <a:r>
                        <a:rPr lang="en-US" sz="3100" dirty="0"/>
                        <a:t>10</a:t>
                      </a:r>
                    </a:p>
                  </a:txBody>
                  <a:tcPr marL="79178" marR="79178" marT="39589" marB="39589"/>
                </a:tc>
                <a:extLst>
                  <a:ext uri="{0D108BD9-81ED-4DB2-BD59-A6C34878D82A}">
                    <a16:rowId xmlns:a16="http://schemas.microsoft.com/office/drawing/2014/main" val="2921505956"/>
                  </a:ext>
                </a:extLst>
              </a:tr>
              <a:tr h="554248">
                <a:tc>
                  <a:txBody>
                    <a:bodyPr/>
                    <a:lstStyle/>
                    <a:p>
                      <a:r>
                        <a:rPr lang="en-US" sz="3100" dirty="0"/>
                        <a:t>Time (min)</a:t>
                      </a:r>
                    </a:p>
                  </a:txBody>
                  <a:tcPr marL="79178" marR="79178" marT="39589" marB="39589"/>
                </a:tc>
                <a:tc>
                  <a:txBody>
                    <a:bodyPr/>
                    <a:lstStyle/>
                    <a:p>
                      <a:r>
                        <a:rPr lang="en-US" sz="3100" dirty="0"/>
                        <a:t>39</a:t>
                      </a:r>
                    </a:p>
                  </a:txBody>
                  <a:tcPr marL="79178" marR="79178" marT="39589" marB="39589"/>
                </a:tc>
                <a:tc>
                  <a:txBody>
                    <a:bodyPr/>
                    <a:lstStyle/>
                    <a:p>
                      <a:r>
                        <a:rPr lang="en-US" sz="3100" dirty="0"/>
                        <a:t>29</a:t>
                      </a:r>
                    </a:p>
                  </a:txBody>
                  <a:tcPr marL="79178" marR="79178" marT="39589" marB="39589"/>
                </a:tc>
                <a:tc>
                  <a:txBody>
                    <a:bodyPr/>
                    <a:lstStyle/>
                    <a:p>
                      <a:r>
                        <a:rPr lang="en-US" sz="3100" dirty="0"/>
                        <a:t>43</a:t>
                      </a:r>
                    </a:p>
                  </a:txBody>
                  <a:tcPr marL="79178" marR="79178" marT="39589" marB="39589"/>
                </a:tc>
                <a:tc>
                  <a:txBody>
                    <a:bodyPr/>
                    <a:lstStyle/>
                    <a:p>
                      <a:r>
                        <a:rPr lang="en-US" sz="3100" dirty="0"/>
                        <a:t>52</a:t>
                      </a:r>
                    </a:p>
                  </a:txBody>
                  <a:tcPr marL="79178" marR="79178" marT="39589" marB="39589"/>
                </a:tc>
                <a:tc>
                  <a:txBody>
                    <a:bodyPr/>
                    <a:lstStyle/>
                    <a:p>
                      <a:r>
                        <a:rPr lang="en-US" sz="3100" dirty="0"/>
                        <a:t>39</a:t>
                      </a:r>
                    </a:p>
                  </a:txBody>
                  <a:tcPr marL="79178" marR="79178" marT="39589" marB="39589"/>
                </a:tc>
                <a:tc>
                  <a:txBody>
                    <a:bodyPr/>
                    <a:lstStyle/>
                    <a:p>
                      <a:r>
                        <a:rPr lang="en-US" sz="3100" dirty="0"/>
                        <a:t>44</a:t>
                      </a:r>
                    </a:p>
                  </a:txBody>
                  <a:tcPr marL="79178" marR="79178" marT="39589" marB="39589"/>
                </a:tc>
                <a:tc>
                  <a:txBody>
                    <a:bodyPr/>
                    <a:lstStyle/>
                    <a:p>
                      <a:r>
                        <a:rPr lang="en-US" sz="3100" dirty="0"/>
                        <a:t>40</a:t>
                      </a:r>
                    </a:p>
                  </a:txBody>
                  <a:tcPr marL="79178" marR="79178" marT="39589" marB="39589"/>
                </a:tc>
                <a:tc>
                  <a:txBody>
                    <a:bodyPr/>
                    <a:lstStyle/>
                    <a:p>
                      <a:r>
                        <a:rPr lang="en-US" sz="3100" dirty="0"/>
                        <a:t>31</a:t>
                      </a:r>
                    </a:p>
                  </a:txBody>
                  <a:tcPr marL="79178" marR="79178" marT="39589" marB="39589"/>
                </a:tc>
                <a:tc>
                  <a:txBody>
                    <a:bodyPr/>
                    <a:lstStyle/>
                    <a:p>
                      <a:r>
                        <a:rPr lang="en-US" sz="3100" dirty="0"/>
                        <a:t>44</a:t>
                      </a:r>
                    </a:p>
                  </a:txBody>
                  <a:tcPr marL="79178" marR="79178" marT="39589" marB="39589"/>
                </a:tc>
                <a:tc>
                  <a:txBody>
                    <a:bodyPr/>
                    <a:lstStyle/>
                    <a:p>
                      <a:r>
                        <a:rPr lang="en-US" sz="3100" dirty="0"/>
                        <a:t>35</a:t>
                      </a:r>
                    </a:p>
                  </a:txBody>
                  <a:tcPr marL="79178" marR="79178" marT="39589" marB="39589"/>
                </a:tc>
                <a:extLst>
                  <a:ext uri="{0D108BD9-81ED-4DB2-BD59-A6C34878D82A}">
                    <a16:rowId xmlns:a16="http://schemas.microsoft.com/office/drawing/2014/main" val="2292161714"/>
                  </a:ext>
                </a:extLst>
              </a:tr>
            </a:tbl>
          </a:graphicData>
        </a:graphic>
      </p:graphicFrame>
      <p:sp>
        <p:nvSpPr>
          <p:cNvPr id="14" name="Text Placeholder 2">
            <a:extLst>
              <a:ext uri="{FF2B5EF4-FFF2-40B4-BE49-F238E27FC236}">
                <a16:creationId xmlns:a16="http://schemas.microsoft.com/office/drawing/2014/main" id="{0DF9EF39-14A1-4AE0-AF48-45FBCB88DE14}"/>
              </a:ext>
            </a:extLst>
          </p:cNvPr>
          <p:cNvSpPr txBox="1">
            <a:spLocks/>
          </p:cNvSpPr>
          <p:nvPr/>
        </p:nvSpPr>
        <p:spPr>
          <a:xfrm>
            <a:off x="1118159" y="4427071"/>
            <a:ext cx="10062031" cy="599450"/>
          </a:xfrm>
          <a:prstGeom prst="rect">
            <a:avLst/>
          </a:prstGeom>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Helvetica Neue" panose="02000503000000020004"/>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Helvetica Neue" panose="02000503000000020004"/>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Helvetica Neue" panose="02000503000000020004"/>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just" defTabSz="1055679">
              <a:spcBef>
                <a:spcPts val="1154"/>
              </a:spcBef>
              <a:buClrTx/>
              <a:buNone/>
            </a:pPr>
            <a:r>
              <a:rPr lang="en-US" sz="3117" b="1" dirty="0">
                <a:solidFill>
                  <a:srgbClr val="FF0000"/>
                </a:solidFill>
                <a:latin typeface="+mn-lt"/>
              </a:rPr>
              <a:t>How do you summarize the above data? </a:t>
            </a:r>
          </a:p>
        </p:txBody>
      </p:sp>
    </p:spTree>
    <p:extLst>
      <p:ext uri="{BB962C8B-B14F-4D97-AF65-F5344CB8AC3E}">
        <p14:creationId xmlns:p14="http://schemas.microsoft.com/office/powerpoint/2010/main" val="224406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26961-50B7-AE38-3F51-1207DB4ECF0C}"/>
            </a:ext>
          </a:extLst>
        </p:cNvPr>
        <p:cNvGrpSpPr/>
        <p:nvPr/>
      </p:nvGrpSpPr>
      <p:grpSpPr>
        <a:xfrm>
          <a:off x="0" y="0"/>
          <a:ext cx="0" cy="0"/>
          <a:chOff x="0" y="0"/>
          <a:chExt cx="0" cy="0"/>
        </a:xfrm>
      </p:grpSpPr>
      <p:sp>
        <p:nvSpPr>
          <p:cNvPr id="2" name="Text Placeholder 2">
            <a:extLst>
              <a:ext uri="{FF2B5EF4-FFF2-40B4-BE49-F238E27FC236}">
                <a16:creationId xmlns:a16="http://schemas.microsoft.com/office/drawing/2014/main" id="{F0694A6E-3227-0A75-B432-C26A143BAC0E}"/>
              </a:ext>
            </a:extLst>
          </p:cNvPr>
          <p:cNvSpPr txBox="1">
            <a:spLocks/>
          </p:cNvSpPr>
          <p:nvPr/>
        </p:nvSpPr>
        <p:spPr>
          <a:xfrm>
            <a:off x="327273" y="1144051"/>
            <a:ext cx="11402357" cy="967554"/>
          </a:xfrm>
          <a:prstGeom prst="rect">
            <a:avLst/>
          </a:prstGeom>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Helvetica Neue" panose="02000503000000020004"/>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Helvetica Neue" panose="02000503000000020004"/>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Helvetica Neue" panose="02000503000000020004"/>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just" defTabSz="1055679">
              <a:spcBef>
                <a:spcPts val="1154"/>
              </a:spcBef>
              <a:buClrTx/>
              <a:buNone/>
            </a:pPr>
            <a:r>
              <a:rPr lang="en-US" sz="2800" dirty="0">
                <a:solidFill>
                  <a:prstClr val="black"/>
                </a:solidFill>
                <a:latin typeface="+mn-lt"/>
              </a:rPr>
              <a:t>The owner of a Showtime movie theatre wishes to predict weekly gross revenue based on advertising expenditures. The sample data are as follows:</a:t>
            </a:r>
          </a:p>
        </p:txBody>
      </p:sp>
      <p:graphicFrame>
        <p:nvGraphicFramePr>
          <p:cNvPr id="3" name="Table 2">
            <a:extLst>
              <a:ext uri="{FF2B5EF4-FFF2-40B4-BE49-F238E27FC236}">
                <a16:creationId xmlns:a16="http://schemas.microsoft.com/office/drawing/2014/main" id="{455F711B-BC24-78B8-FDEC-EC5D4D7C36A3}"/>
              </a:ext>
            </a:extLst>
          </p:cNvPr>
          <p:cNvGraphicFramePr>
            <a:graphicFrameLocks noGrp="1"/>
          </p:cNvGraphicFramePr>
          <p:nvPr>
            <p:extLst>
              <p:ext uri="{D42A27DB-BD31-4B8C-83A1-F6EECF244321}">
                <p14:modId xmlns:p14="http://schemas.microsoft.com/office/powerpoint/2010/main" val="2264024778"/>
              </p:ext>
            </p:extLst>
          </p:nvPr>
        </p:nvGraphicFramePr>
        <p:xfrm>
          <a:off x="447356" y="2625699"/>
          <a:ext cx="11297288" cy="2216992"/>
        </p:xfrm>
        <a:graphic>
          <a:graphicData uri="http://schemas.openxmlformats.org/drawingml/2006/table">
            <a:tbl>
              <a:tblPr firstRow="1" bandRow="1">
                <a:tableStyleId>{5C22544A-7EE6-4342-B048-85BDC9FD1C3A}</a:tableStyleId>
              </a:tblPr>
              <a:tblGrid>
                <a:gridCol w="5465719">
                  <a:extLst>
                    <a:ext uri="{9D8B030D-6E8A-4147-A177-3AD203B41FA5}">
                      <a16:colId xmlns:a16="http://schemas.microsoft.com/office/drawing/2014/main" val="2295195401"/>
                    </a:ext>
                  </a:extLst>
                </a:gridCol>
                <a:gridCol w="740418">
                  <a:extLst>
                    <a:ext uri="{9D8B030D-6E8A-4147-A177-3AD203B41FA5}">
                      <a16:colId xmlns:a16="http://schemas.microsoft.com/office/drawing/2014/main" val="2408280749"/>
                    </a:ext>
                  </a:extLst>
                </a:gridCol>
                <a:gridCol w="745046">
                  <a:extLst>
                    <a:ext uri="{9D8B030D-6E8A-4147-A177-3AD203B41FA5}">
                      <a16:colId xmlns:a16="http://schemas.microsoft.com/office/drawing/2014/main" val="3861680707"/>
                    </a:ext>
                  </a:extLst>
                </a:gridCol>
                <a:gridCol w="717453">
                  <a:extLst>
                    <a:ext uri="{9D8B030D-6E8A-4147-A177-3AD203B41FA5}">
                      <a16:colId xmlns:a16="http://schemas.microsoft.com/office/drawing/2014/main" val="2759746080"/>
                    </a:ext>
                  </a:extLst>
                </a:gridCol>
                <a:gridCol w="689858">
                  <a:extLst>
                    <a:ext uri="{9D8B030D-6E8A-4147-A177-3AD203B41FA5}">
                      <a16:colId xmlns:a16="http://schemas.microsoft.com/office/drawing/2014/main" val="3629075748"/>
                    </a:ext>
                  </a:extLst>
                </a:gridCol>
                <a:gridCol w="745047">
                  <a:extLst>
                    <a:ext uri="{9D8B030D-6E8A-4147-A177-3AD203B41FA5}">
                      <a16:colId xmlns:a16="http://schemas.microsoft.com/office/drawing/2014/main" val="3778133911"/>
                    </a:ext>
                  </a:extLst>
                </a:gridCol>
                <a:gridCol w="827829">
                  <a:extLst>
                    <a:ext uri="{9D8B030D-6E8A-4147-A177-3AD203B41FA5}">
                      <a16:colId xmlns:a16="http://schemas.microsoft.com/office/drawing/2014/main" val="2476622935"/>
                    </a:ext>
                  </a:extLst>
                </a:gridCol>
                <a:gridCol w="703655">
                  <a:extLst>
                    <a:ext uri="{9D8B030D-6E8A-4147-A177-3AD203B41FA5}">
                      <a16:colId xmlns:a16="http://schemas.microsoft.com/office/drawing/2014/main" val="54939176"/>
                    </a:ext>
                  </a:extLst>
                </a:gridCol>
                <a:gridCol w="662263">
                  <a:extLst>
                    <a:ext uri="{9D8B030D-6E8A-4147-A177-3AD203B41FA5}">
                      <a16:colId xmlns:a16="http://schemas.microsoft.com/office/drawing/2014/main" val="2218522841"/>
                    </a:ext>
                  </a:extLst>
                </a:gridCol>
              </a:tblGrid>
              <a:tr h="554248">
                <a:tc>
                  <a:txBody>
                    <a:bodyPr/>
                    <a:lstStyle/>
                    <a:p>
                      <a:r>
                        <a:rPr lang="en-US" sz="2800" dirty="0"/>
                        <a:t>Sl. No</a:t>
                      </a:r>
                    </a:p>
                  </a:txBody>
                  <a:tcPr marL="79178" marR="79178" marT="39589" marB="39589"/>
                </a:tc>
                <a:tc>
                  <a:txBody>
                    <a:bodyPr/>
                    <a:lstStyle/>
                    <a:p>
                      <a:r>
                        <a:rPr lang="en-US" sz="2800" dirty="0"/>
                        <a:t>1</a:t>
                      </a:r>
                    </a:p>
                  </a:txBody>
                  <a:tcPr marL="79178" marR="79178" marT="39589" marB="39589"/>
                </a:tc>
                <a:tc>
                  <a:txBody>
                    <a:bodyPr/>
                    <a:lstStyle/>
                    <a:p>
                      <a:r>
                        <a:rPr lang="en-US" sz="2800" dirty="0"/>
                        <a:t>2</a:t>
                      </a:r>
                    </a:p>
                  </a:txBody>
                  <a:tcPr marL="79178" marR="79178" marT="39589" marB="39589"/>
                </a:tc>
                <a:tc>
                  <a:txBody>
                    <a:bodyPr/>
                    <a:lstStyle/>
                    <a:p>
                      <a:r>
                        <a:rPr lang="en-US" sz="2800" dirty="0"/>
                        <a:t>3</a:t>
                      </a:r>
                    </a:p>
                  </a:txBody>
                  <a:tcPr marL="79178" marR="79178" marT="39589" marB="39589"/>
                </a:tc>
                <a:tc>
                  <a:txBody>
                    <a:bodyPr/>
                    <a:lstStyle/>
                    <a:p>
                      <a:r>
                        <a:rPr lang="en-US" sz="2800" dirty="0"/>
                        <a:t>4</a:t>
                      </a:r>
                    </a:p>
                  </a:txBody>
                  <a:tcPr marL="79178" marR="79178" marT="39589" marB="39589"/>
                </a:tc>
                <a:tc>
                  <a:txBody>
                    <a:bodyPr/>
                    <a:lstStyle/>
                    <a:p>
                      <a:r>
                        <a:rPr lang="en-US" sz="2800" dirty="0"/>
                        <a:t>5</a:t>
                      </a:r>
                    </a:p>
                  </a:txBody>
                  <a:tcPr marL="79178" marR="79178" marT="39589" marB="39589"/>
                </a:tc>
                <a:tc>
                  <a:txBody>
                    <a:bodyPr/>
                    <a:lstStyle/>
                    <a:p>
                      <a:r>
                        <a:rPr lang="en-US" sz="2800" dirty="0"/>
                        <a:t>6</a:t>
                      </a:r>
                    </a:p>
                  </a:txBody>
                  <a:tcPr marL="79178" marR="79178" marT="39589" marB="39589"/>
                </a:tc>
                <a:tc>
                  <a:txBody>
                    <a:bodyPr/>
                    <a:lstStyle/>
                    <a:p>
                      <a:r>
                        <a:rPr lang="en-US" sz="2800" dirty="0"/>
                        <a:t>7</a:t>
                      </a:r>
                    </a:p>
                  </a:txBody>
                  <a:tcPr marL="79178" marR="79178" marT="39589" marB="39589"/>
                </a:tc>
                <a:tc>
                  <a:txBody>
                    <a:bodyPr/>
                    <a:lstStyle/>
                    <a:p>
                      <a:r>
                        <a:rPr lang="en-US" sz="2800" dirty="0"/>
                        <a:t>8</a:t>
                      </a:r>
                    </a:p>
                  </a:txBody>
                  <a:tcPr marL="79178" marR="79178" marT="39589" marB="39589"/>
                </a:tc>
                <a:extLst>
                  <a:ext uri="{0D108BD9-81ED-4DB2-BD59-A6C34878D82A}">
                    <a16:rowId xmlns:a16="http://schemas.microsoft.com/office/drawing/2014/main" val="2921505956"/>
                  </a:ext>
                </a:extLst>
              </a:tr>
              <a:tr h="554248">
                <a:tc>
                  <a:txBody>
                    <a:bodyPr/>
                    <a:lstStyle/>
                    <a:p>
                      <a:r>
                        <a:rPr lang="en-US" sz="2800" dirty="0"/>
                        <a:t>Weekly gross revenue (‘1000s)</a:t>
                      </a:r>
                    </a:p>
                  </a:txBody>
                  <a:tcPr marL="79178" marR="79178" marT="39589" marB="39589"/>
                </a:tc>
                <a:tc>
                  <a:txBody>
                    <a:bodyPr/>
                    <a:lstStyle/>
                    <a:p>
                      <a:r>
                        <a:rPr lang="en-US" sz="2800" dirty="0"/>
                        <a:t>96</a:t>
                      </a:r>
                    </a:p>
                  </a:txBody>
                  <a:tcPr marL="79178" marR="79178" marT="39589" marB="39589"/>
                </a:tc>
                <a:tc>
                  <a:txBody>
                    <a:bodyPr/>
                    <a:lstStyle/>
                    <a:p>
                      <a:r>
                        <a:rPr lang="en-US" sz="2800" dirty="0"/>
                        <a:t>90</a:t>
                      </a:r>
                    </a:p>
                  </a:txBody>
                  <a:tcPr marL="79178" marR="79178" marT="39589" marB="39589"/>
                </a:tc>
                <a:tc>
                  <a:txBody>
                    <a:bodyPr/>
                    <a:lstStyle/>
                    <a:p>
                      <a:r>
                        <a:rPr lang="en-US" sz="2800" dirty="0"/>
                        <a:t>95</a:t>
                      </a:r>
                    </a:p>
                  </a:txBody>
                  <a:tcPr marL="79178" marR="79178" marT="39589" marB="39589"/>
                </a:tc>
                <a:tc>
                  <a:txBody>
                    <a:bodyPr/>
                    <a:lstStyle/>
                    <a:p>
                      <a:r>
                        <a:rPr lang="en-US" sz="2800" dirty="0"/>
                        <a:t>92</a:t>
                      </a:r>
                    </a:p>
                  </a:txBody>
                  <a:tcPr marL="79178" marR="79178" marT="39589" marB="39589"/>
                </a:tc>
                <a:tc>
                  <a:txBody>
                    <a:bodyPr/>
                    <a:lstStyle/>
                    <a:p>
                      <a:r>
                        <a:rPr lang="en-US" sz="2800" dirty="0"/>
                        <a:t>95</a:t>
                      </a:r>
                    </a:p>
                  </a:txBody>
                  <a:tcPr marL="79178" marR="79178" marT="39589" marB="39589"/>
                </a:tc>
                <a:tc>
                  <a:txBody>
                    <a:bodyPr/>
                    <a:lstStyle/>
                    <a:p>
                      <a:r>
                        <a:rPr lang="en-US" sz="2800" dirty="0"/>
                        <a:t>94</a:t>
                      </a:r>
                    </a:p>
                  </a:txBody>
                  <a:tcPr marL="79178" marR="79178" marT="39589" marB="39589"/>
                </a:tc>
                <a:tc>
                  <a:txBody>
                    <a:bodyPr/>
                    <a:lstStyle/>
                    <a:p>
                      <a:r>
                        <a:rPr lang="en-US" sz="2800" dirty="0"/>
                        <a:t>94</a:t>
                      </a:r>
                    </a:p>
                  </a:txBody>
                  <a:tcPr marL="79178" marR="79178" marT="39589" marB="39589"/>
                </a:tc>
                <a:tc>
                  <a:txBody>
                    <a:bodyPr/>
                    <a:lstStyle/>
                    <a:p>
                      <a:r>
                        <a:rPr lang="en-US" sz="2800" dirty="0"/>
                        <a:t>94</a:t>
                      </a:r>
                    </a:p>
                  </a:txBody>
                  <a:tcPr marL="79178" marR="79178" marT="39589" marB="39589"/>
                </a:tc>
                <a:extLst>
                  <a:ext uri="{0D108BD9-81ED-4DB2-BD59-A6C34878D82A}">
                    <a16:rowId xmlns:a16="http://schemas.microsoft.com/office/drawing/2014/main" val="2292161714"/>
                  </a:ext>
                </a:extLst>
              </a:tr>
              <a:tr h="554248">
                <a:tc>
                  <a:txBody>
                    <a:bodyPr/>
                    <a:lstStyle/>
                    <a:p>
                      <a:r>
                        <a:rPr lang="en-US" sz="2800" dirty="0"/>
                        <a:t>Television advertising (‘1000s)</a:t>
                      </a:r>
                    </a:p>
                  </a:txBody>
                  <a:tcPr marL="79178" marR="79178" marT="39589" marB="39589"/>
                </a:tc>
                <a:tc>
                  <a:txBody>
                    <a:bodyPr/>
                    <a:lstStyle/>
                    <a:p>
                      <a:r>
                        <a:rPr lang="en-US" sz="2800" dirty="0"/>
                        <a:t>5.0</a:t>
                      </a:r>
                    </a:p>
                  </a:txBody>
                  <a:tcPr marL="79178" marR="79178" marT="39589" marB="39589"/>
                </a:tc>
                <a:tc>
                  <a:txBody>
                    <a:bodyPr/>
                    <a:lstStyle/>
                    <a:p>
                      <a:r>
                        <a:rPr lang="en-US" sz="2800" dirty="0"/>
                        <a:t>2.0</a:t>
                      </a:r>
                    </a:p>
                  </a:txBody>
                  <a:tcPr marL="79178" marR="79178" marT="39589" marB="39589"/>
                </a:tc>
                <a:tc>
                  <a:txBody>
                    <a:bodyPr/>
                    <a:lstStyle/>
                    <a:p>
                      <a:r>
                        <a:rPr lang="en-US" sz="2800" dirty="0"/>
                        <a:t>4.0</a:t>
                      </a:r>
                    </a:p>
                  </a:txBody>
                  <a:tcPr marL="79178" marR="79178" marT="39589" marB="39589"/>
                </a:tc>
                <a:tc>
                  <a:txBody>
                    <a:bodyPr/>
                    <a:lstStyle/>
                    <a:p>
                      <a:r>
                        <a:rPr lang="en-US" sz="2800" dirty="0"/>
                        <a:t>2.5</a:t>
                      </a:r>
                    </a:p>
                  </a:txBody>
                  <a:tcPr marL="79178" marR="79178" marT="39589" marB="39589"/>
                </a:tc>
                <a:tc>
                  <a:txBody>
                    <a:bodyPr/>
                    <a:lstStyle/>
                    <a:p>
                      <a:r>
                        <a:rPr lang="en-US" sz="2800" dirty="0"/>
                        <a:t>3.0</a:t>
                      </a:r>
                    </a:p>
                  </a:txBody>
                  <a:tcPr marL="79178" marR="79178" marT="39589" marB="39589"/>
                </a:tc>
                <a:tc>
                  <a:txBody>
                    <a:bodyPr/>
                    <a:lstStyle/>
                    <a:p>
                      <a:r>
                        <a:rPr lang="en-US" sz="2800" dirty="0"/>
                        <a:t>3.5</a:t>
                      </a:r>
                    </a:p>
                  </a:txBody>
                  <a:tcPr marL="79178" marR="79178" marT="39589" marB="39589"/>
                </a:tc>
                <a:tc>
                  <a:txBody>
                    <a:bodyPr/>
                    <a:lstStyle/>
                    <a:p>
                      <a:r>
                        <a:rPr lang="en-US" sz="2800" dirty="0"/>
                        <a:t>2.5</a:t>
                      </a:r>
                    </a:p>
                  </a:txBody>
                  <a:tcPr marL="79178" marR="79178" marT="39589" marB="39589"/>
                </a:tc>
                <a:tc>
                  <a:txBody>
                    <a:bodyPr/>
                    <a:lstStyle/>
                    <a:p>
                      <a:r>
                        <a:rPr lang="en-US" sz="2800" dirty="0"/>
                        <a:t>3.0</a:t>
                      </a:r>
                    </a:p>
                  </a:txBody>
                  <a:tcPr marL="79178" marR="79178" marT="39589" marB="39589"/>
                </a:tc>
                <a:extLst>
                  <a:ext uri="{0D108BD9-81ED-4DB2-BD59-A6C34878D82A}">
                    <a16:rowId xmlns:a16="http://schemas.microsoft.com/office/drawing/2014/main" val="1771365303"/>
                  </a:ext>
                </a:extLst>
              </a:tr>
              <a:tr h="554248">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2800" dirty="0"/>
                        <a:t>Newspaper advertising (‘1000s)</a:t>
                      </a:r>
                    </a:p>
                  </a:txBody>
                  <a:tcPr marL="79178" marR="79178" marT="39589" marB="39589"/>
                </a:tc>
                <a:tc>
                  <a:txBody>
                    <a:bodyPr/>
                    <a:lstStyle/>
                    <a:p>
                      <a:r>
                        <a:rPr lang="en-US" sz="2800" dirty="0"/>
                        <a:t>1.5</a:t>
                      </a:r>
                    </a:p>
                  </a:txBody>
                  <a:tcPr marL="79178" marR="79178" marT="39589" marB="39589"/>
                </a:tc>
                <a:tc>
                  <a:txBody>
                    <a:bodyPr/>
                    <a:lstStyle/>
                    <a:p>
                      <a:r>
                        <a:rPr lang="en-US" sz="2800" dirty="0"/>
                        <a:t>2.0</a:t>
                      </a:r>
                    </a:p>
                  </a:txBody>
                  <a:tcPr marL="79178" marR="79178" marT="39589" marB="39589"/>
                </a:tc>
                <a:tc>
                  <a:txBody>
                    <a:bodyPr/>
                    <a:lstStyle/>
                    <a:p>
                      <a:r>
                        <a:rPr lang="en-US" sz="2800" dirty="0"/>
                        <a:t>1.5</a:t>
                      </a:r>
                    </a:p>
                  </a:txBody>
                  <a:tcPr marL="79178" marR="79178" marT="39589" marB="39589"/>
                </a:tc>
                <a:tc>
                  <a:txBody>
                    <a:bodyPr/>
                    <a:lstStyle/>
                    <a:p>
                      <a:r>
                        <a:rPr lang="en-US" sz="2800" dirty="0"/>
                        <a:t>2.5</a:t>
                      </a:r>
                    </a:p>
                  </a:txBody>
                  <a:tcPr marL="79178" marR="79178" marT="39589" marB="39589"/>
                </a:tc>
                <a:tc>
                  <a:txBody>
                    <a:bodyPr/>
                    <a:lstStyle/>
                    <a:p>
                      <a:r>
                        <a:rPr lang="en-US" sz="2800" dirty="0"/>
                        <a:t>3.3</a:t>
                      </a:r>
                    </a:p>
                  </a:txBody>
                  <a:tcPr marL="79178" marR="79178" marT="39589" marB="39589"/>
                </a:tc>
                <a:tc>
                  <a:txBody>
                    <a:bodyPr/>
                    <a:lstStyle/>
                    <a:p>
                      <a:r>
                        <a:rPr lang="en-US" sz="2800" dirty="0"/>
                        <a:t>2.3</a:t>
                      </a:r>
                    </a:p>
                  </a:txBody>
                  <a:tcPr marL="79178" marR="79178" marT="39589" marB="39589"/>
                </a:tc>
                <a:tc>
                  <a:txBody>
                    <a:bodyPr/>
                    <a:lstStyle/>
                    <a:p>
                      <a:r>
                        <a:rPr lang="en-US" sz="2800" dirty="0"/>
                        <a:t>4.2</a:t>
                      </a:r>
                    </a:p>
                  </a:txBody>
                  <a:tcPr marL="79178" marR="79178" marT="39589" marB="39589"/>
                </a:tc>
                <a:tc>
                  <a:txBody>
                    <a:bodyPr/>
                    <a:lstStyle/>
                    <a:p>
                      <a:r>
                        <a:rPr lang="en-US" sz="2800" dirty="0"/>
                        <a:t>2.5</a:t>
                      </a:r>
                    </a:p>
                  </a:txBody>
                  <a:tcPr marL="79178" marR="79178" marT="39589" marB="39589"/>
                </a:tc>
                <a:extLst>
                  <a:ext uri="{0D108BD9-81ED-4DB2-BD59-A6C34878D82A}">
                    <a16:rowId xmlns:a16="http://schemas.microsoft.com/office/drawing/2014/main" val="4026136576"/>
                  </a:ext>
                </a:extLst>
              </a:tr>
            </a:tbl>
          </a:graphicData>
        </a:graphic>
      </p:graphicFrame>
      <p:sp>
        <p:nvSpPr>
          <p:cNvPr id="5" name="Text Placeholder 2">
            <a:extLst>
              <a:ext uri="{FF2B5EF4-FFF2-40B4-BE49-F238E27FC236}">
                <a16:creationId xmlns:a16="http://schemas.microsoft.com/office/drawing/2014/main" id="{98FE2190-AF3F-86FB-E698-0ACEC5EAA492}"/>
              </a:ext>
            </a:extLst>
          </p:cNvPr>
          <p:cNvSpPr txBox="1">
            <a:spLocks/>
          </p:cNvSpPr>
          <p:nvPr/>
        </p:nvSpPr>
        <p:spPr>
          <a:xfrm>
            <a:off x="567440" y="5114500"/>
            <a:ext cx="11162190" cy="1096052"/>
          </a:xfrm>
          <a:prstGeom prst="rect">
            <a:avLst/>
          </a:prstGeom>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Helvetica Neue" panose="02000503000000020004"/>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Helvetica Neue" panose="02000503000000020004"/>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Helvetica Neue" panose="02000503000000020004"/>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just" defTabSz="1055679">
              <a:spcBef>
                <a:spcPts val="1154"/>
              </a:spcBef>
              <a:buClrTx/>
              <a:buNone/>
            </a:pPr>
            <a:r>
              <a:rPr lang="en-US" sz="2800" b="1" dirty="0">
                <a:solidFill>
                  <a:srgbClr val="FF0000"/>
                </a:solidFill>
                <a:latin typeface="+mn-lt"/>
              </a:rPr>
              <a:t>Is summarization of the above data enough? Or do we need to look beyond just </a:t>
            </a:r>
            <a:r>
              <a:rPr lang="en-US" sz="2800" b="1" dirty="0" err="1">
                <a:solidFill>
                  <a:srgbClr val="FF0000"/>
                </a:solidFill>
                <a:latin typeface="+mn-lt"/>
              </a:rPr>
              <a:t>summerization</a:t>
            </a:r>
            <a:r>
              <a:rPr lang="en-US" sz="2800" b="1" dirty="0">
                <a:solidFill>
                  <a:srgbClr val="FF0000"/>
                </a:solidFill>
                <a:latin typeface="+mn-lt"/>
              </a:rPr>
              <a:t>? </a:t>
            </a:r>
          </a:p>
        </p:txBody>
      </p:sp>
      <p:sp>
        <p:nvSpPr>
          <p:cNvPr id="4" name="Text Placeholder 2">
            <a:extLst>
              <a:ext uri="{FF2B5EF4-FFF2-40B4-BE49-F238E27FC236}">
                <a16:creationId xmlns:a16="http://schemas.microsoft.com/office/drawing/2014/main" id="{6244CB34-FFAB-6AD0-C3AD-1F597D99FC33}"/>
              </a:ext>
            </a:extLst>
          </p:cNvPr>
          <p:cNvSpPr txBox="1">
            <a:spLocks/>
          </p:cNvSpPr>
          <p:nvPr/>
        </p:nvSpPr>
        <p:spPr>
          <a:xfrm>
            <a:off x="192175" y="231856"/>
            <a:ext cx="11537455" cy="599450"/>
          </a:xfrm>
          <a:prstGeom prst="rect">
            <a:avLst/>
          </a:prstGeom>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Helvetica Neue" panose="02000503000000020004"/>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Helvetica Neue" panose="02000503000000020004"/>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Helvetica Neue" panose="02000503000000020004"/>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just" defTabSz="1055679">
              <a:spcBef>
                <a:spcPts val="1154"/>
              </a:spcBef>
              <a:buClrTx/>
              <a:buNone/>
            </a:pPr>
            <a:r>
              <a:rPr lang="en-US" sz="3117" b="1" dirty="0">
                <a:solidFill>
                  <a:schemeClr val="bg1"/>
                </a:solidFill>
                <a:latin typeface="+mn-lt"/>
              </a:rPr>
              <a:t>Example 2</a:t>
            </a:r>
          </a:p>
        </p:txBody>
      </p:sp>
    </p:spTree>
    <p:extLst>
      <p:ext uri="{BB962C8B-B14F-4D97-AF65-F5344CB8AC3E}">
        <p14:creationId xmlns:p14="http://schemas.microsoft.com/office/powerpoint/2010/main" val="1543029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C6CF2-BCFE-7D40-DE9F-662E874BF950}"/>
            </a:ext>
          </a:extLst>
        </p:cNvPr>
        <p:cNvGrpSpPr/>
        <p:nvPr/>
      </p:nvGrpSpPr>
      <p:grpSpPr>
        <a:xfrm>
          <a:off x="0" y="0"/>
          <a:ext cx="0" cy="0"/>
          <a:chOff x="0" y="0"/>
          <a:chExt cx="0" cy="0"/>
        </a:xfrm>
      </p:grpSpPr>
      <p:sp>
        <p:nvSpPr>
          <p:cNvPr id="2" name="Text Placeholder 2">
            <a:extLst>
              <a:ext uri="{FF2B5EF4-FFF2-40B4-BE49-F238E27FC236}">
                <a16:creationId xmlns:a16="http://schemas.microsoft.com/office/drawing/2014/main" id="{382BEA91-3662-FE34-954A-8A76B65068BF}"/>
              </a:ext>
            </a:extLst>
          </p:cNvPr>
          <p:cNvSpPr txBox="1">
            <a:spLocks/>
          </p:cNvSpPr>
          <p:nvPr/>
        </p:nvSpPr>
        <p:spPr>
          <a:xfrm>
            <a:off x="507466" y="1144050"/>
            <a:ext cx="11159200" cy="5115988"/>
          </a:xfrm>
          <a:prstGeom prst="rect">
            <a:avLst/>
          </a:prstGeom>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Helvetica Neue" panose="02000503000000020004"/>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Helvetica Neue" panose="02000503000000020004"/>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Helvetica Neue" panose="02000503000000020004"/>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just" defTabSz="1055679">
              <a:lnSpc>
                <a:spcPct val="150000"/>
              </a:lnSpc>
              <a:spcBef>
                <a:spcPts val="1154"/>
              </a:spcBef>
              <a:buClrTx/>
              <a:buNone/>
            </a:pPr>
            <a:r>
              <a:rPr lang="en-US" sz="2800" dirty="0">
                <a:solidFill>
                  <a:prstClr val="black"/>
                </a:solidFill>
                <a:latin typeface="+mn-lt"/>
              </a:rPr>
              <a:t>In example 1, as the data relates to a single variable, only summarization with descriptive statistics is enough. But in example 2, as there are three variables, besides summarization by descriptive statistics, it is also required to find out whether, there is relation between the variables.</a:t>
            </a:r>
          </a:p>
          <a:p>
            <a:pPr marL="0" indent="0" algn="just" defTabSz="1055679">
              <a:lnSpc>
                <a:spcPct val="150000"/>
              </a:lnSpc>
              <a:spcBef>
                <a:spcPts val="1154"/>
              </a:spcBef>
              <a:buClrTx/>
              <a:buNone/>
            </a:pPr>
            <a:r>
              <a:rPr lang="en-US" sz="2800" dirty="0">
                <a:solidFill>
                  <a:prstClr val="black"/>
                </a:solidFill>
                <a:latin typeface="+mn-lt"/>
              </a:rPr>
              <a:t>In summary statistics, one important measure besides mean is variance (or standard deviation)</a:t>
            </a:r>
          </a:p>
        </p:txBody>
      </p:sp>
      <p:sp>
        <p:nvSpPr>
          <p:cNvPr id="3" name="Title 2">
            <a:extLst>
              <a:ext uri="{FF2B5EF4-FFF2-40B4-BE49-F238E27FC236}">
                <a16:creationId xmlns:a16="http://schemas.microsoft.com/office/drawing/2014/main" id="{EAD0096D-E052-4E99-8BF1-25A7743AF12B}"/>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1289676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476604" y="968669"/>
            <a:ext cx="10958109" cy="5130473"/>
          </a:xfrm>
          <a:prstGeom prst="rect">
            <a:avLst/>
          </a:prstGeom>
          <a:noFill/>
          <a:ln w="38100" cmpd="dbl">
            <a:noFill/>
            <a:miter lim="800000"/>
            <a:headEnd/>
            <a:tailEnd/>
          </a:ln>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just" defTabSz="1055679">
              <a:lnSpc>
                <a:spcPct val="150000"/>
              </a:lnSpc>
              <a:spcBef>
                <a:spcPts val="1154"/>
              </a:spcBef>
              <a:buClrTx/>
              <a:buFont typeface="Courier New" panose="02070309020205020404" pitchFamily="49" charset="0"/>
              <a:buChar char="o"/>
            </a:pPr>
            <a:r>
              <a:rPr lang="en-US" sz="2400" dirty="0">
                <a:solidFill>
                  <a:prstClr val="black"/>
                </a:solidFill>
                <a:ea typeface="Helvetica Neue" panose="02000503000000020004" pitchFamily="2" charset="0"/>
                <a:cs typeface="Helvetica Neue" panose="02000503000000020004" pitchFamily="2" charset="0"/>
              </a:rPr>
              <a:t>Likewise, in the pursuit of finding the relation between two or more variables, </a:t>
            </a:r>
            <a:r>
              <a:rPr lang="en-GB" altLang="en-US" sz="2400" dirty="0">
                <a:solidFill>
                  <a:prstClr val="black"/>
                </a:solidFill>
                <a:ea typeface="Helvetica Neue" panose="02000503000000020004" pitchFamily="2" charset="0"/>
                <a:cs typeface="Helvetica Neue" panose="02000503000000020004" pitchFamily="2" charset="0"/>
              </a:rPr>
              <a:t>the statistical technique used for studying the existence and extent of relationship between the variables is through Covariance</a:t>
            </a:r>
          </a:p>
          <a:p>
            <a:pPr marL="0" indent="0" algn="just" defTabSz="1055679">
              <a:lnSpc>
                <a:spcPct val="150000"/>
              </a:lnSpc>
              <a:spcBef>
                <a:spcPts val="1154"/>
              </a:spcBef>
              <a:buClrTx/>
              <a:buNone/>
            </a:pPr>
            <a:endParaRPr lang="en-GB" altLang="en-US" sz="2400" dirty="0">
              <a:solidFill>
                <a:prstClr val="black"/>
              </a:solidFill>
              <a:ea typeface="Helvetica Neue" panose="02000503000000020004" pitchFamily="2" charset="0"/>
              <a:cs typeface="Helvetica Neue" panose="02000503000000020004" pitchFamily="2" charset="0"/>
            </a:endParaRPr>
          </a:p>
          <a:p>
            <a:pPr algn="just" defTabSz="1055679">
              <a:lnSpc>
                <a:spcPct val="150000"/>
              </a:lnSpc>
              <a:spcBef>
                <a:spcPts val="1154"/>
              </a:spcBef>
              <a:buClrTx/>
              <a:buFont typeface="Courier New" panose="02070309020205020404" pitchFamily="49" charset="0"/>
              <a:buChar char="o"/>
            </a:pPr>
            <a:r>
              <a:rPr lang="en-IN" sz="2400" dirty="0"/>
              <a:t>Covariance indicates the direction of the linear relationship between two variables. By direction, we mean whether the variables tend to increase together (positive relationship) or whether one tends to increase as the other decreases (negative relationship).</a:t>
            </a:r>
            <a:endParaRPr lang="en-US" altLang="en-US" sz="2400" dirty="0">
              <a:solidFill>
                <a:prstClr val="black"/>
              </a:solidFill>
              <a:ea typeface="Helvetica Neue" panose="02000503000000020004" pitchFamily="2" charset="0"/>
              <a:cs typeface="Helvetica Neue" panose="02000503000000020004" pitchFamily="2" charset="0"/>
            </a:endParaRPr>
          </a:p>
        </p:txBody>
      </p:sp>
      <p:sp>
        <p:nvSpPr>
          <p:cNvPr id="4" name="Title 2">
            <a:extLst>
              <a:ext uri="{FF2B5EF4-FFF2-40B4-BE49-F238E27FC236}">
                <a16:creationId xmlns:a16="http://schemas.microsoft.com/office/drawing/2014/main" id="{71A40421-3D9A-7588-8DFD-EC1AE2845E11}"/>
              </a:ext>
            </a:extLst>
          </p:cNvPr>
          <p:cNvSpPr txBox="1">
            <a:spLocks/>
          </p:cNvSpPr>
          <p:nvPr/>
        </p:nvSpPr>
        <p:spPr>
          <a:xfrm>
            <a:off x="207376" y="106586"/>
            <a:ext cx="8761323"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altLang="en-US" sz="4156" b="1" dirty="0">
                <a:solidFill>
                  <a:schemeClr val="bg1"/>
                </a:solidFill>
                <a:latin typeface="+mn-lt"/>
                <a:cs typeface="Helvetica" panose="020B0604020202020204" pitchFamily="34" charset="0"/>
              </a:rPr>
              <a:t>Covariance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910F743-87A2-CD57-E6AD-CA495C29142F}"/>
                  </a:ext>
                </a:extLst>
              </p:cNvPr>
              <p:cNvSpPr txBox="1"/>
              <p:nvPr/>
            </p:nvSpPr>
            <p:spPr>
              <a:xfrm>
                <a:off x="2721531" y="2740843"/>
                <a:ext cx="5459571" cy="479683"/>
              </a:xfrm>
              <a:prstGeom prst="rect">
                <a:avLst/>
              </a:prstGeom>
              <a:noFill/>
            </p:spPr>
            <p:txBody>
              <a:bodyPr wrap="none" lIns="0" tIns="0" rIns="0" bIns="0" rtlCol="0">
                <a:spAutoFit/>
              </a:bodyPr>
              <a:lstStyle/>
              <a:p>
                <a:pPr defTabSz="837718">
                  <a:buClrTx/>
                </a:pPr>
                <a14:m>
                  <m:oMath xmlns:m="http://schemas.openxmlformats.org/officeDocument/2006/math">
                    <m:r>
                      <a:rPr lang="en-US" sz="3117" i="1" kern="1200" smtClean="0">
                        <a:solidFill>
                          <a:prstClr val="black"/>
                        </a:solidFill>
                        <a:latin typeface="Cambria Math" panose="02040503050406030204" pitchFamily="18" charset="0"/>
                        <a:ea typeface="+mn-ea"/>
                        <a:cs typeface="+mn-cs"/>
                      </a:rPr>
                      <m:t>𝐶𝑜𝑣</m:t>
                    </m:r>
                    <m:r>
                      <a:rPr lang="en-US" sz="3117" i="1" kern="1200" smtClean="0">
                        <a:solidFill>
                          <a:prstClr val="black"/>
                        </a:solidFill>
                        <a:latin typeface="Cambria Math" panose="02040503050406030204" pitchFamily="18" charset="0"/>
                        <a:ea typeface="+mn-ea"/>
                        <a:cs typeface="+mn-cs"/>
                      </a:rPr>
                      <m:t> </m:t>
                    </m:r>
                    <m:d>
                      <m:dPr>
                        <m:ctrlPr>
                          <a:rPr lang="en-US" sz="3117" i="1" kern="1200">
                            <a:solidFill>
                              <a:prstClr val="black"/>
                            </a:solidFill>
                            <a:latin typeface="Cambria Math" panose="02040503050406030204" pitchFamily="18" charset="0"/>
                            <a:ea typeface="+mn-ea"/>
                            <a:cs typeface="+mn-cs"/>
                          </a:rPr>
                        </m:ctrlPr>
                      </m:dPr>
                      <m:e>
                        <m:r>
                          <a:rPr lang="en-US" sz="3117" i="1" kern="1200">
                            <a:solidFill>
                              <a:prstClr val="black"/>
                            </a:solidFill>
                            <a:latin typeface="Cambria Math" panose="02040503050406030204" pitchFamily="18" charset="0"/>
                            <a:ea typeface="+mn-ea"/>
                            <a:cs typeface="+mn-cs"/>
                          </a:rPr>
                          <m:t>𝑋</m:t>
                        </m:r>
                        <m:r>
                          <a:rPr lang="en-US" sz="3117" i="1" kern="1200">
                            <a:solidFill>
                              <a:prstClr val="black"/>
                            </a:solidFill>
                            <a:latin typeface="Cambria Math" panose="02040503050406030204" pitchFamily="18" charset="0"/>
                            <a:ea typeface="+mn-ea"/>
                            <a:cs typeface="+mn-cs"/>
                          </a:rPr>
                          <m:t>, </m:t>
                        </m:r>
                        <m:r>
                          <a:rPr lang="en-US" sz="3117" i="1" kern="1200">
                            <a:solidFill>
                              <a:prstClr val="black"/>
                            </a:solidFill>
                            <a:latin typeface="Cambria Math" panose="02040503050406030204" pitchFamily="18" charset="0"/>
                            <a:ea typeface="+mn-ea"/>
                            <a:cs typeface="+mn-cs"/>
                          </a:rPr>
                          <m:t>𝑌</m:t>
                        </m:r>
                      </m:e>
                    </m:d>
                    <m:r>
                      <a:rPr lang="en-US" sz="3117" i="1" kern="1200">
                        <a:solidFill>
                          <a:prstClr val="black"/>
                        </a:solidFill>
                        <a:latin typeface="Cambria Math" panose="02040503050406030204" pitchFamily="18" charset="0"/>
                        <a:ea typeface="+mn-ea"/>
                        <a:cs typeface="+mn-cs"/>
                      </a:rPr>
                      <m:t>=</m:t>
                    </m:r>
                    <m:r>
                      <a:rPr lang="en-US" sz="3117" i="1" kern="1200">
                        <a:solidFill>
                          <a:prstClr val="black"/>
                        </a:solidFill>
                        <a:latin typeface="Cambria Math" panose="02040503050406030204" pitchFamily="18" charset="0"/>
                        <a:ea typeface="+mn-ea"/>
                        <a:cs typeface="+mn-cs"/>
                      </a:rPr>
                      <m:t>𝐸</m:t>
                    </m:r>
                    <m:r>
                      <a:rPr lang="en-IN" sz="3117" b="0" i="1" kern="1200" smtClean="0">
                        <a:solidFill>
                          <a:prstClr val="black"/>
                        </a:solidFill>
                        <a:latin typeface="Cambria Math" panose="02040503050406030204" pitchFamily="18" charset="0"/>
                        <a:ea typeface="+mn-ea"/>
                        <a:cs typeface="+mn-cs"/>
                      </a:rPr>
                      <m:t>(</m:t>
                    </m:r>
                    <m:d>
                      <m:dPr>
                        <m:ctrlPr>
                          <a:rPr lang="en-US" sz="3117" i="1" kern="1200">
                            <a:solidFill>
                              <a:prstClr val="black"/>
                            </a:solidFill>
                            <a:latin typeface="Cambria Math" panose="02040503050406030204" pitchFamily="18" charset="0"/>
                            <a:ea typeface="+mn-ea"/>
                            <a:cs typeface="+mn-cs"/>
                          </a:rPr>
                        </m:ctrlPr>
                      </m:dPr>
                      <m:e>
                        <m:r>
                          <a:rPr lang="en-US" sz="3117" i="1" kern="1200">
                            <a:solidFill>
                              <a:prstClr val="black"/>
                            </a:solidFill>
                            <a:latin typeface="Cambria Math" panose="02040503050406030204" pitchFamily="18" charset="0"/>
                            <a:ea typeface="+mn-ea"/>
                            <a:cs typeface="+mn-cs"/>
                          </a:rPr>
                          <m:t>𝑋</m:t>
                        </m:r>
                        <m:r>
                          <a:rPr lang="en-US" sz="3117" i="1" kern="1200">
                            <a:solidFill>
                              <a:prstClr val="black"/>
                            </a:solidFill>
                            <a:latin typeface="Cambria Math" panose="02040503050406030204" pitchFamily="18" charset="0"/>
                            <a:ea typeface="+mn-ea"/>
                            <a:cs typeface="+mn-cs"/>
                          </a:rPr>
                          <m:t>−</m:t>
                        </m:r>
                        <m:acc>
                          <m:accPr>
                            <m:chr m:val="̅"/>
                            <m:ctrlPr>
                              <a:rPr lang="en-US" sz="3117" i="1" kern="1200">
                                <a:solidFill>
                                  <a:prstClr val="black"/>
                                </a:solidFill>
                                <a:latin typeface="Cambria Math" panose="02040503050406030204" pitchFamily="18" charset="0"/>
                                <a:ea typeface="+mn-ea"/>
                                <a:cs typeface="+mn-cs"/>
                              </a:rPr>
                            </m:ctrlPr>
                          </m:accPr>
                          <m:e>
                            <m:r>
                              <a:rPr lang="en-US" sz="3117" i="1" kern="1200">
                                <a:solidFill>
                                  <a:prstClr val="black"/>
                                </a:solidFill>
                                <a:latin typeface="Cambria Math" panose="02040503050406030204" pitchFamily="18" charset="0"/>
                                <a:ea typeface="+mn-ea"/>
                                <a:cs typeface="+mn-cs"/>
                              </a:rPr>
                              <m:t>𝑋</m:t>
                            </m:r>
                          </m:e>
                        </m:acc>
                      </m:e>
                    </m:d>
                    <m:d>
                      <m:dPr>
                        <m:ctrlPr>
                          <a:rPr lang="en-US" sz="3117" i="1" kern="1200">
                            <a:solidFill>
                              <a:prstClr val="black"/>
                            </a:solidFill>
                            <a:latin typeface="Cambria Math" panose="02040503050406030204" pitchFamily="18" charset="0"/>
                            <a:ea typeface="+mn-ea"/>
                            <a:cs typeface="+mn-cs"/>
                          </a:rPr>
                        </m:ctrlPr>
                      </m:dPr>
                      <m:e>
                        <m:r>
                          <a:rPr lang="en-US" sz="3117" i="1" kern="1200">
                            <a:solidFill>
                              <a:prstClr val="black"/>
                            </a:solidFill>
                            <a:latin typeface="Cambria Math" panose="02040503050406030204" pitchFamily="18" charset="0"/>
                            <a:ea typeface="+mn-ea"/>
                            <a:cs typeface="+mn-cs"/>
                          </a:rPr>
                          <m:t>𝑌</m:t>
                        </m:r>
                        <m:r>
                          <a:rPr lang="en-US" sz="3117" i="1" kern="1200">
                            <a:solidFill>
                              <a:prstClr val="black"/>
                            </a:solidFill>
                            <a:latin typeface="Cambria Math" panose="02040503050406030204" pitchFamily="18" charset="0"/>
                            <a:ea typeface="+mn-ea"/>
                            <a:cs typeface="+mn-cs"/>
                          </a:rPr>
                          <m:t>−</m:t>
                        </m:r>
                        <m:acc>
                          <m:accPr>
                            <m:chr m:val="̅"/>
                            <m:ctrlPr>
                              <a:rPr lang="en-US" sz="3117" i="1" kern="1200">
                                <a:solidFill>
                                  <a:prstClr val="black"/>
                                </a:solidFill>
                                <a:latin typeface="Cambria Math" panose="02040503050406030204" pitchFamily="18" charset="0"/>
                                <a:ea typeface="+mn-ea"/>
                                <a:cs typeface="+mn-cs"/>
                              </a:rPr>
                            </m:ctrlPr>
                          </m:accPr>
                          <m:e>
                            <m:r>
                              <a:rPr lang="en-US" sz="3117" i="1" kern="1200">
                                <a:solidFill>
                                  <a:prstClr val="black"/>
                                </a:solidFill>
                                <a:latin typeface="Cambria Math" panose="02040503050406030204" pitchFamily="18" charset="0"/>
                                <a:ea typeface="+mn-ea"/>
                                <a:cs typeface="+mn-cs"/>
                              </a:rPr>
                              <m:t>𝑌</m:t>
                            </m:r>
                          </m:e>
                        </m:acc>
                      </m:e>
                    </m:d>
                  </m:oMath>
                </a14:m>
                <a:r>
                  <a:rPr lang="en-US" sz="3117" kern="1200" dirty="0">
                    <a:solidFill>
                      <a:prstClr val="black"/>
                    </a:solidFill>
                    <a:latin typeface="Calibri"/>
                    <a:ea typeface="+mn-ea"/>
                    <a:cs typeface="+mn-cs"/>
                  </a:rPr>
                  <a:t>)</a:t>
                </a:r>
              </a:p>
            </p:txBody>
          </p:sp>
        </mc:Choice>
        <mc:Fallback xmlns="">
          <p:sp>
            <p:nvSpPr>
              <p:cNvPr id="2" name="TextBox 1">
                <a:extLst>
                  <a:ext uri="{FF2B5EF4-FFF2-40B4-BE49-F238E27FC236}">
                    <a16:creationId xmlns:a16="http://schemas.microsoft.com/office/drawing/2014/main" id="{B910F743-87A2-CD57-E6AD-CA495C29142F}"/>
                  </a:ext>
                </a:extLst>
              </p:cNvPr>
              <p:cNvSpPr txBox="1">
                <a:spLocks noRot="1" noChangeAspect="1" noMove="1" noResize="1" noEditPoints="1" noAdjustHandles="1" noChangeArrowheads="1" noChangeShapeType="1" noTextEdit="1"/>
              </p:cNvSpPr>
              <p:nvPr/>
            </p:nvSpPr>
            <p:spPr>
              <a:xfrm>
                <a:off x="2721531" y="2740843"/>
                <a:ext cx="5459571" cy="479683"/>
              </a:xfrm>
              <a:prstGeom prst="rect">
                <a:avLst/>
              </a:prstGeom>
              <a:blipFill>
                <a:blip r:embed="rId2"/>
                <a:stretch>
                  <a:fillRect t="-25641" r="-4018" b="-50000"/>
                </a:stretch>
              </a:blipFill>
            </p:spPr>
            <p:txBody>
              <a:bodyPr/>
              <a:lstStyle/>
              <a:p>
                <a:r>
                  <a:rPr lang="en-IN">
                    <a:noFill/>
                  </a:rPr>
                  <a:t> </a:t>
                </a:r>
              </a:p>
            </p:txBody>
          </p:sp>
        </mc:Fallback>
      </mc:AlternateContent>
    </p:spTree>
    <p:extLst>
      <p:ext uri="{BB962C8B-B14F-4D97-AF65-F5344CB8AC3E}">
        <p14:creationId xmlns:p14="http://schemas.microsoft.com/office/powerpoint/2010/main" val="1310483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randombar(vertical)">
                                      <p:cBhvr>
                                        <p:cTn id="13" dur="50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5" fill="hold" grpId="0" nodeType="click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randombar(vertical)">
                                      <p:cBhvr>
                                        <p:cTn id="18"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utoUpdateAnimBg="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476604" y="1119221"/>
            <a:ext cx="11206782" cy="5291006"/>
          </a:xfrm>
          <a:prstGeom prst="rect">
            <a:avLst/>
          </a:prstGeom>
          <a:noFill/>
          <a:ln w="38100" cmpd="dbl">
            <a:noFill/>
            <a:miter lim="800000"/>
            <a:headEnd/>
            <a:tailEnd/>
          </a:ln>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nSpc>
                <a:spcPct val="100000"/>
              </a:lnSpc>
              <a:buFont typeface="Courier New" panose="02070309020205020404" pitchFamily="49" charset="0"/>
              <a:buChar char="o"/>
            </a:pPr>
            <a:r>
              <a:rPr lang="en-IN" sz="2400" dirty="0"/>
              <a:t>The value of covariance can be any real number, ranging from negative infinity to positive infinity. It is also important to note that covariance measures only how two variables vary together; it does not measure the degree of dependence or the strength of the relationship between them.</a:t>
            </a:r>
          </a:p>
          <a:p>
            <a:pPr marL="0" indent="0">
              <a:lnSpc>
                <a:spcPct val="100000"/>
              </a:lnSpc>
              <a:buNone/>
            </a:pPr>
            <a:endParaRPr lang="en-IN" sz="2400" dirty="0"/>
          </a:p>
          <a:p>
            <a:pPr>
              <a:lnSpc>
                <a:spcPct val="100000"/>
              </a:lnSpc>
              <a:buFont typeface="Courier New" panose="02070309020205020404" pitchFamily="49" charset="0"/>
              <a:buChar char="o"/>
            </a:pPr>
            <a:r>
              <a:rPr lang="en-IN" sz="2400" dirty="0"/>
              <a:t>The upper and lower limits of covariance depend on the variances of the variables involved. These variances, in turn, depend on the scales of the variables. Even a change in the units of measurement can alter the covariance. Therefore, covariance is useful for determining only the direction of the linear relationship between two variables, not its strength or magnitude.</a:t>
            </a:r>
          </a:p>
          <a:p>
            <a:pPr marL="0" indent="0" algn="just" defTabSz="1055679">
              <a:lnSpc>
                <a:spcPct val="150000"/>
              </a:lnSpc>
              <a:spcBef>
                <a:spcPts val="1154"/>
              </a:spcBef>
              <a:buClrTx/>
              <a:buNone/>
            </a:pPr>
            <a:endParaRPr lang="en-US" altLang="en-US" sz="2400" b="1" dirty="0">
              <a:solidFill>
                <a:srgbClr val="FF0000"/>
              </a:solidFill>
              <a:ea typeface="Verdana" panose="020B0604030504040204" pitchFamily="34" charset="0"/>
              <a:cs typeface="Verdana" pitchFamily="34" charset="0"/>
            </a:endParaRPr>
          </a:p>
        </p:txBody>
      </p:sp>
      <p:sp>
        <p:nvSpPr>
          <p:cNvPr id="2" name="Title 2">
            <a:extLst>
              <a:ext uri="{FF2B5EF4-FFF2-40B4-BE49-F238E27FC236}">
                <a16:creationId xmlns:a16="http://schemas.microsoft.com/office/drawing/2014/main" id="{75788BFF-101C-61F4-25CB-4BEB3CFEF2DE}"/>
              </a:ext>
            </a:extLst>
          </p:cNvPr>
          <p:cNvSpPr txBox="1">
            <a:spLocks/>
          </p:cNvSpPr>
          <p:nvPr/>
        </p:nvSpPr>
        <p:spPr>
          <a:xfrm>
            <a:off x="207376" y="106586"/>
            <a:ext cx="8761323"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altLang="en-US" sz="4156" b="1" dirty="0">
                <a:solidFill>
                  <a:schemeClr val="bg1"/>
                </a:solidFill>
                <a:latin typeface="+mn-lt"/>
                <a:cs typeface="Helvetica" panose="020B0604020202020204" pitchFamily="34" charset="0"/>
              </a:rPr>
              <a:t>Covariance</a:t>
            </a:r>
          </a:p>
        </p:txBody>
      </p:sp>
    </p:spTree>
    <p:extLst>
      <p:ext uri="{BB962C8B-B14F-4D97-AF65-F5344CB8AC3E}">
        <p14:creationId xmlns:p14="http://schemas.microsoft.com/office/powerpoint/2010/main" val="84012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476604" y="1138372"/>
            <a:ext cx="11206782" cy="897818"/>
          </a:xfrm>
          <a:prstGeom prst="rect">
            <a:avLst/>
          </a:prstGeom>
          <a:noFill/>
          <a:ln w="38100" cmpd="dbl">
            <a:noFill/>
            <a:miter lim="800000"/>
            <a:headEnd/>
            <a:tailEnd/>
          </a:ln>
        </p:spPr>
        <p:txBody>
          <a:bodyPr>
            <a:norm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defTabSz="1055679">
              <a:lnSpc>
                <a:spcPct val="150000"/>
              </a:lnSpc>
              <a:spcBef>
                <a:spcPts val="1154"/>
              </a:spcBef>
              <a:buClrTx/>
              <a:buFont typeface="Courier New" panose="02070309020205020404" pitchFamily="49" charset="0"/>
              <a:buChar char="o"/>
            </a:pPr>
            <a:r>
              <a:rPr lang="en-GB" altLang="en-US" sz="2400" dirty="0">
                <a:solidFill>
                  <a:prstClr val="black"/>
                </a:solidFill>
                <a:ea typeface="Verdana" pitchFamily="34" charset="0"/>
                <a:cs typeface="Verdana" pitchFamily="34" charset="0"/>
              </a:rPr>
              <a:t>If X</a:t>
            </a:r>
            <a:r>
              <a:rPr lang="en-GB" altLang="en-US" sz="2400" baseline="-25000" dirty="0">
                <a:solidFill>
                  <a:prstClr val="black"/>
                </a:solidFill>
                <a:ea typeface="Verdana" pitchFamily="34" charset="0"/>
                <a:cs typeface="Verdana" pitchFamily="34" charset="0"/>
              </a:rPr>
              <a:t>1</a:t>
            </a:r>
            <a:r>
              <a:rPr lang="en-GB" altLang="en-US" sz="2400" dirty="0">
                <a:solidFill>
                  <a:prstClr val="black"/>
                </a:solidFill>
                <a:ea typeface="Verdana" pitchFamily="34" charset="0"/>
                <a:cs typeface="Verdana" pitchFamily="34" charset="0"/>
              </a:rPr>
              <a:t> and X</a:t>
            </a:r>
            <a:r>
              <a:rPr lang="en-GB" altLang="en-US" sz="2400" baseline="-25000" dirty="0">
                <a:solidFill>
                  <a:prstClr val="black"/>
                </a:solidFill>
                <a:ea typeface="Verdana" pitchFamily="34" charset="0"/>
                <a:cs typeface="Verdana" pitchFamily="34" charset="0"/>
              </a:rPr>
              <a:t>2</a:t>
            </a:r>
            <a:r>
              <a:rPr lang="en-GB" altLang="en-US" sz="2400" dirty="0">
                <a:solidFill>
                  <a:prstClr val="black"/>
                </a:solidFill>
                <a:ea typeface="Verdana" pitchFamily="34" charset="0"/>
                <a:cs typeface="Verdana" pitchFamily="34" charset="0"/>
              </a:rPr>
              <a:t> are two variables, the covariance between X</a:t>
            </a:r>
            <a:r>
              <a:rPr lang="en-GB" altLang="en-US" sz="2400" baseline="-25000" dirty="0">
                <a:solidFill>
                  <a:prstClr val="black"/>
                </a:solidFill>
                <a:ea typeface="Verdana" pitchFamily="34" charset="0"/>
                <a:cs typeface="Verdana" pitchFamily="34" charset="0"/>
              </a:rPr>
              <a:t>1</a:t>
            </a:r>
            <a:r>
              <a:rPr lang="en-GB" altLang="en-US" sz="2400" dirty="0">
                <a:solidFill>
                  <a:prstClr val="black"/>
                </a:solidFill>
                <a:ea typeface="Verdana" pitchFamily="34" charset="0"/>
                <a:cs typeface="Verdana" pitchFamily="34" charset="0"/>
              </a:rPr>
              <a:t> and X</a:t>
            </a:r>
            <a:r>
              <a:rPr lang="en-GB" altLang="en-US" sz="2400" baseline="-25000" dirty="0">
                <a:solidFill>
                  <a:prstClr val="black"/>
                </a:solidFill>
                <a:ea typeface="Verdana" pitchFamily="34" charset="0"/>
                <a:cs typeface="Verdana" pitchFamily="34" charset="0"/>
              </a:rPr>
              <a:t>2</a:t>
            </a:r>
            <a:r>
              <a:rPr lang="en-GB" altLang="en-US" sz="2400" dirty="0">
                <a:solidFill>
                  <a:prstClr val="black"/>
                </a:solidFill>
                <a:ea typeface="Verdana" pitchFamily="34" charset="0"/>
                <a:cs typeface="Verdana" pitchFamily="34" charset="0"/>
              </a:rPr>
              <a:t> is defined as</a:t>
            </a:r>
            <a:endParaRPr lang="en-US" altLang="en-US" sz="2400" dirty="0">
              <a:solidFill>
                <a:prstClr val="black"/>
              </a:solidFill>
              <a:ea typeface="Verdana" pitchFamily="34" charset="0"/>
              <a:cs typeface="Verdana" pitchFamily="34" charset="0"/>
            </a:endParaRPr>
          </a:p>
        </p:txBody>
      </p:sp>
      <mc:AlternateContent xmlns:mc="http://schemas.openxmlformats.org/markup-compatibility/2006" xmlns:a14="http://schemas.microsoft.com/office/drawing/2010/main">
        <mc:Choice Requires="a14">
          <p:sp>
            <p:nvSpPr>
              <p:cNvPr id="8" name="Object 7"/>
              <p:cNvSpPr txBox="1"/>
              <p:nvPr/>
            </p:nvSpPr>
            <p:spPr bwMode="auto">
              <a:xfrm>
                <a:off x="1428751" y="1944688"/>
                <a:ext cx="8590320" cy="632347"/>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m:rPr>
                          <m:nor/>
                        </m:rPr>
                        <a:rPr lang="en-IN" sz="2800" i="0" smtClean="0">
                          <a:solidFill>
                            <a:srgbClr val="000000"/>
                          </a:solidFill>
                          <a:latin typeface="Cambria Math" panose="02040503050406030204" pitchFamily="18" charset="0"/>
                        </a:rPr>
                        <m:t>Cov</m:t>
                      </m:r>
                      <m:r>
                        <a:rPr lang="en-IN" sz="2800" i="1">
                          <a:solidFill>
                            <a:srgbClr val="000000"/>
                          </a:solidFill>
                          <a:latin typeface="Cambria Math" panose="02040503050406030204" pitchFamily="18" charset="0"/>
                        </a:rPr>
                        <m:t>(</m:t>
                      </m:r>
                      <m:sSub>
                        <m:sSubPr>
                          <m:ctrlPr>
                            <a:rPr lang="en-IN" sz="2800" i="1">
                              <a:solidFill>
                                <a:srgbClr val="000000"/>
                              </a:solidFill>
                              <a:latin typeface="Cambria Math" panose="02040503050406030204" pitchFamily="18" charset="0"/>
                            </a:rPr>
                          </m:ctrlPr>
                        </m:sSubPr>
                        <m:e>
                          <m:r>
                            <m:rPr>
                              <m:sty m:val="p"/>
                            </m:rPr>
                            <a:rPr lang="en-IN" sz="2800" i="0">
                              <a:solidFill>
                                <a:srgbClr val="000000"/>
                              </a:solidFill>
                              <a:latin typeface="Cambria Math" panose="02040503050406030204" pitchFamily="18" charset="0"/>
                            </a:rPr>
                            <m:t>X</m:t>
                          </m:r>
                        </m:e>
                        <m:sub>
                          <m:r>
                            <a:rPr lang="en-IN" sz="2800" i="0">
                              <a:solidFill>
                                <a:srgbClr val="000000"/>
                              </a:solidFill>
                              <a:latin typeface="Cambria Math" panose="02040503050406030204" pitchFamily="18" charset="0"/>
                            </a:rPr>
                            <m:t>1</m:t>
                          </m:r>
                        </m:sub>
                      </m:sSub>
                      <m:r>
                        <m:rPr>
                          <m:nor/>
                        </m:rPr>
                        <a:rPr lang="en-IN" sz="2800" i="0">
                          <a:solidFill>
                            <a:srgbClr val="000000"/>
                          </a:solidFill>
                          <a:latin typeface="Cambria Math" panose="02040503050406030204" pitchFamily="18" charset="0"/>
                        </a:rPr>
                        <m:t>, </m:t>
                      </m:r>
                      <m:sSub>
                        <m:sSubPr>
                          <m:ctrlPr>
                            <a:rPr lang="en-IN" sz="2800" i="1">
                              <a:solidFill>
                                <a:srgbClr val="000000"/>
                              </a:solidFill>
                              <a:latin typeface="Cambria Math" panose="02040503050406030204" pitchFamily="18" charset="0"/>
                            </a:rPr>
                          </m:ctrlPr>
                        </m:sSubPr>
                        <m:e>
                          <m:r>
                            <m:rPr>
                              <m:nor/>
                            </m:rPr>
                            <a:rPr lang="en-IN" sz="2800" i="0">
                              <a:solidFill>
                                <a:srgbClr val="000000"/>
                              </a:solidFill>
                              <a:latin typeface="Cambria Math" panose="02040503050406030204" pitchFamily="18" charset="0"/>
                            </a:rPr>
                            <m:t>X</m:t>
                          </m:r>
                        </m:e>
                        <m:sub>
                          <m:r>
                            <a:rPr lang="en-IN" sz="2800" i="0">
                              <a:solidFill>
                                <a:srgbClr val="000000"/>
                              </a:solidFill>
                              <a:latin typeface="Cambria Math" panose="02040503050406030204" pitchFamily="18" charset="0"/>
                            </a:rPr>
                            <m:t>2</m:t>
                          </m:r>
                        </m:sub>
                      </m:sSub>
                      <m:r>
                        <a:rPr lang="en-IN" sz="2800" i="1">
                          <a:solidFill>
                            <a:srgbClr val="000000"/>
                          </a:solidFill>
                          <a:latin typeface="Cambria Math" panose="02040503050406030204" pitchFamily="18" charset="0"/>
                        </a:rPr>
                        <m:t>)=</m:t>
                      </m:r>
                      <m:f>
                        <m:fPr>
                          <m:ctrlPr>
                            <a:rPr lang="en-IN" sz="2800" i="1">
                              <a:solidFill>
                                <a:srgbClr val="000000"/>
                              </a:solidFill>
                              <a:latin typeface="Cambria Math" panose="02040503050406030204" pitchFamily="18" charset="0"/>
                            </a:rPr>
                          </m:ctrlPr>
                        </m:fPr>
                        <m:num>
                          <m:nary>
                            <m:naryPr>
                              <m:chr m:val="∑"/>
                              <m:ctrlPr>
                                <a:rPr lang="en-IN" sz="2800" i="1">
                                  <a:solidFill>
                                    <a:srgbClr val="000000"/>
                                  </a:solidFill>
                                  <a:latin typeface="Cambria Math" panose="02040503050406030204" pitchFamily="18" charset="0"/>
                                </a:rPr>
                              </m:ctrlPr>
                            </m:naryPr>
                            <m:sub>
                              <m:r>
                                <m:rPr>
                                  <m:sty m:val="p"/>
                                </m:rPr>
                                <a:rPr lang="en-IN" sz="2800" b="0" i="0" smtClean="0">
                                  <a:solidFill>
                                    <a:srgbClr val="000000"/>
                                  </a:solidFill>
                                  <a:latin typeface="Cambria Math" panose="02040503050406030204" pitchFamily="18" charset="0"/>
                                </a:rPr>
                                <m:t>i</m:t>
                              </m:r>
                              <m:r>
                                <a:rPr lang="en-IN" sz="2800" i="1">
                                  <a:solidFill>
                                    <a:srgbClr val="000000"/>
                                  </a:solidFill>
                                  <a:latin typeface="Cambria Math" panose="02040503050406030204" pitchFamily="18" charset="0"/>
                                </a:rPr>
                                <m:t>=</m:t>
                              </m:r>
                              <m:r>
                                <a:rPr lang="en-IN" sz="2800" i="0">
                                  <a:solidFill>
                                    <a:srgbClr val="000000"/>
                                  </a:solidFill>
                                  <a:latin typeface="Cambria Math" panose="02040503050406030204" pitchFamily="18" charset="0"/>
                                </a:rPr>
                                <m:t>1</m:t>
                              </m:r>
                            </m:sub>
                            <m:sup>
                              <m:r>
                                <m:rPr>
                                  <m:sty m:val="p"/>
                                </m:rPr>
                                <a:rPr lang="en-IN" sz="2800" i="0">
                                  <a:solidFill>
                                    <a:srgbClr val="000000"/>
                                  </a:solidFill>
                                  <a:latin typeface="Cambria Math" panose="02040503050406030204" pitchFamily="18" charset="0"/>
                                </a:rPr>
                                <m:t>n</m:t>
                              </m:r>
                            </m:sup>
                            <m:e>
                              <m:r>
                                <a:rPr lang="en-IN" sz="2800" i="1">
                                  <a:solidFill>
                                    <a:srgbClr val="000000"/>
                                  </a:solidFill>
                                  <a:latin typeface="Cambria Math" panose="02040503050406030204" pitchFamily="18" charset="0"/>
                                </a:rPr>
                                <m:t>(</m:t>
                              </m:r>
                              <m:sSub>
                                <m:sSubPr>
                                  <m:ctrlPr>
                                    <a:rPr lang="en-IN" sz="2800" i="1">
                                      <a:solidFill>
                                        <a:srgbClr val="000000"/>
                                      </a:solidFill>
                                      <a:latin typeface="Cambria Math" panose="02040503050406030204" pitchFamily="18" charset="0"/>
                                    </a:rPr>
                                  </m:ctrlPr>
                                </m:sSubPr>
                                <m:e>
                                  <m:r>
                                    <m:rPr>
                                      <m:sty m:val="p"/>
                                    </m:rPr>
                                    <a:rPr lang="en-IN" sz="2800" i="0">
                                      <a:solidFill>
                                        <a:srgbClr val="000000"/>
                                      </a:solidFill>
                                      <a:latin typeface="Cambria Math" panose="02040503050406030204" pitchFamily="18" charset="0"/>
                                    </a:rPr>
                                    <m:t>X</m:t>
                                  </m:r>
                                </m:e>
                                <m:sub>
                                  <m:r>
                                    <a:rPr lang="en-IN" sz="2800" i="0">
                                      <a:solidFill>
                                        <a:srgbClr val="000000"/>
                                      </a:solidFill>
                                      <a:latin typeface="Cambria Math" panose="02040503050406030204" pitchFamily="18" charset="0"/>
                                    </a:rPr>
                                    <m:t>1</m:t>
                                  </m:r>
                                  <m:r>
                                    <a:rPr lang="en-IN" sz="2800" b="0" i="1" smtClean="0">
                                      <a:solidFill>
                                        <a:srgbClr val="000000"/>
                                      </a:solidFill>
                                      <a:latin typeface="Cambria Math" panose="02040503050406030204" pitchFamily="18" charset="0"/>
                                    </a:rPr>
                                    <m:t>𝑖</m:t>
                                  </m:r>
                                </m:sub>
                              </m:sSub>
                              <m:r>
                                <a:rPr lang="en-IN" sz="2800" i="1">
                                  <a:solidFill>
                                    <a:srgbClr val="000000"/>
                                  </a:solidFill>
                                  <a:latin typeface="Cambria Math" panose="02040503050406030204" pitchFamily="18" charset="0"/>
                                </a:rPr>
                                <m:t>−</m:t>
                              </m:r>
                              <m:sSub>
                                <m:sSubPr>
                                  <m:ctrlPr>
                                    <a:rPr lang="en-IN" sz="2800" i="1">
                                      <a:solidFill>
                                        <a:srgbClr val="000000"/>
                                      </a:solidFill>
                                      <a:latin typeface="Cambria Math" panose="02040503050406030204" pitchFamily="18" charset="0"/>
                                    </a:rPr>
                                  </m:ctrlPr>
                                </m:sSubPr>
                                <m:e>
                                  <m:bar>
                                    <m:barPr>
                                      <m:pos m:val="top"/>
                                      <m:ctrlPr>
                                        <a:rPr lang="en-IN" sz="2800" i="1">
                                          <a:solidFill>
                                            <a:srgbClr val="000000"/>
                                          </a:solidFill>
                                          <a:latin typeface="Cambria Math" panose="02040503050406030204" pitchFamily="18" charset="0"/>
                                        </a:rPr>
                                      </m:ctrlPr>
                                    </m:barPr>
                                    <m:e>
                                      <m:r>
                                        <m:rPr>
                                          <m:sty m:val="p"/>
                                        </m:rPr>
                                        <a:rPr lang="en-IN" sz="2800" i="0">
                                          <a:solidFill>
                                            <a:srgbClr val="000000"/>
                                          </a:solidFill>
                                          <a:latin typeface="Cambria Math" panose="02040503050406030204" pitchFamily="18" charset="0"/>
                                        </a:rPr>
                                        <m:t>X</m:t>
                                      </m:r>
                                    </m:e>
                                  </m:bar>
                                </m:e>
                                <m:sub>
                                  <m:r>
                                    <a:rPr lang="en-IN" sz="2800" i="0">
                                      <a:solidFill>
                                        <a:srgbClr val="000000"/>
                                      </a:solidFill>
                                      <a:latin typeface="Cambria Math" panose="02040503050406030204" pitchFamily="18" charset="0"/>
                                    </a:rPr>
                                    <m:t>1</m:t>
                                  </m:r>
                                </m:sub>
                              </m:sSub>
                              <m:r>
                                <a:rPr lang="en-IN" sz="2800" i="1">
                                  <a:solidFill>
                                    <a:srgbClr val="000000"/>
                                  </a:solidFill>
                                  <a:latin typeface="Cambria Math" panose="02040503050406030204" pitchFamily="18" charset="0"/>
                                </a:rPr>
                                <m:t>)(</m:t>
                              </m:r>
                              <m:sSub>
                                <m:sSubPr>
                                  <m:ctrlPr>
                                    <a:rPr lang="en-IN" sz="2800" i="1" smtClean="0">
                                      <a:solidFill>
                                        <a:srgbClr val="000000"/>
                                      </a:solidFill>
                                      <a:latin typeface="Cambria Math" panose="02040503050406030204" pitchFamily="18" charset="0"/>
                                    </a:rPr>
                                  </m:ctrlPr>
                                </m:sSubPr>
                                <m:e>
                                  <m:r>
                                    <a:rPr lang="en-IN" sz="2800" b="0" i="1" smtClean="0">
                                      <a:solidFill>
                                        <a:srgbClr val="000000"/>
                                      </a:solidFill>
                                      <a:latin typeface="Cambria Math" panose="02040503050406030204" pitchFamily="18" charset="0"/>
                                    </a:rPr>
                                    <m:t>𝑋</m:t>
                                  </m:r>
                                </m:e>
                                <m:sub>
                                  <m:r>
                                    <a:rPr lang="en-IN" sz="2800" b="0" i="1" smtClean="0">
                                      <a:solidFill>
                                        <a:srgbClr val="000000"/>
                                      </a:solidFill>
                                      <a:latin typeface="Cambria Math" panose="02040503050406030204" pitchFamily="18" charset="0"/>
                                    </a:rPr>
                                    <m:t>2</m:t>
                                  </m:r>
                                  <m:r>
                                    <a:rPr lang="en-IN" sz="2800" b="0" i="1" smtClean="0">
                                      <a:solidFill>
                                        <a:srgbClr val="000000"/>
                                      </a:solidFill>
                                      <a:latin typeface="Cambria Math" panose="02040503050406030204" pitchFamily="18" charset="0"/>
                                    </a:rPr>
                                    <m:t>𝑖</m:t>
                                  </m:r>
                                </m:sub>
                              </m:sSub>
                              <m:r>
                                <a:rPr lang="en-IN" sz="2800" i="1">
                                  <a:solidFill>
                                    <a:srgbClr val="000000"/>
                                  </a:solidFill>
                                  <a:latin typeface="Cambria Math" panose="02040503050406030204" pitchFamily="18" charset="0"/>
                                </a:rPr>
                                <m:t>−</m:t>
                              </m:r>
                              <m:sSub>
                                <m:sSubPr>
                                  <m:ctrlPr>
                                    <a:rPr lang="en-IN" sz="2800" i="1">
                                      <a:solidFill>
                                        <a:srgbClr val="000000"/>
                                      </a:solidFill>
                                      <a:latin typeface="Cambria Math" panose="02040503050406030204" pitchFamily="18" charset="0"/>
                                    </a:rPr>
                                  </m:ctrlPr>
                                </m:sSubPr>
                                <m:e>
                                  <m:bar>
                                    <m:barPr>
                                      <m:pos m:val="top"/>
                                      <m:ctrlPr>
                                        <a:rPr lang="en-IN" sz="2800" i="1">
                                          <a:solidFill>
                                            <a:srgbClr val="000000"/>
                                          </a:solidFill>
                                          <a:latin typeface="Cambria Math" panose="02040503050406030204" pitchFamily="18" charset="0"/>
                                        </a:rPr>
                                      </m:ctrlPr>
                                    </m:barPr>
                                    <m:e>
                                      <m:r>
                                        <m:rPr>
                                          <m:sty m:val="p"/>
                                        </m:rPr>
                                        <a:rPr lang="en-IN" sz="2800" i="0">
                                          <a:solidFill>
                                            <a:srgbClr val="000000"/>
                                          </a:solidFill>
                                          <a:latin typeface="Cambria Math" panose="02040503050406030204" pitchFamily="18" charset="0"/>
                                        </a:rPr>
                                        <m:t>X</m:t>
                                      </m:r>
                                    </m:e>
                                  </m:bar>
                                </m:e>
                                <m:sub>
                                  <m:r>
                                    <a:rPr lang="en-IN" sz="2800" i="0">
                                      <a:solidFill>
                                        <a:srgbClr val="000000"/>
                                      </a:solidFill>
                                      <a:latin typeface="Cambria Math" panose="02040503050406030204" pitchFamily="18" charset="0"/>
                                    </a:rPr>
                                    <m:t>2</m:t>
                                  </m:r>
                                </m:sub>
                              </m:sSub>
                              <m:r>
                                <a:rPr lang="en-IN" sz="2800" i="1">
                                  <a:solidFill>
                                    <a:srgbClr val="000000"/>
                                  </a:solidFill>
                                  <a:latin typeface="Cambria Math" panose="02040503050406030204" pitchFamily="18" charset="0"/>
                                </a:rPr>
                                <m:t>)</m:t>
                              </m:r>
                            </m:e>
                          </m:nary>
                        </m:num>
                        <m:den>
                          <m:r>
                            <m:rPr>
                              <m:sty m:val="p"/>
                            </m:rPr>
                            <a:rPr lang="en-IN" sz="2800" i="0">
                              <a:solidFill>
                                <a:srgbClr val="000000"/>
                              </a:solidFill>
                              <a:latin typeface="Cambria Math" panose="02040503050406030204" pitchFamily="18" charset="0"/>
                            </a:rPr>
                            <m:t>n</m:t>
                          </m:r>
                          <m:r>
                            <a:rPr lang="en-IN" sz="2800" i="1">
                              <a:solidFill>
                                <a:srgbClr val="000000"/>
                              </a:solidFill>
                              <a:latin typeface="Cambria Math" panose="02040503050406030204" pitchFamily="18" charset="0"/>
                            </a:rPr>
                            <m:t>−</m:t>
                          </m:r>
                          <m:r>
                            <a:rPr lang="en-IN" sz="2800" i="0">
                              <a:solidFill>
                                <a:srgbClr val="000000"/>
                              </a:solidFill>
                              <a:latin typeface="Cambria Math" panose="02040503050406030204" pitchFamily="18" charset="0"/>
                            </a:rPr>
                            <m:t>1</m:t>
                          </m:r>
                        </m:den>
                      </m:f>
                    </m:oMath>
                  </m:oMathPara>
                </a14:m>
                <a:endParaRPr lang="en-IN" sz="2800" dirty="0"/>
              </a:p>
            </p:txBody>
          </p:sp>
        </mc:Choice>
        <mc:Fallback xmlns="">
          <p:sp>
            <p:nvSpPr>
              <p:cNvPr id="8" name="Object 7"/>
              <p:cNvSpPr txBox="1">
                <a:spLocks noRot="1" noChangeAspect="1" noMove="1" noResize="1" noEditPoints="1" noAdjustHandles="1" noChangeArrowheads="1" noChangeShapeType="1" noTextEdit="1"/>
              </p:cNvSpPr>
              <p:nvPr/>
            </p:nvSpPr>
            <p:spPr bwMode="auto">
              <a:xfrm>
                <a:off x="1428751" y="1944688"/>
                <a:ext cx="8590320" cy="632347"/>
              </a:xfrm>
              <a:prstGeom prst="rect">
                <a:avLst/>
              </a:prstGeom>
              <a:blipFill>
                <a:blip r:embed="rId2"/>
                <a:stretch>
                  <a:fillRect b="-50000"/>
                </a:stretch>
              </a:blipFill>
              <a:ln>
                <a:noFill/>
              </a:ln>
            </p:spPr>
            <p:txBody>
              <a:bodyPr/>
              <a:lstStyle/>
              <a:p>
                <a:r>
                  <a:rPr lang="en-IN">
                    <a:noFill/>
                  </a:rPr>
                  <a:t> </a:t>
                </a:r>
              </a:p>
            </p:txBody>
          </p:sp>
        </mc:Fallback>
      </mc:AlternateContent>
      <p:sp>
        <p:nvSpPr>
          <p:cNvPr id="2" name="Title 2">
            <a:extLst>
              <a:ext uri="{FF2B5EF4-FFF2-40B4-BE49-F238E27FC236}">
                <a16:creationId xmlns:a16="http://schemas.microsoft.com/office/drawing/2014/main" id="{CD98CCD2-9FD9-899F-F3C6-B69FC43717D9}"/>
              </a:ext>
            </a:extLst>
          </p:cNvPr>
          <p:cNvSpPr txBox="1">
            <a:spLocks/>
          </p:cNvSpPr>
          <p:nvPr/>
        </p:nvSpPr>
        <p:spPr>
          <a:xfrm>
            <a:off x="207376" y="106586"/>
            <a:ext cx="8761323"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altLang="en-US" sz="4156" b="1" dirty="0">
                <a:solidFill>
                  <a:schemeClr val="bg1"/>
                </a:solidFill>
                <a:latin typeface="Helvetica Neue"/>
                <a:cs typeface="Helvetica" panose="020B0604020202020204" pitchFamily="34" charset="0"/>
              </a:rPr>
              <a:t>Covariance</a:t>
            </a:r>
          </a:p>
        </p:txBody>
      </p:sp>
      <p:sp>
        <p:nvSpPr>
          <p:cNvPr id="6" name="Rectangle 5">
            <a:extLst>
              <a:ext uri="{FF2B5EF4-FFF2-40B4-BE49-F238E27FC236}">
                <a16:creationId xmlns:a16="http://schemas.microsoft.com/office/drawing/2014/main" id="{D6228479-93FD-465D-9B4C-4B85C0B77224}"/>
              </a:ext>
            </a:extLst>
          </p:cNvPr>
          <p:cNvSpPr/>
          <p:nvPr/>
        </p:nvSpPr>
        <p:spPr>
          <a:xfrm>
            <a:off x="383458" y="3195484"/>
            <a:ext cx="10476220" cy="3274294"/>
          </a:xfrm>
          <a:prstGeom prst="rect">
            <a:avLst/>
          </a:prstGeom>
        </p:spPr>
        <p:txBody>
          <a:bodyPr wrap="square">
            <a:spAutoFit/>
          </a:bodyPr>
          <a:lstStyle/>
          <a:p>
            <a:pPr marL="342900" indent="-342900" algn="just" defTabSz="1055679">
              <a:lnSpc>
                <a:spcPct val="150000"/>
              </a:lnSpc>
              <a:spcBef>
                <a:spcPts val="1154"/>
              </a:spcBef>
              <a:buClrTx/>
              <a:buFont typeface="Courier New" panose="02070309020205020404" pitchFamily="49" charset="0"/>
              <a:buChar char="o"/>
            </a:pPr>
            <a:r>
              <a:rPr lang="en-IN" sz="2000" dirty="0"/>
              <a:t>Although covariance indicates the direction of the linear relationship between two variables, its magnitude is difficult to interpret because it depends on the units of measurement of the variables. If the variables are measured in different units, the numerical value of the covariance changes accordingly. Therefore, the sign of the covariance indicates whether the variables tend to move in the same direction (positive covariance) or in opposite directions (negative covariance), but the magnitude of the covariance does not provide a meaningful measure of the strength of their relationship.</a:t>
            </a:r>
            <a:endParaRPr lang="en-US" altLang="en-US" sz="2000" dirty="0">
              <a:solidFill>
                <a:srgbClr val="FF0000"/>
              </a:solidFill>
              <a:latin typeface="+mn-lt"/>
              <a:ea typeface="Verdana" pitchFamily="34" charset="0"/>
              <a:cs typeface="Verdana" pitchFamily="34" charset="0"/>
            </a:endParaRPr>
          </a:p>
        </p:txBody>
      </p:sp>
    </p:spTree>
    <p:extLst>
      <p:ext uri="{BB962C8B-B14F-4D97-AF65-F5344CB8AC3E}">
        <p14:creationId xmlns:p14="http://schemas.microsoft.com/office/powerpoint/2010/main" val="129207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randombar(vertical)">
                                      <p:cBhvr>
                                        <p:cTn id="13"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utoUpdateAnimBg="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476604" y="1108493"/>
            <a:ext cx="11206782" cy="968071"/>
          </a:xfrm>
          <a:prstGeom prst="rect">
            <a:avLst/>
          </a:prstGeom>
          <a:noFill/>
          <a:ln w="38100" cmpd="dbl">
            <a:noFill/>
            <a:miter lim="800000"/>
            <a:headEnd/>
            <a:tailEnd/>
          </a:ln>
        </p:spPr>
        <p:txBody>
          <a:bodyPr>
            <a:norm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just" defTabSz="1055679">
              <a:lnSpc>
                <a:spcPct val="110000"/>
              </a:lnSpc>
              <a:spcBef>
                <a:spcPts val="1154"/>
              </a:spcBef>
              <a:buClrTx/>
              <a:buFont typeface="Courier New" panose="02070309020205020404" pitchFamily="49" charset="0"/>
              <a:buChar char="o"/>
            </a:pPr>
            <a:r>
              <a:rPr lang="en-GB" altLang="en-US" sz="2400" dirty="0">
                <a:solidFill>
                  <a:prstClr val="black"/>
                </a:solidFill>
                <a:ea typeface="Verdana" pitchFamily="34" charset="0"/>
                <a:cs typeface="Verdana" pitchFamily="34" charset="0"/>
              </a:rPr>
              <a:t>If X</a:t>
            </a:r>
            <a:r>
              <a:rPr lang="en-GB" altLang="en-US" sz="2400" baseline="-25000" dirty="0">
                <a:solidFill>
                  <a:prstClr val="black"/>
                </a:solidFill>
                <a:ea typeface="Verdana" pitchFamily="34" charset="0"/>
                <a:cs typeface="Verdana" pitchFamily="34" charset="0"/>
              </a:rPr>
              <a:t>1</a:t>
            </a:r>
            <a:r>
              <a:rPr lang="en-GB" altLang="en-US" sz="2400" dirty="0">
                <a:solidFill>
                  <a:prstClr val="black"/>
                </a:solidFill>
                <a:ea typeface="Verdana" pitchFamily="34" charset="0"/>
                <a:cs typeface="Verdana" pitchFamily="34" charset="0"/>
              </a:rPr>
              <a:t>, X</a:t>
            </a:r>
            <a:r>
              <a:rPr lang="en-GB" altLang="en-US" sz="2400" baseline="-25000" dirty="0">
                <a:solidFill>
                  <a:prstClr val="black"/>
                </a:solidFill>
                <a:ea typeface="Verdana" pitchFamily="34" charset="0"/>
                <a:cs typeface="Verdana" pitchFamily="34" charset="0"/>
              </a:rPr>
              <a:t>2</a:t>
            </a:r>
            <a:r>
              <a:rPr lang="en-GB" altLang="en-US" sz="2400" dirty="0">
                <a:solidFill>
                  <a:prstClr val="black"/>
                </a:solidFill>
                <a:ea typeface="Verdana" pitchFamily="34" charset="0"/>
                <a:cs typeface="Verdana" pitchFamily="34" charset="0"/>
              </a:rPr>
              <a:t>, …, </a:t>
            </a:r>
            <a:r>
              <a:rPr lang="en-GB" altLang="en-US" sz="2400" dirty="0" err="1">
                <a:solidFill>
                  <a:prstClr val="black"/>
                </a:solidFill>
                <a:ea typeface="Verdana" pitchFamily="34" charset="0"/>
                <a:cs typeface="Verdana" pitchFamily="34" charset="0"/>
              </a:rPr>
              <a:t>X</a:t>
            </a:r>
            <a:r>
              <a:rPr lang="en-GB" altLang="en-US" sz="2400" baseline="-25000" dirty="0" err="1">
                <a:solidFill>
                  <a:prstClr val="black"/>
                </a:solidFill>
                <a:ea typeface="Verdana" pitchFamily="34" charset="0"/>
                <a:cs typeface="Verdana" pitchFamily="34" charset="0"/>
              </a:rPr>
              <a:t>n</a:t>
            </a:r>
            <a:r>
              <a:rPr lang="en-GB" altLang="en-US" sz="2400" baseline="-25000" dirty="0">
                <a:solidFill>
                  <a:prstClr val="black"/>
                </a:solidFill>
                <a:ea typeface="Verdana" pitchFamily="34" charset="0"/>
                <a:cs typeface="Verdana" pitchFamily="34" charset="0"/>
              </a:rPr>
              <a:t> </a:t>
            </a:r>
            <a:r>
              <a:rPr lang="en-GB" altLang="en-US" sz="2400" dirty="0">
                <a:solidFill>
                  <a:prstClr val="black"/>
                </a:solidFill>
                <a:ea typeface="Verdana" pitchFamily="34" charset="0"/>
                <a:cs typeface="Verdana" pitchFamily="34" charset="0"/>
              </a:rPr>
              <a:t>are n variables, then the Covariance among these n variables is the Variance – Covariance matrix, given by</a:t>
            </a:r>
            <a:endParaRPr lang="en-US" altLang="en-US" sz="2400" dirty="0">
              <a:solidFill>
                <a:prstClr val="black"/>
              </a:solidFill>
              <a:ea typeface="Verdana" pitchFamily="34" charset="0"/>
              <a:cs typeface="Verdana" pitchFamily="34" charset="0"/>
            </a:endParaRPr>
          </a:p>
        </p:txBody>
      </p:sp>
      <mc:AlternateContent xmlns:mc="http://schemas.openxmlformats.org/markup-compatibility/2006" xmlns:a14="http://schemas.microsoft.com/office/drawing/2010/main">
        <mc:Choice Requires="a14">
          <p:sp>
            <p:nvSpPr>
              <p:cNvPr id="9" name="Object 8"/>
              <p:cNvSpPr txBox="1"/>
              <p:nvPr/>
            </p:nvSpPr>
            <p:spPr bwMode="auto">
              <a:xfrm>
                <a:off x="393290" y="2138915"/>
                <a:ext cx="6538452" cy="3941048"/>
              </a:xfrm>
              <a:prstGeom prst="rect">
                <a:avLst/>
              </a:prstGeom>
              <a:noFill/>
              <a:ln>
                <a:noFill/>
              </a:ln>
            </p:spPr>
            <p:txBody>
              <a:bodyPr>
                <a:noAutofit/>
              </a:bodyPr>
              <a:lstStyle/>
              <a:p>
                <a:pPr defTabSz="837718">
                  <a:buClrTx/>
                </a:pPr>
                <a14:m>
                  <m:oMathPara xmlns:m="http://schemas.openxmlformats.org/officeDocument/2006/math">
                    <m:oMathParaPr>
                      <m:jc m:val="left"/>
                    </m:oMathParaPr>
                    <m:oMath xmlns:m="http://schemas.openxmlformats.org/officeDocument/2006/math">
                      <m:r>
                        <m:rPr>
                          <m:sty m:val="p"/>
                        </m:rPr>
                        <a:rPr lang="en-IN" sz="3810" i="1" kern="1200" smtClean="0">
                          <a:latin typeface="Cambria Math" panose="02040503050406030204" pitchFamily="18" charset="0"/>
                        </a:rPr>
                        <m:t>Σ</m:t>
                      </m:r>
                      <m:r>
                        <a:rPr lang="en-IN" sz="3810" i="1" kern="1200">
                          <a:latin typeface="Cambria Math" panose="02040503050406030204" pitchFamily="18" charset="0"/>
                          <a:ea typeface="+mn-ea"/>
                          <a:cs typeface="+mn-cs"/>
                        </a:rPr>
                        <m:t>=</m:t>
                      </m:r>
                      <m:d>
                        <m:dPr>
                          <m:begChr m:val="["/>
                          <m:endChr m:val="]"/>
                          <m:ctrlPr>
                            <a:rPr lang="en-IN" sz="3810" i="1" kern="1200">
                              <a:latin typeface="Cambria Math" panose="02040503050406030204" pitchFamily="18" charset="0"/>
                              <a:ea typeface="+mn-ea"/>
                              <a:cs typeface="+mn-cs"/>
                            </a:rPr>
                          </m:ctrlPr>
                        </m:dPr>
                        <m:e>
                          <m:m>
                            <m:mPr>
                              <m:plcHide m:val="on"/>
                              <m:mcs>
                                <m:mc>
                                  <m:mcPr>
                                    <m:count m:val="6"/>
                                    <m:mcJc m:val="center"/>
                                  </m:mcPr>
                                </m:mc>
                              </m:mcs>
                              <m:ctrlPr>
                                <a:rPr lang="en-IN" sz="3810" i="1" kern="1200">
                                  <a:latin typeface="Cambria Math" panose="02040503050406030204" pitchFamily="18" charset="0"/>
                                  <a:ea typeface="+mn-ea"/>
                                  <a:cs typeface="+mn-cs"/>
                                </a:rPr>
                              </m:ctrlPr>
                            </m:mPr>
                            <m:mr>
                              <m:e>
                                <m:sSub>
                                  <m:sSubPr>
                                    <m:ctrlPr>
                                      <a:rPr lang="en-IN" sz="3810" i="1" kern="1200">
                                        <a:latin typeface="Cambria Math" panose="02040503050406030204" pitchFamily="18" charset="0"/>
                                        <a:ea typeface="+mn-ea"/>
                                        <a:cs typeface="+mn-cs"/>
                                      </a:rPr>
                                    </m:ctrlPr>
                                  </m:sSubPr>
                                  <m:e>
                                    <m:r>
                                      <a:rPr lang="en-IN" sz="3810" i="1" kern="1200">
                                        <a:latin typeface="Cambria Math" panose="02040503050406030204" pitchFamily="18" charset="0"/>
                                        <a:ea typeface="+mn-ea"/>
                                        <a:cs typeface="+mn-cs"/>
                                      </a:rPr>
                                      <m:t>𝜎</m:t>
                                    </m:r>
                                  </m:e>
                                  <m:sub>
                                    <m:r>
                                      <a:rPr lang="en-IN" sz="3810" i="1" kern="1200">
                                        <a:latin typeface="Cambria Math" panose="02040503050406030204" pitchFamily="18" charset="0"/>
                                        <a:ea typeface="+mn-ea"/>
                                        <a:cs typeface="+mn-cs"/>
                                      </a:rPr>
                                      <m:t>11</m:t>
                                    </m:r>
                                  </m:sub>
                                </m:sSub>
                              </m:e>
                              <m:e>
                                <m:sSub>
                                  <m:sSubPr>
                                    <m:ctrlPr>
                                      <a:rPr lang="en-IN" sz="3810" i="1" kern="1200">
                                        <a:latin typeface="Cambria Math" panose="02040503050406030204" pitchFamily="18" charset="0"/>
                                        <a:ea typeface="+mn-ea"/>
                                        <a:cs typeface="+mn-cs"/>
                                      </a:rPr>
                                    </m:ctrlPr>
                                  </m:sSubPr>
                                  <m:e>
                                    <m:r>
                                      <a:rPr lang="en-IN" sz="3810" i="1" kern="1200">
                                        <a:latin typeface="Cambria Math" panose="02040503050406030204" pitchFamily="18" charset="0"/>
                                        <a:ea typeface="+mn-ea"/>
                                        <a:cs typeface="+mn-cs"/>
                                      </a:rPr>
                                      <m:t>𝜎</m:t>
                                    </m:r>
                                  </m:e>
                                  <m:sub>
                                    <m:r>
                                      <a:rPr lang="en-IN" sz="3810" i="1" kern="1200">
                                        <a:latin typeface="Cambria Math" panose="02040503050406030204" pitchFamily="18" charset="0"/>
                                        <a:ea typeface="+mn-ea"/>
                                        <a:cs typeface="+mn-cs"/>
                                      </a:rPr>
                                      <m:t>12</m:t>
                                    </m:r>
                                  </m:sub>
                                </m:sSub>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sSub>
                                  <m:sSubPr>
                                    <m:ctrlPr>
                                      <a:rPr lang="en-IN" sz="3810" i="1" kern="1200">
                                        <a:latin typeface="Cambria Math" panose="02040503050406030204" pitchFamily="18" charset="0"/>
                                        <a:ea typeface="+mn-ea"/>
                                        <a:cs typeface="+mn-cs"/>
                                      </a:rPr>
                                    </m:ctrlPr>
                                  </m:sSubPr>
                                  <m:e>
                                    <m:r>
                                      <a:rPr lang="en-IN" sz="3810" i="1" kern="1200">
                                        <a:latin typeface="Cambria Math" panose="02040503050406030204" pitchFamily="18" charset="0"/>
                                        <a:ea typeface="+mn-ea"/>
                                        <a:cs typeface="+mn-cs"/>
                                      </a:rPr>
                                      <m:t>𝜎</m:t>
                                    </m:r>
                                  </m:e>
                                  <m:sub>
                                    <m:r>
                                      <a:rPr lang="en-IN" sz="3810" i="1" kern="1200">
                                        <a:latin typeface="Cambria Math" panose="02040503050406030204" pitchFamily="18" charset="0"/>
                                        <a:ea typeface="+mn-ea"/>
                                        <a:cs typeface="+mn-cs"/>
                                      </a:rPr>
                                      <m:t>1</m:t>
                                    </m:r>
                                    <m:r>
                                      <a:rPr lang="en-US" sz="3810" i="1" kern="1200">
                                        <a:latin typeface="Cambria Math" panose="02040503050406030204" pitchFamily="18" charset="0"/>
                                        <a:ea typeface="+mn-ea"/>
                                        <a:cs typeface="+mn-cs"/>
                                      </a:rPr>
                                      <m:t>𝑛</m:t>
                                    </m:r>
                                  </m:sub>
                                </m:sSub>
                              </m:e>
                            </m:mr>
                            <m:mr>
                              <m:e>
                                <m:sSub>
                                  <m:sSubPr>
                                    <m:ctrlPr>
                                      <a:rPr lang="en-IN" sz="3810" i="1" kern="1200">
                                        <a:latin typeface="Cambria Math" panose="02040503050406030204" pitchFamily="18" charset="0"/>
                                        <a:ea typeface="+mn-ea"/>
                                        <a:cs typeface="+mn-cs"/>
                                      </a:rPr>
                                    </m:ctrlPr>
                                  </m:sSubPr>
                                  <m:e>
                                    <m:r>
                                      <a:rPr lang="en-IN" sz="3810" i="1" kern="1200">
                                        <a:latin typeface="Cambria Math" panose="02040503050406030204" pitchFamily="18" charset="0"/>
                                        <a:ea typeface="+mn-ea"/>
                                        <a:cs typeface="+mn-cs"/>
                                      </a:rPr>
                                      <m:t>𝜎</m:t>
                                    </m:r>
                                  </m:e>
                                  <m:sub>
                                    <m:r>
                                      <a:rPr lang="en-IN" sz="3810" i="1" kern="1200">
                                        <a:latin typeface="Cambria Math" panose="02040503050406030204" pitchFamily="18" charset="0"/>
                                        <a:ea typeface="+mn-ea"/>
                                        <a:cs typeface="+mn-cs"/>
                                      </a:rPr>
                                      <m:t>21</m:t>
                                    </m:r>
                                  </m:sub>
                                </m:sSub>
                              </m:e>
                              <m:e>
                                <m:sSub>
                                  <m:sSubPr>
                                    <m:ctrlPr>
                                      <a:rPr lang="en-IN" sz="3810" i="1" kern="1200">
                                        <a:latin typeface="Cambria Math" panose="02040503050406030204" pitchFamily="18" charset="0"/>
                                        <a:ea typeface="+mn-ea"/>
                                        <a:cs typeface="+mn-cs"/>
                                      </a:rPr>
                                    </m:ctrlPr>
                                  </m:sSubPr>
                                  <m:e>
                                    <m:r>
                                      <a:rPr lang="en-IN" sz="3810" i="1" kern="1200">
                                        <a:latin typeface="Cambria Math" panose="02040503050406030204" pitchFamily="18" charset="0"/>
                                        <a:ea typeface="+mn-ea"/>
                                        <a:cs typeface="+mn-cs"/>
                                      </a:rPr>
                                      <m:t>𝜎</m:t>
                                    </m:r>
                                  </m:e>
                                  <m:sub>
                                    <m:r>
                                      <a:rPr lang="en-IN" sz="3810" i="1" kern="1200">
                                        <a:latin typeface="Cambria Math" panose="02040503050406030204" pitchFamily="18" charset="0"/>
                                        <a:ea typeface="+mn-ea"/>
                                        <a:cs typeface="+mn-cs"/>
                                      </a:rPr>
                                      <m:t>22</m:t>
                                    </m:r>
                                  </m:sub>
                                </m:sSub>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sSub>
                                  <m:sSubPr>
                                    <m:ctrlPr>
                                      <a:rPr lang="en-IN" sz="3810" i="1" kern="1200">
                                        <a:latin typeface="Cambria Math" panose="02040503050406030204" pitchFamily="18" charset="0"/>
                                        <a:ea typeface="+mn-ea"/>
                                        <a:cs typeface="+mn-cs"/>
                                      </a:rPr>
                                    </m:ctrlPr>
                                  </m:sSubPr>
                                  <m:e>
                                    <m:r>
                                      <a:rPr lang="en-IN" sz="3810" i="1" kern="1200">
                                        <a:latin typeface="Cambria Math" panose="02040503050406030204" pitchFamily="18" charset="0"/>
                                        <a:ea typeface="+mn-ea"/>
                                        <a:cs typeface="+mn-cs"/>
                                      </a:rPr>
                                      <m:t>𝜎</m:t>
                                    </m:r>
                                  </m:e>
                                  <m:sub>
                                    <m:r>
                                      <a:rPr lang="en-IN" sz="3810" i="1" kern="1200">
                                        <a:latin typeface="Cambria Math" panose="02040503050406030204" pitchFamily="18" charset="0"/>
                                        <a:ea typeface="+mn-ea"/>
                                        <a:cs typeface="+mn-cs"/>
                                      </a:rPr>
                                      <m:t>2</m:t>
                                    </m:r>
                                    <m:r>
                                      <a:rPr lang="en-IN" sz="3810" i="1" kern="1200">
                                        <a:latin typeface="Cambria Math" panose="02040503050406030204" pitchFamily="18" charset="0"/>
                                        <a:ea typeface="+mn-ea"/>
                                        <a:cs typeface="+mn-cs"/>
                                      </a:rPr>
                                      <m:t>𝑛</m:t>
                                    </m:r>
                                  </m:sub>
                                </m:sSub>
                              </m:e>
                            </m:mr>
                            <m:mr>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mr>
                            <m:mr>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mr>
                            <m:mr>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mr>
                            <m:mr>
                              <m:e>
                                <m:sSub>
                                  <m:sSubPr>
                                    <m:ctrlPr>
                                      <a:rPr lang="en-IN" sz="3810" i="1" kern="1200">
                                        <a:latin typeface="Cambria Math" panose="02040503050406030204" pitchFamily="18" charset="0"/>
                                        <a:ea typeface="+mn-ea"/>
                                        <a:cs typeface="+mn-cs"/>
                                      </a:rPr>
                                    </m:ctrlPr>
                                  </m:sSubPr>
                                  <m:e>
                                    <m:r>
                                      <a:rPr lang="en-IN" sz="3810" i="1" kern="1200">
                                        <a:latin typeface="Cambria Math" panose="02040503050406030204" pitchFamily="18" charset="0"/>
                                        <a:ea typeface="+mn-ea"/>
                                        <a:cs typeface="+mn-cs"/>
                                      </a:rPr>
                                      <m:t>𝜎</m:t>
                                    </m:r>
                                  </m:e>
                                  <m:sub>
                                    <m:r>
                                      <a:rPr lang="en-IN" sz="3810" i="1" kern="1200">
                                        <a:latin typeface="Cambria Math" panose="02040503050406030204" pitchFamily="18" charset="0"/>
                                        <a:ea typeface="+mn-ea"/>
                                        <a:cs typeface="+mn-cs"/>
                                      </a:rPr>
                                      <m:t>𝑛</m:t>
                                    </m:r>
                                    <m:r>
                                      <a:rPr lang="en-IN" sz="3810" i="1" kern="1200">
                                        <a:latin typeface="Cambria Math" panose="02040503050406030204" pitchFamily="18" charset="0"/>
                                        <a:ea typeface="+mn-ea"/>
                                        <a:cs typeface="+mn-cs"/>
                                      </a:rPr>
                                      <m:t>1</m:t>
                                    </m:r>
                                  </m:sub>
                                </m:sSub>
                              </m:e>
                              <m:e>
                                <m:sSub>
                                  <m:sSubPr>
                                    <m:ctrlPr>
                                      <a:rPr lang="en-IN" sz="3810" i="1" kern="1200">
                                        <a:latin typeface="Cambria Math" panose="02040503050406030204" pitchFamily="18" charset="0"/>
                                        <a:ea typeface="+mn-ea"/>
                                        <a:cs typeface="+mn-cs"/>
                                      </a:rPr>
                                    </m:ctrlPr>
                                  </m:sSubPr>
                                  <m:e>
                                    <m:r>
                                      <a:rPr lang="en-IN" sz="3810" i="1" kern="1200">
                                        <a:latin typeface="Cambria Math" panose="02040503050406030204" pitchFamily="18" charset="0"/>
                                        <a:ea typeface="+mn-ea"/>
                                        <a:cs typeface="+mn-cs"/>
                                      </a:rPr>
                                      <m:t>𝜎</m:t>
                                    </m:r>
                                  </m:e>
                                  <m:sub>
                                    <m:r>
                                      <a:rPr lang="en-IN" sz="3810" i="1" kern="1200">
                                        <a:latin typeface="Cambria Math" panose="02040503050406030204" pitchFamily="18" charset="0"/>
                                        <a:ea typeface="+mn-ea"/>
                                        <a:cs typeface="+mn-cs"/>
                                      </a:rPr>
                                      <m:t>𝑛</m:t>
                                    </m:r>
                                    <m:r>
                                      <a:rPr lang="en-IN" sz="3810" i="1" kern="1200">
                                        <a:latin typeface="Cambria Math" panose="02040503050406030204" pitchFamily="18" charset="0"/>
                                        <a:ea typeface="+mn-ea"/>
                                        <a:cs typeface="+mn-cs"/>
                                      </a:rPr>
                                      <m:t>2</m:t>
                                    </m:r>
                                  </m:sub>
                                </m:sSub>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r>
                                  <a:rPr lang="en-IN" sz="3810" i="1" kern="1200">
                                    <a:latin typeface="Cambria Math" panose="02040503050406030204" pitchFamily="18" charset="0"/>
                                    <a:ea typeface="+mn-ea"/>
                                    <a:cs typeface="+mn-cs"/>
                                  </a:rPr>
                                  <m:t>.</m:t>
                                </m:r>
                              </m:e>
                              <m:e>
                                <m:sSub>
                                  <m:sSubPr>
                                    <m:ctrlPr>
                                      <a:rPr lang="en-IN" sz="3810" i="1" kern="1200">
                                        <a:latin typeface="Cambria Math" panose="02040503050406030204" pitchFamily="18" charset="0"/>
                                        <a:ea typeface="+mn-ea"/>
                                        <a:cs typeface="+mn-cs"/>
                                      </a:rPr>
                                    </m:ctrlPr>
                                  </m:sSubPr>
                                  <m:e>
                                    <m:r>
                                      <a:rPr lang="en-IN" sz="3810" i="1" kern="1200">
                                        <a:latin typeface="Cambria Math" panose="02040503050406030204" pitchFamily="18" charset="0"/>
                                        <a:ea typeface="+mn-ea"/>
                                        <a:cs typeface="+mn-cs"/>
                                      </a:rPr>
                                      <m:t>𝜎</m:t>
                                    </m:r>
                                  </m:e>
                                  <m:sub>
                                    <m:r>
                                      <a:rPr lang="en-IN" sz="3810" i="1" kern="1200">
                                        <a:latin typeface="Cambria Math" panose="02040503050406030204" pitchFamily="18" charset="0"/>
                                        <a:ea typeface="+mn-ea"/>
                                        <a:cs typeface="+mn-cs"/>
                                      </a:rPr>
                                      <m:t>𝑛</m:t>
                                    </m:r>
                                    <m:r>
                                      <a:rPr lang="en-US" sz="3810" i="1" kern="1200">
                                        <a:latin typeface="Cambria Math" panose="02040503050406030204" pitchFamily="18" charset="0"/>
                                        <a:ea typeface="+mn-ea"/>
                                        <a:cs typeface="+mn-cs"/>
                                      </a:rPr>
                                      <m:t>𝑛</m:t>
                                    </m:r>
                                  </m:sub>
                                </m:sSub>
                              </m:e>
                            </m:mr>
                          </m:m>
                        </m:e>
                      </m:d>
                    </m:oMath>
                  </m:oMathPara>
                </a14:m>
                <a:endParaRPr lang="en-IN" sz="3810" kern="1200" dirty="0">
                  <a:solidFill>
                    <a:prstClr val="black"/>
                  </a:solidFill>
                  <a:latin typeface="Calibri"/>
                  <a:ea typeface="+mn-ea"/>
                  <a:cs typeface="+mn-cs"/>
                </a:endParaRPr>
              </a:p>
            </p:txBody>
          </p:sp>
        </mc:Choice>
        <mc:Fallback xmlns="">
          <p:sp>
            <p:nvSpPr>
              <p:cNvPr id="9" name="Object 8"/>
              <p:cNvSpPr txBox="1">
                <a:spLocks noRot="1" noChangeAspect="1" noMove="1" noResize="1" noEditPoints="1" noAdjustHandles="1" noChangeArrowheads="1" noChangeShapeType="1" noTextEdit="1"/>
              </p:cNvSpPr>
              <p:nvPr/>
            </p:nvSpPr>
            <p:spPr bwMode="auto">
              <a:xfrm>
                <a:off x="393290" y="2138915"/>
                <a:ext cx="6538452" cy="3941048"/>
              </a:xfrm>
              <a:prstGeom prst="rect">
                <a:avLst/>
              </a:prstGeom>
              <a:blipFill>
                <a:blip r:embed="rId2"/>
                <a:stretch>
                  <a:fillRect/>
                </a:stretch>
              </a:blipFill>
              <a:ln>
                <a:noFill/>
              </a:ln>
            </p:spPr>
            <p:txBody>
              <a:bodyPr/>
              <a:lstStyle/>
              <a:p>
                <a:r>
                  <a:rPr lang="en-IN">
                    <a:noFill/>
                  </a:rPr>
                  <a:t> </a:t>
                </a:r>
              </a:p>
            </p:txBody>
          </p:sp>
        </mc:Fallback>
      </mc:AlternateContent>
      <p:graphicFrame>
        <p:nvGraphicFramePr>
          <p:cNvPr id="12" name="Object 11"/>
          <p:cNvGraphicFramePr>
            <a:graphicFrameLocks noChangeAspect="1"/>
          </p:cNvGraphicFramePr>
          <p:nvPr>
            <p:extLst>
              <p:ext uri="{D42A27DB-BD31-4B8C-83A1-F6EECF244321}">
                <p14:modId xmlns:p14="http://schemas.microsoft.com/office/powerpoint/2010/main" val="991820697"/>
              </p:ext>
            </p:extLst>
          </p:nvPr>
        </p:nvGraphicFramePr>
        <p:xfrm>
          <a:off x="7117315" y="2115266"/>
          <a:ext cx="4887871" cy="1693821"/>
        </p:xfrm>
        <a:graphic>
          <a:graphicData uri="http://schemas.openxmlformats.org/presentationml/2006/ole">
            <mc:AlternateContent xmlns:mc="http://schemas.openxmlformats.org/markup-compatibility/2006">
              <mc:Choice xmlns:v="urn:schemas-microsoft-com:vml" Requires="v">
                <p:oleObj name="Equation" r:id="rId3" imgW="1638000" imgH="685800" progId="Equation.3">
                  <p:embed/>
                </p:oleObj>
              </mc:Choice>
              <mc:Fallback>
                <p:oleObj name="Equation" r:id="rId3" imgW="1638000" imgH="685800" progId="Equation.3">
                  <p:embed/>
                  <p:pic>
                    <p:nvPicPr>
                      <p:cNvPr id="12" name="Object 11"/>
                      <p:cNvPicPr>
                        <a:picLocks noChangeAspect="1" noChangeArrowheads="1"/>
                      </p:cNvPicPr>
                      <p:nvPr/>
                    </p:nvPicPr>
                    <p:blipFill>
                      <a:blip r:embed="rId4"/>
                      <a:srcRect/>
                      <a:stretch>
                        <a:fillRect/>
                      </a:stretch>
                    </p:blipFill>
                    <p:spPr bwMode="auto">
                      <a:xfrm>
                        <a:off x="7117315" y="2115266"/>
                        <a:ext cx="4887871" cy="1693821"/>
                      </a:xfrm>
                      <a:prstGeom prst="rect">
                        <a:avLst/>
                      </a:prstGeom>
                      <a:noFill/>
                      <a:ln>
                        <a:noFill/>
                      </a:ln>
                    </p:spPr>
                  </p:pic>
                </p:oleObj>
              </mc:Fallback>
            </mc:AlternateContent>
          </a:graphicData>
        </a:graphic>
      </p:graphicFrame>
      <p:sp>
        <p:nvSpPr>
          <p:cNvPr id="14" name="Rectangle 3"/>
          <p:cNvSpPr txBox="1">
            <a:spLocks noChangeArrowheads="1"/>
          </p:cNvSpPr>
          <p:nvPr/>
        </p:nvSpPr>
        <p:spPr>
          <a:xfrm>
            <a:off x="7312416" y="4025579"/>
            <a:ext cx="4219682" cy="1936397"/>
          </a:xfrm>
          <a:prstGeom prst="rect">
            <a:avLst/>
          </a:prstGeom>
          <a:noFill/>
          <a:ln w="38100" cmpd="dbl">
            <a:noFill/>
            <a:miter lim="800000"/>
            <a:headEnd/>
            <a:tailEnd/>
          </a:ln>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just" defTabSz="1055679">
              <a:lnSpc>
                <a:spcPct val="110000"/>
              </a:lnSpc>
              <a:spcBef>
                <a:spcPts val="1154"/>
              </a:spcBef>
              <a:buClrTx/>
              <a:buNone/>
            </a:pPr>
            <a:r>
              <a:rPr lang="en-GB" altLang="en-US" sz="2400" dirty="0">
                <a:solidFill>
                  <a:srgbClr val="FF0000"/>
                </a:solidFill>
                <a:ea typeface="Verdana" pitchFamily="34" charset="0"/>
                <a:cs typeface="Verdana" pitchFamily="34" charset="0"/>
              </a:rPr>
              <a:t>All diagonal elements in the variance-covariance matrix are variances and off diagonal elements are </a:t>
            </a:r>
            <a:r>
              <a:rPr lang="en-GB" altLang="en-US" sz="2400" dirty="0" err="1">
                <a:solidFill>
                  <a:srgbClr val="FF0000"/>
                </a:solidFill>
                <a:ea typeface="Verdana" pitchFamily="34" charset="0"/>
                <a:cs typeface="Verdana" pitchFamily="34" charset="0"/>
              </a:rPr>
              <a:t>covariances</a:t>
            </a:r>
            <a:r>
              <a:rPr lang="en-GB" altLang="en-US" sz="2400" dirty="0">
                <a:solidFill>
                  <a:srgbClr val="FF0000"/>
                </a:solidFill>
                <a:ea typeface="Verdana" pitchFamily="34" charset="0"/>
                <a:cs typeface="Verdana" pitchFamily="34" charset="0"/>
              </a:rPr>
              <a:t>. </a:t>
            </a:r>
          </a:p>
          <a:p>
            <a:pPr marL="0" indent="0" algn="just" defTabSz="1055679">
              <a:lnSpc>
                <a:spcPct val="110000"/>
              </a:lnSpc>
              <a:spcBef>
                <a:spcPts val="1154"/>
              </a:spcBef>
              <a:buClrTx/>
              <a:buNone/>
            </a:pPr>
            <a:r>
              <a:rPr lang="en-GB" altLang="en-US" sz="2400" dirty="0">
                <a:solidFill>
                  <a:srgbClr val="FF0000"/>
                </a:solidFill>
                <a:ea typeface="Verdana" pitchFamily="34" charset="0"/>
                <a:cs typeface="Verdana" pitchFamily="34" charset="0"/>
                <a:sym typeface="Symbol" panose="05050102010706020507" pitchFamily="18" charset="2"/>
              </a:rPr>
              <a:t> is a symmetric matrix.</a:t>
            </a:r>
            <a:endParaRPr lang="en-US" altLang="en-US" sz="2400" dirty="0">
              <a:solidFill>
                <a:srgbClr val="FF0000"/>
              </a:solidFill>
              <a:ea typeface="Verdana" pitchFamily="34" charset="0"/>
              <a:cs typeface="Verdana" pitchFamily="34" charset="0"/>
            </a:endParaRPr>
          </a:p>
        </p:txBody>
      </p:sp>
      <p:sp>
        <p:nvSpPr>
          <p:cNvPr id="2" name="Title 2">
            <a:extLst>
              <a:ext uri="{FF2B5EF4-FFF2-40B4-BE49-F238E27FC236}">
                <a16:creationId xmlns:a16="http://schemas.microsoft.com/office/drawing/2014/main" id="{754637B8-9783-14C1-5105-230757F37B29}"/>
              </a:ext>
            </a:extLst>
          </p:cNvPr>
          <p:cNvSpPr txBox="1">
            <a:spLocks/>
          </p:cNvSpPr>
          <p:nvPr/>
        </p:nvSpPr>
        <p:spPr>
          <a:xfrm>
            <a:off x="207376" y="106586"/>
            <a:ext cx="8761323"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altLang="en-US" sz="4156" b="1" dirty="0">
                <a:solidFill>
                  <a:schemeClr val="bg1"/>
                </a:solidFill>
                <a:latin typeface="Helvetica Neue"/>
                <a:cs typeface="Helvetica" panose="020B0604020202020204" pitchFamily="34" charset="0"/>
              </a:rPr>
              <a:t>Covariance</a:t>
            </a:r>
          </a:p>
        </p:txBody>
      </p:sp>
      <p:sp>
        <p:nvSpPr>
          <p:cNvPr id="5" name="Rectangle 4">
            <a:extLst>
              <a:ext uri="{FF2B5EF4-FFF2-40B4-BE49-F238E27FC236}">
                <a16:creationId xmlns:a16="http://schemas.microsoft.com/office/drawing/2014/main" id="{0ABD3D7D-A803-9B05-A4E9-B27A71648638}"/>
              </a:ext>
            </a:extLst>
          </p:cNvPr>
          <p:cNvSpPr/>
          <p:nvPr/>
        </p:nvSpPr>
        <p:spPr>
          <a:xfrm rot="18217891">
            <a:off x="3531137" y="931124"/>
            <a:ext cx="800748" cy="5772791"/>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grpSp>
        <p:nvGrpSpPr>
          <p:cNvPr id="35" name="Group 34">
            <a:extLst>
              <a:ext uri="{FF2B5EF4-FFF2-40B4-BE49-F238E27FC236}">
                <a16:creationId xmlns:a16="http://schemas.microsoft.com/office/drawing/2014/main" id="{D7AC9E7A-41B4-395B-65A8-9CA010A0AA4C}"/>
              </a:ext>
            </a:extLst>
          </p:cNvPr>
          <p:cNvGrpSpPr/>
          <p:nvPr/>
        </p:nvGrpSpPr>
        <p:grpSpPr>
          <a:xfrm>
            <a:off x="2746303" y="1594175"/>
            <a:ext cx="9298440" cy="2946240"/>
            <a:chOff x="2746303" y="1594175"/>
            <a:chExt cx="9298440" cy="2946240"/>
          </a:xfrm>
        </p:grpSpPr>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204A9083-1024-57B5-CCFB-35B0E7345275}"/>
                    </a:ext>
                  </a:extLst>
                </p14:cNvPr>
                <p14:cNvContentPartPr/>
                <p14:nvPr/>
              </p14:nvContentPartPr>
              <p14:xfrm>
                <a:off x="7072063" y="3439175"/>
                <a:ext cx="686520" cy="109080"/>
              </p14:xfrm>
            </p:contentPart>
          </mc:Choice>
          <mc:Fallback>
            <p:pic>
              <p:nvPicPr>
                <p:cNvPr id="3" name="Ink 2">
                  <a:extLst>
                    <a:ext uri="{FF2B5EF4-FFF2-40B4-BE49-F238E27FC236}">
                      <a16:creationId xmlns:a16="http://schemas.microsoft.com/office/drawing/2014/main" id="{204A9083-1024-57B5-CCFB-35B0E7345275}"/>
                    </a:ext>
                  </a:extLst>
                </p:cNvPr>
                <p:cNvPicPr/>
                <p:nvPr/>
              </p:nvPicPr>
              <p:blipFill>
                <a:blip r:embed="rId6"/>
                <a:stretch>
                  <a:fillRect/>
                </a:stretch>
              </p:blipFill>
              <p:spPr>
                <a:xfrm>
                  <a:off x="7067743" y="3434855"/>
                  <a:ext cx="69516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B5FAFF9F-E976-BCDA-50AB-E971732069D8}"/>
                    </a:ext>
                  </a:extLst>
                </p14:cNvPr>
                <p14:cNvContentPartPr/>
                <p14:nvPr/>
              </p14:nvContentPartPr>
              <p14:xfrm>
                <a:off x="8310823" y="3758495"/>
                <a:ext cx="1702800" cy="77400"/>
              </p14:xfrm>
            </p:contentPart>
          </mc:Choice>
          <mc:Fallback>
            <p:pic>
              <p:nvPicPr>
                <p:cNvPr id="4" name="Ink 3">
                  <a:extLst>
                    <a:ext uri="{FF2B5EF4-FFF2-40B4-BE49-F238E27FC236}">
                      <a16:creationId xmlns:a16="http://schemas.microsoft.com/office/drawing/2014/main" id="{B5FAFF9F-E976-BCDA-50AB-E971732069D8}"/>
                    </a:ext>
                  </a:extLst>
                </p:cNvPr>
                <p:cNvPicPr/>
                <p:nvPr/>
              </p:nvPicPr>
              <p:blipFill>
                <a:blip r:embed="rId8"/>
                <a:stretch>
                  <a:fillRect/>
                </a:stretch>
              </p:blipFill>
              <p:spPr>
                <a:xfrm>
                  <a:off x="8306503" y="3754175"/>
                  <a:ext cx="171144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637EAAEA-A967-E3DF-DB6A-B87EF171D290}"/>
                    </a:ext>
                  </a:extLst>
                </p14:cNvPr>
                <p14:cNvContentPartPr/>
                <p14:nvPr/>
              </p14:nvContentPartPr>
              <p14:xfrm>
                <a:off x="2746303" y="2008895"/>
                <a:ext cx="3797280" cy="2531520"/>
              </p14:xfrm>
            </p:contentPart>
          </mc:Choice>
          <mc:Fallback>
            <p:pic>
              <p:nvPicPr>
                <p:cNvPr id="6" name="Ink 5">
                  <a:extLst>
                    <a:ext uri="{FF2B5EF4-FFF2-40B4-BE49-F238E27FC236}">
                      <a16:creationId xmlns:a16="http://schemas.microsoft.com/office/drawing/2014/main" id="{637EAAEA-A967-E3DF-DB6A-B87EF171D290}"/>
                    </a:ext>
                  </a:extLst>
                </p:cNvPr>
                <p:cNvPicPr/>
                <p:nvPr/>
              </p:nvPicPr>
              <p:blipFill>
                <a:blip r:embed="rId10"/>
                <a:stretch>
                  <a:fillRect/>
                </a:stretch>
              </p:blipFill>
              <p:spPr>
                <a:xfrm>
                  <a:off x="2740183" y="2002775"/>
                  <a:ext cx="3809520" cy="25437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7B63A17D-A4EF-4D8D-F6EA-D5D3D7E8B041}"/>
                    </a:ext>
                  </a:extLst>
                </p14:cNvPr>
                <p14:cNvContentPartPr/>
                <p14:nvPr/>
              </p14:nvContentPartPr>
              <p14:xfrm>
                <a:off x="8814463" y="1741775"/>
                <a:ext cx="414360" cy="388440"/>
              </p14:xfrm>
            </p:contentPart>
          </mc:Choice>
          <mc:Fallback>
            <p:pic>
              <p:nvPicPr>
                <p:cNvPr id="7" name="Ink 6">
                  <a:extLst>
                    <a:ext uri="{FF2B5EF4-FFF2-40B4-BE49-F238E27FC236}">
                      <a16:creationId xmlns:a16="http://schemas.microsoft.com/office/drawing/2014/main" id="{7B63A17D-A4EF-4D8D-F6EA-D5D3D7E8B041}"/>
                    </a:ext>
                  </a:extLst>
                </p:cNvPr>
                <p:cNvPicPr/>
                <p:nvPr/>
              </p:nvPicPr>
              <p:blipFill>
                <a:blip r:embed="rId12"/>
                <a:stretch>
                  <a:fillRect/>
                </a:stretch>
              </p:blipFill>
              <p:spPr>
                <a:xfrm>
                  <a:off x="8808343" y="1735655"/>
                  <a:ext cx="426600" cy="4006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54456737-F2F8-C402-026A-ED8C86EC4BB6}"/>
                    </a:ext>
                  </a:extLst>
                </p14:cNvPr>
                <p14:cNvContentPartPr/>
                <p14:nvPr/>
              </p14:nvContentPartPr>
              <p14:xfrm>
                <a:off x="9173743" y="2220935"/>
                <a:ext cx="14400" cy="165600"/>
              </p14:xfrm>
            </p:contentPart>
          </mc:Choice>
          <mc:Fallback>
            <p:pic>
              <p:nvPicPr>
                <p:cNvPr id="8" name="Ink 7">
                  <a:extLst>
                    <a:ext uri="{FF2B5EF4-FFF2-40B4-BE49-F238E27FC236}">
                      <a16:creationId xmlns:a16="http://schemas.microsoft.com/office/drawing/2014/main" id="{54456737-F2F8-C402-026A-ED8C86EC4BB6}"/>
                    </a:ext>
                  </a:extLst>
                </p:cNvPr>
                <p:cNvPicPr/>
                <p:nvPr/>
              </p:nvPicPr>
              <p:blipFill>
                <a:blip r:embed="rId14"/>
                <a:stretch>
                  <a:fillRect/>
                </a:stretch>
              </p:blipFill>
              <p:spPr>
                <a:xfrm>
                  <a:off x="9167623" y="2214815"/>
                  <a:ext cx="2664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0" name="Ink 9">
                  <a:extLst>
                    <a:ext uri="{FF2B5EF4-FFF2-40B4-BE49-F238E27FC236}">
                      <a16:creationId xmlns:a16="http://schemas.microsoft.com/office/drawing/2014/main" id="{FA54946B-6B06-904E-083C-0023F2E9A992}"/>
                    </a:ext>
                  </a:extLst>
                </p14:cNvPr>
                <p14:cNvContentPartPr/>
                <p14:nvPr/>
              </p14:nvContentPartPr>
              <p14:xfrm>
                <a:off x="9162223" y="1837535"/>
                <a:ext cx="62280" cy="29520"/>
              </p14:xfrm>
            </p:contentPart>
          </mc:Choice>
          <mc:Fallback>
            <p:pic>
              <p:nvPicPr>
                <p:cNvPr id="10" name="Ink 9">
                  <a:extLst>
                    <a:ext uri="{FF2B5EF4-FFF2-40B4-BE49-F238E27FC236}">
                      <a16:creationId xmlns:a16="http://schemas.microsoft.com/office/drawing/2014/main" id="{FA54946B-6B06-904E-083C-0023F2E9A992}"/>
                    </a:ext>
                  </a:extLst>
                </p:cNvPr>
                <p:cNvPicPr/>
                <p:nvPr/>
              </p:nvPicPr>
              <p:blipFill>
                <a:blip r:embed="rId16"/>
                <a:stretch>
                  <a:fillRect/>
                </a:stretch>
              </p:blipFill>
              <p:spPr>
                <a:xfrm>
                  <a:off x="9156103" y="1831415"/>
                  <a:ext cx="7452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821A408D-1FF7-4987-BFE8-BF59214C4D7C}"/>
                    </a:ext>
                  </a:extLst>
                </p14:cNvPr>
                <p14:cNvContentPartPr/>
                <p14:nvPr/>
              </p14:nvContentPartPr>
              <p14:xfrm>
                <a:off x="9294703" y="2194295"/>
                <a:ext cx="151920" cy="713160"/>
              </p14:xfrm>
            </p:contentPart>
          </mc:Choice>
          <mc:Fallback>
            <p:pic>
              <p:nvPicPr>
                <p:cNvPr id="13" name="Ink 12">
                  <a:extLst>
                    <a:ext uri="{FF2B5EF4-FFF2-40B4-BE49-F238E27FC236}">
                      <a16:creationId xmlns:a16="http://schemas.microsoft.com/office/drawing/2014/main" id="{821A408D-1FF7-4987-BFE8-BF59214C4D7C}"/>
                    </a:ext>
                  </a:extLst>
                </p:cNvPr>
                <p:cNvPicPr/>
                <p:nvPr/>
              </p:nvPicPr>
              <p:blipFill>
                <a:blip r:embed="rId18"/>
                <a:stretch>
                  <a:fillRect/>
                </a:stretch>
              </p:blipFill>
              <p:spPr>
                <a:xfrm>
                  <a:off x="9288583" y="2188175"/>
                  <a:ext cx="164160" cy="7254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D1138923-B4A1-8111-8E35-DE0F51BBDB68}"/>
                    </a:ext>
                  </a:extLst>
                </p14:cNvPr>
                <p14:cNvContentPartPr/>
                <p14:nvPr/>
              </p14:nvContentPartPr>
              <p14:xfrm>
                <a:off x="9309823" y="1932215"/>
                <a:ext cx="7920" cy="32040"/>
              </p14:xfrm>
            </p:contentPart>
          </mc:Choice>
          <mc:Fallback>
            <p:pic>
              <p:nvPicPr>
                <p:cNvPr id="15" name="Ink 14">
                  <a:extLst>
                    <a:ext uri="{FF2B5EF4-FFF2-40B4-BE49-F238E27FC236}">
                      <a16:creationId xmlns:a16="http://schemas.microsoft.com/office/drawing/2014/main" id="{D1138923-B4A1-8111-8E35-DE0F51BBDB68}"/>
                    </a:ext>
                  </a:extLst>
                </p:cNvPr>
                <p:cNvPicPr/>
                <p:nvPr/>
              </p:nvPicPr>
              <p:blipFill>
                <a:blip r:embed="rId20"/>
                <a:stretch>
                  <a:fillRect/>
                </a:stretch>
              </p:blipFill>
              <p:spPr>
                <a:xfrm>
                  <a:off x="9303703" y="1926095"/>
                  <a:ext cx="2016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99211E67-F190-AE7B-AF2C-57A5364508EC}"/>
                    </a:ext>
                  </a:extLst>
                </p14:cNvPr>
                <p14:cNvContentPartPr/>
                <p14:nvPr/>
              </p14:nvContentPartPr>
              <p14:xfrm>
                <a:off x="9803023" y="1980095"/>
                <a:ext cx="93960" cy="36720"/>
              </p14:xfrm>
            </p:contentPart>
          </mc:Choice>
          <mc:Fallback>
            <p:pic>
              <p:nvPicPr>
                <p:cNvPr id="16" name="Ink 15">
                  <a:extLst>
                    <a:ext uri="{FF2B5EF4-FFF2-40B4-BE49-F238E27FC236}">
                      <a16:creationId xmlns:a16="http://schemas.microsoft.com/office/drawing/2014/main" id="{99211E67-F190-AE7B-AF2C-57A5364508EC}"/>
                    </a:ext>
                  </a:extLst>
                </p:cNvPr>
                <p:cNvPicPr/>
                <p:nvPr/>
              </p:nvPicPr>
              <p:blipFill>
                <a:blip r:embed="rId22"/>
                <a:stretch>
                  <a:fillRect/>
                </a:stretch>
              </p:blipFill>
              <p:spPr>
                <a:xfrm>
                  <a:off x="9796903" y="1973975"/>
                  <a:ext cx="10620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E7E59811-5A5C-3A8B-70D3-9C7A051D3B22}"/>
                    </a:ext>
                  </a:extLst>
                </p14:cNvPr>
                <p14:cNvContentPartPr/>
                <p14:nvPr/>
              </p14:nvContentPartPr>
              <p14:xfrm>
                <a:off x="9814543" y="2069375"/>
                <a:ext cx="198360" cy="50760"/>
              </p14:xfrm>
            </p:contentPart>
          </mc:Choice>
          <mc:Fallback>
            <p:pic>
              <p:nvPicPr>
                <p:cNvPr id="17" name="Ink 16">
                  <a:extLst>
                    <a:ext uri="{FF2B5EF4-FFF2-40B4-BE49-F238E27FC236}">
                      <a16:creationId xmlns:a16="http://schemas.microsoft.com/office/drawing/2014/main" id="{E7E59811-5A5C-3A8B-70D3-9C7A051D3B22}"/>
                    </a:ext>
                  </a:extLst>
                </p:cNvPr>
                <p:cNvPicPr/>
                <p:nvPr/>
              </p:nvPicPr>
              <p:blipFill>
                <a:blip r:embed="rId24"/>
                <a:stretch>
                  <a:fillRect/>
                </a:stretch>
              </p:blipFill>
              <p:spPr>
                <a:xfrm>
                  <a:off x="9808423" y="2063255"/>
                  <a:ext cx="21060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47B96AC8-A449-BF40-7E60-40309209BE35}"/>
                    </a:ext>
                  </a:extLst>
                </p14:cNvPr>
                <p14:cNvContentPartPr/>
                <p14:nvPr/>
              </p14:nvContentPartPr>
              <p14:xfrm>
                <a:off x="10205143" y="1718735"/>
                <a:ext cx="239040" cy="439560"/>
              </p14:xfrm>
            </p:contentPart>
          </mc:Choice>
          <mc:Fallback>
            <p:pic>
              <p:nvPicPr>
                <p:cNvPr id="18" name="Ink 17">
                  <a:extLst>
                    <a:ext uri="{FF2B5EF4-FFF2-40B4-BE49-F238E27FC236}">
                      <a16:creationId xmlns:a16="http://schemas.microsoft.com/office/drawing/2014/main" id="{47B96AC8-A449-BF40-7E60-40309209BE35}"/>
                    </a:ext>
                  </a:extLst>
                </p:cNvPr>
                <p:cNvPicPr/>
                <p:nvPr/>
              </p:nvPicPr>
              <p:blipFill>
                <a:blip r:embed="rId26"/>
                <a:stretch>
                  <a:fillRect/>
                </a:stretch>
              </p:blipFill>
              <p:spPr>
                <a:xfrm>
                  <a:off x="10199023" y="1712615"/>
                  <a:ext cx="251280" cy="4518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B70131F2-8346-2BB4-EC6A-A950EB0068E2}"/>
                    </a:ext>
                  </a:extLst>
                </p14:cNvPr>
                <p14:cNvContentPartPr/>
                <p14:nvPr/>
              </p14:nvContentPartPr>
              <p14:xfrm>
                <a:off x="10444903" y="1942295"/>
                <a:ext cx="183600" cy="113760"/>
              </p14:xfrm>
            </p:contentPart>
          </mc:Choice>
          <mc:Fallback>
            <p:pic>
              <p:nvPicPr>
                <p:cNvPr id="19" name="Ink 18">
                  <a:extLst>
                    <a:ext uri="{FF2B5EF4-FFF2-40B4-BE49-F238E27FC236}">
                      <a16:creationId xmlns:a16="http://schemas.microsoft.com/office/drawing/2014/main" id="{B70131F2-8346-2BB4-EC6A-A950EB0068E2}"/>
                    </a:ext>
                  </a:extLst>
                </p:cNvPr>
                <p:cNvPicPr/>
                <p:nvPr/>
              </p:nvPicPr>
              <p:blipFill>
                <a:blip r:embed="rId28"/>
                <a:stretch>
                  <a:fillRect/>
                </a:stretch>
              </p:blipFill>
              <p:spPr>
                <a:xfrm>
                  <a:off x="10438783" y="1936175"/>
                  <a:ext cx="19584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0" name="Ink 19">
                  <a:extLst>
                    <a:ext uri="{FF2B5EF4-FFF2-40B4-BE49-F238E27FC236}">
                      <a16:creationId xmlns:a16="http://schemas.microsoft.com/office/drawing/2014/main" id="{EAF0419D-B34B-9653-DB88-2A3AF4B731E6}"/>
                    </a:ext>
                  </a:extLst>
                </p14:cNvPr>
                <p14:cNvContentPartPr/>
                <p14:nvPr/>
              </p14:nvContentPartPr>
              <p14:xfrm>
                <a:off x="10740103" y="1904135"/>
                <a:ext cx="151200" cy="161640"/>
              </p14:xfrm>
            </p:contentPart>
          </mc:Choice>
          <mc:Fallback>
            <p:pic>
              <p:nvPicPr>
                <p:cNvPr id="20" name="Ink 19">
                  <a:extLst>
                    <a:ext uri="{FF2B5EF4-FFF2-40B4-BE49-F238E27FC236}">
                      <a16:creationId xmlns:a16="http://schemas.microsoft.com/office/drawing/2014/main" id="{EAF0419D-B34B-9653-DB88-2A3AF4B731E6}"/>
                    </a:ext>
                  </a:extLst>
                </p:cNvPr>
                <p:cNvPicPr/>
                <p:nvPr/>
              </p:nvPicPr>
              <p:blipFill>
                <a:blip r:embed="rId30"/>
                <a:stretch>
                  <a:fillRect/>
                </a:stretch>
              </p:blipFill>
              <p:spPr>
                <a:xfrm>
                  <a:off x="10733983" y="1898015"/>
                  <a:ext cx="16344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D737FD1C-01ED-5C2D-DF05-C03F96116952}"/>
                    </a:ext>
                  </a:extLst>
                </p14:cNvPr>
                <p14:cNvContentPartPr/>
                <p14:nvPr/>
              </p14:nvContentPartPr>
              <p14:xfrm>
                <a:off x="10934863" y="1594175"/>
                <a:ext cx="324000" cy="811440"/>
              </p14:xfrm>
            </p:contentPart>
          </mc:Choice>
          <mc:Fallback>
            <p:pic>
              <p:nvPicPr>
                <p:cNvPr id="21" name="Ink 20">
                  <a:extLst>
                    <a:ext uri="{FF2B5EF4-FFF2-40B4-BE49-F238E27FC236}">
                      <a16:creationId xmlns:a16="http://schemas.microsoft.com/office/drawing/2014/main" id="{D737FD1C-01ED-5C2D-DF05-C03F96116952}"/>
                    </a:ext>
                  </a:extLst>
                </p:cNvPr>
                <p:cNvPicPr/>
                <p:nvPr/>
              </p:nvPicPr>
              <p:blipFill>
                <a:blip r:embed="rId32"/>
                <a:stretch>
                  <a:fillRect/>
                </a:stretch>
              </p:blipFill>
              <p:spPr>
                <a:xfrm>
                  <a:off x="10928743" y="1588055"/>
                  <a:ext cx="336240" cy="8236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2" name="Ink 21">
                  <a:extLst>
                    <a:ext uri="{FF2B5EF4-FFF2-40B4-BE49-F238E27FC236}">
                      <a16:creationId xmlns:a16="http://schemas.microsoft.com/office/drawing/2014/main" id="{E5A493F1-520A-1A2A-DECE-EB5DCB93266E}"/>
                    </a:ext>
                  </a:extLst>
                </p14:cNvPr>
                <p14:cNvContentPartPr/>
                <p14:nvPr/>
              </p14:nvContentPartPr>
              <p14:xfrm>
                <a:off x="11092183" y="1763015"/>
                <a:ext cx="171720" cy="419040"/>
              </p14:xfrm>
            </p:contentPart>
          </mc:Choice>
          <mc:Fallback>
            <p:pic>
              <p:nvPicPr>
                <p:cNvPr id="22" name="Ink 21">
                  <a:extLst>
                    <a:ext uri="{FF2B5EF4-FFF2-40B4-BE49-F238E27FC236}">
                      <a16:creationId xmlns:a16="http://schemas.microsoft.com/office/drawing/2014/main" id="{E5A493F1-520A-1A2A-DECE-EB5DCB93266E}"/>
                    </a:ext>
                  </a:extLst>
                </p:cNvPr>
                <p:cNvPicPr/>
                <p:nvPr/>
              </p:nvPicPr>
              <p:blipFill>
                <a:blip r:embed="rId34"/>
                <a:stretch>
                  <a:fillRect/>
                </a:stretch>
              </p:blipFill>
              <p:spPr>
                <a:xfrm>
                  <a:off x="11086063" y="1756895"/>
                  <a:ext cx="183960" cy="4312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3" name="Ink 22">
                  <a:extLst>
                    <a:ext uri="{FF2B5EF4-FFF2-40B4-BE49-F238E27FC236}">
                      <a16:creationId xmlns:a16="http://schemas.microsoft.com/office/drawing/2014/main" id="{93F62746-C8C1-AAE8-9BAD-634D61363821}"/>
                    </a:ext>
                  </a:extLst>
                </p14:cNvPr>
                <p14:cNvContentPartPr/>
                <p14:nvPr/>
              </p14:nvContentPartPr>
              <p14:xfrm>
                <a:off x="11046463" y="1778855"/>
                <a:ext cx="228600" cy="308880"/>
              </p14:xfrm>
            </p:contentPart>
          </mc:Choice>
          <mc:Fallback>
            <p:pic>
              <p:nvPicPr>
                <p:cNvPr id="23" name="Ink 22">
                  <a:extLst>
                    <a:ext uri="{FF2B5EF4-FFF2-40B4-BE49-F238E27FC236}">
                      <a16:creationId xmlns:a16="http://schemas.microsoft.com/office/drawing/2014/main" id="{93F62746-C8C1-AAE8-9BAD-634D61363821}"/>
                    </a:ext>
                  </a:extLst>
                </p:cNvPr>
                <p:cNvPicPr/>
                <p:nvPr/>
              </p:nvPicPr>
              <p:blipFill>
                <a:blip r:embed="rId36"/>
                <a:stretch>
                  <a:fillRect/>
                </a:stretch>
              </p:blipFill>
              <p:spPr>
                <a:xfrm>
                  <a:off x="11040343" y="1772735"/>
                  <a:ext cx="24084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4" name="Ink 23">
                  <a:extLst>
                    <a:ext uri="{FF2B5EF4-FFF2-40B4-BE49-F238E27FC236}">
                      <a16:creationId xmlns:a16="http://schemas.microsoft.com/office/drawing/2014/main" id="{F6B6A691-B0A5-F4B5-B755-BCFB5B55DBF4}"/>
                    </a:ext>
                  </a:extLst>
                </p14:cNvPr>
                <p14:cNvContentPartPr/>
                <p14:nvPr/>
              </p14:nvContentPartPr>
              <p14:xfrm>
                <a:off x="11407183" y="2094575"/>
                <a:ext cx="79920" cy="276480"/>
              </p14:xfrm>
            </p:contentPart>
          </mc:Choice>
          <mc:Fallback>
            <p:pic>
              <p:nvPicPr>
                <p:cNvPr id="24" name="Ink 23">
                  <a:extLst>
                    <a:ext uri="{FF2B5EF4-FFF2-40B4-BE49-F238E27FC236}">
                      <a16:creationId xmlns:a16="http://schemas.microsoft.com/office/drawing/2014/main" id="{F6B6A691-B0A5-F4B5-B755-BCFB5B55DBF4}"/>
                    </a:ext>
                  </a:extLst>
                </p:cNvPr>
                <p:cNvPicPr/>
                <p:nvPr/>
              </p:nvPicPr>
              <p:blipFill>
                <a:blip r:embed="rId38"/>
                <a:stretch>
                  <a:fillRect/>
                </a:stretch>
              </p:blipFill>
              <p:spPr>
                <a:xfrm>
                  <a:off x="11401063" y="2088455"/>
                  <a:ext cx="9216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5" name="Ink 24">
                  <a:extLst>
                    <a:ext uri="{FF2B5EF4-FFF2-40B4-BE49-F238E27FC236}">
                      <a16:creationId xmlns:a16="http://schemas.microsoft.com/office/drawing/2014/main" id="{1C0D6AE5-84F4-323F-ECB1-076438752FE6}"/>
                    </a:ext>
                  </a:extLst>
                </p14:cNvPr>
                <p14:cNvContentPartPr/>
                <p14:nvPr/>
              </p14:nvContentPartPr>
              <p14:xfrm>
                <a:off x="11351743" y="1901615"/>
                <a:ext cx="21960" cy="7920"/>
              </p14:xfrm>
            </p:contentPart>
          </mc:Choice>
          <mc:Fallback>
            <p:pic>
              <p:nvPicPr>
                <p:cNvPr id="25" name="Ink 24">
                  <a:extLst>
                    <a:ext uri="{FF2B5EF4-FFF2-40B4-BE49-F238E27FC236}">
                      <a16:creationId xmlns:a16="http://schemas.microsoft.com/office/drawing/2014/main" id="{1C0D6AE5-84F4-323F-ECB1-076438752FE6}"/>
                    </a:ext>
                  </a:extLst>
                </p:cNvPr>
                <p:cNvPicPr/>
                <p:nvPr/>
              </p:nvPicPr>
              <p:blipFill>
                <a:blip r:embed="rId40"/>
                <a:stretch>
                  <a:fillRect/>
                </a:stretch>
              </p:blipFill>
              <p:spPr>
                <a:xfrm>
                  <a:off x="11345623" y="1895495"/>
                  <a:ext cx="3420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6" name="Ink 25">
                  <a:extLst>
                    <a:ext uri="{FF2B5EF4-FFF2-40B4-BE49-F238E27FC236}">
                      <a16:creationId xmlns:a16="http://schemas.microsoft.com/office/drawing/2014/main" id="{FAEAF382-5466-1EAD-A83D-7859BF5F6032}"/>
                    </a:ext>
                  </a:extLst>
                </p14:cNvPr>
                <p14:cNvContentPartPr/>
                <p14:nvPr/>
              </p14:nvContentPartPr>
              <p14:xfrm>
                <a:off x="11524543" y="2297975"/>
                <a:ext cx="69840" cy="190800"/>
              </p14:xfrm>
            </p:contentPart>
          </mc:Choice>
          <mc:Fallback>
            <p:pic>
              <p:nvPicPr>
                <p:cNvPr id="26" name="Ink 25">
                  <a:extLst>
                    <a:ext uri="{FF2B5EF4-FFF2-40B4-BE49-F238E27FC236}">
                      <a16:creationId xmlns:a16="http://schemas.microsoft.com/office/drawing/2014/main" id="{FAEAF382-5466-1EAD-A83D-7859BF5F6032}"/>
                    </a:ext>
                  </a:extLst>
                </p:cNvPr>
                <p:cNvPicPr/>
                <p:nvPr/>
              </p:nvPicPr>
              <p:blipFill>
                <a:blip r:embed="rId42"/>
                <a:stretch>
                  <a:fillRect/>
                </a:stretch>
              </p:blipFill>
              <p:spPr>
                <a:xfrm>
                  <a:off x="11518423" y="2291855"/>
                  <a:ext cx="8208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7" name="Ink 26">
                  <a:extLst>
                    <a:ext uri="{FF2B5EF4-FFF2-40B4-BE49-F238E27FC236}">
                      <a16:creationId xmlns:a16="http://schemas.microsoft.com/office/drawing/2014/main" id="{BF08C260-B059-8A19-A006-0AB94BA1B454}"/>
                    </a:ext>
                  </a:extLst>
                </p14:cNvPr>
                <p14:cNvContentPartPr/>
                <p14:nvPr/>
              </p14:nvContentPartPr>
              <p14:xfrm>
                <a:off x="11707423" y="1707575"/>
                <a:ext cx="126720" cy="316080"/>
              </p14:xfrm>
            </p:contentPart>
          </mc:Choice>
          <mc:Fallback>
            <p:pic>
              <p:nvPicPr>
                <p:cNvPr id="27" name="Ink 26">
                  <a:extLst>
                    <a:ext uri="{FF2B5EF4-FFF2-40B4-BE49-F238E27FC236}">
                      <a16:creationId xmlns:a16="http://schemas.microsoft.com/office/drawing/2014/main" id="{BF08C260-B059-8A19-A006-0AB94BA1B454}"/>
                    </a:ext>
                  </a:extLst>
                </p:cNvPr>
                <p:cNvPicPr/>
                <p:nvPr/>
              </p:nvPicPr>
              <p:blipFill>
                <a:blip r:embed="rId44"/>
                <a:stretch>
                  <a:fillRect/>
                </a:stretch>
              </p:blipFill>
              <p:spPr>
                <a:xfrm>
                  <a:off x="11701303" y="1701455"/>
                  <a:ext cx="138960" cy="3283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8" name="Ink 27">
                  <a:extLst>
                    <a:ext uri="{FF2B5EF4-FFF2-40B4-BE49-F238E27FC236}">
                      <a16:creationId xmlns:a16="http://schemas.microsoft.com/office/drawing/2014/main" id="{EE149F91-8A62-910C-BBEE-1B475A7BEAAF}"/>
                    </a:ext>
                  </a:extLst>
                </p14:cNvPr>
                <p14:cNvContentPartPr/>
                <p14:nvPr/>
              </p14:nvContentPartPr>
              <p14:xfrm>
                <a:off x="11585023" y="1760495"/>
                <a:ext cx="231120" cy="203400"/>
              </p14:xfrm>
            </p:contentPart>
          </mc:Choice>
          <mc:Fallback>
            <p:pic>
              <p:nvPicPr>
                <p:cNvPr id="28" name="Ink 27">
                  <a:extLst>
                    <a:ext uri="{FF2B5EF4-FFF2-40B4-BE49-F238E27FC236}">
                      <a16:creationId xmlns:a16="http://schemas.microsoft.com/office/drawing/2014/main" id="{EE149F91-8A62-910C-BBEE-1B475A7BEAAF}"/>
                    </a:ext>
                  </a:extLst>
                </p:cNvPr>
                <p:cNvPicPr/>
                <p:nvPr/>
              </p:nvPicPr>
              <p:blipFill>
                <a:blip r:embed="rId46"/>
                <a:stretch>
                  <a:fillRect/>
                </a:stretch>
              </p:blipFill>
              <p:spPr>
                <a:xfrm>
                  <a:off x="11578903" y="1754375"/>
                  <a:ext cx="24336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9" name="Ink 28">
                  <a:extLst>
                    <a:ext uri="{FF2B5EF4-FFF2-40B4-BE49-F238E27FC236}">
                      <a16:creationId xmlns:a16="http://schemas.microsoft.com/office/drawing/2014/main" id="{8BD925C0-2647-7C56-9DF7-7BA2609845B3}"/>
                    </a:ext>
                  </a:extLst>
                </p14:cNvPr>
                <p14:cNvContentPartPr/>
                <p14:nvPr/>
              </p14:nvContentPartPr>
              <p14:xfrm>
                <a:off x="11860063" y="2018975"/>
                <a:ext cx="112320" cy="432360"/>
              </p14:xfrm>
            </p:contentPart>
          </mc:Choice>
          <mc:Fallback>
            <p:pic>
              <p:nvPicPr>
                <p:cNvPr id="29" name="Ink 28">
                  <a:extLst>
                    <a:ext uri="{FF2B5EF4-FFF2-40B4-BE49-F238E27FC236}">
                      <a16:creationId xmlns:a16="http://schemas.microsoft.com/office/drawing/2014/main" id="{8BD925C0-2647-7C56-9DF7-7BA2609845B3}"/>
                    </a:ext>
                  </a:extLst>
                </p:cNvPr>
                <p:cNvPicPr/>
                <p:nvPr/>
              </p:nvPicPr>
              <p:blipFill>
                <a:blip r:embed="rId48"/>
                <a:stretch>
                  <a:fillRect/>
                </a:stretch>
              </p:blipFill>
              <p:spPr>
                <a:xfrm>
                  <a:off x="11853943" y="2012855"/>
                  <a:ext cx="124560" cy="4446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0" name="Ink 29">
                  <a:extLst>
                    <a:ext uri="{FF2B5EF4-FFF2-40B4-BE49-F238E27FC236}">
                      <a16:creationId xmlns:a16="http://schemas.microsoft.com/office/drawing/2014/main" id="{2BE67823-AF06-B90B-78D6-6BC632730DE1}"/>
                    </a:ext>
                  </a:extLst>
                </p14:cNvPr>
                <p14:cNvContentPartPr/>
                <p14:nvPr/>
              </p14:nvContentPartPr>
              <p14:xfrm>
                <a:off x="11911903" y="1766975"/>
                <a:ext cx="7920" cy="7920"/>
              </p14:xfrm>
            </p:contentPart>
          </mc:Choice>
          <mc:Fallback>
            <p:pic>
              <p:nvPicPr>
                <p:cNvPr id="30" name="Ink 29">
                  <a:extLst>
                    <a:ext uri="{FF2B5EF4-FFF2-40B4-BE49-F238E27FC236}">
                      <a16:creationId xmlns:a16="http://schemas.microsoft.com/office/drawing/2014/main" id="{2BE67823-AF06-B90B-78D6-6BC632730DE1}"/>
                    </a:ext>
                  </a:extLst>
                </p:cNvPr>
                <p:cNvPicPr/>
                <p:nvPr/>
              </p:nvPicPr>
              <p:blipFill>
                <a:blip r:embed="rId50"/>
                <a:stretch>
                  <a:fillRect/>
                </a:stretch>
              </p:blipFill>
              <p:spPr>
                <a:xfrm>
                  <a:off x="11905783" y="1760855"/>
                  <a:ext cx="2016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1" name="Ink 30">
                  <a:extLst>
                    <a:ext uri="{FF2B5EF4-FFF2-40B4-BE49-F238E27FC236}">
                      <a16:creationId xmlns:a16="http://schemas.microsoft.com/office/drawing/2014/main" id="{34FCCDD0-024D-6565-19B0-4A3C6B9F8AE4}"/>
                    </a:ext>
                  </a:extLst>
                </p14:cNvPr>
                <p14:cNvContentPartPr/>
                <p14:nvPr/>
              </p14:nvContentPartPr>
              <p14:xfrm>
                <a:off x="11898583" y="1602815"/>
                <a:ext cx="146160" cy="898200"/>
              </p14:xfrm>
            </p:contentPart>
          </mc:Choice>
          <mc:Fallback>
            <p:pic>
              <p:nvPicPr>
                <p:cNvPr id="31" name="Ink 30">
                  <a:extLst>
                    <a:ext uri="{FF2B5EF4-FFF2-40B4-BE49-F238E27FC236}">
                      <a16:creationId xmlns:a16="http://schemas.microsoft.com/office/drawing/2014/main" id="{34FCCDD0-024D-6565-19B0-4A3C6B9F8AE4}"/>
                    </a:ext>
                  </a:extLst>
                </p:cNvPr>
                <p:cNvPicPr/>
                <p:nvPr/>
              </p:nvPicPr>
              <p:blipFill>
                <a:blip r:embed="rId52"/>
                <a:stretch>
                  <a:fillRect/>
                </a:stretch>
              </p:blipFill>
              <p:spPr>
                <a:xfrm>
                  <a:off x="11892463" y="1596695"/>
                  <a:ext cx="158400" cy="910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3">
            <p14:nvContentPartPr>
              <p14:cNvPr id="36" name="Ink 35">
                <a:extLst>
                  <a:ext uri="{FF2B5EF4-FFF2-40B4-BE49-F238E27FC236}">
                    <a16:creationId xmlns:a16="http://schemas.microsoft.com/office/drawing/2014/main" id="{4EEE44D0-F646-1654-C215-F827228BFBEB}"/>
                  </a:ext>
                </a:extLst>
              </p14:cNvPr>
              <p14:cNvContentPartPr/>
              <p14:nvPr/>
            </p14:nvContentPartPr>
            <p14:xfrm>
              <a:off x="2966983" y="3603335"/>
              <a:ext cx="360" cy="360"/>
            </p14:xfrm>
          </p:contentPart>
        </mc:Choice>
        <mc:Fallback>
          <p:pic>
            <p:nvPicPr>
              <p:cNvPr id="36" name="Ink 35">
                <a:extLst>
                  <a:ext uri="{FF2B5EF4-FFF2-40B4-BE49-F238E27FC236}">
                    <a16:creationId xmlns:a16="http://schemas.microsoft.com/office/drawing/2014/main" id="{4EEE44D0-F646-1654-C215-F827228BFBEB}"/>
                  </a:ext>
                </a:extLst>
              </p:cNvPr>
              <p:cNvPicPr/>
              <p:nvPr/>
            </p:nvPicPr>
            <p:blipFill>
              <a:blip r:embed="rId54"/>
              <a:stretch>
                <a:fillRect/>
              </a:stretch>
            </p:blipFill>
            <p:spPr>
              <a:xfrm>
                <a:off x="2960863" y="3597215"/>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7" name="Ink 36">
                <a:extLst>
                  <a:ext uri="{FF2B5EF4-FFF2-40B4-BE49-F238E27FC236}">
                    <a16:creationId xmlns:a16="http://schemas.microsoft.com/office/drawing/2014/main" id="{E657A04B-FFDF-835D-0EBE-8FA5880DD108}"/>
                  </a:ext>
                </a:extLst>
              </p14:cNvPr>
              <p14:cNvContentPartPr/>
              <p14:nvPr/>
            </p14:nvContentPartPr>
            <p14:xfrm>
              <a:off x="256903" y="3366815"/>
              <a:ext cx="606600" cy="1301760"/>
            </p14:xfrm>
          </p:contentPart>
        </mc:Choice>
        <mc:Fallback>
          <p:pic>
            <p:nvPicPr>
              <p:cNvPr id="37" name="Ink 36">
                <a:extLst>
                  <a:ext uri="{FF2B5EF4-FFF2-40B4-BE49-F238E27FC236}">
                    <a16:creationId xmlns:a16="http://schemas.microsoft.com/office/drawing/2014/main" id="{E657A04B-FFDF-835D-0EBE-8FA5880DD108}"/>
                  </a:ext>
                </a:extLst>
              </p:cNvPr>
              <p:cNvPicPr/>
              <p:nvPr/>
            </p:nvPicPr>
            <p:blipFill>
              <a:blip r:embed="rId56"/>
              <a:stretch>
                <a:fillRect/>
              </a:stretch>
            </p:blipFill>
            <p:spPr>
              <a:xfrm>
                <a:off x="250783" y="3360695"/>
                <a:ext cx="618840" cy="13140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8" name="Ink 37">
                <a:extLst>
                  <a:ext uri="{FF2B5EF4-FFF2-40B4-BE49-F238E27FC236}">
                    <a16:creationId xmlns:a16="http://schemas.microsoft.com/office/drawing/2014/main" id="{E5AEB309-5BB6-4D25-18F3-32F88C5F15F0}"/>
                  </a:ext>
                </a:extLst>
              </p14:cNvPr>
              <p14:cNvContentPartPr/>
              <p14:nvPr/>
            </p14:nvContentPartPr>
            <p14:xfrm>
              <a:off x="643543" y="5977175"/>
              <a:ext cx="481680" cy="624960"/>
            </p14:xfrm>
          </p:contentPart>
        </mc:Choice>
        <mc:Fallback>
          <p:pic>
            <p:nvPicPr>
              <p:cNvPr id="38" name="Ink 37">
                <a:extLst>
                  <a:ext uri="{FF2B5EF4-FFF2-40B4-BE49-F238E27FC236}">
                    <a16:creationId xmlns:a16="http://schemas.microsoft.com/office/drawing/2014/main" id="{E5AEB309-5BB6-4D25-18F3-32F88C5F15F0}"/>
                  </a:ext>
                </a:extLst>
              </p:cNvPr>
              <p:cNvPicPr/>
              <p:nvPr/>
            </p:nvPicPr>
            <p:blipFill>
              <a:blip r:embed="rId58"/>
              <a:stretch>
                <a:fillRect/>
              </a:stretch>
            </p:blipFill>
            <p:spPr>
              <a:xfrm>
                <a:off x="637423" y="5971055"/>
                <a:ext cx="493920" cy="6372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9" name="Ink 38">
                <a:extLst>
                  <a:ext uri="{FF2B5EF4-FFF2-40B4-BE49-F238E27FC236}">
                    <a16:creationId xmlns:a16="http://schemas.microsoft.com/office/drawing/2014/main" id="{90ED0D8D-FECD-7A57-EBC1-B5C585878356}"/>
                  </a:ext>
                </a:extLst>
              </p14:cNvPr>
              <p14:cNvContentPartPr/>
              <p14:nvPr/>
            </p14:nvContentPartPr>
            <p14:xfrm>
              <a:off x="1529143" y="6322775"/>
              <a:ext cx="283320" cy="224280"/>
            </p14:xfrm>
          </p:contentPart>
        </mc:Choice>
        <mc:Fallback>
          <p:pic>
            <p:nvPicPr>
              <p:cNvPr id="39" name="Ink 38">
                <a:extLst>
                  <a:ext uri="{FF2B5EF4-FFF2-40B4-BE49-F238E27FC236}">
                    <a16:creationId xmlns:a16="http://schemas.microsoft.com/office/drawing/2014/main" id="{90ED0D8D-FECD-7A57-EBC1-B5C585878356}"/>
                  </a:ext>
                </a:extLst>
              </p:cNvPr>
              <p:cNvPicPr/>
              <p:nvPr/>
            </p:nvPicPr>
            <p:blipFill>
              <a:blip r:embed="rId60"/>
              <a:stretch>
                <a:fillRect/>
              </a:stretch>
            </p:blipFill>
            <p:spPr>
              <a:xfrm>
                <a:off x="1523023" y="6316655"/>
                <a:ext cx="29556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0" name="Ink 39">
                <a:extLst>
                  <a:ext uri="{FF2B5EF4-FFF2-40B4-BE49-F238E27FC236}">
                    <a16:creationId xmlns:a16="http://schemas.microsoft.com/office/drawing/2014/main" id="{8DDEE038-D8B4-6C71-6F43-3B1F07AEA352}"/>
                  </a:ext>
                </a:extLst>
              </p14:cNvPr>
              <p14:cNvContentPartPr/>
              <p14:nvPr/>
            </p14:nvContentPartPr>
            <p14:xfrm>
              <a:off x="1520503" y="6022175"/>
              <a:ext cx="57240" cy="19440"/>
            </p14:xfrm>
          </p:contentPart>
        </mc:Choice>
        <mc:Fallback>
          <p:pic>
            <p:nvPicPr>
              <p:cNvPr id="40" name="Ink 39">
                <a:extLst>
                  <a:ext uri="{FF2B5EF4-FFF2-40B4-BE49-F238E27FC236}">
                    <a16:creationId xmlns:a16="http://schemas.microsoft.com/office/drawing/2014/main" id="{8DDEE038-D8B4-6C71-6F43-3B1F07AEA352}"/>
                  </a:ext>
                </a:extLst>
              </p:cNvPr>
              <p:cNvPicPr/>
              <p:nvPr/>
            </p:nvPicPr>
            <p:blipFill>
              <a:blip r:embed="rId62"/>
              <a:stretch>
                <a:fillRect/>
              </a:stretch>
            </p:blipFill>
            <p:spPr>
              <a:xfrm>
                <a:off x="1514383" y="6016055"/>
                <a:ext cx="69480" cy="31680"/>
              </a:xfrm>
              <a:prstGeom prst="rect">
                <a:avLst/>
              </a:prstGeom>
            </p:spPr>
          </p:pic>
        </mc:Fallback>
      </mc:AlternateContent>
      <p:grpSp>
        <p:nvGrpSpPr>
          <p:cNvPr id="51" name="Group 50">
            <a:extLst>
              <a:ext uri="{FF2B5EF4-FFF2-40B4-BE49-F238E27FC236}">
                <a16:creationId xmlns:a16="http://schemas.microsoft.com/office/drawing/2014/main" id="{CE5E9B4E-97B7-8E30-B10D-1B5AE565FAC8}"/>
              </a:ext>
            </a:extLst>
          </p:cNvPr>
          <p:cNvGrpSpPr/>
          <p:nvPr/>
        </p:nvGrpSpPr>
        <p:grpSpPr>
          <a:xfrm>
            <a:off x="2304583" y="5872055"/>
            <a:ext cx="3423960" cy="994320"/>
            <a:chOff x="2304583" y="5872055"/>
            <a:chExt cx="3423960" cy="994320"/>
          </a:xfrm>
        </p:grpSpPr>
        <mc:AlternateContent xmlns:mc="http://schemas.openxmlformats.org/markup-compatibility/2006">
          <mc:Choice xmlns:p14="http://schemas.microsoft.com/office/powerpoint/2010/main" Requires="p14">
            <p:contentPart p14:bwMode="auto" r:id="rId63">
              <p14:nvContentPartPr>
                <p14:cNvPr id="41" name="Ink 40">
                  <a:extLst>
                    <a:ext uri="{FF2B5EF4-FFF2-40B4-BE49-F238E27FC236}">
                      <a16:creationId xmlns:a16="http://schemas.microsoft.com/office/drawing/2014/main" id="{9EF6B2E4-82A5-C5FB-04D8-9628A629A636}"/>
                    </a:ext>
                  </a:extLst>
                </p14:cNvPr>
                <p14:cNvContentPartPr/>
                <p14:nvPr/>
              </p14:nvContentPartPr>
              <p14:xfrm>
                <a:off x="2304583" y="6225215"/>
                <a:ext cx="291960" cy="286560"/>
              </p14:xfrm>
            </p:contentPart>
          </mc:Choice>
          <mc:Fallback>
            <p:pic>
              <p:nvPicPr>
                <p:cNvPr id="41" name="Ink 40">
                  <a:extLst>
                    <a:ext uri="{FF2B5EF4-FFF2-40B4-BE49-F238E27FC236}">
                      <a16:creationId xmlns:a16="http://schemas.microsoft.com/office/drawing/2014/main" id="{9EF6B2E4-82A5-C5FB-04D8-9628A629A636}"/>
                    </a:ext>
                  </a:extLst>
                </p:cNvPr>
                <p:cNvPicPr/>
                <p:nvPr/>
              </p:nvPicPr>
              <p:blipFill>
                <a:blip r:embed="rId64"/>
                <a:stretch>
                  <a:fillRect/>
                </a:stretch>
              </p:blipFill>
              <p:spPr>
                <a:xfrm>
                  <a:off x="2298463" y="6219095"/>
                  <a:ext cx="30420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2" name="Ink 41">
                  <a:extLst>
                    <a:ext uri="{FF2B5EF4-FFF2-40B4-BE49-F238E27FC236}">
                      <a16:creationId xmlns:a16="http://schemas.microsoft.com/office/drawing/2014/main" id="{BF583275-2567-6310-6DE9-FF965EF75394}"/>
                    </a:ext>
                  </a:extLst>
                </p14:cNvPr>
                <p14:cNvContentPartPr/>
                <p14:nvPr/>
              </p14:nvContentPartPr>
              <p14:xfrm>
                <a:off x="2931703" y="6133415"/>
                <a:ext cx="115200" cy="320760"/>
              </p14:xfrm>
            </p:contentPart>
          </mc:Choice>
          <mc:Fallback>
            <p:pic>
              <p:nvPicPr>
                <p:cNvPr id="42" name="Ink 41">
                  <a:extLst>
                    <a:ext uri="{FF2B5EF4-FFF2-40B4-BE49-F238E27FC236}">
                      <a16:creationId xmlns:a16="http://schemas.microsoft.com/office/drawing/2014/main" id="{BF583275-2567-6310-6DE9-FF965EF75394}"/>
                    </a:ext>
                  </a:extLst>
                </p:cNvPr>
                <p:cNvPicPr/>
                <p:nvPr/>
              </p:nvPicPr>
              <p:blipFill>
                <a:blip r:embed="rId66"/>
                <a:stretch>
                  <a:fillRect/>
                </a:stretch>
              </p:blipFill>
              <p:spPr>
                <a:xfrm>
                  <a:off x="2925583" y="6127295"/>
                  <a:ext cx="127440" cy="3330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3" name="Ink 42">
                  <a:extLst>
                    <a:ext uri="{FF2B5EF4-FFF2-40B4-BE49-F238E27FC236}">
                      <a16:creationId xmlns:a16="http://schemas.microsoft.com/office/drawing/2014/main" id="{AA6BDE44-B661-2164-1F7D-E1A46E4D89B9}"/>
                    </a:ext>
                  </a:extLst>
                </p14:cNvPr>
                <p14:cNvContentPartPr/>
                <p14:nvPr/>
              </p14:nvContentPartPr>
              <p14:xfrm>
                <a:off x="3179023" y="6254375"/>
                <a:ext cx="193320" cy="612000"/>
              </p14:xfrm>
            </p:contentPart>
          </mc:Choice>
          <mc:Fallback>
            <p:pic>
              <p:nvPicPr>
                <p:cNvPr id="43" name="Ink 42">
                  <a:extLst>
                    <a:ext uri="{FF2B5EF4-FFF2-40B4-BE49-F238E27FC236}">
                      <a16:creationId xmlns:a16="http://schemas.microsoft.com/office/drawing/2014/main" id="{AA6BDE44-B661-2164-1F7D-E1A46E4D89B9}"/>
                    </a:ext>
                  </a:extLst>
                </p:cNvPr>
                <p:cNvPicPr/>
                <p:nvPr/>
              </p:nvPicPr>
              <p:blipFill>
                <a:blip r:embed="rId68"/>
                <a:stretch>
                  <a:fillRect/>
                </a:stretch>
              </p:blipFill>
              <p:spPr>
                <a:xfrm>
                  <a:off x="3172903" y="6248255"/>
                  <a:ext cx="205560" cy="6242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5" name="Ink 44">
                  <a:extLst>
                    <a:ext uri="{FF2B5EF4-FFF2-40B4-BE49-F238E27FC236}">
                      <a16:creationId xmlns:a16="http://schemas.microsoft.com/office/drawing/2014/main" id="{560D749C-F74D-3245-FE2B-E38F03AC0251}"/>
                    </a:ext>
                  </a:extLst>
                </p14:cNvPr>
                <p14:cNvContentPartPr/>
                <p14:nvPr/>
              </p14:nvContentPartPr>
              <p14:xfrm>
                <a:off x="3489343" y="6254375"/>
                <a:ext cx="782280" cy="153720"/>
              </p14:xfrm>
            </p:contentPart>
          </mc:Choice>
          <mc:Fallback>
            <p:pic>
              <p:nvPicPr>
                <p:cNvPr id="45" name="Ink 44">
                  <a:extLst>
                    <a:ext uri="{FF2B5EF4-FFF2-40B4-BE49-F238E27FC236}">
                      <a16:creationId xmlns:a16="http://schemas.microsoft.com/office/drawing/2014/main" id="{560D749C-F74D-3245-FE2B-E38F03AC0251}"/>
                    </a:ext>
                  </a:extLst>
                </p:cNvPr>
                <p:cNvPicPr/>
                <p:nvPr/>
              </p:nvPicPr>
              <p:blipFill>
                <a:blip r:embed="rId70"/>
                <a:stretch>
                  <a:fillRect/>
                </a:stretch>
              </p:blipFill>
              <p:spPr>
                <a:xfrm>
                  <a:off x="3483223" y="6248255"/>
                  <a:ext cx="79452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6" name="Ink 45">
                  <a:extLst>
                    <a:ext uri="{FF2B5EF4-FFF2-40B4-BE49-F238E27FC236}">
                      <a16:creationId xmlns:a16="http://schemas.microsoft.com/office/drawing/2014/main" id="{B601900B-52D8-A216-D48A-395D8EF4E293}"/>
                    </a:ext>
                  </a:extLst>
                </p14:cNvPr>
                <p14:cNvContentPartPr/>
                <p14:nvPr/>
              </p14:nvContentPartPr>
              <p14:xfrm>
                <a:off x="4414903" y="5872055"/>
                <a:ext cx="753480" cy="540360"/>
              </p14:xfrm>
            </p:contentPart>
          </mc:Choice>
          <mc:Fallback>
            <p:pic>
              <p:nvPicPr>
                <p:cNvPr id="46" name="Ink 45">
                  <a:extLst>
                    <a:ext uri="{FF2B5EF4-FFF2-40B4-BE49-F238E27FC236}">
                      <a16:creationId xmlns:a16="http://schemas.microsoft.com/office/drawing/2014/main" id="{B601900B-52D8-A216-D48A-395D8EF4E293}"/>
                    </a:ext>
                  </a:extLst>
                </p:cNvPr>
                <p:cNvPicPr/>
                <p:nvPr/>
              </p:nvPicPr>
              <p:blipFill>
                <a:blip r:embed="rId72"/>
                <a:stretch>
                  <a:fillRect/>
                </a:stretch>
              </p:blipFill>
              <p:spPr>
                <a:xfrm>
                  <a:off x="4408783" y="5865935"/>
                  <a:ext cx="765720" cy="55260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7" name="Ink 46">
                  <a:extLst>
                    <a:ext uri="{FF2B5EF4-FFF2-40B4-BE49-F238E27FC236}">
                      <a16:creationId xmlns:a16="http://schemas.microsoft.com/office/drawing/2014/main" id="{1BE8CC94-AAAE-5D1C-6E6B-FF51C7AC5119}"/>
                    </a:ext>
                  </a:extLst>
                </p14:cNvPr>
                <p14:cNvContentPartPr/>
                <p14:nvPr/>
              </p14:nvContentPartPr>
              <p14:xfrm>
                <a:off x="5314183" y="6187415"/>
                <a:ext cx="219960" cy="172800"/>
              </p14:xfrm>
            </p:contentPart>
          </mc:Choice>
          <mc:Fallback>
            <p:pic>
              <p:nvPicPr>
                <p:cNvPr id="47" name="Ink 46">
                  <a:extLst>
                    <a:ext uri="{FF2B5EF4-FFF2-40B4-BE49-F238E27FC236}">
                      <a16:creationId xmlns:a16="http://schemas.microsoft.com/office/drawing/2014/main" id="{1BE8CC94-AAAE-5D1C-6E6B-FF51C7AC5119}"/>
                    </a:ext>
                  </a:extLst>
                </p:cNvPr>
                <p:cNvPicPr/>
                <p:nvPr/>
              </p:nvPicPr>
              <p:blipFill>
                <a:blip r:embed="rId74"/>
                <a:stretch>
                  <a:fillRect/>
                </a:stretch>
              </p:blipFill>
              <p:spPr>
                <a:xfrm>
                  <a:off x="5308063" y="6181295"/>
                  <a:ext cx="23220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8" name="Ink 47">
                  <a:extLst>
                    <a:ext uri="{FF2B5EF4-FFF2-40B4-BE49-F238E27FC236}">
                      <a16:creationId xmlns:a16="http://schemas.microsoft.com/office/drawing/2014/main" id="{024DED7A-8661-71D8-EF37-863415A3FFEE}"/>
                    </a:ext>
                  </a:extLst>
                </p14:cNvPr>
                <p14:cNvContentPartPr/>
                <p14:nvPr/>
              </p14:nvContentPartPr>
              <p14:xfrm>
                <a:off x="4584103" y="5946575"/>
                <a:ext cx="274680" cy="50040"/>
              </p14:xfrm>
            </p:contentPart>
          </mc:Choice>
          <mc:Fallback>
            <p:pic>
              <p:nvPicPr>
                <p:cNvPr id="48" name="Ink 47">
                  <a:extLst>
                    <a:ext uri="{FF2B5EF4-FFF2-40B4-BE49-F238E27FC236}">
                      <a16:creationId xmlns:a16="http://schemas.microsoft.com/office/drawing/2014/main" id="{024DED7A-8661-71D8-EF37-863415A3FFEE}"/>
                    </a:ext>
                  </a:extLst>
                </p:cNvPr>
                <p:cNvPicPr/>
                <p:nvPr/>
              </p:nvPicPr>
              <p:blipFill>
                <a:blip r:embed="rId76"/>
                <a:stretch>
                  <a:fillRect/>
                </a:stretch>
              </p:blipFill>
              <p:spPr>
                <a:xfrm>
                  <a:off x="4577983" y="5940455"/>
                  <a:ext cx="28692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0" name="Ink 49">
                  <a:extLst>
                    <a:ext uri="{FF2B5EF4-FFF2-40B4-BE49-F238E27FC236}">
                      <a16:creationId xmlns:a16="http://schemas.microsoft.com/office/drawing/2014/main" id="{E01C86FE-D2AA-F023-4B92-07D8FF19FEDB}"/>
                    </a:ext>
                  </a:extLst>
                </p14:cNvPr>
                <p14:cNvContentPartPr/>
                <p14:nvPr/>
              </p14:nvContentPartPr>
              <p14:xfrm>
                <a:off x="5668783" y="6407015"/>
                <a:ext cx="59760" cy="200880"/>
              </p14:xfrm>
            </p:contentPart>
          </mc:Choice>
          <mc:Fallback>
            <p:pic>
              <p:nvPicPr>
                <p:cNvPr id="50" name="Ink 49">
                  <a:extLst>
                    <a:ext uri="{FF2B5EF4-FFF2-40B4-BE49-F238E27FC236}">
                      <a16:creationId xmlns:a16="http://schemas.microsoft.com/office/drawing/2014/main" id="{E01C86FE-D2AA-F023-4B92-07D8FF19FEDB}"/>
                    </a:ext>
                  </a:extLst>
                </p:cNvPr>
                <p:cNvPicPr/>
                <p:nvPr/>
              </p:nvPicPr>
              <p:blipFill>
                <a:blip r:embed="rId78"/>
                <a:stretch>
                  <a:fillRect/>
                </a:stretch>
              </p:blipFill>
              <p:spPr>
                <a:xfrm>
                  <a:off x="5662663" y="6400895"/>
                  <a:ext cx="72000" cy="213120"/>
                </a:xfrm>
                <a:prstGeom prst="rect">
                  <a:avLst/>
                </a:prstGeom>
              </p:spPr>
            </p:pic>
          </mc:Fallback>
        </mc:AlternateContent>
      </p:grpSp>
      <p:grpSp>
        <p:nvGrpSpPr>
          <p:cNvPr id="75" name="Group 74">
            <a:extLst>
              <a:ext uri="{FF2B5EF4-FFF2-40B4-BE49-F238E27FC236}">
                <a16:creationId xmlns:a16="http://schemas.microsoft.com/office/drawing/2014/main" id="{C1C5CC55-0E57-2585-FF25-E3646D1D1D8A}"/>
              </a:ext>
            </a:extLst>
          </p:cNvPr>
          <p:cNvGrpSpPr/>
          <p:nvPr/>
        </p:nvGrpSpPr>
        <p:grpSpPr>
          <a:xfrm>
            <a:off x="5971543" y="5672975"/>
            <a:ext cx="5950440" cy="1182600"/>
            <a:chOff x="5971543" y="5672975"/>
            <a:chExt cx="5950440" cy="1182600"/>
          </a:xfrm>
        </p:grpSpPr>
        <mc:AlternateContent xmlns:mc="http://schemas.openxmlformats.org/markup-compatibility/2006">
          <mc:Choice xmlns:p14="http://schemas.microsoft.com/office/powerpoint/2010/main" Requires="p14">
            <p:contentPart p14:bwMode="auto" r:id="rId79">
              <p14:nvContentPartPr>
                <p14:cNvPr id="52" name="Ink 51">
                  <a:extLst>
                    <a:ext uri="{FF2B5EF4-FFF2-40B4-BE49-F238E27FC236}">
                      <a16:creationId xmlns:a16="http://schemas.microsoft.com/office/drawing/2014/main" id="{E6D5B9F0-2FBF-1501-C77A-181573B7E04A}"/>
                    </a:ext>
                  </a:extLst>
                </p14:cNvPr>
                <p14:cNvContentPartPr/>
                <p14:nvPr/>
              </p14:nvContentPartPr>
              <p14:xfrm>
                <a:off x="5971543" y="5985815"/>
                <a:ext cx="103680" cy="869760"/>
              </p14:xfrm>
            </p:contentPart>
          </mc:Choice>
          <mc:Fallback>
            <p:pic>
              <p:nvPicPr>
                <p:cNvPr id="52" name="Ink 51">
                  <a:extLst>
                    <a:ext uri="{FF2B5EF4-FFF2-40B4-BE49-F238E27FC236}">
                      <a16:creationId xmlns:a16="http://schemas.microsoft.com/office/drawing/2014/main" id="{E6D5B9F0-2FBF-1501-C77A-181573B7E04A}"/>
                    </a:ext>
                  </a:extLst>
                </p:cNvPr>
                <p:cNvPicPr/>
                <p:nvPr/>
              </p:nvPicPr>
              <p:blipFill>
                <a:blip r:embed="rId80"/>
                <a:stretch>
                  <a:fillRect/>
                </a:stretch>
              </p:blipFill>
              <p:spPr>
                <a:xfrm>
                  <a:off x="5965423" y="5979695"/>
                  <a:ext cx="115920" cy="8820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3" name="Ink 52">
                  <a:extLst>
                    <a:ext uri="{FF2B5EF4-FFF2-40B4-BE49-F238E27FC236}">
                      <a16:creationId xmlns:a16="http://schemas.microsoft.com/office/drawing/2014/main" id="{E1D20B6F-5D56-DF7D-B381-7920D8E7025D}"/>
                    </a:ext>
                  </a:extLst>
                </p14:cNvPr>
                <p14:cNvContentPartPr/>
                <p14:nvPr/>
              </p14:nvContentPartPr>
              <p14:xfrm>
                <a:off x="6192223" y="6174815"/>
                <a:ext cx="229680" cy="101520"/>
              </p14:xfrm>
            </p:contentPart>
          </mc:Choice>
          <mc:Fallback>
            <p:pic>
              <p:nvPicPr>
                <p:cNvPr id="53" name="Ink 52">
                  <a:extLst>
                    <a:ext uri="{FF2B5EF4-FFF2-40B4-BE49-F238E27FC236}">
                      <a16:creationId xmlns:a16="http://schemas.microsoft.com/office/drawing/2014/main" id="{E1D20B6F-5D56-DF7D-B381-7920D8E7025D}"/>
                    </a:ext>
                  </a:extLst>
                </p:cNvPr>
                <p:cNvPicPr/>
                <p:nvPr/>
              </p:nvPicPr>
              <p:blipFill>
                <a:blip r:embed="rId82"/>
                <a:stretch>
                  <a:fillRect/>
                </a:stretch>
              </p:blipFill>
              <p:spPr>
                <a:xfrm>
                  <a:off x="6186103" y="6168695"/>
                  <a:ext cx="24192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4" name="Ink 53">
                  <a:extLst>
                    <a:ext uri="{FF2B5EF4-FFF2-40B4-BE49-F238E27FC236}">
                      <a16:creationId xmlns:a16="http://schemas.microsoft.com/office/drawing/2014/main" id="{9F7AF0D7-0DAF-57E3-B424-513561C9616A}"/>
                    </a:ext>
                  </a:extLst>
                </p14:cNvPr>
                <p14:cNvContentPartPr/>
                <p14:nvPr/>
              </p14:nvContentPartPr>
              <p14:xfrm>
                <a:off x="6497503" y="6137015"/>
                <a:ext cx="218160" cy="253800"/>
              </p14:xfrm>
            </p:contentPart>
          </mc:Choice>
          <mc:Fallback>
            <p:pic>
              <p:nvPicPr>
                <p:cNvPr id="54" name="Ink 53">
                  <a:extLst>
                    <a:ext uri="{FF2B5EF4-FFF2-40B4-BE49-F238E27FC236}">
                      <a16:creationId xmlns:a16="http://schemas.microsoft.com/office/drawing/2014/main" id="{9F7AF0D7-0DAF-57E3-B424-513561C9616A}"/>
                    </a:ext>
                  </a:extLst>
                </p:cNvPr>
                <p:cNvPicPr/>
                <p:nvPr/>
              </p:nvPicPr>
              <p:blipFill>
                <a:blip r:embed="rId84"/>
                <a:stretch>
                  <a:fillRect/>
                </a:stretch>
              </p:blipFill>
              <p:spPr>
                <a:xfrm>
                  <a:off x="6491383" y="6130895"/>
                  <a:ext cx="230400" cy="2660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5" name="Ink 54">
                  <a:extLst>
                    <a:ext uri="{FF2B5EF4-FFF2-40B4-BE49-F238E27FC236}">
                      <a16:creationId xmlns:a16="http://schemas.microsoft.com/office/drawing/2014/main" id="{2A869C1E-63AD-E950-629F-E68667B0DFE7}"/>
                    </a:ext>
                  </a:extLst>
                </p14:cNvPr>
                <p14:cNvContentPartPr/>
                <p14:nvPr/>
              </p14:nvContentPartPr>
              <p14:xfrm>
                <a:off x="6862903" y="6225215"/>
                <a:ext cx="11880" cy="243720"/>
              </p14:xfrm>
            </p:contentPart>
          </mc:Choice>
          <mc:Fallback>
            <p:pic>
              <p:nvPicPr>
                <p:cNvPr id="55" name="Ink 54">
                  <a:extLst>
                    <a:ext uri="{FF2B5EF4-FFF2-40B4-BE49-F238E27FC236}">
                      <a16:creationId xmlns:a16="http://schemas.microsoft.com/office/drawing/2014/main" id="{2A869C1E-63AD-E950-629F-E68667B0DFE7}"/>
                    </a:ext>
                  </a:extLst>
                </p:cNvPr>
                <p:cNvPicPr/>
                <p:nvPr/>
              </p:nvPicPr>
              <p:blipFill>
                <a:blip r:embed="rId86"/>
                <a:stretch>
                  <a:fillRect/>
                </a:stretch>
              </p:blipFill>
              <p:spPr>
                <a:xfrm>
                  <a:off x="6856783" y="6219095"/>
                  <a:ext cx="24120" cy="2559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6" name="Ink 55">
                  <a:extLst>
                    <a:ext uri="{FF2B5EF4-FFF2-40B4-BE49-F238E27FC236}">
                      <a16:creationId xmlns:a16="http://schemas.microsoft.com/office/drawing/2014/main" id="{32D01B34-9452-4B38-E2BC-FE80B1117C51}"/>
                    </a:ext>
                  </a:extLst>
                </p14:cNvPr>
                <p14:cNvContentPartPr/>
                <p14:nvPr/>
              </p14:nvContentPartPr>
              <p14:xfrm>
                <a:off x="6969103" y="5800415"/>
                <a:ext cx="31680" cy="637200"/>
              </p14:xfrm>
            </p:contentPart>
          </mc:Choice>
          <mc:Fallback>
            <p:pic>
              <p:nvPicPr>
                <p:cNvPr id="56" name="Ink 55">
                  <a:extLst>
                    <a:ext uri="{FF2B5EF4-FFF2-40B4-BE49-F238E27FC236}">
                      <a16:creationId xmlns:a16="http://schemas.microsoft.com/office/drawing/2014/main" id="{32D01B34-9452-4B38-E2BC-FE80B1117C51}"/>
                    </a:ext>
                  </a:extLst>
                </p:cNvPr>
                <p:cNvPicPr/>
                <p:nvPr/>
              </p:nvPicPr>
              <p:blipFill>
                <a:blip r:embed="rId88"/>
                <a:stretch>
                  <a:fillRect/>
                </a:stretch>
              </p:blipFill>
              <p:spPr>
                <a:xfrm>
                  <a:off x="6962983" y="5794295"/>
                  <a:ext cx="43920" cy="64944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7" name="Ink 56">
                  <a:extLst>
                    <a:ext uri="{FF2B5EF4-FFF2-40B4-BE49-F238E27FC236}">
                      <a16:creationId xmlns:a16="http://schemas.microsoft.com/office/drawing/2014/main" id="{D00B0DEF-A219-2029-364A-A7207B69CCE1}"/>
                    </a:ext>
                  </a:extLst>
                </p14:cNvPr>
                <p14:cNvContentPartPr/>
                <p14:nvPr/>
              </p14:nvContentPartPr>
              <p14:xfrm>
                <a:off x="6919783" y="6168695"/>
                <a:ext cx="224640" cy="224280"/>
              </p14:xfrm>
            </p:contentPart>
          </mc:Choice>
          <mc:Fallback>
            <p:pic>
              <p:nvPicPr>
                <p:cNvPr id="57" name="Ink 56">
                  <a:extLst>
                    <a:ext uri="{FF2B5EF4-FFF2-40B4-BE49-F238E27FC236}">
                      <a16:creationId xmlns:a16="http://schemas.microsoft.com/office/drawing/2014/main" id="{D00B0DEF-A219-2029-364A-A7207B69CCE1}"/>
                    </a:ext>
                  </a:extLst>
                </p:cNvPr>
                <p:cNvPicPr/>
                <p:nvPr/>
              </p:nvPicPr>
              <p:blipFill>
                <a:blip r:embed="rId90"/>
                <a:stretch>
                  <a:fillRect/>
                </a:stretch>
              </p:blipFill>
              <p:spPr>
                <a:xfrm>
                  <a:off x="6913663" y="6162575"/>
                  <a:ext cx="23688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8" name="Ink 57">
                  <a:extLst>
                    <a:ext uri="{FF2B5EF4-FFF2-40B4-BE49-F238E27FC236}">
                      <a16:creationId xmlns:a16="http://schemas.microsoft.com/office/drawing/2014/main" id="{E413AC9B-D88B-F24A-32E4-4C8980DAD05D}"/>
                    </a:ext>
                  </a:extLst>
                </p14:cNvPr>
                <p14:cNvContentPartPr/>
                <p14:nvPr/>
              </p14:nvContentPartPr>
              <p14:xfrm>
                <a:off x="7288423" y="6149615"/>
                <a:ext cx="185040" cy="194040"/>
              </p14:xfrm>
            </p:contentPart>
          </mc:Choice>
          <mc:Fallback>
            <p:pic>
              <p:nvPicPr>
                <p:cNvPr id="58" name="Ink 57">
                  <a:extLst>
                    <a:ext uri="{FF2B5EF4-FFF2-40B4-BE49-F238E27FC236}">
                      <a16:creationId xmlns:a16="http://schemas.microsoft.com/office/drawing/2014/main" id="{E413AC9B-D88B-F24A-32E4-4C8980DAD05D}"/>
                    </a:ext>
                  </a:extLst>
                </p:cNvPr>
                <p:cNvPicPr/>
                <p:nvPr/>
              </p:nvPicPr>
              <p:blipFill>
                <a:blip r:embed="rId92"/>
                <a:stretch>
                  <a:fillRect/>
                </a:stretch>
              </p:blipFill>
              <p:spPr>
                <a:xfrm>
                  <a:off x="7282303" y="6143495"/>
                  <a:ext cx="19728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9" name="Ink 58">
                  <a:extLst>
                    <a:ext uri="{FF2B5EF4-FFF2-40B4-BE49-F238E27FC236}">
                      <a16:creationId xmlns:a16="http://schemas.microsoft.com/office/drawing/2014/main" id="{3B580640-A94C-B355-30D5-933C8A0BF289}"/>
                    </a:ext>
                  </a:extLst>
                </p14:cNvPr>
                <p14:cNvContentPartPr/>
                <p14:nvPr/>
              </p14:nvContentPartPr>
              <p14:xfrm>
                <a:off x="7639783" y="6229535"/>
                <a:ext cx="222480" cy="168840"/>
              </p14:xfrm>
            </p:contentPart>
          </mc:Choice>
          <mc:Fallback>
            <p:pic>
              <p:nvPicPr>
                <p:cNvPr id="59" name="Ink 58">
                  <a:extLst>
                    <a:ext uri="{FF2B5EF4-FFF2-40B4-BE49-F238E27FC236}">
                      <a16:creationId xmlns:a16="http://schemas.microsoft.com/office/drawing/2014/main" id="{3B580640-A94C-B355-30D5-933C8A0BF289}"/>
                    </a:ext>
                  </a:extLst>
                </p:cNvPr>
                <p:cNvPicPr/>
                <p:nvPr/>
              </p:nvPicPr>
              <p:blipFill>
                <a:blip r:embed="rId94"/>
                <a:stretch>
                  <a:fillRect/>
                </a:stretch>
              </p:blipFill>
              <p:spPr>
                <a:xfrm>
                  <a:off x="7633663" y="6223415"/>
                  <a:ext cx="23472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60" name="Ink 59">
                  <a:extLst>
                    <a:ext uri="{FF2B5EF4-FFF2-40B4-BE49-F238E27FC236}">
                      <a16:creationId xmlns:a16="http://schemas.microsoft.com/office/drawing/2014/main" id="{FE191198-6404-869E-5EC8-EF53B67C15D0}"/>
                    </a:ext>
                  </a:extLst>
                </p14:cNvPr>
                <p14:cNvContentPartPr/>
                <p14:nvPr/>
              </p14:nvContentPartPr>
              <p14:xfrm>
                <a:off x="6686503" y="5956655"/>
                <a:ext cx="42120" cy="15480"/>
              </p14:xfrm>
            </p:contentPart>
          </mc:Choice>
          <mc:Fallback>
            <p:pic>
              <p:nvPicPr>
                <p:cNvPr id="60" name="Ink 59">
                  <a:extLst>
                    <a:ext uri="{FF2B5EF4-FFF2-40B4-BE49-F238E27FC236}">
                      <a16:creationId xmlns:a16="http://schemas.microsoft.com/office/drawing/2014/main" id="{FE191198-6404-869E-5EC8-EF53B67C15D0}"/>
                    </a:ext>
                  </a:extLst>
                </p:cNvPr>
                <p:cNvPicPr/>
                <p:nvPr/>
              </p:nvPicPr>
              <p:blipFill>
                <a:blip r:embed="rId96"/>
                <a:stretch>
                  <a:fillRect/>
                </a:stretch>
              </p:blipFill>
              <p:spPr>
                <a:xfrm>
                  <a:off x="6680383" y="5950535"/>
                  <a:ext cx="5436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1" name="Ink 60">
                  <a:extLst>
                    <a:ext uri="{FF2B5EF4-FFF2-40B4-BE49-F238E27FC236}">
                      <a16:creationId xmlns:a16="http://schemas.microsoft.com/office/drawing/2014/main" id="{D031529F-05BD-0227-FDBD-37801D852EE9}"/>
                    </a:ext>
                  </a:extLst>
                </p14:cNvPr>
                <p14:cNvContentPartPr/>
                <p14:nvPr/>
              </p14:nvContentPartPr>
              <p14:xfrm>
                <a:off x="8079343" y="5954495"/>
                <a:ext cx="184320" cy="498240"/>
              </p14:xfrm>
            </p:contentPart>
          </mc:Choice>
          <mc:Fallback>
            <p:pic>
              <p:nvPicPr>
                <p:cNvPr id="61" name="Ink 60">
                  <a:extLst>
                    <a:ext uri="{FF2B5EF4-FFF2-40B4-BE49-F238E27FC236}">
                      <a16:creationId xmlns:a16="http://schemas.microsoft.com/office/drawing/2014/main" id="{D031529F-05BD-0227-FDBD-37801D852EE9}"/>
                    </a:ext>
                  </a:extLst>
                </p:cNvPr>
                <p:cNvPicPr/>
                <p:nvPr/>
              </p:nvPicPr>
              <p:blipFill>
                <a:blip r:embed="rId98"/>
                <a:stretch>
                  <a:fillRect/>
                </a:stretch>
              </p:blipFill>
              <p:spPr>
                <a:xfrm>
                  <a:off x="8073223" y="5948375"/>
                  <a:ext cx="196560" cy="51048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2" name="Ink 61">
                  <a:extLst>
                    <a:ext uri="{FF2B5EF4-FFF2-40B4-BE49-F238E27FC236}">
                      <a16:creationId xmlns:a16="http://schemas.microsoft.com/office/drawing/2014/main" id="{F1B36853-40B2-F948-341D-284C072E9332}"/>
                    </a:ext>
                  </a:extLst>
                </p14:cNvPr>
                <p14:cNvContentPartPr/>
                <p14:nvPr/>
              </p14:nvContentPartPr>
              <p14:xfrm>
                <a:off x="8330983" y="6260495"/>
                <a:ext cx="243000" cy="121320"/>
              </p14:xfrm>
            </p:contentPart>
          </mc:Choice>
          <mc:Fallback>
            <p:pic>
              <p:nvPicPr>
                <p:cNvPr id="62" name="Ink 61">
                  <a:extLst>
                    <a:ext uri="{FF2B5EF4-FFF2-40B4-BE49-F238E27FC236}">
                      <a16:creationId xmlns:a16="http://schemas.microsoft.com/office/drawing/2014/main" id="{F1B36853-40B2-F948-341D-284C072E9332}"/>
                    </a:ext>
                  </a:extLst>
                </p:cNvPr>
                <p:cNvPicPr/>
                <p:nvPr/>
              </p:nvPicPr>
              <p:blipFill>
                <a:blip r:embed="rId100"/>
                <a:stretch>
                  <a:fillRect/>
                </a:stretch>
              </p:blipFill>
              <p:spPr>
                <a:xfrm>
                  <a:off x="8324863" y="6254375"/>
                  <a:ext cx="25524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3" name="Ink 62">
                  <a:extLst>
                    <a:ext uri="{FF2B5EF4-FFF2-40B4-BE49-F238E27FC236}">
                      <a16:creationId xmlns:a16="http://schemas.microsoft.com/office/drawing/2014/main" id="{D405924C-B927-51BA-2048-44A1E4C69E3B}"/>
                    </a:ext>
                  </a:extLst>
                </p14:cNvPr>
                <p14:cNvContentPartPr/>
                <p14:nvPr/>
              </p14:nvContentPartPr>
              <p14:xfrm>
                <a:off x="8639863" y="5767655"/>
                <a:ext cx="177120" cy="624600"/>
              </p14:xfrm>
            </p:contentPart>
          </mc:Choice>
          <mc:Fallback>
            <p:pic>
              <p:nvPicPr>
                <p:cNvPr id="63" name="Ink 62">
                  <a:extLst>
                    <a:ext uri="{FF2B5EF4-FFF2-40B4-BE49-F238E27FC236}">
                      <a16:creationId xmlns:a16="http://schemas.microsoft.com/office/drawing/2014/main" id="{D405924C-B927-51BA-2048-44A1E4C69E3B}"/>
                    </a:ext>
                  </a:extLst>
                </p:cNvPr>
                <p:cNvPicPr/>
                <p:nvPr/>
              </p:nvPicPr>
              <p:blipFill>
                <a:blip r:embed="rId102"/>
                <a:stretch>
                  <a:fillRect/>
                </a:stretch>
              </p:blipFill>
              <p:spPr>
                <a:xfrm>
                  <a:off x="8633743" y="5761535"/>
                  <a:ext cx="189360" cy="63684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4" name="Ink 63">
                  <a:extLst>
                    <a:ext uri="{FF2B5EF4-FFF2-40B4-BE49-F238E27FC236}">
                      <a16:creationId xmlns:a16="http://schemas.microsoft.com/office/drawing/2014/main" id="{565697A2-05EB-6F2B-5373-02629D38B0C5}"/>
                    </a:ext>
                  </a:extLst>
                </p14:cNvPr>
                <p14:cNvContentPartPr/>
                <p14:nvPr/>
              </p14:nvContentPartPr>
              <p14:xfrm>
                <a:off x="8686663" y="6058895"/>
                <a:ext cx="140400" cy="307440"/>
              </p14:xfrm>
            </p:contentPart>
          </mc:Choice>
          <mc:Fallback>
            <p:pic>
              <p:nvPicPr>
                <p:cNvPr id="64" name="Ink 63">
                  <a:extLst>
                    <a:ext uri="{FF2B5EF4-FFF2-40B4-BE49-F238E27FC236}">
                      <a16:creationId xmlns:a16="http://schemas.microsoft.com/office/drawing/2014/main" id="{565697A2-05EB-6F2B-5373-02629D38B0C5}"/>
                    </a:ext>
                  </a:extLst>
                </p:cNvPr>
                <p:cNvPicPr/>
                <p:nvPr/>
              </p:nvPicPr>
              <p:blipFill>
                <a:blip r:embed="rId104"/>
                <a:stretch>
                  <a:fillRect/>
                </a:stretch>
              </p:blipFill>
              <p:spPr>
                <a:xfrm>
                  <a:off x="8680543" y="6052775"/>
                  <a:ext cx="152640" cy="31968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5" name="Ink 64">
                  <a:extLst>
                    <a:ext uri="{FF2B5EF4-FFF2-40B4-BE49-F238E27FC236}">
                      <a16:creationId xmlns:a16="http://schemas.microsoft.com/office/drawing/2014/main" id="{E00F48A6-E880-6EB8-7CD2-6F3CD189DAF3}"/>
                    </a:ext>
                  </a:extLst>
                </p14:cNvPr>
                <p14:cNvContentPartPr/>
                <p14:nvPr/>
              </p14:nvContentPartPr>
              <p14:xfrm>
                <a:off x="8923543" y="5832095"/>
                <a:ext cx="1067760" cy="558000"/>
              </p14:xfrm>
            </p:contentPart>
          </mc:Choice>
          <mc:Fallback>
            <p:pic>
              <p:nvPicPr>
                <p:cNvPr id="65" name="Ink 64">
                  <a:extLst>
                    <a:ext uri="{FF2B5EF4-FFF2-40B4-BE49-F238E27FC236}">
                      <a16:creationId xmlns:a16="http://schemas.microsoft.com/office/drawing/2014/main" id="{E00F48A6-E880-6EB8-7CD2-6F3CD189DAF3}"/>
                    </a:ext>
                  </a:extLst>
                </p:cNvPr>
                <p:cNvPicPr/>
                <p:nvPr/>
              </p:nvPicPr>
              <p:blipFill>
                <a:blip r:embed="rId106"/>
                <a:stretch>
                  <a:fillRect/>
                </a:stretch>
              </p:blipFill>
              <p:spPr>
                <a:xfrm>
                  <a:off x="8917423" y="5825975"/>
                  <a:ext cx="1080000" cy="57024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6" name="Ink 65">
                  <a:extLst>
                    <a:ext uri="{FF2B5EF4-FFF2-40B4-BE49-F238E27FC236}">
                      <a16:creationId xmlns:a16="http://schemas.microsoft.com/office/drawing/2014/main" id="{B96467AB-4D68-E3FB-6DC4-CB71AA118CBE}"/>
                    </a:ext>
                  </a:extLst>
                </p14:cNvPr>
                <p14:cNvContentPartPr/>
                <p14:nvPr/>
              </p14:nvContentPartPr>
              <p14:xfrm>
                <a:off x="9545623" y="5988335"/>
                <a:ext cx="248760" cy="9360"/>
              </p14:xfrm>
            </p:contentPart>
          </mc:Choice>
          <mc:Fallback>
            <p:pic>
              <p:nvPicPr>
                <p:cNvPr id="66" name="Ink 65">
                  <a:extLst>
                    <a:ext uri="{FF2B5EF4-FFF2-40B4-BE49-F238E27FC236}">
                      <a16:creationId xmlns:a16="http://schemas.microsoft.com/office/drawing/2014/main" id="{B96467AB-4D68-E3FB-6DC4-CB71AA118CBE}"/>
                    </a:ext>
                  </a:extLst>
                </p:cNvPr>
                <p:cNvPicPr/>
                <p:nvPr/>
              </p:nvPicPr>
              <p:blipFill>
                <a:blip r:embed="rId108"/>
                <a:stretch>
                  <a:fillRect/>
                </a:stretch>
              </p:blipFill>
              <p:spPr>
                <a:xfrm>
                  <a:off x="9539503" y="5982215"/>
                  <a:ext cx="26100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7" name="Ink 66">
                  <a:extLst>
                    <a:ext uri="{FF2B5EF4-FFF2-40B4-BE49-F238E27FC236}">
                      <a16:creationId xmlns:a16="http://schemas.microsoft.com/office/drawing/2014/main" id="{BA664F66-9288-11E7-2995-8CBA6F513308}"/>
                    </a:ext>
                  </a:extLst>
                </p14:cNvPr>
                <p14:cNvContentPartPr/>
                <p14:nvPr/>
              </p14:nvContentPartPr>
              <p14:xfrm>
                <a:off x="9254383" y="5940095"/>
                <a:ext cx="68400" cy="23040"/>
              </p14:xfrm>
            </p:contentPart>
          </mc:Choice>
          <mc:Fallback>
            <p:pic>
              <p:nvPicPr>
                <p:cNvPr id="67" name="Ink 66">
                  <a:extLst>
                    <a:ext uri="{FF2B5EF4-FFF2-40B4-BE49-F238E27FC236}">
                      <a16:creationId xmlns:a16="http://schemas.microsoft.com/office/drawing/2014/main" id="{BA664F66-9288-11E7-2995-8CBA6F513308}"/>
                    </a:ext>
                  </a:extLst>
                </p:cNvPr>
                <p:cNvPicPr/>
                <p:nvPr/>
              </p:nvPicPr>
              <p:blipFill>
                <a:blip r:embed="rId110"/>
                <a:stretch>
                  <a:fillRect/>
                </a:stretch>
              </p:blipFill>
              <p:spPr>
                <a:xfrm>
                  <a:off x="9248263" y="5933975"/>
                  <a:ext cx="8064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9" name="Ink 68">
                  <a:extLst>
                    <a:ext uri="{FF2B5EF4-FFF2-40B4-BE49-F238E27FC236}">
                      <a16:creationId xmlns:a16="http://schemas.microsoft.com/office/drawing/2014/main" id="{F27382C9-235C-E869-8E4E-1417041690B8}"/>
                    </a:ext>
                  </a:extLst>
                </p14:cNvPr>
                <p14:cNvContentPartPr/>
                <p14:nvPr/>
              </p14:nvContentPartPr>
              <p14:xfrm>
                <a:off x="10234303" y="6110375"/>
                <a:ext cx="318240" cy="259200"/>
              </p14:xfrm>
            </p:contentPart>
          </mc:Choice>
          <mc:Fallback>
            <p:pic>
              <p:nvPicPr>
                <p:cNvPr id="69" name="Ink 68">
                  <a:extLst>
                    <a:ext uri="{FF2B5EF4-FFF2-40B4-BE49-F238E27FC236}">
                      <a16:creationId xmlns:a16="http://schemas.microsoft.com/office/drawing/2014/main" id="{F27382C9-235C-E869-8E4E-1417041690B8}"/>
                    </a:ext>
                  </a:extLst>
                </p:cNvPr>
                <p:cNvPicPr/>
                <p:nvPr/>
              </p:nvPicPr>
              <p:blipFill>
                <a:blip r:embed="rId112"/>
                <a:stretch>
                  <a:fillRect/>
                </a:stretch>
              </p:blipFill>
              <p:spPr>
                <a:xfrm>
                  <a:off x="10228183" y="6104255"/>
                  <a:ext cx="330480" cy="27144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70" name="Ink 69">
                  <a:extLst>
                    <a:ext uri="{FF2B5EF4-FFF2-40B4-BE49-F238E27FC236}">
                      <a16:creationId xmlns:a16="http://schemas.microsoft.com/office/drawing/2014/main" id="{732C15BB-DDFB-0383-3875-741632DCD3CF}"/>
                    </a:ext>
                  </a:extLst>
                </p14:cNvPr>
                <p14:cNvContentPartPr/>
                <p14:nvPr/>
              </p14:nvContentPartPr>
              <p14:xfrm>
                <a:off x="10651903" y="5672975"/>
                <a:ext cx="943920" cy="586800"/>
              </p14:xfrm>
            </p:contentPart>
          </mc:Choice>
          <mc:Fallback>
            <p:pic>
              <p:nvPicPr>
                <p:cNvPr id="70" name="Ink 69">
                  <a:extLst>
                    <a:ext uri="{FF2B5EF4-FFF2-40B4-BE49-F238E27FC236}">
                      <a16:creationId xmlns:a16="http://schemas.microsoft.com/office/drawing/2014/main" id="{732C15BB-DDFB-0383-3875-741632DCD3CF}"/>
                    </a:ext>
                  </a:extLst>
                </p:cNvPr>
                <p:cNvPicPr/>
                <p:nvPr/>
              </p:nvPicPr>
              <p:blipFill>
                <a:blip r:embed="rId114"/>
                <a:stretch>
                  <a:fillRect/>
                </a:stretch>
              </p:blipFill>
              <p:spPr>
                <a:xfrm>
                  <a:off x="10645783" y="5666855"/>
                  <a:ext cx="956160" cy="59904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71" name="Ink 70">
                  <a:extLst>
                    <a:ext uri="{FF2B5EF4-FFF2-40B4-BE49-F238E27FC236}">
                      <a16:creationId xmlns:a16="http://schemas.microsoft.com/office/drawing/2014/main" id="{FC4C3279-28F2-2E5C-4F00-9092E36580B5}"/>
                    </a:ext>
                  </a:extLst>
                </p14:cNvPr>
                <p14:cNvContentPartPr/>
                <p14:nvPr/>
              </p14:nvContentPartPr>
              <p14:xfrm>
                <a:off x="11538583" y="5888615"/>
                <a:ext cx="5400" cy="18000"/>
              </p14:xfrm>
            </p:contentPart>
          </mc:Choice>
          <mc:Fallback>
            <p:pic>
              <p:nvPicPr>
                <p:cNvPr id="71" name="Ink 70">
                  <a:extLst>
                    <a:ext uri="{FF2B5EF4-FFF2-40B4-BE49-F238E27FC236}">
                      <a16:creationId xmlns:a16="http://schemas.microsoft.com/office/drawing/2014/main" id="{FC4C3279-28F2-2E5C-4F00-9092E36580B5}"/>
                    </a:ext>
                  </a:extLst>
                </p:cNvPr>
                <p:cNvPicPr/>
                <p:nvPr/>
              </p:nvPicPr>
              <p:blipFill>
                <a:blip r:embed="rId116"/>
                <a:stretch>
                  <a:fillRect/>
                </a:stretch>
              </p:blipFill>
              <p:spPr>
                <a:xfrm>
                  <a:off x="11532463" y="5882495"/>
                  <a:ext cx="1764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72" name="Ink 71">
                  <a:extLst>
                    <a:ext uri="{FF2B5EF4-FFF2-40B4-BE49-F238E27FC236}">
                      <a16:creationId xmlns:a16="http://schemas.microsoft.com/office/drawing/2014/main" id="{0298BEA6-01CD-4779-E93F-EFAF33B33118}"/>
                    </a:ext>
                  </a:extLst>
                </p14:cNvPr>
                <p14:cNvContentPartPr/>
                <p14:nvPr/>
              </p14:nvContentPartPr>
              <p14:xfrm>
                <a:off x="11793103" y="6044855"/>
                <a:ext cx="128880" cy="145440"/>
              </p14:xfrm>
            </p:contentPart>
          </mc:Choice>
          <mc:Fallback>
            <p:pic>
              <p:nvPicPr>
                <p:cNvPr id="72" name="Ink 71">
                  <a:extLst>
                    <a:ext uri="{FF2B5EF4-FFF2-40B4-BE49-F238E27FC236}">
                      <a16:creationId xmlns:a16="http://schemas.microsoft.com/office/drawing/2014/main" id="{0298BEA6-01CD-4779-E93F-EFAF33B33118}"/>
                    </a:ext>
                  </a:extLst>
                </p:cNvPr>
                <p:cNvPicPr/>
                <p:nvPr/>
              </p:nvPicPr>
              <p:blipFill>
                <a:blip r:embed="rId118"/>
                <a:stretch>
                  <a:fillRect/>
                </a:stretch>
              </p:blipFill>
              <p:spPr>
                <a:xfrm>
                  <a:off x="11786983" y="6038735"/>
                  <a:ext cx="14112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73" name="Ink 72">
                  <a:extLst>
                    <a:ext uri="{FF2B5EF4-FFF2-40B4-BE49-F238E27FC236}">
                      <a16:creationId xmlns:a16="http://schemas.microsoft.com/office/drawing/2014/main" id="{82D2300B-5120-DD4F-EB92-5BCB2292F056}"/>
                    </a:ext>
                  </a:extLst>
                </p14:cNvPr>
                <p14:cNvContentPartPr/>
                <p14:nvPr/>
              </p14:nvContentPartPr>
              <p14:xfrm>
                <a:off x="11751703" y="5963135"/>
                <a:ext cx="168480" cy="241200"/>
              </p14:xfrm>
            </p:contentPart>
          </mc:Choice>
          <mc:Fallback>
            <p:pic>
              <p:nvPicPr>
                <p:cNvPr id="73" name="Ink 72">
                  <a:extLst>
                    <a:ext uri="{FF2B5EF4-FFF2-40B4-BE49-F238E27FC236}">
                      <a16:creationId xmlns:a16="http://schemas.microsoft.com/office/drawing/2014/main" id="{82D2300B-5120-DD4F-EB92-5BCB2292F056}"/>
                    </a:ext>
                  </a:extLst>
                </p:cNvPr>
                <p:cNvPicPr/>
                <p:nvPr/>
              </p:nvPicPr>
              <p:blipFill>
                <a:blip r:embed="rId120"/>
                <a:stretch>
                  <a:fillRect/>
                </a:stretch>
              </p:blipFill>
              <p:spPr>
                <a:xfrm>
                  <a:off x="11745583" y="5957015"/>
                  <a:ext cx="18072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74" name="Ink 73">
                  <a:extLst>
                    <a:ext uri="{FF2B5EF4-FFF2-40B4-BE49-F238E27FC236}">
                      <a16:creationId xmlns:a16="http://schemas.microsoft.com/office/drawing/2014/main" id="{1650B8B2-77C7-DC26-530E-52082BDA1DF7}"/>
                    </a:ext>
                  </a:extLst>
                </p14:cNvPr>
                <p14:cNvContentPartPr/>
                <p14:nvPr/>
              </p14:nvContentPartPr>
              <p14:xfrm>
                <a:off x="11005063" y="5819135"/>
                <a:ext cx="416520" cy="84960"/>
              </p14:xfrm>
            </p:contentPart>
          </mc:Choice>
          <mc:Fallback>
            <p:pic>
              <p:nvPicPr>
                <p:cNvPr id="74" name="Ink 73">
                  <a:extLst>
                    <a:ext uri="{FF2B5EF4-FFF2-40B4-BE49-F238E27FC236}">
                      <a16:creationId xmlns:a16="http://schemas.microsoft.com/office/drawing/2014/main" id="{1650B8B2-77C7-DC26-530E-52082BDA1DF7}"/>
                    </a:ext>
                  </a:extLst>
                </p:cNvPr>
                <p:cNvPicPr/>
                <p:nvPr/>
              </p:nvPicPr>
              <p:blipFill>
                <a:blip r:embed="rId122"/>
                <a:stretch>
                  <a:fillRect/>
                </a:stretch>
              </p:blipFill>
              <p:spPr>
                <a:xfrm>
                  <a:off x="10998943" y="5813015"/>
                  <a:ext cx="428760" cy="97200"/>
                </a:xfrm>
                <a:prstGeom prst="rect">
                  <a:avLst/>
                </a:prstGeom>
              </p:spPr>
            </p:pic>
          </mc:Fallback>
        </mc:AlternateContent>
      </p:grpSp>
    </p:spTree>
    <p:extLst>
      <p:ext uri="{BB962C8B-B14F-4D97-AF65-F5344CB8AC3E}">
        <p14:creationId xmlns:p14="http://schemas.microsoft.com/office/powerpoint/2010/main" val="1912514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randombar(vertical)">
                                      <p:cBhvr>
                                        <p:cTn id="13" dur="50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0-#ppt_w/2"/>
                                          </p:val>
                                        </p:tav>
                                        <p:tav tm="100000">
                                          <p:val>
                                            <p:strVal val="#ppt_x"/>
                                          </p:val>
                                        </p:tav>
                                      </p:tavLst>
                                    </p:anim>
                                    <p:anim calcmode="lin" valueType="num">
                                      <p:cBhvr additive="base">
                                        <p:cTn id="19"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4" presetClass="entr" presetSubtype="5" fill="hold" grpId="0" nodeType="clickEffect">
                                  <p:stCondLst>
                                    <p:cond delay="0"/>
                                  </p:stCondLst>
                                  <p:childTnLst>
                                    <p:set>
                                      <p:cBhvr>
                                        <p:cTn id="23" dur="1" fill="hold">
                                          <p:stCondLst>
                                            <p:cond delay="0"/>
                                          </p:stCondLst>
                                        </p:cTn>
                                        <p:tgtEl>
                                          <p:spTgt spid="14">
                                            <p:txEl>
                                              <p:pRg st="0" end="0"/>
                                            </p:txEl>
                                          </p:spTgt>
                                        </p:tgtEl>
                                        <p:attrNameLst>
                                          <p:attrName>style.visibility</p:attrName>
                                        </p:attrNameLst>
                                      </p:cBhvr>
                                      <p:to>
                                        <p:strVal val="visible"/>
                                      </p:to>
                                    </p:set>
                                    <p:animEffect transition="in" filter="randombar(vertical)">
                                      <p:cBhvr>
                                        <p:cTn id="24" dur="500"/>
                                        <p:tgtEl>
                                          <p:spTgt spid="14">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5" fill="hold" grpId="0" nodeType="clickEffect">
                                  <p:stCondLst>
                                    <p:cond delay="0"/>
                                  </p:stCondLst>
                                  <p:childTnLst>
                                    <p:set>
                                      <p:cBhvr>
                                        <p:cTn id="28" dur="1" fill="hold">
                                          <p:stCondLst>
                                            <p:cond delay="0"/>
                                          </p:stCondLst>
                                        </p:cTn>
                                        <p:tgtEl>
                                          <p:spTgt spid="14">
                                            <p:txEl>
                                              <p:pRg st="1" end="1"/>
                                            </p:txEl>
                                          </p:spTgt>
                                        </p:tgtEl>
                                        <p:attrNameLst>
                                          <p:attrName>style.visibility</p:attrName>
                                        </p:attrNameLst>
                                      </p:cBhvr>
                                      <p:to>
                                        <p:strVal val="visible"/>
                                      </p:to>
                                    </p:set>
                                    <p:animEffect transition="in" filter="randombar(vertical)">
                                      <p:cBhvr>
                                        <p:cTn id="29"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utoUpdateAnimBg="0"/>
      <p:bldP spid="14" grpId="0" build="p" autoUpdateAnimBg="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txBox="1">
            <a:spLocks noChangeArrowheads="1"/>
          </p:cNvSpPr>
          <p:nvPr/>
        </p:nvSpPr>
        <p:spPr>
          <a:xfrm>
            <a:off x="476604" y="1138373"/>
            <a:ext cx="11206782" cy="1416292"/>
          </a:xfrm>
          <a:prstGeom prst="rect">
            <a:avLst/>
          </a:prstGeom>
          <a:noFill/>
          <a:ln w="38100" cmpd="dbl">
            <a:noFill/>
            <a:miter lim="800000"/>
            <a:headEnd/>
            <a:tailEnd/>
          </a:ln>
        </p:spPr>
        <p:txBody>
          <a:bodyPr>
            <a:norm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just" defTabSz="1055679">
              <a:lnSpc>
                <a:spcPct val="150000"/>
              </a:lnSpc>
              <a:spcBef>
                <a:spcPts val="1154"/>
              </a:spcBef>
              <a:buClrTx/>
              <a:buNone/>
            </a:pPr>
            <a:r>
              <a:rPr lang="en-GB" altLang="en-US" sz="2800" dirty="0">
                <a:solidFill>
                  <a:prstClr val="black"/>
                </a:solidFill>
                <a:ea typeface="Verdana" pitchFamily="34" charset="0"/>
                <a:cs typeface="Verdana" pitchFamily="34" charset="0"/>
              </a:rPr>
              <a:t>Example: Find the covariance between age (years) and weight (kgs) for the following data</a:t>
            </a:r>
            <a:endParaRPr lang="en-US" altLang="en-US" sz="2800" dirty="0">
              <a:solidFill>
                <a:srgbClr val="FF0000"/>
              </a:solidFill>
              <a:ea typeface="Verdana" pitchFamily="34" charset="0"/>
              <a:cs typeface="Verdana" pitchFamily="34" charset="0"/>
            </a:endParaRPr>
          </a:p>
        </p:txBody>
      </p:sp>
      <p:graphicFrame>
        <p:nvGraphicFramePr>
          <p:cNvPr id="8" name="Group 317"/>
          <p:cNvGraphicFramePr>
            <a:graphicFrameLocks/>
          </p:cNvGraphicFramePr>
          <p:nvPr>
            <p:extLst>
              <p:ext uri="{D42A27DB-BD31-4B8C-83A1-F6EECF244321}">
                <p14:modId xmlns:p14="http://schemas.microsoft.com/office/powerpoint/2010/main" val="2784185914"/>
              </p:ext>
            </p:extLst>
          </p:nvPr>
        </p:nvGraphicFramePr>
        <p:xfrm>
          <a:off x="834763" y="2799830"/>
          <a:ext cx="10256143" cy="1391262"/>
        </p:xfrm>
        <a:graphic>
          <a:graphicData uri="http://schemas.openxmlformats.org/drawingml/2006/table">
            <a:tbl>
              <a:tblPr rtl="1"/>
              <a:tblGrid>
                <a:gridCol w="1273890">
                  <a:extLst>
                    <a:ext uri="{9D8B030D-6E8A-4147-A177-3AD203B41FA5}">
                      <a16:colId xmlns:a16="http://schemas.microsoft.com/office/drawing/2014/main" val="20003"/>
                    </a:ext>
                  </a:extLst>
                </a:gridCol>
                <a:gridCol w="1273890">
                  <a:extLst>
                    <a:ext uri="{9D8B030D-6E8A-4147-A177-3AD203B41FA5}">
                      <a16:colId xmlns:a16="http://schemas.microsoft.com/office/drawing/2014/main" val="20004"/>
                    </a:ext>
                  </a:extLst>
                </a:gridCol>
                <a:gridCol w="1273890">
                  <a:extLst>
                    <a:ext uri="{9D8B030D-6E8A-4147-A177-3AD203B41FA5}">
                      <a16:colId xmlns:a16="http://schemas.microsoft.com/office/drawing/2014/main" val="20005"/>
                    </a:ext>
                  </a:extLst>
                </a:gridCol>
                <a:gridCol w="1273890">
                  <a:extLst>
                    <a:ext uri="{9D8B030D-6E8A-4147-A177-3AD203B41FA5}">
                      <a16:colId xmlns:a16="http://schemas.microsoft.com/office/drawing/2014/main" val="20006"/>
                    </a:ext>
                  </a:extLst>
                </a:gridCol>
                <a:gridCol w="1273890">
                  <a:extLst>
                    <a:ext uri="{9D8B030D-6E8A-4147-A177-3AD203B41FA5}">
                      <a16:colId xmlns:a16="http://schemas.microsoft.com/office/drawing/2014/main" val="20000"/>
                    </a:ext>
                  </a:extLst>
                </a:gridCol>
                <a:gridCol w="991056">
                  <a:extLst>
                    <a:ext uri="{9D8B030D-6E8A-4147-A177-3AD203B41FA5}">
                      <a16:colId xmlns:a16="http://schemas.microsoft.com/office/drawing/2014/main" val="20001"/>
                    </a:ext>
                  </a:extLst>
                </a:gridCol>
                <a:gridCol w="2895637">
                  <a:extLst>
                    <a:ext uri="{9D8B030D-6E8A-4147-A177-3AD203B41FA5}">
                      <a16:colId xmlns:a16="http://schemas.microsoft.com/office/drawing/2014/main" val="20002"/>
                    </a:ext>
                  </a:extLst>
                </a:gridCol>
              </a:tblGrid>
              <a:tr h="746324">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8</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8</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10</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7</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4</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5</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l"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Age (years)</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4938">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25</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26</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32</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23</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18</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20</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l" defTabSz="914400" rtl="1"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a:ln>
                            <a:noFill/>
                          </a:ln>
                          <a:solidFill>
                            <a:schemeClr val="tx1"/>
                          </a:solidFill>
                          <a:effectLst/>
                          <a:latin typeface="+mn-lt"/>
                          <a:cs typeface="Times New Roman" pitchFamily="18" charset="0"/>
                        </a:rPr>
                        <a:t>Weight (</a:t>
                      </a:r>
                      <a:r>
                        <a:rPr kumimoji="0" lang="en-US" sz="2800" b="0" i="0" u="none" strike="noStrike" cap="none" normalizeH="0" baseline="0" dirty="0" err="1">
                          <a:ln>
                            <a:noFill/>
                          </a:ln>
                          <a:solidFill>
                            <a:schemeClr val="tx1"/>
                          </a:solidFill>
                          <a:effectLst/>
                          <a:latin typeface="+mn-lt"/>
                          <a:cs typeface="Times New Roman" pitchFamily="18" charset="0"/>
                        </a:rPr>
                        <a:t>kgs</a:t>
                      </a:r>
                      <a:r>
                        <a:rPr kumimoji="0" lang="en-US" sz="2800" b="0" i="0" u="none" strike="noStrike" cap="none" normalizeH="0" baseline="0" dirty="0">
                          <a:ln>
                            <a:noFill/>
                          </a:ln>
                          <a:solidFill>
                            <a:schemeClr val="tx1"/>
                          </a:solidFill>
                          <a:effectLst/>
                          <a:latin typeface="+mn-lt"/>
                          <a:cs typeface="Times New Roman" pitchFamily="18" charset="0"/>
                        </a:rPr>
                        <a:t>)</a:t>
                      </a: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Title 2">
            <a:extLst>
              <a:ext uri="{FF2B5EF4-FFF2-40B4-BE49-F238E27FC236}">
                <a16:creationId xmlns:a16="http://schemas.microsoft.com/office/drawing/2014/main" id="{12BE8BFA-60CB-6893-BA2F-682A3A3692C8}"/>
              </a:ext>
            </a:extLst>
          </p:cNvPr>
          <p:cNvSpPr txBox="1">
            <a:spLocks/>
          </p:cNvSpPr>
          <p:nvPr/>
        </p:nvSpPr>
        <p:spPr>
          <a:xfrm>
            <a:off x="207376" y="106586"/>
            <a:ext cx="8761323"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altLang="en-US" sz="4156" b="1" dirty="0">
                <a:solidFill>
                  <a:schemeClr val="bg1"/>
                </a:solidFill>
                <a:latin typeface="Helvetica Neue"/>
                <a:cs typeface="Helvetica" panose="020B0604020202020204" pitchFamily="34" charset="0"/>
              </a:rPr>
              <a:t>Covariance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EEC098C-8C94-FC6E-EE09-48A4F93CC08F}"/>
                  </a:ext>
                </a:extLst>
              </p14:cNvPr>
              <p14:cNvContentPartPr/>
              <p14:nvPr/>
            </p14:nvContentPartPr>
            <p14:xfrm>
              <a:off x="4948783" y="1800815"/>
              <a:ext cx="6664680" cy="121320"/>
            </p14:xfrm>
          </p:contentPart>
        </mc:Choice>
        <mc:Fallback>
          <p:pic>
            <p:nvPicPr>
              <p:cNvPr id="3" name="Ink 2">
                <a:extLst>
                  <a:ext uri="{FF2B5EF4-FFF2-40B4-BE49-F238E27FC236}">
                    <a16:creationId xmlns:a16="http://schemas.microsoft.com/office/drawing/2014/main" id="{1EEC098C-8C94-FC6E-EE09-48A4F93CC08F}"/>
                  </a:ext>
                </a:extLst>
              </p:cNvPr>
              <p:cNvPicPr/>
              <p:nvPr/>
            </p:nvPicPr>
            <p:blipFill>
              <a:blip r:embed="rId3"/>
              <a:stretch>
                <a:fillRect/>
              </a:stretch>
            </p:blipFill>
            <p:spPr>
              <a:xfrm>
                <a:off x="4942663" y="1794695"/>
                <a:ext cx="667692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314AAC55-65F6-55AF-48AE-02DBBDE9E3B1}"/>
                  </a:ext>
                </a:extLst>
              </p14:cNvPr>
              <p14:cNvContentPartPr/>
              <p14:nvPr/>
            </p14:nvContentPartPr>
            <p14:xfrm>
              <a:off x="521143" y="2406335"/>
              <a:ext cx="2714760" cy="90000"/>
            </p14:xfrm>
          </p:contentPart>
        </mc:Choice>
        <mc:Fallback>
          <p:pic>
            <p:nvPicPr>
              <p:cNvPr id="4" name="Ink 3">
                <a:extLst>
                  <a:ext uri="{FF2B5EF4-FFF2-40B4-BE49-F238E27FC236}">
                    <a16:creationId xmlns:a16="http://schemas.microsoft.com/office/drawing/2014/main" id="{314AAC55-65F6-55AF-48AE-02DBBDE9E3B1}"/>
                  </a:ext>
                </a:extLst>
              </p:cNvPr>
              <p:cNvPicPr/>
              <p:nvPr/>
            </p:nvPicPr>
            <p:blipFill>
              <a:blip r:embed="rId5"/>
              <a:stretch>
                <a:fillRect/>
              </a:stretch>
            </p:blipFill>
            <p:spPr>
              <a:xfrm>
                <a:off x="515023" y="2400215"/>
                <a:ext cx="272700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3" name="Ink 22">
                <a:extLst>
                  <a:ext uri="{FF2B5EF4-FFF2-40B4-BE49-F238E27FC236}">
                    <a16:creationId xmlns:a16="http://schemas.microsoft.com/office/drawing/2014/main" id="{2DAD3758-EFA9-0A7B-DFD2-E7513F4E69EC}"/>
                  </a:ext>
                </a:extLst>
              </p14:cNvPr>
              <p14:cNvContentPartPr/>
              <p14:nvPr/>
            </p14:nvContentPartPr>
            <p14:xfrm>
              <a:off x="3796783" y="2801975"/>
              <a:ext cx="451440" cy="618120"/>
            </p14:xfrm>
          </p:contentPart>
        </mc:Choice>
        <mc:Fallback>
          <p:pic>
            <p:nvPicPr>
              <p:cNvPr id="23" name="Ink 22">
                <a:extLst>
                  <a:ext uri="{FF2B5EF4-FFF2-40B4-BE49-F238E27FC236}">
                    <a16:creationId xmlns:a16="http://schemas.microsoft.com/office/drawing/2014/main" id="{2DAD3758-EFA9-0A7B-DFD2-E7513F4E69EC}"/>
                  </a:ext>
                </a:extLst>
              </p:cNvPr>
              <p:cNvPicPr/>
              <p:nvPr/>
            </p:nvPicPr>
            <p:blipFill>
              <a:blip r:embed="rId7"/>
              <a:stretch>
                <a:fillRect/>
              </a:stretch>
            </p:blipFill>
            <p:spPr>
              <a:xfrm>
                <a:off x="3790663" y="2795855"/>
                <a:ext cx="463680" cy="630360"/>
              </a:xfrm>
              <a:prstGeom prst="rect">
                <a:avLst/>
              </a:prstGeom>
            </p:spPr>
          </p:pic>
        </mc:Fallback>
      </mc:AlternateContent>
      <p:grpSp>
        <p:nvGrpSpPr>
          <p:cNvPr id="26" name="Group 25">
            <a:extLst>
              <a:ext uri="{FF2B5EF4-FFF2-40B4-BE49-F238E27FC236}">
                <a16:creationId xmlns:a16="http://schemas.microsoft.com/office/drawing/2014/main" id="{42B1DA5F-49E5-58BC-156D-AEA9EAFDB4FC}"/>
              </a:ext>
            </a:extLst>
          </p:cNvPr>
          <p:cNvGrpSpPr/>
          <p:nvPr/>
        </p:nvGrpSpPr>
        <p:grpSpPr>
          <a:xfrm>
            <a:off x="149983" y="2665175"/>
            <a:ext cx="8042400" cy="2261880"/>
            <a:chOff x="149983" y="2665175"/>
            <a:chExt cx="8042400" cy="2261880"/>
          </a:xfrm>
        </p:grpSpPr>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BA721685-C406-0CC5-0A30-ADA2598C9E98}"/>
                    </a:ext>
                  </a:extLst>
                </p14:cNvPr>
                <p14:cNvContentPartPr/>
                <p14:nvPr/>
              </p14:nvContentPartPr>
              <p14:xfrm>
                <a:off x="696103" y="2665175"/>
                <a:ext cx="2350800" cy="924480"/>
              </p14:xfrm>
            </p:contentPart>
          </mc:Choice>
          <mc:Fallback>
            <p:pic>
              <p:nvPicPr>
                <p:cNvPr id="5" name="Ink 4">
                  <a:extLst>
                    <a:ext uri="{FF2B5EF4-FFF2-40B4-BE49-F238E27FC236}">
                      <a16:creationId xmlns:a16="http://schemas.microsoft.com/office/drawing/2014/main" id="{BA721685-C406-0CC5-0A30-ADA2598C9E98}"/>
                    </a:ext>
                  </a:extLst>
                </p:cNvPr>
                <p:cNvPicPr/>
                <p:nvPr/>
              </p:nvPicPr>
              <p:blipFill>
                <a:blip r:embed="rId9"/>
                <a:stretch>
                  <a:fillRect/>
                </a:stretch>
              </p:blipFill>
              <p:spPr>
                <a:xfrm>
                  <a:off x="689983" y="2659055"/>
                  <a:ext cx="2363040" cy="936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E260C502-B04E-7C92-BA68-60F3996AE798}"/>
                    </a:ext>
                  </a:extLst>
                </p14:cNvPr>
                <p14:cNvContentPartPr/>
                <p14:nvPr/>
              </p14:nvContentPartPr>
              <p14:xfrm>
                <a:off x="149983" y="3025535"/>
                <a:ext cx="237600" cy="324360"/>
              </p14:xfrm>
            </p:contentPart>
          </mc:Choice>
          <mc:Fallback>
            <p:pic>
              <p:nvPicPr>
                <p:cNvPr id="6" name="Ink 5">
                  <a:extLst>
                    <a:ext uri="{FF2B5EF4-FFF2-40B4-BE49-F238E27FC236}">
                      <a16:creationId xmlns:a16="http://schemas.microsoft.com/office/drawing/2014/main" id="{E260C502-B04E-7C92-BA68-60F3996AE798}"/>
                    </a:ext>
                  </a:extLst>
                </p:cNvPr>
                <p:cNvPicPr/>
                <p:nvPr/>
              </p:nvPicPr>
              <p:blipFill>
                <a:blip r:embed="rId11"/>
                <a:stretch>
                  <a:fillRect/>
                </a:stretch>
              </p:blipFill>
              <p:spPr>
                <a:xfrm>
                  <a:off x="143863" y="3019415"/>
                  <a:ext cx="24984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0F9D03AF-AA2F-DE62-B458-04EA6D94360B}"/>
                    </a:ext>
                  </a:extLst>
                </p14:cNvPr>
                <p14:cNvContentPartPr/>
                <p14:nvPr/>
              </p14:nvContentPartPr>
              <p14:xfrm>
                <a:off x="182383" y="2907095"/>
                <a:ext cx="131400" cy="477360"/>
              </p14:xfrm>
            </p:contentPart>
          </mc:Choice>
          <mc:Fallback>
            <p:pic>
              <p:nvPicPr>
                <p:cNvPr id="7" name="Ink 6">
                  <a:extLst>
                    <a:ext uri="{FF2B5EF4-FFF2-40B4-BE49-F238E27FC236}">
                      <a16:creationId xmlns:a16="http://schemas.microsoft.com/office/drawing/2014/main" id="{0F9D03AF-AA2F-DE62-B458-04EA6D94360B}"/>
                    </a:ext>
                  </a:extLst>
                </p:cNvPr>
                <p:cNvPicPr/>
                <p:nvPr/>
              </p:nvPicPr>
              <p:blipFill>
                <a:blip r:embed="rId13"/>
                <a:stretch>
                  <a:fillRect/>
                </a:stretch>
              </p:blipFill>
              <p:spPr>
                <a:xfrm>
                  <a:off x="176263" y="2900975"/>
                  <a:ext cx="143640" cy="489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18F646AC-2BF7-43C7-9275-4E2B781CC555}"/>
                    </a:ext>
                  </a:extLst>
                </p14:cNvPr>
                <p14:cNvContentPartPr/>
                <p14:nvPr/>
              </p14:nvContentPartPr>
              <p14:xfrm>
                <a:off x="411703" y="3276455"/>
                <a:ext cx="38160" cy="158760"/>
              </p14:xfrm>
            </p:contentPart>
          </mc:Choice>
          <mc:Fallback>
            <p:pic>
              <p:nvPicPr>
                <p:cNvPr id="9" name="Ink 8">
                  <a:extLst>
                    <a:ext uri="{FF2B5EF4-FFF2-40B4-BE49-F238E27FC236}">
                      <a16:creationId xmlns:a16="http://schemas.microsoft.com/office/drawing/2014/main" id="{18F646AC-2BF7-43C7-9275-4E2B781CC555}"/>
                    </a:ext>
                  </a:extLst>
                </p:cNvPr>
                <p:cNvPicPr/>
                <p:nvPr/>
              </p:nvPicPr>
              <p:blipFill>
                <a:blip r:embed="rId15"/>
                <a:stretch>
                  <a:fillRect/>
                </a:stretch>
              </p:blipFill>
              <p:spPr>
                <a:xfrm>
                  <a:off x="405583" y="3270335"/>
                  <a:ext cx="5040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50969718-6EE3-4F61-2CE7-F7DE154BF875}"/>
                    </a:ext>
                  </a:extLst>
                </p14:cNvPr>
                <p14:cNvContentPartPr/>
                <p14:nvPr/>
              </p14:nvContentPartPr>
              <p14:xfrm>
                <a:off x="790063" y="3552575"/>
                <a:ext cx="2656080" cy="742680"/>
              </p14:xfrm>
            </p:contentPart>
          </mc:Choice>
          <mc:Fallback>
            <p:pic>
              <p:nvPicPr>
                <p:cNvPr id="10" name="Ink 9">
                  <a:extLst>
                    <a:ext uri="{FF2B5EF4-FFF2-40B4-BE49-F238E27FC236}">
                      <a16:creationId xmlns:a16="http://schemas.microsoft.com/office/drawing/2014/main" id="{50969718-6EE3-4F61-2CE7-F7DE154BF875}"/>
                    </a:ext>
                  </a:extLst>
                </p:cNvPr>
                <p:cNvPicPr/>
                <p:nvPr/>
              </p:nvPicPr>
              <p:blipFill>
                <a:blip r:embed="rId17"/>
                <a:stretch>
                  <a:fillRect/>
                </a:stretch>
              </p:blipFill>
              <p:spPr>
                <a:xfrm>
                  <a:off x="783943" y="3546455"/>
                  <a:ext cx="2668320" cy="7549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E6D815CC-EE1D-9E18-EEC7-3E6FFA37B43D}"/>
                    </a:ext>
                  </a:extLst>
                </p14:cNvPr>
                <p14:cNvContentPartPr/>
                <p14:nvPr/>
              </p14:nvContentPartPr>
              <p14:xfrm>
                <a:off x="168343" y="3712775"/>
                <a:ext cx="209880" cy="386280"/>
              </p14:xfrm>
            </p:contentPart>
          </mc:Choice>
          <mc:Fallback>
            <p:pic>
              <p:nvPicPr>
                <p:cNvPr id="12" name="Ink 11">
                  <a:extLst>
                    <a:ext uri="{FF2B5EF4-FFF2-40B4-BE49-F238E27FC236}">
                      <a16:creationId xmlns:a16="http://schemas.microsoft.com/office/drawing/2014/main" id="{E6D815CC-EE1D-9E18-EEC7-3E6FFA37B43D}"/>
                    </a:ext>
                  </a:extLst>
                </p:cNvPr>
                <p:cNvPicPr/>
                <p:nvPr/>
              </p:nvPicPr>
              <p:blipFill>
                <a:blip r:embed="rId19"/>
                <a:stretch>
                  <a:fillRect/>
                </a:stretch>
              </p:blipFill>
              <p:spPr>
                <a:xfrm>
                  <a:off x="162223" y="3706655"/>
                  <a:ext cx="222120" cy="3985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C2A60126-50F7-2B46-D781-DBE454B09248}"/>
                    </a:ext>
                  </a:extLst>
                </p14:cNvPr>
                <p14:cNvContentPartPr/>
                <p14:nvPr/>
              </p14:nvContentPartPr>
              <p14:xfrm>
                <a:off x="178423" y="3636095"/>
                <a:ext cx="133920" cy="514800"/>
              </p14:xfrm>
            </p:contentPart>
          </mc:Choice>
          <mc:Fallback>
            <p:pic>
              <p:nvPicPr>
                <p:cNvPr id="13" name="Ink 12">
                  <a:extLst>
                    <a:ext uri="{FF2B5EF4-FFF2-40B4-BE49-F238E27FC236}">
                      <a16:creationId xmlns:a16="http://schemas.microsoft.com/office/drawing/2014/main" id="{C2A60126-50F7-2B46-D781-DBE454B09248}"/>
                    </a:ext>
                  </a:extLst>
                </p:cNvPr>
                <p:cNvPicPr/>
                <p:nvPr/>
              </p:nvPicPr>
              <p:blipFill>
                <a:blip r:embed="rId21"/>
                <a:stretch>
                  <a:fillRect/>
                </a:stretch>
              </p:blipFill>
              <p:spPr>
                <a:xfrm>
                  <a:off x="172303" y="3629975"/>
                  <a:ext cx="146160" cy="5270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CAD8CE2C-0264-8C72-CE12-B9DF6B6DF88D}"/>
                    </a:ext>
                  </a:extLst>
                </p14:cNvPr>
                <p14:cNvContentPartPr/>
                <p14:nvPr/>
              </p14:nvContentPartPr>
              <p14:xfrm>
                <a:off x="468583" y="4059815"/>
                <a:ext cx="315000" cy="108000"/>
              </p14:xfrm>
            </p:contentPart>
          </mc:Choice>
          <mc:Fallback>
            <p:pic>
              <p:nvPicPr>
                <p:cNvPr id="14" name="Ink 13">
                  <a:extLst>
                    <a:ext uri="{FF2B5EF4-FFF2-40B4-BE49-F238E27FC236}">
                      <a16:creationId xmlns:a16="http://schemas.microsoft.com/office/drawing/2014/main" id="{CAD8CE2C-0264-8C72-CE12-B9DF6B6DF88D}"/>
                    </a:ext>
                  </a:extLst>
                </p:cNvPr>
                <p:cNvPicPr/>
                <p:nvPr/>
              </p:nvPicPr>
              <p:blipFill>
                <a:blip r:embed="rId23"/>
                <a:stretch>
                  <a:fillRect/>
                </a:stretch>
              </p:blipFill>
              <p:spPr>
                <a:xfrm>
                  <a:off x="462463" y="4053695"/>
                  <a:ext cx="32724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56058CA8-23AD-D2F9-3044-913E1E22A758}"/>
                    </a:ext>
                  </a:extLst>
                </p14:cNvPr>
                <p14:cNvContentPartPr/>
                <p14:nvPr/>
              </p14:nvContentPartPr>
              <p14:xfrm>
                <a:off x="4948423" y="2793335"/>
                <a:ext cx="454680" cy="639360"/>
              </p14:xfrm>
            </p:contentPart>
          </mc:Choice>
          <mc:Fallback>
            <p:pic>
              <p:nvPicPr>
                <p:cNvPr id="16" name="Ink 15">
                  <a:extLst>
                    <a:ext uri="{FF2B5EF4-FFF2-40B4-BE49-F238E27FC236}">
                      <a16:creationId xmlns:a16="http://schemas.microsoft.com/office/drawing/2014/main" id="{56058CA8-23AD-D2F9-3044-913E1E22A758}"/>
                    </a:ext>
                  </a:extLst>
                </p:cNvPr>
                <p:cNvPicPr/>
                <p:nvPr/>
              </p:nvPicPr>
              <p:blipFill>
                <a:blip r:embed="rId25"/>
                <a:stretch>
                  <a:fillRect/>
                </a:stretch>
              </p:blipFill>
              <p:spPr>
                <a:xfrm>
                  <a:off x="4942303" y="2787215"/>
                  <a:ext cx="466920" cy="6516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77207E8B-2EBB-4FF7-C6E9-12D80A9A9789}"/>
                    </a:ext>
                  </a:extLst>
                </p14:cNvPr>
                <p14:cNvContentPartPr/>
                <p14:nvPr/>
              </p14:nvContentPartPr>
              <p14:xfrm>
                <a:off x="4896943" y="3513695"/>
                <a:ext cx="624960" cy="829440"/>
              </p14:xfrm>
            </p:contentPart>
          </mc:Choice>
          <mc:Fallback>
            <p:pic>
              <p:nvPicPr>
                <p:cNvPr id="17" name="Ink 16">
                  <a:extLst>
                    <a:ext uri="{FF2B5EF4-FFF2-40B4-BE49-F238E27FC236}">
                      <a16:creationId xmlns:a16="http://schemas.microsoft.com/office/drawing/2014/main" id="{77207E8B-2EBB-4FF7-C6E9-12D80A9A9789}"/>
                    </a:ext>
                  </a:extLst>
                </p:cNvPr>
                <p:cNvPicPr/>
                <p:nvPr/>
              </p:nvPicPr>
              <p:blipFill>
                <a:blip r:embed="rId27"/>
                <a:stretch>
                  <a:fillRect/>
                </a:stretch>
              </p:blipFill>
              <p:spPr>
                <a:xfrm>
                  <a:off x="4890823" y="3507575"/>
                  <a:ext cx="637200" cy="8416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105F5897-AD78-087A-92CB-84AC8FAF7465}"/>
                    </a:ext>
                  </a:extLst>
                </p14:cNvPr>
                <p14:cNvContentPartPr/>
                <p14:nvPr/>
              </p14:nvContentPartPr>
              <p14:xfrm>
                <a:off x="6186103" y="2722775"/>
                <a:ext cx="551520" cy="757800"/>
              </p14:xfrm>
            </p:contentPart>
          </mc:Choice>
          <mc:Fallback>
            <p:pic>
              <p:nvPicPr>
                <p:cNvPr id="19" name="Ink 18">
                  <a:extLst>
                    <a:ext uri="{FF2B5EF4-FFF2-40B4-BE49-F238E27FC236}">
                      <a16:creationId xmlns:a16="http://schemas.microsoft.com/office/drawing/2014/main" id="{105F5897-AD78-087A-92CB-84AC8FAF7465}"/>
                    </a:ext>
                  </a:extLst>
                </p:cNvPr>
                <p:cNvPicPr/>
                <p:nvPr/>
              </p:nvPicPr>
              <p:blipFill>
                <a:blip r:embed="rId29"/>
                <a:stretch>
                  <a:fillRect/>
                </a:stretch>
              </p:blipFill>
              <p:spPr>
                <a:xfrm>
                  <a:off x="6179983" y="2716655"/>
                  <a:ext cx="563760" cy="7700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0" name="Ink 19">
                  <a:extLst>
                    <a:ext uri="{FF2B5EF4-FFF2-40B4-BE49-F238E27FC236}">
                      <a16:creationId xmlns:a16="http://schemas.microsoft.com/office/drawing/2014/main" id="{390E398C-C339-D567-4FD1-65AE582EBAA5}"/>
                    </a:ext>
                  </a:extLst>
                </p14:cNvPr>
                <p14:cNvContentPartPr/>
                <p14:nvPr/>
              </p14:nvContentPartPr>
              <p14:xfrm>
                <a:off x="5281063" y="4120655"/>
                <a:ext cx="1220760" cy="438120"/>
              </p14:xfrm>
            </p:contentPart>
          </mc:Choice>
          <mc:Fallback>
            <p:pic>
              <p:nvPicPr>
                <p:cNvPr id="20" name="Ink 19">
                  <a:extLst>
                    <a:ext uri="{FF2B5EF4-FFF2-40B4-BE49-F238E27FC236}">
                      <a16:creationId xmlns:a16="http://schemas.microsoft.com/office/drawing/2014/main" id="{390E398C-C339-D567-4FD1-65AE582EBAA5}"/>
                    </a:ext>
                  </a:extLst>
                </p:cNvPr>
                <p:cNvPicPr/>
                <p:nvPr/>
              </p:nvPicPr>
              <p:blipFill>
                <a:blip r:embed="rId31"/>
                <a:stretch>
                  <a:fillRect/>
                </a:stretch>
              </p:blipFill>
              <p:spPr>
                <a:xfrm>
                  <a:off x="5274943" y="4114535"/>
                  <a:ext cx="1233000" cy="450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1" name="Ink 20">
                  <a:extLst>
                    <a:ext uri="{FF2B5EF4-FFF2-40B4-BE49-F238E27FC236}">
                      <a16:creationId xmlns:a16="http://schemas.microsoft.com/office/drawing/2014/main" id="{B5F3A94B-8237-55C0-0FB4-E37E8BB688AF}"/>
                    </a:ext>
                  </a:extLst>
                </p14:cNvPr>
                <p14:cNvContentPartPr/>
                <p14:nvPr/>
              </p14:nvContentPartPr>
              <p14:xfrm>
                <a:off x="7391383" y="2693615"/>
                <a:ext cx="801000" cy="861480"/>
              </p14:xfrm>
            </p:contentPart>
          </mc:Choice>
          <mc:Fallback>
            <p:pic>
              <p:nvPicPr>
                <p:cNvPr id="21" name="Ink 20">
                  <a:extLst>
                    <a:ext uri="{FF2B5EF4-FFF2-40B4-BE49-F238E27FC236}">
                      <a16:creationId xmlns:a16="http://schemas.microsoft.com/office/drawing/2014/main" id="{B5F3A94B-8237-55C0-0FB4-E37E8BB688AF}"/>
                    </a:ext>
                  </a:extLst>
                </p:cNvPr>
                <p:cNvPicPr/>
                <p:nvPr/>
              </p:nvPicPr>
              <p:blipFill>
                <a:blip r:embed="rId33"/>
                <a:stretch>
                  <a:fillRect/>
                </a:stretch>
              </p:blipFill>
              <p:spPr>
                <a:xfrm>
                  <a:off x="7385263" y="2687495"/>
                  <a:ext cx="813240" cy="8737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2" name="Ink 21">
                  <a:extLst>
                    <a:ext uri="{FF2B5EF4-FFF2-40B4-BE49-F238E27FC236}">
                      <a16:creationId xmlns:a16="http://schemas.microsoft.com/office/drawing/2014/main" id="{C2E00A19-74DD-966D-2F1F-B97E83B560EE}"/>
                    </a:ext>
                  </a:extLst>
                </p14:cNvPr>
                <p14:cNvContentPartPr/>
                <p14:nvPr/>
              </p14:nvContentPartPr>
              <p14:xfrm>
                <a:off x="5153983" y="4122095"/>
                <a:ext cx="2648880" cy="804960"/>
              </p14:xfrm>
            </p:contentPart>
          </mc:Choice>
          <mc:Fallback>
            <p:pic>
              <p:nvPicPr>
                <p:cNvPr id="22" name="Ink 21">
                  <a:extLst>
                    <a:ext uri="{FF2B5EF4-FFF2-40B4-BE49-F238E27FC236}">
                      <a16:creationId xmlns:a16="http://schemas.microsoft.com/office/drawing/2014/main" id="{C2E00A19-74DD-966D-2F1F-B97E83B560EE}"/>
                    </a:ext>
                  </a:extLst>
                </p:cNvPr>
                <p:cNvPicPr/>
                <p:nvPr/>
              </p:nvPicPr>
              <p:blipFill>
                <a:blip r:embed="rId35"/>
                <a:stretch>
                  <a:fillRect/>
                </a:stretch>
              </p:blipFill>
              <p:spPr>
                <a:xfrm>
                  <a:off x="5147863" y="4115975"/>
                  <a:ext cx="2661120" cy="8172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5" name="Ink 24">
                  <a:extLst>
                    <a:ext uri="{FF2B5EF4-FFF2-40B4-BE49-F238E27FC236}">
                      <a16:creationId xmlns:a16="http://schemas.microsoft.com/office/drawing/2014/main" id="{07DE4015-2976-C6F2-20EE-24C3D540AC0A}"/>
                    </a:ext>
                  </a:extLst>
                </p14:cNvPr>
                <p14:cNvContentPartPr/>
                <p14:nvPr/>
              </p14:nvContentPartPr>
              <p14:xfrm>
                <a:off x="3778063" y="3569855"/>
                <a:ext cx="638640" cy="582840"/>
              </p14:xfrm>
            </p:contentPart>
          </mc:Choice>
          <mc:Fallback>
            <p:pic>
              <p:nvPicPr>
                <p:cNvPr id="25" name="Ink 24">
                  <a:extLst>
                    <a:ext uri="{FF2B5EF4-FFF2-40B4-BE49-F238E27FC236}">
                      <a16:creationId xmlns:a16="http://schemas.microsoft.com/office/drawing/2014/main" id="{07DE4015-2976-C6F2-20EE-24C3D540AC0A}"/>
                    </a:ext>
                  </a:extLst>
                </p:cNvPr>
                <p:cNvPicPr/>
                <p:nvPr/>
              </p:nvPicPr>
              <p:blipFill>
                <a:blip r:embed="rId37"/>
                <a:stretch>
                  <a:fillRect/>
                </a:stretch>
              </p:blipFill>
              <p:spPr>
                <a:xfrm>
                  <a:off x="3771943" y="3563735"/>
                  <a:ext cx="650880" cy="595080"/>
                </a:xfrm>
                <a:prstGeom prst="rect">
                  <a:avLst/>
                </a:prstGeom>
              </p:spPr>
            </p:pic>
          </mc:Fallback>
        </mc:AlternateContent>
      </p:grpSp>
      <p:grpSp>
        <p:nvGrpSpPr>
          <p:cNvPr id="42" name="Group 41">
            <a:extLst>
              <a:ext uri="{FF2B5EF4-FFF2-40B4-BE49-F238E27FC236}">
                <a16:creationId xmlns:a16="http://schemas.microsoft.com/office/drawing/2014/main" id="{41C2E187-28D7-0129-7346-930C64BC1197}"/>
              </a:ext>
            </a:extLst>
          </p:cNvPr>
          <p:cNvGrpSpPr/>
          <p:nvPr/>
        </p:nvGrpSpPr>
        <p:grpSpPr>
          <a:xfrm>
            <a:off x="2403943" y="5205335"/>
            <a:ext cx="1466280" cy="765720"/>
            <a:chOff x="2403943" y="5205335"/>
            <a:chExt cx="1466280" cy="765720"/>
          </a:xfrm>
        </p:grpSpPr>
        <mc:AlternateContent xmlns:mc="http://schemas.openxmlformats.org/markup-compatibility/2006">
          <mc:Choice xmlns:p14="http://schemas.microsoft.com/office/powerpoint/2010/main" Requires="p14">
            <p:contentPart p14:bwMode="auto" r:id="rId38">
              <p14:nvContentPartPr>
                <p14:cNvPr id="27" name="Ink 26">
                  <a:extLst>
                    <a:ext uri="{FF2B5EF4-FFF2-40B4-BE49-F238E27FC236}">
                      <a16:creationId xmlns:a16="http://schemas.microsoft.com/office/drawing/2014/main" id="{C28CBBB2-F037-7F87-2D18-57DCF25CFE25}"/>
                    </a:ext>
                  </a:extLst>
                </p14:cNvPr>
                <p14:cNvContentPartPr/>
                <p14:nvPr/>
              </p14:nvContentPartPr>
              <p14:xfrm>
                <a:off x="2403943" y="5260415"/>
                <a:ext cx="369360" cy="434160"/>
              </p14:xfrm>
            </p:contentPart>
          </mc:Choice>
          <mc:Fallback>
            <p:pic>
              <p:nvPicPr>
                <p:cNvPr id="27" name="Ink 26">
                  <a:extLst>
                    <a:ext uri="{FF2B5EF4-FFF2-40B4-BE49-F238E27FC236}">
                      <a16:creationId xmlns:a16="http://schemas.microsoft.com/office/drawing/2014/main" id="{C28CBBB2-F037-7F87-2D18-57DCF25CFE25}"/>
                    </a:ext>
                  </a:extLst>
                </p:cNvPr>
                <p:cNvPicPr/>
                <p:nvPr/>
              </p:nvPicPr>
              <p:blipFill>
                <a:blip r:embed="rId39"/>
                <a:stretch>
                  <a:fillRect/>
                </a:stretch>
              </p:blipFill>
              <p:spPr>
                <a:xfrm>
                  <a:off x="2397823" y="5254295"/>
                  <a:ext cx="381600" cy="4464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8" name="Ink 27">
                  <a:extLst>
                    <a:ext uri="{FF2B5EF4-FFF2-40B4-BE49-F238E27FC236}">
                      <a16:creationId xmlns:a16="http://schemas.microsoft.com/office/drawing/2014/main" id="{D26FB442-1BEE-957F-DDFB-BE554FFF5167}"/>
                    </a:ext>
                  </a:extLst>
                </p14:cNvPr>
                <p14:cNvContentPartPr/>
                <p14:nvPr/>
              </p14:nvContentPartPr>
              <p14:xfrm>
                <a:off x="2504743" y="5205335"/>
                <a:ext cx="166320" cy="544320"/>
              </p14:xfrm>
            </p:contentPart>
          </mc:Choice>
          <mc:Fallback>
            <p:pic>
              <p:nvPicPr>
                <p:cNvPr id="28" name="Ink 27">
                  <a:extLst>
                    <a:ext uri="{FF2B5EF4-FFF2-40B4-BE49-F238E27FC236}">
                      <a16:creationId xmlns:a16="http://schemas.microsoft.com/office/drawing/2014/main" id="{D26FB442-1BEE-957F-DDFB-BE554FFF5167}"/>
                    </a:ext>
                  </a:extLst>
                </p:cNvPr>
                <p:cNvPicPr/>
                <p:nvPr/>
              </p:nvPicPr>
              <p:blipFill>
                <a:blip r:embed="rId41"/>
                <a:stretch>
                  <a:fillRect/>
                </a:stretch>
              </p:blipFill>
              <p:spPr>
                <a:xfrm>
                  <a:off x="2498623" y="5199215"/>
                  <a:ext cx="178560" cy="5565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9" name="Ink 28">
                  <a:extLst>
                    <a:ext uri="{FF2B5EF4-FFF2-40B4-BE49-F238E27FC236}">
                      <a16:creationId xmlns:a16="http://schemas.microsoft.com/office/drawing/2014/main" id="{A2626EDF-75BC-BA7B-EC74-DF4876D53757}"/>
                    </a:ext>
                  </a:extLst>
                </p14:cNvPr>
                <p14:cNvContentPartPr/>
                <p14:nvPr/>
              </p14:nvContentPartPr>
              <p14:xfrm>
                <a:off x="2856103" y="5805455"/>
                <a:ext cx="33120" cy="165600"/>
              </p14:xfrm>
            </p:contentPart>
          </mc:Choice>
          <mc:Fallback>
            <p:pic>
              <p:nvPicPr>
                <p:cNvPr id="29" name="Ink 28">
                  <a:extLst>
                    <a:ext uri="{FF2B5EF4-FFF2-40B4-BE49-F238E27FC236}">
                      <a16:creationId xmlns:a16="http://schemas.microsoft.com/office/drawing/2014/main" id="{A2626EDF-75BC-BA7B-EC74-DF4876D53757}"/>
                    </a:ext>
                  </a:extLst>
                </p:cNvPr>
                <p:cNvPicPr/>
                <p:nvPr/>
              </p:nvPicPr>
              <p:blipFill>
                <a:blip r:embed="rId43"/>
                <a:stretch>
                  <a:fillRect/>
                </a:stretch>
              </p:blipFill>
              <p:spPr>
                <a:xfrm>
                  <a:off x="2849983" y="5799335"/>
                  <a:ext cx="4536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0" name="Ink 29">
                  <a:extLst>
                    <a:ext uri="{FF2B5EF4-FFF2-40B4-BE49-F238E27FC236}">
                      <a16:creationId xmlns:a16="http://schemas.microsoft.com/office/drawing/2014/main" id="{EDF62B45-FAE7-681A-E6F5-DA073EF7B41E}"/>
                    </a:ext>
                  </a:extLst>
                </p14:cNvPr>
                <p14:cNvContentPartPr/>
                <p14:nvPr/>
              </p14:nvContentPartPr>
              <p14:xfrm>
                <a:off x="3093343" y="5352575"/>
                <a:ext cx="749160" cy="55800"/>
              </p14:xfrm>
            </p:contentPart>
          </mc:Choice>
          <mc:Fallback>
            <p:pic>
              <p:nvPicPr>
                <p:cNvPr id="30" name="Ink 29">
                  <a:extLst>
                    <a:ext uri="{FF2B5EF4-FFF2-40B4-BE49-F238E27FC236}">
                      <a16:creationId xmlns:a16="http://schemas.microsoft.com/office/drawing/2014/main" id="{EDF62B45-FAE7-681A-E6F5-DA073EF7B41E}"/>
                    </a:ext>
                  </a:extLst>
                </p:cNvPr>
                <p:cNvPicPr/>
                <p:nvPr/>
              </p:nvPicPr>
              <p:blipFill>
                <a:blip r:embed="rId45"/>
                <a:stretch>
                  <a:fillRect/>
                </a:stretch>
              </p:blipFill>
              <p:spPr>
                <a:xfrm>
                  <a:off x="3087223" y="5346455"/>
                  <a:ext cx="76140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1" name="Ink 30">
                  <a:extLst>
                    <a:ext uri="{FF2B5EF4-FFF2-40B4-BE49-F238E27FC236}">
                      <a16:creationId xmlns:a16="http://schemas.microsoft.com/office/drawing/2014/main" id="{FBCB9DEF-CBB6-CF39-35C2-D72CEA11EA5A}"/>
                    </a:ext>
                  </a:extLst>
                </p14:cNvPr>
                <p14:cNvContentPartPr/>
                <p14:nvPr/>
              </p14:nvContentPartPr>
              <p14:xfrm>
                <a:off x="3599143" y="5241335"/>
                <a:ext cx="271080" cy="463680"/>
              </p14:xfrm>
            </p:contentPart>
          </mc:Choice>
          <mc:Fallback>
            <p:pic>
              <p:nvPicPr>
                <p:cNvPr id="31" name="Ink 30">
                  <a:extLst>
                    <a:ext uri="{FF2B5EF4-FFF2-40B4-BE49-F238E27FC236}">
                      <a16:creationId xmlns:a16="http://schemas.microsoft.com/office/drawing/2014/main" id="{FBCB9DEF-CBB6-CF39-35C2-D72CEA11EA5A}"/>
                    </a:ext>
                  </a:extLst>
                </p:cNvPr>
                <p:cNvPicPr/>
                <p:nvPr/>
              </p:nvPicPr>
              <p:blipFill>
                <a:blip r:embed="rId47"/>
                <a:stretch>
                  <a:fillRect/>
                </a:stretch>
              </p:blipFill>
              <p:spPr>
                <a:xfrm>
                  <a:off x="3593023" y="5235215"/>
                  <a:ext cx="283320" cy="475920"/>
                </a:xfrm>
                <a:prstGeom prst="rect">
                  <a:avLst/>
                </a:prstGeom>
              </p:spPr>
            </p:pic>
          </mc:Fallback>
        </mc:AlternateContent>
      </p:grpSp>
      <p:grpSp>
        <p:nvGrpSpPr>
          <p:cNvPr id="41" name="Group 40">
            <a:extLst>
              <a:ext uri="{FF2B5EF4-FFF2-40B4-BE49-F238E27FC236}">
                <a16:creationId xmlns:a16="http://schemas.microsoft.com/office/drawing/2014/main" id="{50A26DBB-CE9C-0B6E-A61F-880D2B3C6713}"/>
              </a:ext>
            </a:extLst>
          </p:cNvPr>
          <p:cNvGrpSpPr/>
          <p:nvPr/>
        </p:nvGrpSpPr>
        <p:grpSpPr>
          <a:xfrm>
            <a:off x="4579063" y="5193815"/>
            <a:ext cx="4430880" cy="746640"/>
            <a:chOff x="4579063" y="5193815"/>
            <a:chExt cx="4430880" cy="746640"/>
          </a:xfrm>
        </p:grpSpPr>
        <mc:AlternateContent xmlns:mc="http://schemas.openxmlformats.org/markup-compatibility/2006">
          <mc:Choice xmlns:p14="http://schemas.microsoft.com/office/powerpoint/2010/main" Requires="p14">
            <p:contentPart p14:bwMode="auto" r:id="rId48">
              <p14:nvContentPartPr>
                <p14:cNvPr id="32" name="Ink 31">
                  <a:extLst>
                    <a:ext uri="{FF2B5EF4-FFF2-40B4-BE49-F238E27FC236}">
                      <a16:creationId xmlns:a16="http://schemas.microsoft.com/office/drawing/2014/main" id="{053A82F4-7FC6-0CA7-A370-8AA1FC9A1C0B}"/>
                    </a:ext>
                  </a:extLst>
                </p14:cNvPr>
                <p14:cNvContentPartPr/>
                <p14:nvPr/>
              </p14:nvContentPartPr>
              <p14:xfrm>
                <a:off x="4579063" y="5440775"/>
                <a:ext cx="223200" cy="499680"/>
              </p14:xfrm>
            </p:contentPart>
          </mc:Choice>
          <mc:Fallback>
            <p:pic>
              <p:nvPicPr>
                <p:cNvPr id="32" name="Ink 31">
                  <a:extLst>
                    <a:ext uri="{FF2B5EF4-FFF2-40B4-BE49-F238E27FC236}">
                      <a16:creationId xmlns:a16="http://schemas.microsoft.com/office/drawing/2014/main" id="{053A82F4-7FC6-0CA7-A370-8AA1FC9A1C0B}"/>
                    </a:ext>
                  </a:extLst>
                </p:cNvPr>
                <p:cNvPicPr/>
                <p:nvPr/>
              </p:nvPicPr>
              <p:blipFill>
                <a:blip r:embed="rId49"/>
                <a:stretch>
                  <a:fillRect/>
                </a:stretch>
              </p:blipFill>
              <p:spPr>
                <a:xfrm>
                  <a:off x="4572943" y="5434655"/>
                  <a:ext cx="235440" cy="5119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3" name="Ink 32">
                  <a:extLst>
                    <a:ext uri="{FF2B5EF4-FFF2-40B4-BE49-F238E27FC236}">
                      <a16:creationId xmlns:a16="http://schemas.microsoft.com/office/drawing/2014/main" id="{350B1123-1524-1325-6B25-E722D06412A3}"/>
                    </a:ext>
                  </a:extLst>
                </p14:cNvPr>
                <p14:cNvContentPartPr/>
                <p14:nvPr/>
              </p14:nvContentPartPr>
              <p14:xfrm>
                <a:off x="4900543" y="5714375"/>
                <a:ext cx="248760" cy="73440"/>
              </p14:xfrm>
            </p:contentPart>
          </mc:Choice>
          <mc:Fallback>
            <p:pic>
              <p:nvPicPr>
                <p:cNvPr id="33" name="Ink 32">
                  <a:extLst>
                    <a:ext uri="{FF2B5EF4-FFF2-40B4-BE49-F238E27FC236}">
                      <a16:creationId xmlns:a16="http://schemas.microsoft.com/office/drawing/2014/main" id="{350B1123-1524-1325-6B25-E722D06412A3}"/>
                    </a:ext>
                  </a:extLst>
                </p:cNvPr>
                <p:cNvPicPr/>
                <p:nvPr/>
              </p:nvPicPr>
              <p:blipFill>
                <a:blip r:embed="rId51"/>
                <a:stretch>
                  <a:fillRect/>
                </a:stretch>
              </p:blipFill>
              <p:spPr>
                <a:xfrm>
                  <a:off x="4894423" y="5708255"/>
                  <a:ext cx="26100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4" name="Ink 33">
                  <a:extLst>
                    <a:ext uri="{FF2B5EF4-FFF2-40B4-BE49-F238E27FC236}">
                      <a16:creationId xmlns:a16="http://schemas.microsoft.com/office/drawing/2014/main" id="{16CE42BE-8531-F337-D0B3-23C8F7773343}"/>
                    </a:ext>
                  </a:extLst>
                </p14:cNvPr>
                <p14:cNvContentPartPr/>
                <p14:nvPr/>
              </p14:nvContentPartPr>
              <p14:xfrm>
                <a:off x="5538823" y="5347535"/>
                <a:ext cx="48960" cy="480960"/>
              </p14:xfrm>
            </p:contentPart>
          </mc:Choice>
          <mc:Fallback>
            <p:pic>
              <p:nvPicPr>
                <p:cNvPr id="34" name="Ink 33">
                  <a:extLst>
                    <a:ext uri="{FF2B5EF4-FFF2-40B4-BE49-F238E27FC236}">
                      <a16:creationId xmlns:a16="http://schemas.microsoft.com/office/drawing/2014/main" id="{16CE42BE-8531-F337-D0B3-23C8F7773343}"/>
                    </a:ext>
                  </a:extLst>
                </p:cNvPr>
                <p:cNvPicPr/>
                <p:nvPr/>
              </p:nvPicPr>
              <p:blipFill>
                <a:blip r:embed="rId53"/>
                <a:stretch>
                  <a:fillRect/>
                </a:stretch>
              </p:blipFill>
              <p:spPr>
                <a:xfrm>
                  <a:off x="5532703" y="5341415"/>
                  <a:ext cx="61200" cy="4932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5" name="Ink 34">
                  <a:extLst>
                    <a:ext uri="{FF2B5EF4-FFF2-40B4-BE49-F238E27FC236}">
                      <a16:creationId xmlns:a16="http://schemas.microsoft.com/office/drawing/2014/main" id="{D4423A2F-81E6-07EC-E796-FD658F1C8CA4}"/>
                    </a:ext>
                  </a:extLst>
                </p14:cNvPr>
                <p14:cNvContentPartPr/>
                <p14:nvPr/>
              </p14:nvContentPartPr>
              <p14:xfrm>
                <a:off x="5528743" y="5576855"/>
                <a:ext cx="556560" cy="185760"/>
              </p14:xfrm>
            </p:contentPart>
          </mc:Choice>
          <mc:Fallback>
            <p:pic>
              <p:nvPicPr>
                <p:cNvPr id="35" name="Ink 34">
                  <a:extLst>
                    <a:ext uri="{FF2B5EF4-FFF2-40B4-BE49-F238E27FC236}">
                      <a16:creationId xmlns:a16="http://schemas.microsoft.com/office/drawing/2014/main" id="{D4423A2F-81E6-07EC-E796-FD658F1C8CA4}"/>
                    </a:ext>
                  </a:extLst>
                </p:cNvPr>
                <p:cNvPicPr/>
                <p:nvPr/>
              </p:nvPicPr>
              <p:blipFill>
                <a:blip r:embed="rId55"/>
                <a:stretch>
                  <a:fillRect/>
                </a:stretch>
              </p:blipFill>
              <p:spPr>
                <a:xfrm>
                  <a:off x="5522623" y="5570735"/>
                  <a:ext cx="568800" cy="198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6" name="Ink 35">
                  <a:extLst>
                    <a:ext uri="{FF2B5EF4-FFF2-40B4-BE49-F238E27FC236}">
                      <a16:creationId xmlns:a16="http://schemas.microsoft.com/office/drawing/2014/main" id="{4E066CC6-5EE4-5246-F838-0CFC2B5761A5}"/>
                    </a:ext>
                  </a:extLst>
                </p14:cNvPr>
                <p14:cNvContentPartPr/>
                <p14:nvPr/>
              </p14:nvContentPartPr>
              <p14:xfrm>
                <a:off x="6503623" y="5193815"/>
                <a:ext cx="634680" cy="504000"/>
              </p14:xfrm>
            </p:contentPart>
          </mc:Choice>
          <mc:Fallback>
            <p:pic>
              <p:nvPicPr>
                <p:cNvPr id="36" name="Ink 35">
                  <a:extLst>
                    <a:ext uri="{FF2B5EF4-FFF2-40B4-BE49-F238E27FC236}">
                      <a16:creationId xmlns:a16="http://schemas.microsoft.com/office/drawing/2014/main" id="{4E066CC6-5EE4-5246-F838-0CFC2B5761A5}"/>
                    </a:ext>
                  </a:extLst>
                </p:cNvPr>
                <p:cNvPicPr/>
                <p:nvPr/>
              </p:nvPicPr>
              <p:blipFill>
                <a:blip r:embed="rId57"/>
                <a:stretch>
                  <a:fillRect/>
                </a:stretch>
              </p:blipFill>
              <p:spPr>
                <a:xfrm>
                  <a:off x="6497503" y="5187695"/>
                  <a:ext cx="646920" cy="5162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7" name="Ink 36">
                  <a:extLst>
                    <a:ext uri="{FF2B5EF4-FFF2-40B4-BE49-F238E27FC236}">
                      <a16:creationId xmlns:a16="http://schemas.microsoft.com/office/drawing/2014/main" id="{1FF56822-6E34-DE19-548A-1F332F602B83}"/>
                    </a:ext>
                  </a:extLst>
                </p14:cNvPr>
                <p14:cNvContentPartPr/>
                <p14:nvPr/>
              </p14:nvContentPartPr>
              <p14:xfrm>
                <a:off x="7266463" y="5513855"/>
                <a:ext cx="465120" cy="213840"/>
              </p14:xfrm>
            </p:contentPart>
          </mc:Choice>
          <mc:Fallback>
            <p:pic>
              <p:nvPicPr>
                <p:cNvPr id="37" name="Ink 36">
                  <a:extLst>
                    <a:ext uri="{FF2B5EF4-FFF2-40B4-BE49-F238E27FC236}">
                      <a16:creationId xmlns:a16="http://schemas.microsoft.com/office/drawing/2014/main" id="{1FF56822-6E34-DE19-548A-1F332F602B83}"/>
                    </a:ext>
                  </a:extLst>
                </p:cNvPr>
                <p:cNvPicPr/>
                <p:nvPr/>
              </p:nvPicPr>
              <p:blipFill>
                <a:blip r:embed="rId59"/>
                <a:stretch>
                  <a:fillRect/>
                </a:stretch>
              </p:blipFill>
              <p:spPr>
                <a:xfrm>
                  <a:off x="7260343" y="5507735"/>
                  <a:ext cx="47736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8" name="Ink 37">
                  <a:extLst>
                    <a:ext uri="{FF2B5EF4-FFF2-40B4-BE49-F238E27FC236}">
                      <a16:creationId xmlns:a16="http://schemas.microsoft.com/office/drawing/2014/main" id="{0FBAC9D6-01FB-5AE4-9361-B83020297F53}"/>
                    </a:ext>
                  </a:extLst>
                </p14:cNvPr>
                <p14:cNvContentPartPr/>
                <p14:nvPr/>
              </p14:nvContentPartPr>
              <p14:xfrm>
                <a:off x="8332423" y="5224055"/>
                <a:ext cx="293040" cy="517320"/>
              </p14:xfrm>
            </p:contentPart>
          </mc:Choice>
          <mc:Fallback>
            <p:pic>
              <p:nvPicPr>
                <p:cNvPr id="38" name="Ink 37">
                  <a:extLst>
                    <a:ext uri="{FF2B5EF4-FFF2-40B4-BE49-F238E27FC236}">
                      <a16:creationId xmlns:a16="http://schemas.microsoft.com/office/drawing/2014/main" id="{0FBAC9D6-01FB-5AE4-9361-B83020297F53}"/>
                    </a:ext>
                  </a:extLst>
                </p:cNvPr>
                <p:cNvPicPr/>
                <p:nvPr/>
              </p:nvPicPr>
              <p:blipFill>
                <a:blip r:embed="rId61"/>
                <a:stretch>
                  <a:fillRect/>
                </a:stretch>
              </p:blipFill>
              <p:spPr>
                <a:xfrm>
                  <a:off x="8326303" y="5217935"/>
                  <a:ext cx="305280" cy="5295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9" name="Ink 38">
                  <a:extLst>
                    <a:ext uri="{FF2B5EF4-FFF2-40B4-BE49-F238E27FC236}">
                      <a16:creationId xmlns:a16="http://schemas.microsoft.com/office/drawing/2014/main" id="{B8C26B7B-A6E6-F1A1-C9BA-9F46A8FA9F47}"/>
                    </a:ext>
                  </a:extLst>
                </p14:cNvPr>
                <p14:cNvContentPartPr/>
                <p14:nvPr/>
              </p14:nvContentPartPr>
              <p14:xfrm>
                <a:off x="8249263" y="5234135"/>
                <a:ext cx="289080" cy="417240"/>
              </p14:xfrm>
            </p:contentPart>
          </mc:Choice>
          <mc:Fallback>
            <p:pic>
              <p:nvPicPr>
                <p:cNvPr id="39" name="Ink 38">
                  <a:extLst>
                    <a:ext uri="{FF2B5EF4-FFF2-40B4-BE49-F238E27FC236}">
                      <a16:creationId xmlns:a16="http://schemas.microsoft.com/office/drawing/2014/main" id="{B8C26B7B-A6E6-F1A1-C9BA-9F46A8FA9F47}"/>
                    </a:ext>
                  </a:extLst>
                </p:cNvPr>
                <p:cNvPicPr/>
                <p:nvPr/>
              </p:nvPicPr>
              <p:blipFill>
                <a:blip r:embed="rId63"/>
                <a:stretch>
                  <a:fillRect/>
                </a:stretch>
              </p:blipFill>
              <p:spPr>
                <a:xfrm>
                  <a:off x="8243143" y="5228015"/>
                  <a:ext cx="301320" cy="4294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0" name="Ink 39">
                  <a:extLst>
                    <a:ext uri="{FF2B5EF4-FFF2-40B4-BE49-F238E27FC236}">
                      <a16:creationId xmlns:a16="http://schemas.microsoft.com/office/drawing/2014/main" id="{CF8FBC7F-BFD1-38FA-B9D0-3F227EC9E8A5}"/>
                    </a:ext>
                  </a:extLst>
                </p14:cNvPr>
                <p14:cNvContentPartPr/>
                <p14:nvPr/>
              </p14:nvContentPartPr>
              <p14:xfrm>
                <a:off x="8662903" y="5609615"/>
                <a:ext cx="347040" cy="215280"/>
              </p14:xfrm>
            </p:contentPart>
          </mc:Choice>
          <mc:Fallback>
            <p:pic>
              <p:nvPicPr>
                <p:cNvPr id="40" name="Ink 39">
                  <a:extLst>
                    <a:ext uri="{FF2B5EF4-FFF2-40B4-BE49-F238E27FC236}">
                      <a16:creationId xmlns:a16="http://schemas.microsoft.com/office/drawing/2014/main" id="{CF8FBC7F-BFD1-38FA-B9D0-3F227EC9E8A5}"/>
                    </a:ext>
                  </a:extLst>
                </p:cNvPr>
                <p:cNvPicPr/>
                <p:nvPr/>
              </p:nvPicPr>
              <p:blipFill>
                <a:blip r:embed="rId65"/>
                <a:stretch>
                  <a:fillRect/>
                </a:stretch>
              </p:blipFill>
              <p:spPr>
                <a:xfrm>
                  <a:off x="8656783" y="5603495"/>
                  <a:ext cx="359280" cy="227520"/>
                </a:xfrm>
                <a:prstGeom prst="rect">
                  <a:avLst/>
                </a:prstGeom>
              </p:spPr>
            </p:pic>
          </mc:Fallback>
        </mc:AlternateContent>
      </p:grpSp>
    </p:spTree>
    <p:extLst>
      <p:ext uri="{BB962C8B-B14F-4D97-AF65-F5344CB8AC3E}">
        <p14:creationId xmlns:p14="http://schemas.microsoft.com/office/powerpoint/2010/main" val="2586502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randombar(vertical)">
                                      <p:cBhvr>
                                        <p:cTn id="13" dur="50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utoUpdateAnimBg="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p:cNvGraphicFramePr>
            <a:graphicFrameLocks noChangeAspect="1"/>
          </p:cNvGraphicFramePr>
          <p:nvPr/>
        </p:nvGraphicFramePr>
        <p:xfrm>
          <a:off x="4886980" y="1364041"/>
          <a:ext cx="1194549" cy="591088"/>
        </p:xfrm>
        <a:graphic>
          <a:graphicData uri="http://schemas.openxmlformats.org/presentationml/2006/ole">
            <mc:AlternateContent xmlns:mc="http://schemas.openxmlformats.org/markup-compatibility/2006">
              <mc:Choice xmlns:v="urn:schemas-microsoft-com:vml" Requires="v">
                <p:oleObj name="Equation" r:id="rId2" imgW="507960" imgH="241200" progId="Equation.3">
                  <p:embed/>
                </p:oleObj>
              </mc:Choice>
              <mc:Fallback>
                <p:oleObj name="Equation" r:id="rId2" imgW="507960" imgH="241200" progId="Equation.3">
                  <p:embed/>
                  <p:pic>
                    <p:nvPicPr>
                      <p:cNvPr id="10" name="Object 9"/>
                      <p:cNvPicPr>
                        <a:picLocks noChangeAspect="1" noChangeArrowheads="1"/>
                      </p:cNvPicPr>
                      <p:nvPr/>
                    </p:nvPicPr>
                    <p:blipFill>
                      <a:blip r:embed="rId3"/>
                      <a:srcRect/>
                      <a:stretch>
                        <a:fillRect/>
                      </a:stretch>
                    </p:blipFill>
                    <p:spPr bwMode="auto">
                      <a:xfrm>
                        <a:off x="4886980" y="1364041"/>
                        <a:ext cx="1194549" cy="591088"/>
                      </a:xfrm>
                      <a:prstGeom prst="rect">
                        <a:avLst/>
                      </a:prstGeom>
                      <a:noFill/>
                      <a:ln>
                        <a:noFill/>
                      </a:ln>
                    </p:spPr>
                  </p:pic>
                </p:oleObj>
              </mc:Fallback>
            </mc:AlternateContent>
          </a:graphicData>
        </a:graphic>
      </p:graphicFrame>
      <p:graphicFrame>
        <p:nvGraphicFramePr>
          <p:cNvPr id="12" name="Object 11"/>
          <p:cNvGraphicFramePr>
            <a:graphicFrameLocks noChangeAspect="1"/>
          </p:cNvGraphicFramePr>
          <p:nvPr/>
        </p:nvGraphicFramePr>
        <p:xfrm>
          <a:off x="6325086" y="1357530"/>
          <a:ext cx="1194548" cy="591088"/>
        </p:xfrm>
        <a:graphic>
          <a:graphicData uri="http://schemas.openxmlformats.org/presentationml/2006/ole">
            <mc:AlternateContent xmlns:mc="http://schemas.openxmlformats.org/markup-compatibility/2006">
              <mc:Choice xmlns:v="urn:schemas-microsoft-com:vml" Requires="v">
                <p:oleObj name="Equation" r:id="rId4" imgW="507960" imgH="241200" progId="Equation.3">
                  <p:embed/>
                </p:oleObj>
              </mc:Choice>
              <mc:Fallback>
                <p:oleObj name="Equation" r:id="rId4" imgW="507960" imgH="241200" progId="Equation.3">
                  <p:embed/>
                  <p:pic>
                    <p:nvPicPr>
                      <p:cNvPr id="12" name="Object 11"/>
                      <p:cNvPicPr>
                        <a:picLocks noChangeAspect="1" noChangeArrowheads="1"/>
                      </p:cNvPicPr>
                      <p:nvPr/>
                    </p:nvPicPr>
                    <p:blipFill>
                      <a:blip r:embed="rId5"/>
                      <a:srcRect/>
                      <a:stretch>
                        <a:fillRect/>
                      </a:stretch>
                    </p:blipFill>
                    <p:spPr bwMode="auto">
                      <a:xfrm>
                        <a:off x="6325086" y="1357530"/>
                        <a:ext cx="1194548" cy="591088"/>
                      </a:xfrm>
                      <a:prstGeom prst="rect">
                        <a:avLst/>
                      </a:prstGeom>
                      <a:noFill/>
                      <a:ln>
                        <a:noFill/>
                      </a:ln>
                    </p:spPr>
                  </p:pic>
                </p:oleObj>
              </mc:Fallback>
            </mc:AlternateContent>
          </a:graphicData>
        </a:graphic>
      </p:graphicFrame>
      <p:graphicFrame>
        <p:nvGraphicFramePr>
          <p:cNvPr id="13" name="Object 12"/>
          <p:cNvGraphicFramePr>
            <a:graphicFrameLocks noChangeAspect="1"/>
          </p:cNvGraphicFramePr>
          <p:nvPr/>
        </p:nvGraphicFramePr>
        <p:xfrm>
          <a:off x="8345525" y="1357530"/>
          <a:ext cx="2269504" cy="591088"/>
        </p:xfrm>
        <a:graphic>
          <a:graphicData uri="http://schemas.openxmlformats.org/presentationml/2006/ole">
            <mc:AlternateContent xmlns:mc="http://schemas.openxmlformats.org/markup-compatibility/2006">
              <mc:Choice xmlns:v="urn:schemas-microsoft-com:vml" Requires="v">
                <p:oleObj name="Equation" r:id="rId6" imgW="965160" imgH="241200" progId="Equation.3">
                  <p:embed/>
                </p:oleObj>
              </mc:Choice>
              <mc:Fallback>
                <p:oleObj name="Equation" r:id="rId6" imgW="965160" imgH="241200" progId="Equation.3">
                  <p:embed/>
                  <p:pic>
                    <p:nvPicPr>
                      <p:cNvPr id="13" name="Object 12"/>
                      <p:cNvPicPr>
                        <a:picLocks noChangeAspect="1" noChangeArrowheads="1"/>
                      </p:cNvPicPr>
                      <p:nvPr/>
                    </p:nvPicPr>
                    <p:blipFill>
                      <a:blip r:embed="rId7"/>
                      <a:srcRect/>
                      <a:stretch>
                        <a:fillRect/>
                      </a:stretch>
                    </p:blipFill>
                    <p:spPr bwMode="auto">
                      <a:xfrm>
                        <a:off x="8345525" y="1357530"/>
                        <a:ext cx="2269504" cy="591088"/>
                      </a:xfrm>
                      <a:prstGeom prst="rect">
                        <a:avLst/>
                      </a:prstGeom>
                      <a:noFill/>
                      <a:ln>
                        <a:noFill/>
                      </a:ln>
                    </p:spPr>
                  </p:pic>
                </p:oleObj>
              </mc:Fallback>
            </mc:AlternateContent>
          </a:graphicData>
        </a:graphic>
      </p:graphicFrame>
      <p:graphicFrame>
        <p:nvGraphicFramePr>
          <p:cNvPr id="14" name="Object 13"/>
          <p:cNvGraphicFramePr>
            <a:graphicFrameLocks noChangeAspect="1"/>
          </p:cNvGraphicFramePr>
          <p:nvPr/>
        </p:nvGraphicFramePr>
        <p:xfrm>
          <a:off x="687442" y="4601899"/>
          <a:ext cx="1518960" cy="677689"/>
        </p:xfrm>
        <a:graphic>
          <a:graphicData uri="http://schemas.openxmlformats.org/presentationml/2006/ole">
            <mc:AlternateContent xmlns:mc="http://schemas.openxmlformats.org/markup-compatibility/2006">
              <mc:Choice xmlns:v="urn:schemas-microsoft-com:vml" Requires="v">
                <p:oleObj name="Equation" r:id="rId8" imgW="647640" imgH="253800" progId="Equation.3">
                  <p:embed/>
                </p:oleObj>
              </mc:Choice>
              <mc:Fallback>
                <p:oleObj name="Equation" r:id="rId8" imgW="647640" imgH="253800" progId="Equation.3">
                  <p:embed/>
                  <p:pic>
                    <p:nvPicPr>
                      <p:cNvPr id="14" name="Object 13"/>
                      <p:cNvPicPr>
                        <a:picLocks noChangeAspect="1" noChangeArrowheads="1"/>
                      </p:cNvPicPr>
                      <p:nvPr/>
                    </p:nvPicPr>
                    <p:blipFill>
                      <a:blip r:embed="rId9"/>
                      <a:srcRect/>
                      <a:stretch>
                        <a:fillRect/>
                      </a:stretch>
                    </p:blipFill>
                    <p:spPr bwMode="auto">
                      <a:xfrm>
                        <a:off x="687442" y="4601899"/>
                        <a:ext cx="1518960" cy="677689"/>
                      </a:xfrm>
                      <a:prstGeom prst="rect">
                        <a:avLst/>
                      </a:prstGeom>
                      <a:noFill/>
                      <a:ln>
                        <a:noFill/>
                      </a:ln>
                    </p:spPr>
                  </p:pic>
                </p:oleObj>
              </mc:Fallback>
            </mc:AlternateContent>
          </a:graphicData>
        </a:graphic>
      </p:graphicFrame>
      <p:graphicFrame>
        <p:nvGraphicFramePr>
          <p:cNvPr id="2" name="Table 1"/>
          <p:cNvGraphicFramePr>
            <a:graphicFrameLocks noGrp="1"/>
          </p:cNvGraphicFramePr>
          <p:nvPr>
            <p:extLst>
              <p:ext uri="{D42A27DB-BD31-4B8C-83A1-F6EECF244321}">
                <p14:modId xmlns:p14="http://schemas.microsoft.com/office/powerpoint/2010/main" val="2408740088"/>
              </p:ext>
            </p:extLst>
          </p:nvPr>
        </p:nvGraphicFramePr>
        <p:xfrm>
          <a:off x="700564" y="1169024"/>
          <a:ext cx="10534033" cy="4134717"/>
        </p:xfrm>
        <a:graphic>
          <a:graphicData uri="http://schemas.openxmlformats.org/drawingml/2006/table">
            <a:tbl>
              <a:tblPr>
                <a:tableStyleId>{5940675A-B579-460E-94D1-54222C63F5DA}</a:tableStyleId>
              </a:tblPr>
              <a:tblGrid>
                <a:gridCol w="1838011">
                  <a:extLst>
                    <a:ext uri="{9D8B030D-6E8A-4147-A177-3AD203B41FA5}">
                      <a16:colId xmlns:a16="http://schemas.microsoft.com/office/drawing/2014/main" val="20000"/>
                    </a:ext>
                  </a:extLst>
                </a:gridCol>
                <a:gridCol w="2179363">
                  <a:extLst>
                    <a:ext uri="{9D8B030D-6E8A-4147-A177-3AD203B41FA5}">
                      <a16:colId xmlns:a16="http://schemas.microsoft.com/office/drawing/2014/main" val="20001"/>
                    </a:ext>
                  </a:extLst>
                </a:gridCol>
                <a:gridCol w="1506515">
                  <a:extLst>
                    <a:ext uri="{9D8B030D-6E8A-4147-A177-3AD203B41FA5}">
                      <a16:colId xmlns:a16="http://schemas.microsoft.com/office/drawing/2014/main" val="20002"/>
                    </a:ext>
                  </a:extLst>
                </a:gridCol>
                <a:gridCol w="1506515">
                  <a:extLst>
                    <a:ext uri="{9D8B030D-6E8A-4147-A177-3AD203B41FA5}">
                      <a16:colId xmlns:a16="http://schemas.microsoft.com/office/drawing/2014/main" val="20003"/>
                    </a:ext>
                  </a:extLst>
                </a:gridCol>
                <a:gridCol w="3503629">
                  <a:extLst>
                    <a:ext uri="{9D8B030D-6E8A-4147-A177-3AD203B41FA5}">
                      <a16:colId xmlns:a16="http://schemas.microsoft.com/office/drawing/2014/main" val="20004"/>
                    </a:ext>
                  </a:extLst>
                </a:gridCol>
              </a:tblGrid>
              <a:tr h="851167">
                <a:tc>
                  <a:txBody>
                    <a:bodyPr/>
                    <a:lstStyle/>
                    <a:p>
                      <a:pPr algn="ctr" fontAlgn="t"/>
                      <a:r>
                        <a:rPr lang="en-IN" sz="2800" u="none" strike="noStrike" dirty="0">
                          <a:effectLst/>
                          <a:latin typeface="+mn-lt"/>
                        </a:rPr>
                        <a:t>Age (</a:t>
                      </a:r>
                      <a:r>
                        <a:rPr lang="en-IN" sz="2800" u="none" strike="noStrike" dirty="0" err="1">
                          <a:effectLst/>
                          <a:latin typeface="+mn-lt"/>
                        </a:rPr>
                        <a:t>yrs</a:t>
                      </a:r>
                      <a:r>
                        <a:rPr lang="en-IN" sz="2800" u="none" strike="noStrike" dirty="0">
                          <a:effectLst/>
                          <a:latin typeface="+mn-lt"/>
                        </a:rPr>
                        <a:t>) </a:t>
                      </a:r>
                    </a:p>
                    <a:p>
                      <a:pPr algn="ctr" fontAlgn="t"/>
                      <a:r>
                        <a:rPr lang="en-IN" sz="2800" u="none" strike="noStrike" dirty="0">
                          <a:effectLst/>
                          <a:latin typeface="+mn-lt"/>
                        </a:rPr>
                        <a:t>(X)</a:t>
                      </a:r>
                      <a:endParaRPr lang="en-IN" sz="2800" b="0" i="0" u="none" strike="noStrike" dirty="0">
                        <a:solidFill>
                          <a:srgbClr val="000000"/>
                        </a:solidFill>
                        <a:effectLst/>
                        <a:latin typeface="+mn-lt"/>
                      </a:endParaRPr>
                    </a:p>
                  </a:txBody>
                  <a:tcPr marL="6598" marR="6598" marT="6598" marB="0"/>
                </a:tc>
                <a:tc>
                  <a:txBody>
                    <a:bodyPr/>
                    <a:lstStyle/>
                    <a:p>
                      <a:pPr algn="ctr" fontAlgn="t"/>
                      <a:r>
                        <a:rPr lang="en-IN" sz="2800" u="none" strike="noStrike" dirty="0">
                          <a:effectLst/>
                          <a:latin typeface="+mn-lt"/>
                        </a:rPr>
                        <a:t>Weight (</a:t>
                      </a:r>
                      <a:r>
                        <a:rPr lang="en-IN" sz="2800" u="none" strike="noStrike" dirty="0" err="1">
                          <a:effectLst/>
                          <a:latin typeface="+mn-lt"/>
                        </a:rPr>
                        <a:t>kgs</a:t>
                      </a:r>
                      <a:r>
                        <a:rPr lang="en-IN" sz="2800" u="none" strike="noStrike" dirty="0">
                          <a:effectLst/>
                          <a:latin typeface="+mn-lt"/>
                        </a:rPr>
                        <a:t>) (Y)</a:t>
                      </a:r>
                      <a:endParaRPr lang="en-IN" sz="2800" b="0" i="0" u="none" strike="noStrike" dirty="0">
                        <a:solidFill>
                          <a:srgbClr val="000000"/>
                        </a:solidFill>
                        <a:effectLst/>
                        <a:latin typeface="+mn-lt"/>
                      </a:endParaRPr>
                    </a:p>
                  </a:txBody>
                  <a:tcPr marL="6598" marR="6598" marT="6598" marB="0"/>
                </a:tc>
                <a:tc>
                  <a:txBody>
                    <a:bodyPr/>
                    <a:lstStyle/>
                    <a:p>
                      <a:pPr algn="ctr" fontAlgn="b"/>
                      <a:r>
                        <a:rPr lang="en-IN" sz="2800" u="none" strike="noStrike" dirty="0">
                          <a:effectLst/>
                          <a:latin typeface="+mn-lt"/>
                        </a:rPr>
                        <a:t> </a:t>
                      </a:r>
                      <a:endParaRPr lang="en-IN" sz="2800" b="0" i="0" u="none" strike="noStrike" dirty="0">
                        <a:solidFill>
                          <a:srgbClr val="000000"/>
                        </a:solidFill>
                        <a:effectLst/>
                        <a:latin typeface="+mn-lt"/>
                      </a:endParaRPr>
                    </a:p>
                  </a:txBody>
                  <a:tcPr marL="6598" marR="6598" marT="6598" marB="0" anchor="b"/>
                </a:tc>
                <a:tc>
                  <a:txBody>
                    <a:bodyPr/>
                    <a:lstStyle/>
                    <a:p>
                      <a:pPr algn="ctr" fontAlgn="b"/>
                      <a:r>
                        <a:rPr lang="en-IN" sz="2800" u="none" strike="noStrike" dirty="0">
                          <a:effectLst/>
                          <a:latin typeface="+mn-lt"/>
                        </a:rPr>
                        <a:t> </a:t>
                      </a:r>
                      <a:endParaRPr lang="en-IN" sz="2800" b="0" i="0" u="none" strike="noStrike" dirty="0">
                        <a:solidFill>
                          <a:srgbClr val="000000"/>
                        </a:solidFill>
                        <a:effectLst/>
                        <a:latin typeface="+mn-lt"/>
                      </a:endParaRPr>
                    </a:p>
                  </a:txBody>
                  <a:tcPr marL="6598" marR="6598" marT="6598" marB="0" anchor="b"/>
                </a:tc>
                <a:tc>
                  <a:txBody>
                    <a:bodyPr/>
                    <a:lstStyle/>
                    <a:p>
                      <a:pPr algn="ctr" fontAlgn="b"/>
                      <a:r>
                        <a:rPr lang="en-IN" sz="2800" u="none" strike="noStrike" dirty="0">
                          <a:effectLst/>
                          <a:latin typeface="+mn-lt"/>
                        </a:rPr>
                        <a:t> </a:t>
                      </a:r>
                      <a:endParaRPr lang="en-IN" sz="2800" b="0" i="0" u="none" strike="noStrike" dirty="0">
                        <a:solidFill>
                          <a:srgbClr val="000000"/>
                        </a:solidFill>
                        <a:effectLst/>
                        <a:latin typeface="+mn-lt"/>
                      </a:endParaRPr>
                    </a:p>
                  </a:txBody>
                  <a:tcPr marL="6598" marR="6598" marT="6598" marB="0" anchor="b"/>
                </a:tc>
                <a:extLst>
                  <a:ext uri="{0D108BD9-81ED-4DB2-BD59-A6C34878D82A}">
                    <a16:rowId xmlns:a16="http://schemas.microsoft.com/office/drawing/2014/main" val="10000"/>
                  </a:ext>
                </a:extLst>
              </a:tr>
              <a:tr h="428883">
                <a:tc>
                  <a:txBody>
                    <a:bodyPr/>
                    <a:lstStyle/>
                    <a:p>
                      <a:pPr algn="ctr" fontAlgn="t"/>
                      <a:r>
                        <a:rPr lang="en-IN" sz="2800" u="none" strike="noStrike">
                          <a:effectLst/>
                          <a:latin typeface="+mn-lt"/>
                        </a:rPr>
                        <a:t>5</a:t>
                      </a:r>
                      <a:endParaRPr lang="en-IN" sz="2800" b="0" i="0" u="none" strike="noStrike">
                        <a:solidFill>
                          <a:srgbClr val="000000"/>
                        </a:solidFill>
                        <a:effectLst/>
                        <a:latin typeface="+mn-lt"/>
                      </a:endParaRPr>
                    </a:p>
                  </a:txBody>
                  <a:tcPr marL="6598" marR="6598" marT="6598" marB="0"/>
                </a:tc>
                <a:tc>
                  <a:txBody>
                    <a:bodyPr/>
                    <a:lstStyle/>
                    <a:p>
                      <a:pPr algn="ctr" fontAlgn="t"/>
                      <a:r>
                        <a:rPr lang="en-IN" sz="2800" b="0" i="0" u="none" strike="noStrike" dirty="0">
                          <a:solidFill>
                            <a:srgbClr val="000000"/>
                          </a:solidFill>
                          <a:effectLst/>
                          <a:latin typeface="+mn-lt"/>
                        </a:rPr>
                        <a:t>20</a:t>
                      </a:r>
                    </a:p>
                  </a:txBody>
                  <a:tcPr marL="6598" marR="6598" marT="6598" marB="0"/>
                </a:tc>
                <a:tc>
                  <a:txBody>
                    <a:bodyPr/>
                    <a:lstStyle/>
                    <a:p>
                      <a:pPr algn="ctr" fontAlgn="b"/>
                      <a:r>
                        <a:rPr lang="en-IN" sz="2800" b="0" i="0" u="none" strike="noStrike">
                          <a:solidFill>
                            <a:srgbClr val="000000"/>
                          </a:solidFill>
                          <a:effectLst/>
                          <a:latin typeface="+mn-lt"/>
                        </a:rPr>
                        <a:t>-2</a:t>
                      </a:r>
                    </a:p>
                  </a:txBody>
                  <a:tcPr marL="6598" marR="6598" marT="6598" marB="0" anchor="b"/>
                </a:tc>
                <a:tc>
                  <a:txBody>
                    <a:bodyPr/>
                    <a:lstStyle/>
                    <a:p>
                      <a:pPr algn="ctr" fontAlgn="b"/>
                      <a:r>
                        <a:rPr lang="en-IN" sz="2800" b="0" i="0" u="none" strike="noStrike">
                          <a:solidFill>
                            <a:srgbClr val="000000"/>
                          </a:solidFill>
                          <a:effectLst/>
                          <a:latin typeface="+mn-lt"/>
                        </a:rPr>
                        <a:t>-3</a:t>
                      </a:r>
                    </a:p>
                  </a:txBody>
                  <a:tcPr marL="6598" marR="6598" marT="6598" marB="0" anchor="b"/>
                </a:tc>
                <a:tc>
                  <a:txBody>
                    <a:bodyPr/>
                    <a:lstStyle/>
                    <a:p>
                      <a:pPr algn="ctr" fontAlgn="b"/>
                      <a:r>
                        <a:rPr lang="en-IN" sz="2800" b="0" i="0" u="none" strike="noStrike">
                          <a:solidFill>
                            <a:srgbClr val="000000"/>
                          </a:solidFill>
                          <a:effectLst/>
                          <a:latin typeface="+mn-lt"/>
                        </a:rPr>
                        <a:t>6</a:t>
                      </a:r>
                    </a:p>
                  </a:txBody>
                  <a:tcPr marL="6598" marR="6598" marT="6598" marB="0" anchor="b"/>
                </a:tc>
                <a:extLst>
                  <a:ext uri="{0D108BD9-81ED-4DB2-BD59-A6C34878D82A}">
                    <a16:rowId xmlns:a16="http://schemas.microsoft.com/office/drawing/2014/main" val="10001"/>
                  </a:ext>
                </a:extLst>
              </a:tr>
              <a:tr h="428883">
                <a:tc>
                  <a:txBody>
                    <a:bodyPr/>
                    <a:lstStyle/>
                    <a:p>
                      <a:pPr algn="ctr" fontAlgn="t"/>
                      <a:r>
                        <a:rPr lang="en-IN" sz="2800" u="none" strike="noStrike">
                          <a:effectLst/>
                          <a:latin typeface="+mn-lt"/>
                        </a:rPr>
                        <a:t>4</a:t>
                      </a:r>
                      <a:endParaRPr lang="en-IN" sz="2800" b="0" i="0" u="none" strike="noStrike">
                        <a:solidFill>
                          <a:srgbClr val="000000"/>
                        </a:solidFill>
                        <a:effectLst/>
                        <a:latin typeface="+mn-lt"/>
                      </a:endParaRPr>
                    </a:p>
                  </a:txBody>
                  <a:tcPr marL="6598" marR="6598" marT="6598" marB="0"/>
                </a:tc>
                <a:tc>
                  <a:txBody>
                    <a:bodyPr/>
                    <a:lstStyle/>
                    <a:p>
                      <a:pPr algn="ctr" fontAlgn="t"/>
                      <a:r>
                        <a:rPr lang="en-IN" sz="2800" b="0" i="0" u="none" strike="noStrike">
                          <a:solidFill>
                            <a:srgbClr val="000000"/>
                          </a:solidFill>
                          <a:effectLst/>
                          <a:latin typeface="+mn-lt"/>
                        </a:rPr>
                        <a:t>18</a:t>
                      </a:r>
                    </a:p>
                  </a:txBody>
                  <a:tcPr marL="6598" marR="6598" marT="6598" marB="0"/>
                </a:tc>
                <a:tc>
                  <a:txBody>
                    <a:bodyPr/>
                    <a:lstStyle/>
                    <a:p>
                      <a:pPr algn="ctr" fontAlgn="b"/>
                      <a:r>
                        <a:rPr lang="en-IN" sz="2800" b="0" i="0" u="none" strike="noStrike" dirty="0">
                          <a:solidFill>
                            <a:srgbClr val="000000"/>
                          </a:solidFill>
                          <a:effectLst/>
                          <a:latin typeface="+mn-lt"/>
                        </a:rPr>
                        <a:t>-3</a:t>
                      </a:r>
                    </a:p>
                  </a:txBody>
                  <a:tcPr marL="6598" marR="6598" marT="6598" marB="0" anchor="b"/>
                </a:tc>
                <a:tc>
                  <a:txBody>
                    <a:bodyPr/>
                    <a:lstStyle/>
                    <a:p>
                      <a:pPr algn="ctr" fontAlgn="b"/>
                      <a:r>
                        <a:rPr lang="en-IN" sz="2800" b="0" i="0" u="none" strike="noStrike">
                          <a:solidFill>
                            <a:srgbClr val="000000"/>
                          </a:solidFill>
                          <a:effectLst/>
                          <a:latin typeface="+mn-lt"/>
                        </a:rPr>
                        <a:t>-5</a:t>
                      </a:r>
                    </a:p>
                  </a:txBody>
                  <a:tcPr marL="6598" marR="6598" marT="6598" marB="0" anchor="b"/>
                </a:tc>
                <a:tc>
                  <a:txBody>
                    <a:bodyPr/>
                    <a:lstStyle/>
                    <a:p>
                      <a:pPr algn="ctr" fontAlgn="b"/>
                      <a:r>
                        <a:rPr lang="en-IN" sz="2800" b="0" i="0" u="none" strike="noStrike">
                          <a:solidFill>
                            <a:srgbClr val="000000"/>
                          </a:solidFill>
                          <a:effectLst/>
                          <a:latin typeface="+mn-lt"/>
                        </a:rPr>
                        <a:t>15</a:t>
                      </a:r>
                    </a:p>
                  </a:txBody>
                  <a:tcPr marL="6598" marR="6598" marT="6598" marB="0" anchor="b"/>
                </a:tc>
                <a:extLst>
                  <a:ext uri="{0D108BD9-81ED-4DB2-BD59-A6C34878D82A}">
                    <a16:rowId xmlns:a16="http://schemas.microsoft.com/office/drawing/2014/main" val="10002"/>
                  </a:ext>
                </a:extLst>
              </a:tr>
              <a:tr h="428883">
                <a:tc>
                  <a:txBody>
                    <a:bodyPr/>
                    <a:lstStyle/>
                    <a:p>
                      <a:pPr algn="ctr" fontAlgn="t"/>
                      <a:r>
                        <a:rPr lang="en-IN" sz="2800" u="none" strike="noStrike">
                          <a:effectLst/>
                          <a:latin typeface="+mn-lt"/>
                        </a:rPr>
                        <a:t>7</a:t>
                      </a:r>
                      <a:endParaRPr lang="en-IN" sz="2800" b="0" i="0" u="none" strike="noStrike">
                        <a:solidFill>
                          <a:srgbClr val="000000"/>
                        </a:solidFill>
                        <a:effectLst/>
                        <a:latin typeface="+mn-lt"/>
                      </a:endParaRPr>
                    </a:p>
                  </a:txBody>
                  <a:tcPr marL="6598" marR="6598" marT="6598" marB="0"/>
                </a:tc>
                <a:tc>
                  <a:txBody>
                    <a:bodyPr/>
                    <a:lstStyle/>
                    <a:p>
                      <a:pPr algn="ctr" fontAlgn="t"/>
                      <a:r>
                        <a:rPr lang="en-IN" sz="2800" b="0" i="0" u="none" strike="noStrike">
                          <a:solidFill>
                            <a:srgbClr val="000000"/>
                          </a:solidFill>
                          <a:effectLst/>
                          <a:latin typeface="+mn-lt"/>
                        </a:rPr>
                        <a:t>23</a:t>
                      </a:r>
                    </a:p>
                  </a:txBody>
                  <a:tcPr marL="6598" marR="6598" marT="6598" marB="0"/>
                </a:tc>
                <a:tc>
                  <a:txBody>
                    <a:bodyPr/>
                    <a:lstStyle/>
                    <a:p>
                      <a:pPr algn="ctr" fontAlgn="b"/>
                      <a:r>
                        <a:rPr lang="en-IN" sz="2800" b="0" i="0" u="none" strike="noStrike" dirty="0">
                          <a:solidFill>
                            <a:srgbClr val="000000"/>
                          </a:solidFill>
                          <a:effectLst/>
                          <a:latin typeface="+mn-lt"/>
                        </a:rPr>
                        <a:t>0</a:t>
                      </a:r>
                    </a:p>
                  </a:txBody>
                  <a:tcPr marL="6598" marR="6598" marT="6598" marB="0" anchor="b"/>
                </a:tc>
                <a:tc>
                  <a:txBody>
                    <a:bodyPr/>
                    <a:lstStyle/>
                    <a:p>
                      <a:pPr algn="ctr" fontAlgn="b"/>
                      <a:r>
                        <a:rPr lang="en-IN" sz="2800" b="0" i="0" u="none" strike="noStrike" dirty="0">
                          <a:solidFill>
                            <a:srgbClr val="000000"/>
                          </a:solidFill>
                          <a:effectLst/>
                          <a:latin typeface="+mn-lt"/>
                        </a:rPr>
                        <a:t>0</a:t>
                      </a:r>
                    </a:p>
                  </a:txBody>
                  <a:tcPr marL="6598" marR="6598" marT="6598" marB="0" anchor="b"/>
                </a:tc>
                <a:tc>
                  <a:txBody>
                    <a:bodyPr/>
                    <a:lstStyle/>
                    <a:p>
                      <a:pPr algn="ctr" fontAlgn="b"/>
                      <a:r>
                        <a:rPr lang="en-IN" sz="2800" b="0" i="0" u="none" strike="noStrike">
                          <a:solidFill>
                            <a:srgbClr val="000000"/>
                          </a:solidFill>
                          <a:effectLst/>
                          <a:latin typeface="+mn-lt"/>
                        </a:rPr>
                        <a:t>0</a:t>
                      </a:r>
                    </a:p>
                  </a:txBody>
                  <a:tcPr marL="6598" marR="6598" marT="6598" marB="0" anchor="b"/>
                </a:tc>
                <a:extLst>
                  <a:ext uri="{0D108BD9-81ED-4DB2-BD59-A6C34878D82A}">
                    <a16:rowId xmlns:a16="http://schemas.microsoft.com/office/drawing/2014/main" val="10003"/>
                  </a:ext>
                </a:extLst>
              </a:tr>
              <a:tr h="428883">
                <a:tc>
                  <a:txBody>
                    <a:bodyPr/>
                    <a:lstStyle/>
                    <a:p>
                      <a:pPr algn="ctr" fontAlgn="t"/>
                      <a:r>
                        <a:rPr lang="en-IN" sz="2800" u="none" strike="noStrike">
                          <a:effectLst/>
                          <a:latin typeface="+mn-lt"/>
                        </a:rPr>
                        <a:t>10</a:t>
                      </a:r>
                      <a:endParaRPr lang="en-IN" sz="2800" b="0" i="0" u="none" strike="noStrike">
                        <a:solidFill>
                          <a:srgbClr val="000000"/>
                        </a:solidFill>
                        <a:effectLst/>
                        <a:latin typeface="+mn-lt"/>
                      </a:endParaRPr>
                    </a:p>
                  </a:txBody>
                  <a:tcPr marL="6598" marR="6598" marT="6598" marB="0"/>
                </a:tc>
                <a:tc>
                  <a:txBody>
                    <a:bodyPr/>
                    <a:lstStyle/>
                    <a:p>
                      <a:pPr algn="ctr" fontAlgn="t"/>
                      <a:r>
                        <a:rPr lang="en-IN" sz="2800" b="0" i="0" u="none" strike="noStrike">
                          <a:solidFill>
                            <a:srgbClr val="000000"/>
                          </a:solidFill>
                          <a:effectLst/>
                          <a:latin typeface="+mn-lt"/>
                        </a:rPr>
                        <a:t>32</a:t>
                      </a:r>
                    </a:p>
                  </a:txBody>
                  <a:tcPr marL="6598" marR="6598" marT="6598" marB="0"/>
                </a:tc>
                <a:tc>
                  <a:txBody>
                    <a:bodyPr/>
                    <a:lstStyle/>
                    <a:p>
                      <a:pPr algn="ctr" fontAlgn="b"/>
                      <a:r>
                        <a:rPr lang="en-IN" sz="2800" b="0" i="0" u="none" strike="noStrike">
                          <a:solidFill>
                            <a:srgbClr val="000000"/>
                          </a:solidFill>
                          <a:effectLst/>
                          <a:latin typeface="+mn-lt"/>
                        </a:rPr>
                        <a:t>3</a:t>
                      </a:r>
                    </a:p>
                  </a:txBody>
                  <a:tcPr marL="6598" marR="6598" marT="6598" marB="0" anchor="b"/>
                </a:tc>
                <a:tc>
                  <a:txBody>
                    <a:bodyPr/>
                    <a:lstStyle/>
                    <a:p>
                      <a:pPr algn="ctr" fontAlgn="b"/>
                      <a:r>
                        <a:rPr lang="en-IN" sz="2800" b="0" i="0" u="none" strike="noStrike" dirty="0">
                          <a:solidFill>
                            <a:srgbClr val="000000"/>
                          </a:solidFill>
                          <a:effectLst/>
                          <a:latin typeface="+mn-lt"/>
                        </a:rPr>
                        <a:t>9</a:t>
                      </a:r>
                    </a:p>
                  </a:txBody>
                  <a:tcPr marL="6598" marR="6598" marT="6598" marB="0" anchor="b"/>
                </a:tc>
                <a:tc>
                  <a:txBody>
                    <a:bodyPr/>
                    <a:lstStyle/>
                    <a:p>
                      <a:pPr algn="ctr" fontAlgn="b"/>
                      <a:r>
                        <a:rPr lang="en-IN" sz="2800" b="0" i="0" u="none" strike="noStrike">
                          <a:solidFill>
                            <a:srgbClr val="000000"/>
                          </a:solidFill>
                          <a:effectLst/>
                          <a:latin typeface="+mn-lt"/>
                        </a:rPr>
                        <a:t>27</a:t>
                      </a:r>
                    </a:p>
                  </a:txBody>
                  <a:tcPr marL="6598" marR="6598" marT="6598" marB="0" anchor="b"/>
                </a:tc>
                <a:extLst>
                  <a:ext uri="{0D108BD9-81ED-4DB2-BD59-A6C34878D82A}">
                    <a16:rowId xmlns:a16="http://schemas.microsoft.com/office/drawing/2014/main" val="10004"/>
                  </a:ext>
                </a:extLst>
              </a:tr>
              <a:tr h="428883">
                <a:tc>
                  <a:txBody>
                    <a:bodyPr/>
                    <a:lstStyle/>
                    <a:p>
                      <a:pPr algn="ctr" fontAlgn="t"/>
                      <a:r>
                        <a:rPr lang="en-IN" sz="2800" u="none" strike="noStrike">
                          <a:effectLst/>
                          <a:latin typeface="+mn-lt"/>
                        </a:rPr>
                        <a:t>8</a:t>
                      </a:r>
                      <a:endParaRPr lang="en-IN" sz="2800" b="0" i="0" u="none" strike="noStrike">
                        <a:solidFill>
                          <a:srgbClr val="000000"/>
                        </a:solidFill>
                        <a:effectLst/>
                        <a:latin typeface="+mn-lt"/>
                      </a:endParaRPr>
                    </a:p>
                  </a:txBody>
                  <a:tcPr marL="6598" marR="6598" marT="6598" marB="0"/>
                </a:tc>
                <a:tc>
                  <a:txBody>
                    <a:bodyPr/>
                    <a:lstStyle/>
                    <a:p>
                      <a:pPr algn="ctr" fontAlgn="t"/>
                      <a:r>
                        <a:rPr lang="en-IN" sz="2800" b="0" i="0" u="none" strike="noStrike">
                          <a:solidFill>
                            <a:srgbClr val="000000"/>
                          </a:solidFill>
                          <a:effectLst/>
                          <a:latin typeface="+mn-lt"/>
                        </a:rPr>
                        <a:t>26</a:t>
                      </a:r>
                    </a:p>
                  </a:txBody>
                  <a:tcPr marL="6598" marR="6598" marT="6598" marB="0"/>
                </a:tc>
                <a:tc>
                  <a:txBody>
                    <a:bodyPr/>
                    <a:lstStyle/>
                    <a:p>
                      <a:pPr algn="ctr" fontAlgn="b"/>
                      <a:r>
                        <a:rPr lang="en-IN" sz="2800" b="0" i="0" u="none" strike="noStrike">
                          <a:solidFill>
                            <a:srgbClr val="000000"/>
                          </a:solidFill>
                          <a:effectLst/>
                          <a:latin typeface="+mn-lt"/>
                        </a:rPr>
                        <a:t>1</a:t>
                      </a:r>
                    </a:p>
                  </a:txBody>
                  <a:tcPr marL="6598" marR="6598" marT="6598" marB="0" anchor="b"/>
                </a:tc>
                <a:tc>
                  <a:txBody>
                    <a:bodyPr/>
                    <a:lstStyle/>
                    <a:p>
                      <a:pPr algn="ctr" fontAlgn="b"/>
                      <a:r>
                        <a:rPr lang="en-IN" sz="2800" b="0" i="0" u="none" strike="noStrike">
                          <a:solidFill>
                            <a:srgbClr val="000000"/>
                          </a:solidFill>
                          <a:effectLst/>
                          <a:latin typeface="+mn-lt"/>
                        </a:rPr>
                        <a:t>3</a:t>
                      </a:r>
                    </a:p>
                  </a:txBody>
                  <a:tcPr marL="6598" marR="6598" marT="6598" marB="0" anchor="b"/>
                </a:tc>
                <a:tc>
                  <a:txBody>
                    <a:bodyPr/>
                    <a:lstStyle/>
                    <a:p>
                      <a:pPr algn="ctr" fontAlgn="b"/>
                      <a:r>
                        <a:rPr lang="en-IN" sz="2800" b="0" i="0" u="none" strike="noStrike" dirty="0">
                          <a:solidFill>
                            <a:srgbClr val="000000"/>
                          </a:solidFill>
                          <a:effectLst/>
                          <a:latin typeface="+mn-lt"/>
                        </a:rPr>
                        <a:t>3</a:t>
                      </a:r>
                    </a:p>
                  </a:txBody>
                  <a:tcPr marL="6598" marR="6598" marT="6598" marB="0" anchor="b"/>
                </a:tc>
                <a:extLst>
                  <a:ext uri="{0D108BD9-81ED-4DB2-BD59-A6C34878D82A}">
                    <a16:rowId xmlns:a16="http://schemas.microsoft.com/office/drawing/2014/main" val="10005"/>
                  </a:ext>
                </a:extLst>
              </a:tr>
              <a:tr h="428883">
                <a:tc>
                  <a:txBody>
                    <a:bodyPr/>
                    <a:lstStyle/>
                    <a:p>
                      <a:pPr algn="ctr" fontAlgn="t"/>
                      <a:r>
                        <a:rPr lang="en-IN" sz="2800" u="none" strike="noStrike" dirty="0">
                          <a:effectLst/>
                          <a:latin typeface="+mn-lt"/>
                        </a:rPr>
                        <a:t>8</a:t>
                      </a:r>
                      <a:endParaRPr lang="en-IN" sz="2800" b="0" i="0" u="none" strike="noStrike" dirty="0">
                        <a:solidFill>
                          <a:srgbClr val="000000"/>
                        </a:solidFill>
                        <a:effectLst/>
                        <a:latin typeface="+mn-lt"/>
                      </a:endParaRPr>
                    </a:p>
                  </a:txBody>
                  <a:tcPr marL="6598" marR="6598" marT="6598" marB="0"/>
                </a:tc>
                <a:tc>
                  <a:txBody>
                    <a:bodyPr/>
                    <a:lstStyle/>
                    <a:p>
                      <a:pPr algn="ctr" fontAlgn="t"/>
                      <a:r>
                        <a:rPr lang="en-IN" sz="2800" b="0" i="0" u="none" strike="noStrike">
                          <a:solidFill>
                            <a:srgbClr val="000000"/>
                          </a:solidFill>
                          <a:effectLst/>
                          <a:latin typeface="+mn-lt"/>
                        </a:rPr>
                        <a:t>25</a:t>
                      </a:r>
                    </a:p>
                  </a:txBody>
                  <a:tcPr marL="6598" marR="6598" marT="6598" marB="0"/>
                </a:tc>
                <a:tc>
                  <a:txBody>
                    <a:bodyPr/>
                    <a:lstStyle/>
                    <a:p>
                      <a:pPr algn="ctr" fontAlgn="b"/>
                      <a:r>
                        <a:rPr lang="en-IN" sz="2800" b="0" i="0" u="none" strike="noStrike">
                          <a:solidFill>
                            <a:srgbClr val="000000"/>
                          </a:solidFill>
                          <a:effectLst/>
                          <a:latin typeface="+mn-lt"/>
                        </a:rPr>
                        <a:t>1</a:t>
                      </a:r>
                    </a:p>
                  </a:txBody>
                  <a:tcPr marL="6598" marR="6598" marT="6598" marB="0" anchor="b"/>
                </a:tc>
                <a:tc>
                  <a:txBody>
                    <a:bodyPr/>
                    <a:lstStyle/>
                    <a:p>
                      <a:pPr algn="ctr" fontAlgn="b"/>
                      <a:r>
                        <a:rPr lang="en-IN" sz="2800" b="0" i="0" u="none" strike="noStrike">
                          <a:solidFill>
                            <a:srgbClr val="000000"/>
                          </a:solidFill>
                          <a:effectLst/>
                          <a:latin typeface="+mn-lt"/>
                        </a:rPr>
                        <a:t>2</a:t>
                      </a:r>
                    </a:p>
                  </a:txBody>
                  <a:tcPr marL="6598" marR="6598" marT="6598" marB="0" anchor="b"/>
                </a:tc>
                <a:tc>
                  <a:txBody>
                    <a:bodyPr/>
                    <a:lstStyle/>
                    <a:p>
                      <a:pPr algn="ctr" fontAlgn="b"/>
                      <a:r>
                        <a:rPr lang="en-IN" sz="2800" b="0" i="0" u="none" strike="noStrike" dirty="0">
                          <a:solidFill>
                            <a:srgbClr val="000000"/>
                          </a:solidFill>
                          <a:effectLst/>
                          <a:latin typeface="+mn-lt"/>
                        </a:rPr>
                        <a:t>2</a:t>
                      </a:r>
                    </a:p>
                  </a:txBody>
                  <a:tcPr marL="6598" marR="6598" marT="6598" marB="0" anchor="b"/>
                </a:tc>
                <a:extLst>
                  <a:ext uri="{0D108BD9-81ED-4DB2-BD59-A6C34878D82A}">
                    <a16:rowId xmlns:a16="http://schemas.microsoft.com/office/drawing/2014/main" val="10006"/>
                  </a:ext>
                </a:extLst>
              </a:tr>
              <a:tr h="674771">
                <a:tc>
                  <a:txBody>
                    <a:bodyPr/>
                    <a:lstStyle/>
                    <a:p>
                      <a:pPr algn="ctr" fontAlgn="t"/>
                      <a:endParaRPr lang="en-IN" sz="2800" b="0" i="0" u="none" strike="noStrike" dirty="0">
                        <a:solidFill>
                          <a:srgbClr val="000000"/>
                        </a:solidFill>
                        <a:effectLst/>
                        <a:latin typeface="+mn-lt"/>
                      </a:endParaRPr>
                    </a:p>
                  </a:txBody>
                  <a:tcPr marL="6598" marR="6598" marT="6598" marB="0"/>
                </a:tc>
                <a:tc>
                  <a:txBody>
                    <a:bodyPr/>
                    <a:lstStyle/>
                    <a:p>
                      <a:pPr algn="ctr" fontAlgn="t"/>
                      <a:endParaRPr lang="en-IN" sz="2800" b="0" i="0" u="none" strike="noStrike" dirty="0">
                        <a:solidFill>
                          <a:srgbClr val="000000"/>
                        </a:solidFill>
                        <a:effectLst/>
                        <a:latin typeface="+mn-lt"/>
                      </a:endParaRPr>
                    </a:p>
                  </a:txBody>
                  <a:tcPr marL="6598" marR="6598" marT="6598" marB="0"/>
                </a:tc>
                <a:tc>
                  <a:txBody>
                    <a:bodyPr/>
                    <a:lstStyle/>
                    <a:p>
                      <a:pPr algn="ctr" fontAlgn="b"/>
                      <a:endParaRPr lang="en-IN" sz="2800" b="0" i="0" u="none" strike="noStrike" dirty="0">
                        <a:solidFill>
                          <a:srgbClr val="000000"/>
                        </a:solidFill>
                        <a:effectLst/>
                        <a:latin typeface="+mn-lt"/>
                      </a:endParaRPr>
                    </a:p>
                  </a:txBody>
                  <a:tcPr marL="6598" marR="6598" marT="6598" marB="0" anchor="b"/>
                </a:tc>
                <a:tc>
                  <a:txBody>
                    <a:bodyPr/>
                    <a:lstStyle/>
                    <a:p>
                      <a:pPr algn="ctr" fontAlgn="b"/>
                      <a:endParaRPr lang="en-IN" sz="2800" b="0" i="0" u="none" strike="noStrike" dirty="0">
                        <a:solidFill>
                          <a:srgbClr val="000000"/>
                        </a:solidFill>
                        <a:effectLst/>
                        <a:latin typeface="+mn-lt"/>
                      </a:endParaRPr>
                    </a:p>
                  </a:txBody>
                  <a:tcPr marL="6598" marR="6598" marT="6598" marB="0" anchor="b"/>
                </a:tc>
                <a:tc>
                  <a:txBody>
                    <a:bodyPr/>
                    <a:lstStyle/>
                    <a:p>
                      <a:pPr algn="ctr" fontAlgn="b"/>
                      <a:endParaRPr lang="en-IN" sz="2800" b="0" i="0" u="none" strike="noStrike" dirty="0">
                        <a:solidFill>
                          <a:srgbClr val="000000"/>
                        </a:solidFill>
                        <a:effectLst/>
                        <a:latin typeface="+mn-lt"/>
                      </a:endParaRPr>
                    </a:p>
                  </a:txBody>
                  <a:tcPr marL="6598" marR="6598" marT="6598" marB="0" anchor="b"/>
                </a:tc>
                <a:extLst>
                  <a:ext uri="{0D108BD9-81ED-4DB2-BD59-A6C34878D82A}">
                    <a16:rowId xmlns:a16="http://schemas.microsoft.com/office/drawing/2014/main" val="10007"/>
                  </a:ext>
                </a:extLst>
              </a:tr>
            </a:tbl>
          </a:graphicData>
        </a:graphic>
      </p:graphicFrame>
      <mc:AlternateContent xmlns:mc="http://schemas.openxmlformats.org/markup-compatibility/2006" xmlns:a14="http://schemas.microsoft.com/office/drawing/2010/main">
        <mc:Choice Requires="a14">
          <p:sp>
            <p:nvSpPr>
              <p:cNvPr id="15" name="Object 14"/>
              <p:cNvSpPr txBox="1"/>
              <p:nvPr/>
            </p:nvSpPr>
            <p:spPr bwMode="auto">
              <a:xfrm>
                <a:off x="2699991" y="4506014"/>
                <a:ext cx="1852993" cy="773574"/>
              </a:xfrm>
              <a:prstGeom prst="rect">
                <a:avLst/>
              </a:prstGeom>
              <a:noFill/>
              <a:ln>
                <a:noFill/>
              </a:ln>
            </p:spPr>
            <p:txBody>
              <a:bodyPr>
                <a:noAutofit/>
              </a:bodyPr>
              <a:lstStyle/>
              <a:p>
                <a:pPr defTabSz="837718">
                  <a:buClrTx/>
                </a:pPr>
                <a14:m>
                  <m:oMathPara xmlns:m="http://schemas.openxmlformats.org/officeDocument/2006/math">
                    <m:oMathParaPr>
                      <m:jc m:val="left"/>
                    </m:oMathParaPr>
                    <m:oMath xmlns:m="http://schemas.openxmlformats.org/officeDocument/2006/math">
                      <m:nary>
                        <m:naryPr>
                          <m:chr m:val="∑"/>
                          <m:subHide m:val="on"/>
                          <m:supHide m:val="on"/>
                          <m:ctrlPr>
                            <a:rPr lang="en-IN" sz="2425" i="1" kern="1200">
                              <a:latin typeface="Cambria Math" panose="02040503050406030204" pitchFamily="18" charset="0"/>
                              <a:ea typeface="+mn-ea"/>
                              <a:cs typeface="+mn-cs"/>
                            </a:rPr>
                          </m:ctrlPr>
                        </m:naryPr>
                        <m:sub/>
                        <m:sup/>
                        <m:e>
                          <m:r>
                            <m:rPr>
                              <m:sty m:val="p"/>
                            </m:rPr>
                            <a:rPr lang="en-US" sz="2425" kern="1200">
                              <a:latin typeface="Cambria Math" panose="02040503050406030204" pitchFamily="18" charset="0"/>
                              <a:ea typeface="+mn-ea"/>
                              <a:cs typeface="+mn-cs"/>
                            </a:rPr>
                            <m:t>Y</m:t>
                          </m:r>
                        </m:e>
                      </m:nary>
                      <m:r>
                        <a:rPr lang="en-IN" sz="2425" i="1" kern="1200">
                          <a:latin typeface="Cambria Math" panose="02040503050406030204" pitchFamily="18" charset="0"/>
                          <a:ea typeface="+mn-ea"/>
                          <a:cs typeface="+mn-cs"/>
                        </a:rPr>
                        <m:t>=144</m:t>
                      </m:r>
                    </m:oMath>
                  </m:oMathPara>
                </a14:m>
                <a:endParaRPr lang="en-IN" sz="2425" kern="1200" dirty="0">
                  <a:solidFill>
                    <a:prstClr val="black"/>
                  </a:solidFill>
                  <a:latin typeface="Helvetica Neue"/>
                  <a:ea typeface="+mn-ea"/>
                  <a:cs typeface="+mn-cs"/>
                </a:endParaRPr>
              </a:p>
            </p:txBody>
          </p:sp>
        </mc:Choice>
        <mc:Fallback xmlns="">
          <p:sp>
            <p:nvSpPr>
              <p:cNvPr id="15" name="Object 14"/>
              <p:cNvSpPr txBox="1">
                <a:spLocks noRot="1" noChangeAspect="1" noMove="1" noResize="1" noEditPoints="1" noAdjustHandles="1" noChangeArrowheads="1" noChangeShapeType="1" noTextEdit="1"/>
              </p:cNvSpPr>
              <p:nvPr/>
            </p:nvSpPr>
            <p:spPr bwMode="auto">
              <a:xfrm>
                <a:off x="2699991" y="4506014"/>
                <a:ext cx="1852993" cy="773574"/>
              </a:xfrm>
              <a:prstGeom prst="rect">
                <a:avLst/>
              </a:prstGeom>
              <a:blipFill>
                <a:blip r:embed="rId11"/>
                <a:stretch>
                  <a:fillRect/>
                </a:stretch>
              </a:blipFill>
              <a:ln>
                <a:noFill/>
              </a:ln>
            </p:spPr>
            <p:txBody>
              <a:bodyPr/>
              <a:lstStyle/>
              <a:p>
                <a:r>
                  <a:rPr lang="en-IN">
                    <a:noFill/>
                  </a:rPr>
                  <a:t> </a:t>
                </a:r>
              </a:p>
            </p:txBody>
          </p:sp>
        </mc:Fallback>
      </mc:AlternateContent>
      <p:graphicFrame>
        <p:nvGraphicFramePr>
          <p:cNvPr id="17" name="Object 16"/>
          <p:cNvGraphicFramePr>
            <a:graphicFrameLocks noChangeAspect="1"/>
          </p:cNvGraphicFramePr>
          <p:nvPr/>
        </p:nvGraphicFramePr>
        <p:xfrm>
          <a:off x="7777806" y="4613582"/>
          <a:ext cx="3404944" cy="654321"/>
        </p:xfrm>
        <a:graphic>
          <a:graphicData uri="http://schemas.openxmlformats.org/presentationml/2006/ole">
            <mc:AlternateContent xmlns:mc="http://schemas.openxmlformats.org/markup-compatibility/2006">
              <mc:Choice xmlns:v="urn:schemas-microsoft-com:vml" Requires="v">
                <p:oleObj name="Equation" r:id="rId12" imgW="1447560" imgH="266400" progId="Equation.3">
                  <p:embed/>
                </p:oleObj>
              </mc:Choice>
              <mc:Fallback>
                <p:oleObj name="Equation" r:id="rId12" imgW="1447560" imgH="266400" progId="Equation.3">
                  <p:embed/>
                  <p:pic>
                    <p:nvPicPr>
                      <p:cNvPr id="17" name="Object 16"/>
                      <p:cNvPicPr>
                        <a:picLocks noChangeAspect="1" noChangeArrowheads="1"/>
                      </p:cNvPicPr>
                      <p:nvPr/>
                    </p:nvPicPr>
                    <p:blipFill>
                      <a:blip r:embed="rId13"/>
                      <a:srcRect/>
                      <a:stretch>
                        <a:fillRect/>
                      </a:stretch>
                    </p:blipFill>
                    <p:spPr bwMode="auto">
                      <a:xfrm>
                        <a:off x="7777806" y="4613582"/>
                        <a:ext cx="3404944" cy="654321"/>
                      </a:xfrm>
                      <a:prstGeom prst="rect">
                        <a:avLst/>
                      </a:prstGeom>
                      <a:noFill/>
                      <a:ln>
                        <a:noFill/>
                      </a:ln>
                    </p:spPr>
                  </p:pic>
                </p:oleObj>
              </mc:Fallback>
            </mc:AlternateContent>
          </a:graphicData>
        </a:graphic>
      </p:graphicFrame>
      <p:graphicFrame>
        <p:nvGraphicFramePr>
          <p:cNvPr id="18" name="Object 17"/>
          <p:cNvGraphicFramePr>
            <a:graphicFrameLocks noChangeAspect="1"/>
          </p:cNvGraphicFramePr>
          <p:nvPr/>
        </p:nvGraphicFramePr>
        <p:xfrm>
          <a:off x="347124" y="5369225"/>
          <a:ext cx="11465741" cy="966360"/>
        </p:xfrm>
        <a:graphic>
          <a:graphicData uri="http://schemas.openxmlformats.org/presentationml/2006/ole">
            <mc:AlternateContent xmlns:mc="http://schemas.openxmlformats.org/markup-compatibility/2006">
              <mc:Choice xmlns:v="urn:schemas-microsoft-com:vml" Requires="v">
                <p:oleObj name="Equation" r:id="rId14" imgW="4559040" imgH="393480" progId="Equation.3">
                  <p:embed/>
                </p:oleObj>
              </mc:Choice>
              <mc:Fallback>
                <p:oleObj name="Equation" r:id="rId14" imgW="4559040" imgH="393480" progId="Equation.3">
                  <p:embed/>
                  <p:pic>
                    <p:nvPicPr>
                      <p:cNvPr id="18" name="Object 17"/>
                      <p:cNvPicPr>
                        <a:picLocks noChangeAspect="1" noChangeArrowheads="1"/>
                      </p:cNvPicPr>
                      <p:nvPr/>
                    </p:nvPicPr>
                    <p:blipFill>
                      <a:blip r:embed="rId15"/>
                      <a:srcRect/>
                      <a:stretch>
                        <a:fillRect/>
                      </a:stretch>
                    </p:blipFill>
                    <p:spPr bwMode="auto">
                      <a:xfrm>
                        <a:off x="347124" y="5369225"/>
                        <a:ext cx="11465741" cy="966360"/>
                      </a:xfrm>
                      <a:prstGeom prst="rect">
                        <a:avLst/>
                      </a:prstGeom>
                      <a:noFill/>
                      <a:ln>
                        <a:noFill/>
                      </a:ln>
                    </p:spPr>
                  </p:pic>
                </p:oleObj>
              </mc:Fallback>
            </mc:AlternateContent>
          </a:graphicData>
        </a:graphic>
      </p:graphicFrame>
      <p:sp>
        <p:nvSpPr>
          <p:cNvPr id="3" name="Title 2">
            <a:extLst>
              <a:ext uri="{FF2B5EF4-FFF2-40B4-BE49-F238E27FC236}">
                <a16:creationId xmlns:a16="http://schemas.microsoft.com/office/drawing/2014/main" id="{F5FF819C-6B22-968C-85CA-17D3C90C9AE9}"/>
              </a:ext>
            </a:extLst>
          </p:cNvPr>
          <p:cNvSpPr txBox="1">
            <a:spLocks/>
          </p:cNvSpPr>
          <p:nvPr/>
        </p:nvSpPr>
        <p:spPr>
          <a:xfrm>
            <a:off x="207376" y="106586"/>
            <a:ext cx="8761323"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altLang="en-US" sz="4156" b="1" dirty="0">
                <a:solidFill>
                  <a:schemeClr val="bg1"/>
                </a:solidFill>
                <a:latin typeface="+mn-lt"/>
                <a:cs typeface="Helvetica" panose="020B0604020202020204" pitchFamily="34" charset="0"/>
              </a:rPr>
              <a:t>Covariance</a:t>
            </a:r>
          </a:p>
        </p:txBody>
      </p:sp>
      <mc:AlternateContent xmlns:mc="http://schemas.openxmlformats.org/markup-compatibility/2006">
        <mc:Choice xmlns:p14="http://schemas.microsoft.com/office/powerpoint/2010/main" Requires="p14">
          <p:contentPart p14:bwMode="auto" r:id="rId16">
            <p14:nvContentPartPr>
              <p14:cNvPr id="4" name="Ink 3">
                <a:extLst>
                  <a:ext uri="{FF2B5EF4-FFF2-40B4-BE49-F238E27FC236}">
                    <a16:creationId xmlns:a16="http://schemas.microsoft.com/office/drawing/2014/main" id="{09649092-D25E-05E1-C237-9BB311F4EB47}"/>
                  </a:ext>
                </a:extLst>
              </p14:cNvPr>
              <p14:cNvContentPartPr/>
              <p14:nvPr/>
            </p14:nvContentPartPr>
            <p14:xfrm>
              <a:off x="399103" y="4605277"/>
              <a:ext cx="2122200" cy="736560"/>
            </p14:xfrm>
          </p:contentPart>
        </mc:Choice>
        <mc:Fallback>
          <p:pic>
            <p:nvPicPr>
              <p:cNvPr id="4" name="Ink 3">
                <a:extLst>
                  <a:ext uri="{FF2B5EF4-FFF2-40B4-BE49-F238E27FC236}">
                    <a16:creationId xmlns:a16="http://schemas.microsoft.com/office/drawing/2014/main" id="{09649092-D25E-05E1-C237-9BB311F4EB47}"/>
                  </a:ext>
                </a:extLst>
              </p:cNvPr>
              <p:cNvPicPr/>
              <p:nvPr/>
            </p:nvPicPr>
            <p:blipFill>
              <a:blip r:embed="rId17"/>
              <a:stretch>
                <a:fillRect/>
              </a:stretch>
            </p:blipFill>
            <p:spPr>
              <a:xfrm>
                <a:off x="392983" y="4599157"/>
                <a:ext cx="2134440" cy="748800"/>
              </a:xfrm>
              <a:prstGeom prst="rect">
                <a:avLst/>
              </a:prstGeom>
            </p:spPr>
          </p:pic>
        </mc:Fallback>
      </mc:AlternateContent>
      <p:grpSp>
        <p:nvGrpSpPr>
          <p:cNvPr id="21" name="Group 20">
            <a:extLst>
              <a:ext uri="{FF2B5EF4-FFF2-40B4-BE49-F238E27FC236}">
                <a16:creationId xmlns:a16="http://schemas.microsoft.com/office/drawing/2014/main" id="{EAE2423F-92D3-44AE-361F-C386CC8D3A36}"/>
              </a:ext>
            </a:extLst>
          </p:cNvPr>
          <p:cNvGrpSpPr/>
          <p:nvPr/>
        </p:nvGrpSpPr>
        <p:grpSpPr>
          <a:xfrm>
            <a:off x="3599143" y="6107917"/>
            <a:ext cx="2460960" cy="719640"/>
            <a:chOff x="3599143" y="6107917"/>
            <a:chExt cx="2460960" cy="719640"/>
          </a:xfrm>
        </p:grpSpPr>
        <mc:AlternateContent xmlns:mc="http://schemas.openxmlformats.org/markup-compatibility/2006">
          <mc:Choice xmlns:p14="http://schemas.microsoft.com/office/powerpoint/2010/main" Requires="p14">
            <p:contentPart p14:bwMode="auto" r:id="rId18">
              <p14:nvContentPartPr>
                <p14:cNvPr id="5" name="Ink 4">
                  <a:extLst>
                    <a:ext uri="{FF2B5EF4-FFF2-40B4-BE49-F238E27FC236}">
                      <a16:creationId xmlns:a16="http://schemas.microsoft.com/office/drawing/2014/main" id="{7E578794-FD58-FCA7-C77B-B03B0C1B9668}"/>
                    </a:ext>
                  </a:extLst>
                </p14:cNvPr>
                <p14:cNvContentPartPr/>
                <p14:nvPr/>
              </p14:nvContentPartPr>
              <p14:xfrm>
                <a:off x="3748903" y="6107917"/>
                <a:ext cx="311760" cy="251280"/>
              </p14:xfrm>
            </p:contentPart>
          </mc:Choice>
          <mc:Fallback>
            <p:pic>
              <p:nvPicPr>
                <p:cNvPr id="5" name="Ink 4">
                  <a:extLst>
                    <a:ext uri="{FF2B5EF4-FFF2-40B4-BE49-F238E27FC236}">
                      <a16:creationId xmlns:a16="http://schemas.microsoft.com/office/drawing/2014/main" id="{7E578794-FD58-FCA7-C77B-B03B0C1B9668}"/>
                    </a:ext>
                  </a:extLst>
                </p:cNvPr>
                <p:cNvPicPr/>
                <p:nvPr/>
              </p:nvPicPr>
              <p:blipFill>
                <a:blip r:embed="rId19"/>
                <a:stretch>
                  <a:fillRect/>
                </a:stretch>
              </p:blipFill>
              <p:spPr>
                <a:xfrm>
                  <a:off x="3742783" y="6101797"/>
                  <a:ext cx="32400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6" name="Ink 5">
                  <a:extLst>
                    <a:ext uri="{FF2B5EF4-FFF2-40B4-BE49-F238E27FC236}">
                      <a16:creationId xmlns:a16="http://schemas.microsoft.com/office/drawing/2014/main" id="{D0CEB3AC-EC68-06AF-792F-EBA023FC6AF4}"/>
                    </a:ext>
                  </a:extLst>
                </p14:cNvPr>
                <p14:cNvContentPartPr/>
                <p14:nvPr/>
              </p14:nvContentPartPr>
              <p14:xfrm>
                <a:off x="3838543" y="6168397"/>
                <a:ext cx="63720" cy="441360"/>
              </p14:xfrm>
            </p:contentPart>
          </mc:Choice>
          <mc:Fallback>
            <p:pic>
              <p:nvPicPr>
                <p:cNvPr id="6" name="Ink 5">
                  <a:extLst>
                    <a:ext uri="{FF2B5EF4-FFF2-40B4-BE49-F238E27FC236}">
                      <a16:creationId xmlns:a16="http://schemas.microsoft.com/office/drawing/2014/main" id="{D0CEB3AC-EC68-06AF-792F-EBA023FC6AF4}"/>
                    </a:ext>
                  </a:extLst>
                </p:cNvPr>
                <p:cNvPicPr/>
                <p:nvPr/>
              </p:nvPicPr>
              <p:blipFill>
                <a:blip r:embed="rId21"/>
                <a:stretch>
                  <a:fillRect/>
                </a:stretch>
              </p:blipFill>
              <p:spPr>
                <a:xfrm>
                  <a:off x="3832423" y="6162277"/>
                  <a:ext cx="75960" cy="4536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7" name="Ink 6">
                  <a:extLst>
                    <a:ext uri="{FF2B5EF4-FFF2-40B4-BE49-F238E27FC236}">
                      <a16:creationId xmlns:a16="http://schemas.microsoft.com/office/drawing/2014/main" id="{8F6B1BC5-6374-472D-45BE-A36C0697FF57}"/>
                    </a:ext>
                  </a:extLst>
                </p14:cNvPr>
                <p14:cNvContentPartPr/>
                <p14:nvPr/>
              </p14:nvContentPartPr>
              <p14:xfrm>
                <a:off x="4140223" y="6119437"/>
                <a:ext cx="335160" cy="197280"/>
              </p14:xfrm>
            </p:contentPart>
          </mc:Choice>
          <mc:Fallback>
            <p:pic>
              <p:nvPicPr>
                <p:cNvPr id="7" name="Ink 6">
                  <a:extLst>
                    <a:ext uri="{FF2B5EF4-FFF2-40B4-BE49-F238E27FC236}">
                      <a16:creationId xmlns:a16="http://schemas.microsoft.com/office/drawing/2014/main" id="{8F6B1BC5-6374-472D-45BE-A36C0697FF57}"/>
                    </a:ext>
                  </a:extLst>
                </p:cNvPr>
                <p:cNvPicPr/>
                <p:nvPr/>
              </p:nvPicPr>
              <p:blipFill>
                <a:blip r:embed="rId23"/>
                <a:stretch>
                  <a:fillRect/>
                </a:stretch>
              </p:blipFill>
              <p:spPr>
                <a:xfrm>
                  <a:off x="4134103" y="6113317"/>
                  <a:ext cx="34740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8" name="Ink 7">
                  <a:extLst>
                    <a:ext uri="{FF2B5EF4-FFF2-40B4-BE49-F238E27FC236}">
                      <a16:creationId xmlns:a16="http://schemas.microsoft.com/office/drawing/2014/main" id="{A73B12F2-3832-7D51-03D8-CF4CC3892CBE}"/>
                    </a:ext>
                  </a:extLst>
                </p14:cNvPr>
                <p14:cNvContentPartPr/>
                <p14:nvPr/>
              </p14:nvContentPartPr>
              <p14:xfrm>
                <a:off x="3599143" y="6428677"/>
                <a:ext cx="1054440" cy="167760"/>
              </p14:xfrm>
            </p:contentPart>
          </mc:Choice>
          <mc:Fallback>
            <p:pic>
              <p:nvPicPr>
                <p:cNvPr id="8" name="Ink 7">
                  <a:extLst>
                    <a:ext uri="{FF2B5EF4-FFF2-40B4-BE49-F238E27FC236}">
                      <a16:creationId xmlns:a16="http://schemas.microsoft.com/office/drawing/2014/main" id="{A73B12F2-3832-7D51-03D8-CF4CC3892CBE}"/>
                    </a:ext>
                  </a:extLst>
                </p:cNvPr>
                <p:cNvPicPr/>
                <p:nvPr/>
              </p:nvPicPr>
              <p:blipFill>
                <a:blip r:embed="rId25"/>
                <a:stretch>
                  <a:fillRect/>
                </a:stretch>
              </p:blipFill>
              <p:spPr>
                <a:xfrm>
                  <a:off x="3593023" y="6422557"/>
                  <a:ext cx="106668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9" name="Ink 8">
                  <a:extLst>
                    <a:ext uri="{FF2B5EF4-FFF2-40B4-BE49-F238E27FC236}">
                      <a16:creationId xmlns:a16="http://schemas.microsoft.com/office/drawing/2014/main" id="{E711D268-BBD7-E2D4-3AD3-4ED7AAB9CE0A}"/>
                    </a:ext>
                  </a:extLst>
                </p14:cNvPr>
                <p14:cNvContentPartPr/>
                <p14:nvPr/>
              </p14:nvContentPartPr>
              <p14:xfrm>
                <a:off x="4030063" y="6600757"/>
                <a:ext cx="272520" cy="226800"/>
              </p14:xfrm>
            </p:contentPart>
          </mc:Choice>
          <mc:Fallback>
            <p:pic>
              <p:nvPicPr>
                <p:cNvPr id="9" name="Ink 8">
                  <a:extLst>
                    <a:ext uri="{FF2B5EF4-FFF2-40B4-BE49-F238E27FC236}">
                      <a16:creationId xmlns:a16="http://schemas.microsoft.com/office/drawing/2014/main" id="{E711D268-BBD7-E2D4-3AD3-4ED7AAB9CE0A}"/>
                    </a:ext>
                  </a:extLst>
                </p:cNvPr>
                <p:cNvPicPr/>
                <p:nvPr/>
              </p:nvPicPr>
              <p:blipFill>
                <a:blip r:embed="rId27"/>
                <a:stretch>
                  <a:fillRect/>
                </a:stretch>
              </p:blipFill>
              <p:spPr>
                <a:xfrm>
                  <a:off x="4023943" y="6594637"/>
                  <a:ext cx="28476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1" name="Ink 10">
                  <a:extLst>
                    <a:ext uri="{FF2B5EF4-FFF2-40B4-BE49-F238E27FC236}">
                      <a16:creationId xmlns:a16="http://schemas.microsoft.com/office/drawing/2014/main" id="{B6B618DD-D9DD-6851-6E0B-BCDB9274CCD7}"/>
                    </a:ext>
                  </a:extLst>
                </p14:cNvPr>
                <p14:cNvContentPartPr/>
                <p14:nvPr/>
              </p14:nvContentPartPr>
              <p14:xfrm>
                <a:off x="4920703" y="6255157"/>
                <a:ext cx="181440" cy="41040"/>
              </p14:xfrm>
            </p:contentPart>
          </mc:Choice>
          <mc:Fallback>
            <p:pic>
              <p:nvPicPr>
                <p:cNvPr id="11" name="Ink 10">
                  <a:extLst>
                    <a:ext uri="{FF2B5EF4-FFF2-40B4-BE49-F238E27FC236}">
                      <a16:creationId xmlns:a16="http://schemas.microsoft.com/office/drawing/2014/main" id="{B6B618DD-D9DD-6851-6E0B-BCDB9274CCD7}"/>
                    </a:ext>
                  </a:extLst>
                </p:cNvPr>
                <p:cNvPicPr/>
                <p:nvPr/>
              </p:nvPicPr>
              <p:blipFill>
                <a:blip r:embed="rId29"/>
                <a:stretch>
                  <a:fillRect/>
                </a:stretch>
              </p:blipFill>
              <p:spPr>
                <a:xfrm>
                  <a:off x="4914583" y="6249037"/>
                  <a:ext cx="19368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6" name="Ink 15">
                  <a:extLst>
                    <a:ext uri="{FF2B5EF4-FFF2-40B4-BE49-F238E27FC236}">
                      <a16:creationId xmlns:a16="http://schemas.microsoft.com/office/drawing/2014/main" id="{BA666DB2-9702-3931-FC6C-9047F21BAA2B}"/>
                    </a:ext>
                  </a:extLst>
                </p14:cNvPr>
                <p14:cNvContentPartPr/>
                <p14:nvPr/>
              </p14:nvContentPartPr>
              <p14:xfrm>
                <a:off x="5010343" y="6307357"/>
                <a:ext cx="184680" cy="106200"/>
              </p14:xfrm>
            </p:contentPart>
          </mc:Choice>
          <mc:Fallback>
            <p:pic>
              <p:nvPicPr>
                <p:cNvPr id="16" name="Ink 15">
                  <a:extLst>
                    <a:ext uri="{FF2B5EF4-FFF2-40B4-BE49-F238E27FC236}">
                      <a16:creationId xmlns:a16="http://schemas.microsoft.com/office/drawing/2014/main" id="{BA666DB2-9702-3931-FC6C-9047F21BAA2B}"/>
                    </a:ext>
                  </a:extLst>
                </p:cNvPr>
                <p:cNvPicPr/>
                <p:nvPr/>
              </p:nvPicPr>
              <p:blipFill>
                <a:blip r:embed="rId31"/>
                <a:stretch>
                  <a:fillRect/>
                </a:stretch>
              </p:blipFill>
              <p:spPr>
                <a:xfrm>
                  <a:off x="5004223" y="6301237"/>
                  <a:ext cx="19692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B406733F-C710-8C8D-2365-A92C6CCC687C}"/>
                    </a:ext>
                  </a:extLst>
                </p14:cNvPr>
                <p14:cNvContentPartPr/>
                <p14:nvPr/>
              </p14:nvContentPartPr>
              <p14:xfrm>
                <a:off x="5459623" y="6112237"/>
                <a:ext cx="346680" cy="379080"/>
              </p14:xfrm>
            </p:contentPart>
          </mc:Choice>
          <mc:Fallback>
            <p:pic>
              <p:nvPicPr>
                <p:cNvPr id="19" name="Ink 18">
                  <a:extLst>
                    <a:ext uri="{FF2B5EF4-FFF2-40B4-BE49-F238E27FC236}">
                      <a16:creationId xmlns:a16="http://schemas.microsoft.com/office/drawing/2014/main" id="{B406733F-C710-8C8D-2365-A92C6CCC687C}"/>
                    </a:ext>
                  </a:extLst>
                </p:cNvPr>
                <p:cNvPicPr/>
                <p:nvPr/>
              </p:nvPicPr>
              <p:blipFill>
                <a:blip r:embed="rId33"/>
                <a:stretch>
                  <a:fillRect/>
                </a:stretch>
              </p:blipFill>
              <p:spPr>
                <a:xfrm>
                  <a:off x="5453503" y="6106117"/>
                  <a:ext cx="358920" cy="3913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87545509-C6BB-F21D-4574-7B3AD1C0A84D}"/>
                    </a:ext>
                  </a:extLst>
                </p14:cNvPr>
                <p14:cNvContentPartPr/>
                <p14:nvPr/>
              </p14:nvContentPartPr>
              <p14:xfrm>
                <a:off x="5494543" y="6191077"/>
                <a:ext cx="565560" cy="108720"/>
              </p14:xfrm>
            </p:contentPart>
          </mc:Choice>
          <mc:Fallback>
            <p:pic>
              <p:nvPicPr>
                <p:cNvPr id="20" name="Ink 19">
                  <a:extLst>
                    <a:ext uri="{FF2B5EF4-FFF2-40B4-BE49-F238E27FC236}">
                      <a16:creationId xmlns:a16="http://schemas.microsoft.com/office/drawing/2014/main" id="{87545509-C6BB-F21D-4574-7B3AD1C0A84D}"/>
                    </a:ext>
                  </a:extLst>
                </p:cNvPr>
                <p:cNvPicPr/>
                <p:nvPr/>
              </p:nvPicPr>
              <p:blipFill>
                <a:blip r:embed="rId35"/>
                <a:stretch>
                  <a:fillRect/>
                </a:stretch>
              </p:blipFill>
              <p:spPr>
                <a:xfrm>
                  <a:off x="5488423" y="6184957"/>
                  <a:ext cx="577800" cy="120960"/>
                </a:xfrm>
                <a:prstGeom prst="rect">
                  <a:avLst/>
                </a:prstGeom>
              </p:spPr>
            </p:pic>
          </mc:Fallback>
        </mc:AlternateContent>
      </p:grpSp>
      <p:grpSp>
        <p:nvGrpSpPr>
          <p:cNvPr id="31" name="Group 30">
            <a:extLst>
              <a:ext uri="{FF2B5EF4-FFF2-40B4-BE49-F238E27FC236}">
                <a16:creationId xmlns:a16="http://schemas.microsoft.com/office/drawing/2014/main" id="{4A6F7A60-DF43-5755-3812-7BD504758B1C}"/>
              </a:ext>
            </a:extLst>
          </p:cNvPr>
          <p:cNvGrpSpPr/>
          <p:nvPr/>
        </p:nvGrpSpPr>
        <p:grpSpPr>
          <a:xfrm>
            <a:off x="6550063" y="6009637"/>
            <a:ext cx="1469880" cy="575640"/>
            <a:chOff x="6550063" y="6009637"/>
            <a:chExt cx="1469880" cy="575640"/>
          </a:xfrm>
        </p:grpSpPr>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9792BC3F-74F3-52A5-2147-EC58E71E513B}"/>
                    </a:ext>
                  </a:extLst>
                </p14:cNvPr>
                <p14:cNvContentPartPr/>
                <p14:nvPr/>
              </p14:nvContentPartPr>
              <p14:xfrm>
                <a:off x="6683983" y="6145717"/>
                <a:ext cx="294120" cy="340560"/>
              </p14:xfrm>
            </p:contentPart>
          </mc:Choice>
          <mc:Fallback>
            <p:pic>
              <p:nvPicPr>
                <p:cNvPr id="22" name="Ink 21">
                  <a:extLst>
                    <a:ext uri="{FF2B5EF4-FFF2-40B4-BE49-F238E27FC236}">
                      <a16:creationId xmlns:a16="http://schemas.microsoft.com/office/drawing/2014/main" id="{9792BC3F-74F3-52A5-2147-EC58E71E513B}"/>
                    </a:ext>
                  </a:extLst>
                </p:cNvPr>
                <p:cNvPicPr/>
                <p:nvPr/>
              </p:nvPicPr>
              <p:blipFill>
                <a:blip r:embed="rId37"/>
                <a:stretch>
                  <a:fillRect/>
                </a:stretch>
              </p:blipFill>
              <p:spPr>
                <a:xfrm>
                  <a:off x="6677863" y="6139597"/>
                  <a:ext cx="306360" cy="3528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4319A8F1-035E-C941-5B2F-EA3A2ED87D1D}"/>
                    </a:ext>
                  </a:extLst>
                </p14:cNvPr>
                <p14:cNvContentPartPr/>
                <p14:nvPr/>
              </p14:nvContentPartPr>
              <p14:xfrm>
                <a:off x="6738703" y="6049957"/>
                <a:ext cx="171360" cy="527400"/>
              </p14:xfrm>
            </p:contentPart>
          </mc:Choice>
          <mc:Fallback>
            <p:pic>
              <p:nvPicPr>
                <p:cNvPr id="23" name="Ink 22">
                  <a:extLst>
                    <a:ext uri="{FF2B5EF4-FFF2-40B4-BE49-F238E27FC236}">
                      <a16:creationId xmlns:a16="http://schemas.microsoft.com/office/drawing/2014/main" id="{4319A8F1-035E-C941-5B2F-EA3A2ED87D1D}"/>
                    </a:ext>
                  </a:extLst>
                </p:cNvPr>
                <p:cNvPicPr/>
                <p:nvPr/>
              </p:nvPicPr>
              <p:blipFill>
                <a:blip r:embed="rId39"/>
                <a:stretch>
                  <a:fillRect/>
                </a:stretch>
              </p:blipFill>
              <p:spPr>
                <a:xfrm>
                  <a:off x="6732583" y="6043837"/>
                  <a:ext cx="183600" cy="539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6" name="Ink 25">
                  <a:extLst>
                    <a:ext uri="{FF2B5EF4-FFF2-40B4-BE49-F238E27FC236}">
                      <a16:creationId xmlns:a16="http://schemas.microsoft.com/office/drawing/2014/main" id="{24D48CF4-B9C8-3AC5-060B-A8A1CABCAAA7}"/>
                    </a:ext>
                  </a:extLst>
                </p14:cNvPr>
                <p14:cNvContentPartPr/>
                <p14:nvPr/>
              </p14:nvContentPartPr>
              <p14:xfrm>
                <a:off x="6550063" y="6009637"/>
                <a:ext cx="330840" cy="19440"/>
              </p14:xfrm>
            </p:contentPart>
          </mc:Choice>
          <mc:Fallback>
            <p:pic>
              <p:nvPicPr>
                <p:cNvPr id="26" name="Ink 25">
                  <a:extLst>
                    <a:ext uri="{FF2B5EF4-FFF2-40B4-BE49-F238E27FC236}">
                      <a16:creationId xmlns:a16="http://schemas.microsoft.com/office/drawing/2014/main" id="{24D48CF4-B9C8-3AC5-060B-A8A1CABCAAA7}"/>
                    </a:ext>
                  </a:extLst>
                </p:cNvPr>
                <p:cNvPicPr/>
                <p:nvPr/>
              </p:nvPicPr>
              <p:blipFill>
                <a:blip r:embed="rId41"/>
                <a:stretch>
                  <a:fillRect/>
                </a:stretch>
              </p:blipFill>
              <p:spPr>
                <a:xfrm>
                  <a:off x="6543943" y="6003517"/>
                  <a:ext cx="34308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7" name="Ink 26">
                  <a:extLst>
                    <a:ext uri="{FF2B5EF4-FFF2-40B4-BE49-F238E27FC236}">
                      <a16:creationId xmlns:a16="http://schemas.microsoft.com/office/drawing/2014/main" id="{2838EB8F-E6CD-1121-4766-17BFC46004F3}"/>
                    </a:ext>
                  </a:extLst>
                </p14:cNvPr>
                <p14:cNvContentPartPr/>
                <p14:nvPr/>
              </p14:nvContentPartPr>
              <p14:xfrm>
                <a:off x="7175743" y="6428317"/>
                <a:ext cx="173880" cy="29520"/>
              </p14:xfrm>
            </p:contentPart>
          </mc:Choice>
          <mc:Fallback>
            <p:pic>
              <p:nvPicPr>
                <p:cNvPr id="27" name="Ink 26">
                  <a:extLst>
                    <a:ext uri="{FF2B5EF4-FFF2-40B4-BE49-F238E27FC236}">
                      <a16:creationId xmlns:a16="http://schemas.microsoft.com/office/drawing/2014/main" id="{2838EB8F-E6CD-1121-4766-17BFC46004F3}"/>
                    </a:ext>
                  </a:extLst>
                </p:cNvPr>
                <p:cNvPicPr/>
                <p:nvPr/>
              </p:nvPicPr>
              <p:blipFill>
                <a:blip r:embed="rId43"/>
                <a:stretch>
                  <a:fillRect/>
                </a:stretch>
              </p:blipFill>
              <p:spPr>
                <a:xfrm>
                  <a:off x="7169623" y="6422197"/>
                  <a:ext cx="18612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8" name="Ink 27">
                  <a:extLst>
                    <a:ext uri="{FF2B5EF4-FFF2-40B4-BE49-F238E27FC236}">
                      <a16:creationId xmlns:a16="http://schemas.microsoft.com/office/drawing/2014/main" id="{6AAEB95B-BE41-901A-52B4-EF0B6DC109EE}"/>
                    </a:ext>
                  </a:extLst>
                </p14:cNvPr>
                <p14:cNvContentPartPr/>
                <p14:nvPr/>
              </p14:nvContentPartPr>
              <p14:xfrm>
                <a:off x="7265383" y="6555757"/>
                <a:ext cx="174240" cy="29520"/>
              </p14:xfrm>
            </p:contentPart>
          </mc:Choice>
          <mc:Fallback>
            <p:pic>
              <p:nvPicPr>
                <p:cNvPr id="28" name="Ink 27">
                  <a:extLst>
                    <a:ext uri="{FF2B5EF4-FFF2-40B4-BE49-F238E27FC236}">
                      <a16:creationId xmlns:a16="http://schemas.microsoft.com/office/drawing/2014/main" id="{6AAEB95B-BE41-901A-52B4-EF0B6DC109EE}"/>
                    </a:ext>
                  </a:extLst>
                </p:cNvPr>
                <p:cNvPicPr/>
                <p:nvPr/>
              </p:nvPicPr>
              <p:blipFill>
                <a:blip r:embed="rId45"/>
                <a:stretch>
                  <a:fillRect/>
                </a:stretch>
              </p:blipFill>
              <p:spPr>
                <a:xfrm>
                  <a:off x="7259263" y="6549637"/>
                  <a:ext cx="18648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9" name="Ink 28">
                  <a:extLst>
                    <a:ext uri="{FF2B5EF4-FFF2-40B4-BE49-F238E27FC236}">
                      <a16:creationId xmlns:a16="http://schemas.microsoft.com/office/drawing/2014/main" id="{D1CD7284-021E-0576-C05A-EADCA3D37C98}"/>
                    </a:ext>
                  </a:extLst>
                </p14:cNvPr>
                <p14:cNvContentPartPr/>
                <p14:nvPr/>
              </p14:nvContentPartPr>
              <p14:xfrm>
                <a:off x="7617463" y="6177397"/>
                <a:ext cx="304920" cy="342360"/>
              </p14:xfrm>
            </p:contentPart>
          </mc:Choice>
          <mc:Fallback>
            <p:pic>
              <p:nvPicPr>
                <p:cNvPr id="29" name="Ink 28">
                  <a:extLst>
                    <a:ext uri="{FF2B5EF4-FFF2-40B4-BE49-F238E27FC236}">
                      <a16:creationId xmlns:a16="http://schemas.microsoft.com/office/drawing/2014/main" id="{D1CD7284-021E-0576-C05A-EADCA3D37C98}"/>
                    </a:ext>
                  </a:extLst>
                </p:cNvPr>
                <p:cNvPicPr/>
                <p:nvPr/>
              </p:nvPicPr>
              <p:blipFill>
                <a:blip r:embed="rId47"/>
                <a:stretch>
                  <a:fillRect/>
                </a:stretch>
              </p:blipFill>
              <p:spPr>
                <a:xfrm>
                  <a:off x="7611343" y="6171277"/>
                  <a:ext cx="31716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0" name="Ink 29">
                  <a:extLst>
                    <a:ext uri="{FF2B5EF4-FFF2-40B4-BE49-F238E27FC236}">
                      <a16:creationId xmlns:a16="http://schemas.microsoft.com/office/drawing/2014/main" id="{680F4CF4-4052-A2D4-76CF-A75EFEA912A7}"/>
                    </a:ext>
                  </a:extLst>
                </p14:cNvPr>
                <p14:cNvContentPartPr/>
                <p14:nvPr/>
              </p14:nvContentPartPr>
              <p14:xfrm>
                <a:off x="7662823" y="6368917"/>
                <a:ext cx="357120" cy="61920"/>
              </p14:xfrm>
            </p:contentPart>
          </mc:Choice>
          <mc:Fallback>
            <p:pic>
              <p:nvPicPr>
                <p:cNvPr id="30" name="Ink 29">
                  <a:extLst>
                    <a:ext uri="{FF2B5EF4-FFF2-40B4-BE49-F238E27FC236}">
                      <a16:creationId xmlns:a16="http://schemas.microsoft.com/office/drawing/2014/main" id="{680F4CF4-4052-A2D4-76CF-A75EFEA912A7}"/>
                    </a:ext>
                  </a:extLst>
                </p:cNvPr>
                <p:cNvPicPr/>
                <p:nvPr/>
              </p:nvPicPr>
              <p:blipFill>
                <a:blip r:embed="rId49"/>
                <a:stretch>
                  <a:fillRect/>
                </a:stretch>
              </p:blipFill>
              <p:spPr>
                <a:xfrm>
                  <a:off x="7656703" y="6362797"/>
                  <a:ext cx="369360" cy="74160"/>
                </a:xfrm>
                <a:prstGeom prst="rect">
                  <a:avLst/>
                </a:prstGeom>
              </p:spPr>
            </p:pic>
          </mc:Fallback>
        </mc:AlternateContent>
      </p:grpSp>
      <p:grpSp>
        <p:nvGrpSpPr>
          <p:cNvPr id="49" name="Group 48">
            <a:extLst>
              <a:ext uri="{FF2B5EF4-FFF2-40B4-BE49-F238E27FC236}">
                <a16:creationId xmlns:a16="http://schemas.microsoft.com/office/drawing/2014/main" id="{A1417A67-4307-35F5-603C-514A975F2A62}"/>
              </a:ext>
            </a:extLst>
          </p:cNvPr>
          <p:cNvGrpSpPr/>
          <p:nvPr/>
        </p:nvGrpSpPr>
        <p:grpSpPr>
          <a:xfrm>
            <a:off x="8707183" y="5976877"/>
            <a:ext cx="3255840" cy="806040"/>
            <a:chOff x="8707183" y="5976877"/>
            <a:chExt cx="3255840" cy="806040"/>
          </a:xfrm>
        </p:grpSpPr>
        <mc:AlternateContent xmlns:mc="http://schemas.openxmlformats.org/markup-compatibility/2006">
          <mc:Choice xmlns:p14="http://schemas.microsoft.com/office/powerpoint/2010/main" Requires="p14">
            <p:contentPart p14:bwMode="auto" r:id="rId50">
              <p14:nvContentPartPr>
                <p14:cNvPr id="32" name="Ink 31">
                  <a:extLst>
                    <a:ext uri="{FF2B5EF4-FFF2-40B4-BE49-F238E27FC236}">
                      <a16:creationId xmlns:a16="http://schemas.microsoft.com/office/drawing/2014/main" id="{6BE2D3E0-0659-EA06-0462-D68CC00F1421}"/>
                    </a:ext>
                  </a:extLst>
                </p14:cNvPr>
                <p14:cNvContentPartPr/>
                <p14:nvPr/>
              </p14:nvContentPartPr>
              <p14:xfrm>
                <a:off x="8835703" y="6145717"/>
                <a:ext cx="194760" cy="169200"/>
              </p14:xfrm>
            </p:contentPart>
          </mc:Choice>
          <mc:Fallback>
            <p:pic>
              <p:nvPicPr>
                <p:cNvPr id="32" name="Ink 31">
                  <a:extLst>
                    <a:ext uri="{FF2B5EF4-FFF2-40B4-BE49-F238E27FC236}">
                      <a16:creationId xmlns:a16="http://schemas.microsoft.com/office/drawing/2014/main" id="{6BE2D3E0-0659-EA06-0462-D68CC00F1421}"/>
                    </a:ext>
                  </a:extLst>
                </p:cNvPr>
                <p:cNvPicPr/>
                <p:nvPr/>
              </p:nvPicPr>
              <p:blipFill>
                <a:blip r:embed="rId51"/>
                <a:stretch>
                  <a:fillRect/>
                </a:stretch>
              </p:blipFill>
              <p:spPr>
                <a:xfrm>
                  <a:off x="8829583" y="6139597"/>
                  <a:ext cx="20700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3" name="Ink 32">
                  <a:extLst>
                    <a:ext uri="{FF2B5EF4-FFF2-40B4-BE49-F238E27FC236}">
                      <a16:creationId xmlns:a16="http://schemas.microsoft.com/office/drawing/2014/main" id="{4D4FB41D-63C0-C0E0-13A4-78E5BE3E370B}"/>
                    </a:ext>
                  </a:extLst>
                </p14:cNvPr>
                <p14:cNvContentPartPr/>
                <p14:nvPr/>
              </p14:nvContentPartPr>
              <p14:xfrm>
                <a:off x="9042343" y="6117997"/>
                <a:ext cx="74880" cy="411840"/>
              </p14:xfrm>
            </p:contentPart>
          </mc:Choice>
          <mc:Fallback>
            <p:pic>
              <p:nvPicPr>
                <p:cNvPr id="33" name="Ink 32">
                  <a:extLst>
                    <a:ext uri="{FF2B5EF4-FFF2-40B4-BE49-F238E27FC236}">
                      <a16:creationId xmlns:a16="http://schemas.microsoft.com/office/drawing/2014/main" id="{4D4FB41D-63C0-C0E0-13A4-78E5BE3E370B}"/>
                    </a:ext>
                  </a:extLst>
                </p:cNvPr>
                <p:cNvPicPr/>
                <p:nvPr/>
              </p:nvPicPr>
              <p:blipFill>
                <a:blip r:embed="rId53"/>
                <a:stretch>
                  <a:fillRect/>
                </a:stretch>
              </p:blipFill>
              <p:spPr>
                <a:xfrm>
                  <a:off x="9036223" y="6111877"/>
                  <a:ext cx="87120" cy="4240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4" name="Ink 33">
                  <a:extLst>
                    <a:ext uri="{FF2B5EF4-FFF2-40B4-BE49-F238E27FC236}">
                      <a16:creationId xmlns:a16="http://schemas.microsoft.com/office/drawing/2014/main" id="{84362279-AC4A-78DE-CAFA-6A09061BA328}"/>
                    </a:ext>
                  </a:extLst>
                </p14:cNvPr>
                <p14:cNvContentPartPr/>
                <p14:nvPr/>
              </p14:nvContentPartPr>
              <p14:xfrm>
                <a:off x="8707183" y="5976877"/>
                <a:ext cx="469440" cy="38160"/>
              </p14:xfrm>
            </p:contentPart>
          </mc:Choice>
          <mc:Fallback>
            <p:pic>
              <p:nvPicPr>
                <p:cNvPr id="34" name="Ink 33">
                  <a:extLst>
                    <a:ext uri="{FF2B5EF4-FFF2-40B4-BE49-F238E27FC236}">
                      <a16:creationId xmlns:a16="http://schemas.microsoft.com/office/drawing/2014/main" id="{84362279-AC4A-78DE-CAFA-6A09061BA328}"/>
                    </a:ext>
                  </a:extLst>
                </p:cNvPr>
                <p:cNvPicPr/>
                <p:nvPr/>
              </p:nvPicPr>
              <p:blipFill>
                <a:blip r:embed="rId55"/>
                <a:stretch>
                  <a:fillRect/>
                </a:stretch>
              </p:blipFill>
              <p:spPr>
                <a:xfrm>
                  <a:off x="8701063" y="5970757"/>
                  <a:ext cx="48168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5" name="Ink 34">
                  <a:extLst>
                    <a:ext uri="{FF2B5EF4-FFF2-40B4-BE49-F238E27FC236}">
                      <a16:creationId xmlns:a16="http://schemas.microsoft.com/office/drawing/2014/main" id="{2C799450-65F5-0762-E811-C496237B4A8D}"/>
                    </a:ext>
                  </a:extLst>
                </p14:cNvPr>
                <p14:cNvContentPartPr/>
                <p14:nvPr/>
              </p14:nvContentPartPr>
              <p14:xfrm>
                <a:off x="9405583" y="6265957"/>
                <a:ext cx="144000" cy="60840"/>
              </p14:xfrm>
            </p:contentPart>
          </mc:Choice>
          <mc:Fallback>
            <p:pic>
              <p:nvPicPr>
                <p:cNvPr id="35" name="Ink 34">
                  <a:extLst>
                    <a:ext uri="{FF2B5EF4-FFF2-40B4-BE49-F238E27FC236}">
                      <a16:creationId xmlns:a16="http://schemas.microsoft.com/office/drawing/2014/main" id="{2C799450-65F5-0762-E811-C496237B4A8D}"/>
                    </a:ext>
                  </a:extLst>
                </p:cNvPr>
                <p:cNvPicPr/>
                <p:nvPr/>
              </p:nvPicPr>
              <p:blipFill>
                <a:blip r:embed="rId57"/>
                <a:stretch>
                  <a:fillRect/>
                </a:stretch>
              </p:blipFill>
              <p:spPr>
                <a:xfrm>
                  <a:off x="9399463" y="6259837"/>
                  <a:ext cx="15624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6" name="Ink 35">
                  <a:extLst>
                    <a:ext uri="{FF2B5EF4-FFF2-40B4-BE49-F238E27FC236}">
                      <a16:creationId xmlns:a16="http://schemas.microsoft.com/office/drawing/2014/main" id="{52987ABD-9BF3-0888-E6E1-2FF3F7F029CF}"/>
                    </a:ext>
                  </a:extLst>
                </p14:cNvPr>
                <p14:cNvContentPartPr/>
                <p14:nvPr/>
              </p14:nvContentPartPr>
              <p14:xfrm>
                <a:off x="9495223" y="6313477"/>
                <a:ext cx="213480" cy="87480"/>
              </p14:xfrm>
            </p:contentPart>
          </mc:Choice>
          <mc:Fallback>
            <p:pic>
              <p:nvPicPr>
                <p:cNvPr id="36" name="Ink 35">
                  <a:extLst>
                    <a:ext uri="{FF2B5EF4-FFF2-40B4-BE49-F238E27FC236}">
                      <a16:creationId xmlns:a16="http://schemas.microsoft.com/office/drawing/2014/main" id="{52987ABD-9BF3-0888-E6E1-2FF3F7F029CF}"/>
                    </a:ext>
                  </a:extLst>
                </p:cNvPr>
                <p:cNvPicPr/>
                <p:nvPr/>
              </p:nvPicPr>
              <p:blipFill>
                <a:blip r:embed="rId59"/>
                <a:stretch>
                  <a:fillRect/>
                </a:stretch>
              </p:blipFill>
              <p:spPr>
                <a:xfrm>
                  <a:off x="9489103" y="6307357"/>
                  <a:ext cx="22572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BBD4571E-5411-0F21-F125-686A042E804B}"/>
                    </a:ext>
                  </a:extLst>
                </p14:cNvPr>
                <p14:cNvContentPartPr/>
                <p14:nvPr/>
              </p14:nvContentPartPr>
              <p14:xfrm>
                <a:off x="9906703" y="6081637"/>
                <a:ext cx="40320" cy="248760"/>
              </p14:xfrm>
            </p:contentPart>
          </mc:Choice>
          <mc:Fallback>
            <p:pic>
              <p:nvPicPr>
                <p:cNvPr id="37" name="Ink 36">
                  <a:extLst>
                    <a:ext uri="{FF2B5EF4-FFF2-40B4-BE49-F238E27FC236}">
                      <a16:creationId xmlns:a16="http://schemas.microsoft.com/office/drawing/2014/main" id="{BBD4571E-5411-0F21-F125-686A042E804B}"/>
                    </a:ext>
                  </a:extLst>
                </p:cNvPr>
                <p:cNvPicPr/>
                <p:nvPr/>
              </p:nvPicPr>
              <p:blipFill>
                <a:blip r:embed="rId61"/>
                <a:stretch>
                  <a:fillRect/>
                </a:stretch>
              </p:blipFill>
              <p:spPr>
                <a:xfrm>
                  <a:off x="9900583" y="6075517"/>
                  <a:ext cx="5256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 name="Ink 37">
                  <a:extLst>
                    <a:ext uri="{FF2B5EF4-FFF2-40B4-BE49-F238E27FC236}">
                      <a16:creationId xmlns:a16="http://schemas.microsoft.com/office/drawing/2014/main" id="{44119180-BAAD-E020-1D67-A7A3BDF1E127}"/>
                    </a:ext>
                  </a:extLst>
                </p14:cNvPr>
                <p14:cNvContentPartPr/>
                <p14:nvPr/>
              </p14:nvContentPartPr>
              <p14:xfrm>
                <a:off x="10019023" y="6063997"/>
                <a:ext cx="233280" cy="192240"/>
              </p14:xfrm>
            </p:contentPart>
          </mc:Choice>
          <mc:Fallback>
            <p:pic>
              <p:nvPicPr>
                <p:cNvPr id="38" name="Ink 37">
                  <a:extLst>
                    <a:ext uri="{FF2B5EF4-FFF2-40B4-BE49-F238E27FC236}">
                      <a16:creationId xmlns:a16="http://schemas.microsoft.com/office/drawing/2014/main" id="{44119180-BAAD-E020-1D67-A7A3BDF1E127}"/>
                    </a:ext>
                  </a:extLst>
                </p:cNvPr>
                <p:cNvPicPr/>
                <p:nvPr/>
              </p:nvPicPr>
              <p:blipFill>
                <a:blip r:embed="rId63"/>
                <a:stretch>
                  <a:fillRect/>
                </a:stretch>
              </p:blipFill>
              <p:spPr>
                <a:xfrm>
                  <a:off x="10012903" y="6057877"/>
                  <a:ext cx="24552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9" name="Ink 38">
                  <a:extLst>
                    <a:ext uri="{FF2B5EF4-FFF2-40B4-BE49-F238E27FC236}">
                      <a16:creationId xmlns:a16="http://schemas.microsoft.com/office/drawing/2014/main" id="{CE6B35F0-2B4C-278C-EE3A-0B1302E6B966}"/>
                    </a:ext>
                  </a:extLst>
                </p14:cNvPr>
                <p14:cNvContentPartPr/>
                <p14:nvPr/>
              </p14:nvContentPartPr>
              <p14:xfrm>
                <a:off x="10083103" y="6153277"/>
                <a:ext cx="52200" cy="323280"/>
              </p14:xfrm>
            </p:contentPart>
          </mc:Choice>
          <mc:Fallback>
            <p:pic>
              <p:nvPicPr>
                <p:cNvPr id="39" name="Ink 38">
                  <a:extLst>
                    <a:ext uri="{FF2B5EF4-FFF2-40B4-BE49-F238E27FC236}">
                      <a16:creationId xmlns:a16="http://schemas.microsoft.com/office/drawing/2014/main" id="{CE6B35F0-2B4C-278C-EE3A-0B1302E6B966}"/>
                    </a:ext>
                  </a:extLst>
                </p:cNvPr>
                <p:cNvPicPr/>
                <p:nvPr/>
              </p:nvPicPr>
              <p:blipFill>
                <a:blip r:embed="rId65"/>
                <a:stretch>
                  <a:fillRect/>
                </a:stretch>
              </p:blipFill>
              <p:spPr>
                <a:xfrm>
                  <a:off x="10076983" y="6147157"/>
                  <a:ext cx="64440" cy="3355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0" name="Ink 39">
                  <a:extLst>
                    <a:ext uri="{FF2B5EF4-FFF2-40B4-BE49-F238E27FC236}">
                      <a16:creationId xmlns:a16="http://schemas.microsoft.com/office/drawing/2014/main" id="{BAD0BB62-5D41-37D9-AD75-A0236E9DCCFE}"/>
                    </a:ext>
                  </a:extLst>
                </p14:cNvPr>
                <p14:cNvContentPartPr/>
                <p14:nvPr/>
              </p14:nvContentPartPr>
              <p14:xfrm>
                <a:off x="10322143" y="6029797"/>
                <a:ext cx="195120" cy="176040"/>
              </p14:xfrm>
            </p:contentPart>
          </mc:Choice>
          <mc:Fallback>
            <p:pic>
              <p:nvPicPr>
                <p:cNvPr id="40" name="Ink 39">
                  <a:extLst>
                    <a:ext uri="{FF2B5EF4-FFF2-40B4-BE49-F238E27FC236}">
                      <a16:creationId xmlns:a16="http://schemas.microsoft.com/office/drawing/2014/main" id="{BAD0BB62-5D41-37D9-AD75-A0236E9DCCFE}"/>
                    </a:ext>
                  </a:extLst>
                </p:cNvPr>
                <p:cNvPicPr/>
                <p:nvPr/>
              </p:nvPicPr>
              <p:blipFill>
                <a:blip r:embed="rId67"/>
                <a:stretch>
                  <a:fillRect/>
                </a:stretch>
              </p:blipFill>
              <p:spPr>
                <a:xfrm>
                  <a:off x="10316023" y="6023677"/>
                  <a:ext cx="20736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1" name="Ink 40">
                  <a:extLst>
                    <a:ext uri="{FF2B5EF4-FFF2-40B4-BE49-F238E27FC236}">
                      <a16:creationId xmlns:a16="http://schemas.microsoft.com/office/drawing/2014/main" id="{16974D02-23A3-7ECE-6700-C5E60E88181E}"/>
                    </a:ext>
                  </a:extLst>
                </p14:cNvPr>
                <p14:cNvContentPartPr/>
                <p14:nvPr/>
              </p14:nvContentPartPr>
              <p14:xfrm>
                <a:off x="10438063" y="6081637"/>
                <a:ext cx="29880" cy="326880"/>
              </p14:xfrm>
            </p:contentPart>
          </mc:Choice>
          <mc:Fallback>
            <p:pic>
              <p:nvPicPr>
                <p:cNvPr id="41" name="Ink 40">
                  <a:extLst>
                    <a:ext uri="{FF2B5EF4-FFF2-40B4-BE49-F238E27FC236}">
                      <a16:creationId xmlns:a16="http://schemas.microsoft.com/office/drawing/2014/main" id="{16974D02-23A3-7ECE-6700-C5E60E88181E}"/>
                    </a:ext>
                  </a:extLst>
                </p:cNvPr>
                <p:cNvPicPr/>
                <p:nvPr/>
              </p:nvPicPr>
              <p:blipFill>
                <a:blip r:embed="rId69"/>
                <a:stretch>
                  <a:fillRect/>
                </a:stretch>
              </p:blipFill>
              <p:spPr>
                <a:xfrm>
                  <a:off x="10431943" y="6075517"/>
                  <a:ext cx="42120" cy="3391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2" name="Ink 41">
                  <a:extLst>
                    <a:ext uri="{FF2B5EF4-FFF2-40B4-BE49-F238E27FC236}">
                      <a16:creationId xmlns:a16="http://schemas.microsoft.com/office/drawing/2014/main" id="{29ECA51F-F03D-F9E3-D383-075EF0C7843C}"/>
                    </a:ext>
                  </a:extLst>
                </p14:cNvPr>
                <p14:cNvContentPartPr/>
                <p14:nvPr/>
              </p14:nvContentPartPr>
              <p14:xfrm>
                <a:off x="9709423" y="6408157"/>
                <a:ext cx="1080000" cy="137520"/>
              </p14:xfrm>
            </p:contentPart>
          </mc:Choice>
          <mc:Fallback>
            <p:pic>
              <p:nvPicPr>
                <p:cNvPr id="42" name="Ink 41">
                  <a:extLst>
                    <a:ext uri="{FF2B5EF4-FFF2-40B4-BE49-F238E27FC236}">
                      <a16:creationId xmlns:a16="http://schemas.microsoft.com/office/drawing/2014/main" id="{29ECA51F-F03D-F9E3-D383-075EF0C7843C}"/>
                    </a:ext>
                  </a:extLst>
                </p:cNvPr>
                <p:cNvPicPr/>
                <p:nvPr/>
              </p:nvPicPr>
              <p:blipFill>
                <a:blip r:embed="rId71"/>
                <a:stretch>
                  <a:fillRect/>
                </a:stretch>
              </p:blipFill>
              <p:spPr>
                <a:xfrm>
                  <a:off x="9703303" y="6402037"/>
                  <a:ext cx="109224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3" name="Ink 42">
                  <a:extLst>
                    <a:ext uri="{FF2B5EF4-FFF2-40B4-BE49-F238E27FC236}">
                      <a16:creationId xmlns:a16="http://schemas.microsoft.com/office/drawing/2014/main" id="{A2A86802-BB24-54EB-66B3-C9AD80C4164B}"/>
                    </a:ext>
                  </a:extLst>
                </p14:cNvPr>
                <p14:cNvContentPartPr/>
                <p14:nvPr/>
              </p14:nvContentPartPr>
              <p14:xfrm>
                <a:off x="10179223" y="6506437"/>
                <a:ext cx="268920" cy="276480"/>
              </p14:xfrm>
            </p:contentPart>
          </mc:Choice>
          <mc:Fallback>
            <p:pic>
              <p:nvPicPr>
                <p:cNvPr id="43" name="Ink 42">
                  <a:extLst>
                    <a:ext uri="{FF2B5EF4-FFF2-40B4-BE49-F238E27FC236}">
                      <a16:creationId xmlns:a16="http://schemas.microsoft.com/office/drawing/2014/main" id="{A2A86802-BB24-54EB-66B3-C9AD80C4164B}"/>
                    </a:ext>
                  </a:extLst>
                </p:cNvPr>
                <p:cNvPicPr/>
                <p:nvPr/>
              </p:nvPicPr>
              <p:blipFill>
                <a:blip r:embed="rId73"/>
                <a:stretch>
                  <a:fillRect/>
                </a:stretch>
              </p:blipFill>
              <p:spPr>
                <a:xfrm>
                  <a:off x="10173103" y="6500317"/>
                  <a:ext cx="28116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4" name="Ink 43">
                  <a:extLst>
                    <a:ext uri="{FF2B5EF4-FFF2-40B4-BE49-F238E27FC236}">
                      <a16:creationId xmlns:a16="http://schemas.microsoft.com/office/drawing/2014/main" id="{4B98AE83-7AB5-821C-5A59-C41E907C54FC}"/>
                    </a:ext>
                  </a:extLst>
                </p14:cNvPr>
                <p14:cNvContentPartPr/>
                <p14:nvPr/>
              </p14:nvContentPartPr>
              <p14:xfrm>
                <a:off x="10914343" y="6367837"/>
                <a:ext cx="161640" cy="20520"/>
              </p14:xfrm>
            </p:contentPart>
          </mc:Choice>
          <mc:Fallback>
            <p:pic>
              <p:nvPicPr>
                <p:cNvPr id="44" name="Ink 43">
                  <a:extLst>
                    <a:ext uri="{FF2B5EF4-FFF2-40B4-BE49-F238E27FC236}">
                      <a16:creationId xmlns:a16="http://schemas.microsoft.com/office/drawing/2014/main" id="{4B98AE83-7AB5-821C-5A59-C41E907C54FC}"/>
                    </a:ext>
                  </a:extLst>
                </p:cNvPr>
                <p:cNvPicPr/>
                <p:nvPr/>
              </p:nvPicPr>
              <p:blipFill>
                <a:blip r:embed="rId75"/>
                <a:stretch>
                  <a:fillRect/>
                </a:stretch>
              </p:blipFill>
              <p:spPr>
                <a:xfrm>
                  <a:off x="10908223" y="6361717"/>
                  <a:ext cx="17388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5" name="Ink 44">
                  <a:extLst>
                    <a:ext uri="{FF2B5EF4-FFF2-40B4-BE49-F238E27FC236}">
                      <a16:creationId xmlns:a16="http://schemas.microsoft.com/office/drawing/2014/main" id="{14EC43C9-A2AB-CB60-50A3-C25012891607}"/>
                    </a:ext>
                  </a:extLst>
                </p14:cNvPr>
                <p14:cNvContentPartPr/>
                <p14:nvPr/>
              </p14:nvContentPartPr>
              <p14:xfrm>
                <a:off x="10954663" y="6428317"/>
                <a:ext cx="200880" cy="62280"/>
              </p14:xfrm>
            </p:contentPart>
          </mc:Choice>
          <mc:Fallback>
            <p:pic>
              <p:nvPicPr>
                <p:cNvPr id="45" name="Ink 44">
                  <a:extLst>
                    <a:ext uri="{FF2B5EF4-FFF2-40B4-BE49-F238E27FC236}">
                      <a16:creationId xmlns:a16="http://schemas.microsoft.com/office/drawing/2014/main" id="{14EC43C9-A2AB-CB60-50A3-C25012891607}"/>
                    </a:ext>
                  </a:extLst>
                </p:cNvPr>
                <p:cNvPicPr/>
                <p:nvPr/>
              </p:nvPicPr>
              <p:blipFill>
                <a:blip r:embed="rId77"/>
                <a:stretch>
                  <a:fillRect/>
                </a:stretch>
              </p:blipFill>
              <p:spPr>
                <a:xfrm>
                  <a:off x="10948543" y="6422197"/>
                  <a:ext cx="213120" cy="745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6" name="Ink 45">
                  <a:extLst>
                    <a:ext uri="{FF2B5EF4-FFF2-40B4-BE49-F238E27FC236}">
                      <a16:creationId xmlns:a16="http://schemas.microsoft.com/office/drawing/2014/main" id="{A249177C-BC8A-32F0-490F-AD850DA65472}"/>
                    </a:ext>
                  </a:extLst>
                </p14:cNvPr>
                <p14:cNvContentPartPr/>
                <p14:nvPr/>
              </p14:nvContentPartPr>
              <p14:xfrm>
                <a:off x="11267503" y="6171277"/>
                <a:ext cx="347040" cy="243360"/>
              </p14:xfrm>
            </p:contentPart>
          </mc:Choice>
          <mc:Fallback>
            <p:pic>
              <p:nvPicPr>
                <p:cNvPr id="46" name="Ink 45">
                  <a:extLst>
                    <a:ext uri="{FF2B5EF4-FFF2-40B4-BE49-F238E27FC236}">
                      <a16:creationId xmlns:a16="http://schemas.microsoft.com/office/drawing/2014/main" id="{A249177C-BC8A-32F0-490F-AD850DA65472}"/>
                    </a:ext>
                  </a:extLst>
                </p:cNvPr>
                <p:cNvPicPr/>
                <p:nvPr/>
              </p:nvPicPr>
              <p:blipFill>
                <a:blip r:embed="rId79"/>
                <a:stretch>
                  <a:fillRect/>
                </a:stretch>
              </p:blipFill>
              <p:spPr>
                <a:xfrm>
                  <a:off x="11261383" y="6165157"/>
                  <a:ext cx="35928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7" name="Ink 46">
                  <a:extLst>
                    <a:ext uri="{FF2B5EF4-FFF2-40B4-BE49-F238E27FC236}">
                      <a16:creationId xmlns:a16="http://schemas.microsoft.com/office/drawing/2014/main" id="{ED8EB786-854C-9E2C-97F0-75876AB53A82}"/>
                    </a:ext>
                  </a:extLst>
                </p14:cNvPr>
                <p14:cNvContentPartPr/>
                <p14:nvPr/>
              </p14:nvContentPartPr>
              <p14:xfrm>
                <a:off x="11654143" y="6132037"/>
                <a:ext cx="308880" cy="246600"/>
              </p14:xfrm>
            </p:contentPart>
          </mc:Choice>
          <mc:Fallback>
            <p:pic>
              <p:nvPicPr>
                <p:cNvPr id="47" name="Ink 46">
                  <a:extLst>
                    <a:ext uri="{FF2B5EF4-FFF2-40B4-BE49-F238E27FC236}">
                      <a16:creationId xmlns:a16="http://schemas.microsoft.com/office/drawing/2014/main" id="{ED8EB786-854C-9E2C-97F0-75876AB53A82}"/>
                    </a:ext>
                  </a:extLst>
                </p:cNvPr>
                <p:cNvPicPr/>
                <p:nvPr/>
              </p:nvPicPr>
              <p:blipFill>
                <a:blip r:embed="rId81"/>
                <a:stretch>
                  <a:fillRect/>
                </a:stretch>
              </p:blipFill>
              <p:spPr>
                <a:xfrm>
                  <a:off x="11648023" y="6125917"/>
                  <a:ext cx="32112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8" name="Ink 47">
                  <a:extLst>
                    <a:ext uri="{FF2B5EF4-FFF2-40B4-BE49-F238E27FC236}">
                      <a16:creationId xmlns:a16="http://schemas.microsoft.com/office/drawing/2014/main" id="{2C96C433-F4E9-45FA-1B82-A5C340844852}"/>
                    </a:ext>
                  </a:extLst>
                </p14:cNvPr>
                <p14:cNvContentPartPr/>
                <p14:nvPr/>
              </p14:nvContentPartPr>
              <p14:xfrm>
                <a:off x="11789503" y="6204037"/>
                <a:ext cx="29520" cy="342000"/>
              </p14:xfrm>
            </p:contentPart>
          </mc:Choice>
          <mc:Fallback>
            <p:pic>
              <p:nvPicPr>
                <p:cNvPr id="48" name="Ink 47">
                  <a:extLst>
                    <a:ext uri="{FF2B5EF4-FFF2-40B4-BE49-F238E27FC236}">
                      <a16:creationId xmlns:a16="http://schemas.microsoft.com/office/drawing/2014/main" id="{2C96C433-F4E9-45FA-1B82-A5C340844852}"/>
                    </a:ext>
                  </a:extLst>
                </p:cNvPr>
                <p:cNvPicPr/>
                <p:nvPr/>
              </p:nvPicPr>
              <p:blipFill>
                <a:blip r:embed="rId83"/>
                <a:stretch>
                  <a:fillRect/>
                </a:stretch>
              </p:blipFill>
              <p:spPr>
                <a:xfrm>
                  <a:off x="11783383" y="6197917"/>
                  <a:ext cx="41760" cy="354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4">
            <p14:nvContentPartPr>
              <p14:cNvPr id="51" name="Ink 50">
                <a:extLst>
                  <a:ext uri="{FF2B5EF4-FFF2-40B4-BE49-F238E27FC236}">
                    <a16:creationId xmlns:a16="http://schemas.microsoft.com/office/drawing/2014/main" id="{9F597C0C-0ED9-22C8-4B54-6C7CB20E97C0}"/>
                  </a:ext>
                </a:extLst>
              </p14:cNvPr>
              <p14:cNvContentPartPr/>
              <p14:nvPr/>
            </p14:nvContentPartPr>
            <p14:xfrm>
              <a:off x="1341223" y="2435197"/>
              <a:ext cx="580320" cy="522720"/>
            </p14:xfrm>
          </p:contentPart>
        </mc:Choice>
        <mc:Fallback>
          <p:pic>
            <p:nvPicPr>
              <p:cNvPr id="51" name="Ink 50">
                <a:extLst>
                  <a:ext uri="{FF2B5EF4-FFF2-40B4-BE49-F238E27FC236}">
                    <a16:creationId xmlns:a16="http://schemas.microsoft.com/office/drawing/2014/main" id="{9F597C0C-0ED9-22C8-4B54-6C7CB20E97C0}"/>
                  </a:ext>
                </a:extLst>
              </p:cNvPr>
              <p:cNvPicPr/>
              <p:nvPr/>
            </p:nvPicPr>
            <p:blipFill>
              <a:blip r:embed="rId85"/>
              <a:stretch>
                <a:fillRect/>
              </a:stretch>
            </p:blipFill>
            <p:spPr>
              <a:xfrm>
                <a:off x="1335103" y="2429077"/>
                <a:ext cx="592560" cy="534960"/>
              </a:xfrm>
              <a:prstGeom prst="rect">
                <a:avLst/>
              </a:prstGeom>
            </p:spPr>
          </p:pic>
        </mc:Fallback>
      </mc:AlternateContent>
      <p:grpSp>
        <p:nvGrpSpPr>
          <p:cNvPr id="53" name="Group 52">
            <a:extLst>
              <a:ext uri="{FF2B5EF4-FFF2-40B4-BE49-F238E27FC236}">
                <a16:creationId xmlns:a16="http://schemas.microsoft.com/office/drawing/2014/main" id="{6600E2C9-4205-E711-5454-F1B72A189442}"/>
              </a:ext>
            </a:extLst>
          </p:cNvPr>
          <p:cNvGrpSpPr/>
          <p:nvPr/>
        </p:nvGrpSpPr>
        <p:grpSpPr>
          <a:xfrm>
            <a:off x="5150383" y="1980877"/>
            <a:ext cx="735120" cy="899640"/>
            <a:chOff x="5150383" y="1980877"/>
            <a:chExt cx="735120" cy="899640"/>
          </a:xfrm>
        </p:grpSpPr>
        <mc:AlternateContent xmlns:mc="http://schemas.openxmlformats.org/markup-compatibility/2006">
          <mc:Choice xmlns:p14="http://schemas.microsoft.com/office/powerpoint/2010/main" Requires="p14">
            <p:contentPart p14:bwMode="auto" r:id="rId86">
              <p14:nvContentPartPr>
                <p14:cNvPr id="50" name="Ink 49">
                  <a:extLst>
                    <a:ext uri="{FF2B5EF4-FFF2-40B4-BE49-F238E27FC236}">
                      <a16:creationId xmlns:a16="http://schemas.microsoft.com/office/drawing/2014/main" id="{944E7C67-E97E-3996-7B63-DEC7542BA22E}"/>
                    </a:ext>
                  </a:extLst>
                </p14:cNvPr>
                <p14:cNvContentPartPr/>
                <p14:nvPr/>
              </p14:nvContentPartPr>
              <p14:xfrm>
                <a:off x="5150383" y="1980877"/>
                <a:ext cx="639360" cy="525240"/>
              </p14:xfrm>
            </p:contentPart>
          </mc:Choice>
          <mc:Fallback>
            <p:pic>
              <p:nvPicPr>
                <p:cNvPr id="50" name="Ink 49">
                  <a:extLst>
                    <a:ext uri="{FF2B5EF4-FFF2-40B4-BE49-F238E27FC236}">
                      <a16:creationId xmlns:a16="http://schemas.microsoft.com/office/drawing/2014/main" id="{944E7C67-E97E-3996-7B63-DEC7542BA22E}"/>
                    </a:ext>
                  </a:extLst>
                </p:cNvPr>
                <p:cNvPicPr/>
                <p:nvPr/>
              </p:nvPicPr>
              <p:blipFill>
                <a:blip r:embed="rId87"/>
                <a:stretch>
                  <a:fillRect/>
                </a:stretch>
              </p:blipFill>
              <p:spPr>
                <a:xfrm>
                  <a:off x="5144263" y="1974757"/>
                  <a:ext cx="651600" cy="5374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2" name="Ink 51">
                  <a:extLst>
                    <a:ext uri="{FF2B5EF4-FFF2-40B4-BE49-F238E27FC236}">
                      <a16:creationId xmlns:a16="http://schemas.microsoft.com/office/drawing/2014/main" id="{C796A090-9125-165F-7447-260BD0D36DF8}"/>
                    </a:ext>
                  </a:extLst>
                </p14:cNvPr>
                <p14:cNvContentPartPr/>
                <p14:nvPr/>
              </p14:nvContentPartPr>
              <p14:xfrm>
                <a:off x="5200423" y="2328997"/>
                <a:ext cx="685080" cy="551520"/>
              </p14:xfrm>
            </p:contentPart>
          </mc:Choice>
          <mc:Fallback>
            <p:pic>
              <p:nvPicPr>
                <p:cNvPr id="52" name="Ink 51">
                  <a:extLst>
                    <a:ext uri="{FF2B5EF4-FFF2-40B4-BE49-F238E27FC236}">
                      <a16:creationId xmlns:a16="http://schemas.microsoft.com/office/drawing/2014/main" id="{C796A090-9125-165F-7447-260BD0D36DF8}"/>
                    </a:ext>
                  </a:extLst>
                </p:cNvPr>
                <p:cNvPicPr/>
                <p:nvPr/>
              </p:nvPicPr>
              <p:blipFill>
                <a:blip r:embed="rId89"/>
                <a:stretch>
                  <a:fillRect/>
                </a:stretch>
              </p:blipFill>
              <p:spPr>
                <a:xfrm>
                  <a:off x="5194303" y="2322877"/>
                  <a:ext cx="697320" cy="5637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0">
            <p14:nvContentPartPr>
              <p14:cNvPr id="54" name="Ink 53">
                <a:extLst>
                  <a:ext uri="{FF2B5EF4-FFF2-40B4-BE49-F238E27FC236}">
                    <a16:creationId xmlns:a16="http://schemas.microsoft.com/office/drawing/2014/main" id="{4AFB7ACA-27A6-B9E8-C627-9F03449DB733}"/>
                  </a:ext>
                </a:extLst>
              </p14:cNvPr>
              <p14:cNvContentPartPr/>
              <p14:nvPr/>
            </p14:nvContentPartPr>
            <p14:xfrm>
              <a:off x="3210343" y="2023717"/>
              <a:ext cx="881280" cy="537480"/>
            </p14:xfrm>
          </p:contentPart>
        </mc:Choice>
        <mc:Fallback>
          <p:pic>
            <p:nvPicPr>
              <p:cNvPr id="54" name="Ink 53">
                <a:extLst>
                  <a:ext uri="{FF2B5EF4-FFF2-40B4-BE49-F238E27FC236}">
                    <a16:creationId xmlns:a16="http://schemas.microsoft.com/office/drawing/2014/main" id="{4AFB7ACA-27A6-B9E8-C627-9F03449DB733}"/>
                  </a:ext>
                </a:extLst>
              </p:cNvPr>
              <p:cNvPicPr/>
              <p:nvPr/>
            </p:nvPicPr>
            <p:blipFill>
              <a:blip r:embed="rId91"/>
              <a:stretch>
                <a:fillRect/>
              </a:stretch>
            </p:blipFill>
            <p:spPr>
              <a:xfrm>
                <a:off x="3204223" y="2017597"/>
                <a:ext cx="893520" cy="549720"/>
              </a:xfrm>
              <a:prstGeom prst="rect">
                <a:avLst/>
              </a:prstGeom>
            </p:spPr>
          </p:pic>
        </mc:Fallback>
      </mc:AlternateContent>
      <p:grpSp>
        <p:nvGrpSpPr>
          <p:cNvPr id="64" name="Group 63">
            <a:extLst>
              <a:ext uri="{FF2B5EF4-FFF2-40B4-BE49-F238E27FC236}">
                <a16:creationId xmlns:a16="http://schemas.microsoft.com/office/drawing/2014/main" id="{6CEE28E0-F1EF-D559-1A03-F08D7CD92006}"/>
              </a:ext>
            </a:extLst>
          </p:cNvPr>
          <p:cNvGrpSpPr/>
          <p:nvPr/>
        </p:nvGrpSpPr>
        <p:grpSpPr>
          <a:xfrm>
            <a:off x="6728983" y="1922197"/>
            <a:ext cx="1071720" cy="1001520"/>
            <a:chOff x="6728983" y="1922197"/>
            <a:chExt cx="1071720" cy="1001520"/>
          </a:xfrm>
        </p:grpSpPr>
        <mc:AlternateContent xmlns:mc="http://schemas.openxmlformats.org/markup-compatibility/2006">
          <mc:Choice xmlns:p14="http://schemas.microsoft.com/office/powerpoint/2010/main" Requires="p14">
            <p:contentPart p14:bwMode="auto" r:id="rId92">
              <p14:nvContentPartPr>
                <p14:cNvPr id="55" name="Ink 54">
                  <a:extLst>
                    <a:ext uri="{FF2B5EF4-FFF2-40B4-BE49-F238E27FC236}">
                      <a16:creationId xmlns:a16="http://schemas.microsoft.com/office/drawing/2014/main" id="{EE9DDB72-639B-BC2D-7530-6C694F90EA0D}"/>
                    </a:ext>
                  </a:extLst>
                </p14:cNvPr>
                <p14:cNvContentPartPr/>
                <p14:nvPr/>
              </p14:nvContentPartPr>
              <p14:xfrm>
                <a:off x="6736543" y="1922197"/>
                <a:ext cx="563760" cy="645480"/>
              </p14:xfrm>
            </p:contentPart>
          </mc:Choice>
          <mc:Fallback>
            <p:pic>
              <p:nvPicPr>
                <p:cNvPr id="55" name="Ink 54">
                  <a:extLst>
                    <a:ext uri="{FF2B5EF4-FFF2-40B4-BE49-F238E27FC236}">
                      <a16:creationId xmlns:a16="http://schemas.microsoft.com/office/drawing/2014/main" id="{EE9DDB72-639B-BC2D-7530-6C694F90EA0D}"/>
                    </a:ext>
                  </a:extLst>
                </p:cNvPr>
                <p:cNvPicPr/>
                <p:nvPr/>
              </p:nvPicPr>
              <p:blipFill>
                <a:blip r:embed="rId93"/>
                <a:stretch>
                  <a:fillRect/>
                </a:stretch>
              </p:blipFill>
              <p:spPr>
                <a:xfrm>
                  <a:off x="6730423" y="1916077"/>
                  <a:ext cx="576000" cy="6577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6" name="Ink 55">
                  <a:extLst>
                    <a:ext uri="{FF2B5EF4-FFF2-40B4-BE49-F238E27FC236}">
                      <a16:creationId xmlns:a16="http://schemas.microsoft.com/office/drawing/2014/main" id="{00C87AF5-C00A-40BC-4EA4-48798556EA24}"/>
                    </a:ext>
                  </a:extLst>
                </p14:cNvPr>
                <p14:cNvContentPartPr/>
                <p14:nvPr/>
              </p14:nvContentPartPr>
              <p14:xfrm>
                <a:off x="7373023" y="2323957"/>
                <a:ext cx="174240" cy="18360"/>
              </p14:xfrm>
            </p:contentPart>
          </mc:Choice>
          <mc:Fallback>
            <p:pic>
              <p:nvPicPr>
                <p:cNvPr id="56" name="Ink 55">
                  <a:extLst>
                    <a:ext uri="{FF2B5EF4-FFF2-40B4-BE49-F238E27FC236}">
                      <a16:creationId xmlns:a16="http://schemas.microsoft.com/office/drawing/2014/main" id="{00C87AF5-C00A-40BC-4EA4-48798556EA24}"/>
                    </a:ext>
                  </a:extLst>
                </p:cNvPr>
                <p:cNvPicPr/>
                <p:nvPr/>
              </p:nvPicPr>
              <p:blipFill>
                <a:blip r:embed="rId95"/>
                <a:stretch>
                  <a:fillRect/>
                </a:stretch>
              </p:blipFill>
              <p:spPr>
                <a:xfrm>
                  <a:off x="7366903" y="2317837"/>
                  <a:ext cx="18648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7" name="Ink 56">
                  <a:extLst>
                    <a:ext uri="{FF2B5EF4-FFF2-40B4-BE49-F238E27FC236}">
                      <a16:creationId xmlns:a16="http://schemas.microsoft.com/office/drawing/2014/main" id="{BA80005D-62D0-DDBD-4C35-D09009258698}"/>
                    </a:ext>
                  </a:extLst>
                </p14:cNvPr>
                <p14:cNvContentPartPr/>
                <p14:nvPr/>
              </p14:nvContentPartPr>
              <p14:xfrm>
                <a:off x="7598383" y="2145037"/>
                <a:ext cx="202320" cy="257760"/>
              </p14:xfrm>
            </p:contentPart>
          </mc:Choice>
          <mc:Fallback>
            <p:pic>
              <p:nvPicPr>
                <p:cNvPr id="57" name="Ink 56">
                  <a:extLst>
                    <a:ext uri="{FF2B5EF4-FFF2-40B4-BE49-F238E27FC236}">
                      <a16:creationId xmlns:a16="http://schemas.microsoft.com/office/drawing/2014/main" id="{BA80005D-62D0-DDBD-4C35-D09009258698}"/>
                    </a:ext>
                  </a:extLst>
                </p:cNvPr>
                <p:cNvPicPr/>
                <p:nvPr/>
              </p:nvPicPr>
              <p:blipFill>
                <a:blip r:embed="rId97"/>
                <a:stretch>
                  <a:fillRect/>
                </a:stretch>
              </p:blipFill>
              <p:spPr>
                <a:xfrm>
                  <a:off x="7592263" y="2138917"/>
                  <a:ext cx="21456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8" name="Ink 57">
                  <a:extLst>
                    <a:ext uri="{FF2B5EF4-FFF2-40B4-BE49-F238E27FC236}">
                      <a16:creationId xmlns:a16="http://schemas.microsoft.com/office/drawing/2014/main" id="{B8C90C3A-6513-5C7B-1370-0272FB95A5F1}"/>
                    </a:ext>
                  </a:extLst>
                </p14:cNvPr>
                <p14:cNvContentPartPr/>
                <p14:nvPr/>
              </p14:nvContentPartPr>
              <p14:xfrm>
                <a:off x="7660303" y="2264917"/>
                <a:ext cx="54720" cy="430560"/>
              </p14:xfrm>
            </p:contentPart>
          </mc:Choice>
          <mc:Fallback>
            <p:pic>
              <p:nvPicPr>
                <p:cNvPr id="58" name="Ink 57">
                  <a:extLst>
                    <a:ext uri="{FF2B5EF4-FFF2-40B4-BE49-F238E27FC236}">
                      <a16:creationId xmlns:a16="http://schemas.microsoft.com/office/drawing/2014/main" id="{B8C90C3A-6513-5C7B-1370-0272FB95A5F1}"/>
                    </a:ext>
                  </a:extLst>
                </p:cNvPr>
                <p:cNvPicPr/>
                <p:nvPr/>
              </p:nvPicPr>
              <p:blipFill>
                <a:blip r:embed="rId99"/>
                <a:stretch>
                  <a:fillRect/>
                </a:stretch>
              </p:blipFill>
              <p:spPr>
                <a:xfrm>
                  <a:off x="7654183" y="2258797"/>
                  <a:ext cx="66960" cy="4428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0" name="Ink 59">
                  <a:extLst>
                    <a:ext uri="{FF2B5EF4-FFF2-40B4-BE49-F238E27FC236}">
                      <a16:creationId xmlns:a16="http://schemas.microsoft.com/office/drawing/2014/main" id="{80AFD6D7-9085-43B4-E282-1FAF52D27463}"/>
                    </a:ext>
                  </a:extLst>
                </p14:cNvPr>
                <p14:cNvContentPartPr/>
                <p14:nvPr/>
              </p14:nvContentPartPr>
              <p14:xfrm>
                <a:off x="6728983" y="2502157"/>
                <a:ext cx="455760" cy="421560"/>
              </p14:xfrm>
            </p:contentPart>
          </mc:Choice>
          <mc:Fallback>
            <p:pic>
              <p:nvPicPr>
                <p:cNvPr id="60" name="Ink 59">
                  <a:extLst>
                    <a:ext uri="{FF2B5EF4-FFF2-40B4-BE49-F238E27FC236}">
                      <a16:creationId xmlns:a16="http://schemas.microsoft.com/office/drawing/2014/main" id="{80AFD6D7-9085-43B4-E282-1FAF52D27463}"/>
                    </a:ext>
                  </a:extLst>
                </p:cNvPr>
                <p:cNvPicPr/>
                <p:nvPr/>
              </p:nvPicPr>
              <p:blipFill>
                <a:blip r:embed="rId101"/>
                <a:stretch>
                  <a:fillRect/>
                </a:stretch>
              </p:blipFill>
              <p:spPr>
                <a:xfrm>
                  <a:off x="6722863" y="2496037"/>
                  <a:ext cx="468000" cy="4338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1" name="Ink 60">
                  <a:extLst>
                    <a:ext uri="{FF2B5EF4-FFF2-40B4-BE49-F238E27FC236}">
                      <a16:creationId xmlns:a16="http://schemas.microsoft.com/office/drawing/2014/main" id="{BE5728C0-46E2-C6AB-ACDA-D3820F9598A0}"/>
                    </a:ext>
                  </a:extLst>
                </p14:cNvPr>
                <p14:cNvContentPartPr/>
                <p14:nvPr/>
              </p14:nvContentPartPr>
              <p14:xfrm>
                <a:off x="7308223" y="2733997"/>
                <a:ext cx="189720" cy="7560"/>
              </p14:xfrm>
            </p:contentPart>
          </mc:Choice>
          <mc:Fallback>
            <p:pic>
              <p:nvPicPr>
                <p:cNvPr id="61" name="Ink 60">
                  <a:extLst>
                    <a:ext uri="{FF2B5EF4-FFF2-40B4-BE49-F238E27FC236}">
                      <a16:creationId xmlns:a16="http://schemas.microsoft.com/office/drawing/2014/main" id="{BE5728C0-46E2-C6AB-ACDA-D3820F9598A0}"/>
                    </a:ext>
                  </a:extLst>
                </p:cNvPr>
                <p:cNvPicPr/>
                <p:nvPr/>
              </p:nvPicPr>
              <p:blipFill>
                <a:blip r:embed="rId103"/>
                <a:stretch>
                  <a:fillRect/>
                </a:stretch>
              </p:blipFill>
              <p:spPr>
                <a:xfrm>
                  <a:off x="7302103" y="2727877"/>
                  <a:ext cx="20196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2" name="Ink 61">
                  <a:extLst>
                    <a:ext uri="{FF2B5EF4-FFF2-40B4-BE49-F238E27FC236}">
                      <a16:creationId xmlns:a16="http://schemas.microsoft.com/office/drawing/2014/main" id="{39474F87-BBC9-7EC7-F19C-FBA6B9D1641F}"/>
                    </a:ext>
                  </a:extLst>
                </p14:cNvPr>
                <p14:cNvContentPartPr/>
                <p14:nvPr/>
              </p14:nvContentPartPr>
              <p14:xfrm>
                <a:off x="7603783" y="2616997"/>
                <a:ext cx="192960" cy="228960"/>
              </p14:xfrm>
            </p:contentPart>
          </mc:Choice>
          <mc:Fallback>
            <p:pic>
              <p:nvPicPr>
                <p:cNvPr id="62" name="Ink 61">
                  <a:extLst>
                    <a:ext uri="{FF2B5EF4-FFF2-40B4-BE49-F238E27FC236}">
                      <a16:creationId xmlns:a16="http://schemas.microsoft.com/office/drawing/2014/main" id="{39474F87-BBC9-7EC7-F19C-FBA6B9D1641F}"/>
                    </a:ext>
                  </a:extLst>
                </p:cNvPr>
                <p:cNvPicPr/>
                <p:nvPr/>
              </p:nvPicPr>
              <p:blipFill>
                <a:blip r:embed="rId105"/>
                <a:stretch>
                  <a:fillRect/>
                </a:stretch>
              </p:blipFill>
              <p:spPr>
                <a:xfrm>
                  <a:off x="7597663" y="2610877"/>
                  <a:ext cx="20520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3" name="Ink 62">
                  <a:extLst>
                    <a:ext uri="{FF2B5EF4-FFF2-40B4-BE49-F238E27FC236}">
                      <a16:creationId xmlns:a16="http://schemas.microsoft.com/office/drawing/2014/main" id="{957B2D8D-5179-1AF5-004E-74828B0572AE}"/>
                    </a:ext>
                  </a:extLst>
                </p14:cNvPr>
                <p14:cNvContentPartPr/>
                <p14:nvPr/>
              </p14:nvContentPartPr>
              <p14:xfrm>
                <a:off x="7573903" y="2741917"/>
                <a:ext cx="134640" cy="31320"/>
              </p14:xfrm>
            </p:contentPart>
          </mc:Choice>
          <mc:Fallback>
            <p:pic>
              <p:nvPicPr>
                <p:cNvPr id="63" name="Ink 62">
                  <a:extLst>
                    <a:ext uri="{FF2B5EF4-FFF2-40B4-BE49-F238E27FC236}">
                      <a16:creationId xmlns:a16="http://schemas.microsoft.com/office/drawing/2014/main" id="{957B2D8D-5179-1AF5-004E-74828B0572AE}"/>
                    </a:ext>
                  </a:extLst>
                </p:cNvPr>
                <p:cNvPicPr/>
                <p:nvPr/>
              </p:nvPicPr>
              <p:blipFill>
                <a:blip r:embed="rId107"/>
                <a:stretch>
                  <a:fillRect/>
                </a:stretch>
              </p:blipFill>
              <p:spPr>
                <a:xfrm>
                  <a:off x="7567783" y="2735797"/>
                  <a:ext cx="146880" cy="43560"/>
                </a:xfrm>
                <a:prstGeom prst="rect">
                  <a:avLst/>
                </a:prstGeom>
              </p:spPr>
            </p:pic>
          </mc:Fallback>
        </mc:AlternateContent>
      </p:grpSp>
      <p:grpSp>
        <p:nvGrpSpPr>
          <p:cNvPr id="67" name="Group 66">
            <a:extLst>
              <a:ext uri="{FF2B5EF4-FFF2-40B4-BE49-F238E27FC236}">
                <a16:creationId xmlns:a16="http://schemas.microsoft.com/office/drawing/2014/main" id="{F20C58AC-F525-222E-554D-D2A47D2413FA}"/>
              </a:ext>
            </a:extLst>
          </p:cNvPr>
          <p:cNvGrpSpPr/>
          <p:nvPr/>
        </p:nvGrpSpPr>
        <p:grpSpPr>
          <a:xfrm>
            <a:off x="7302103" y="2988157"/>
            <a:ext cx="357120" cy="291240"/>
            <a:chOff x="7302103" y="2988157"/>
            <a:chExt cx="357120" cy="291240"/>
          </a:xfrm>
        </p:grpSpPr>
        <mc:AlternateContent xmlns:mc="http://schemas.openxmlformats.org/markup-compatibility/2006">
          <mc:Choice xmlns:p14="http://schemas.microsoft.com/office/powerpoint/2010/main" Requires="p14">
            <p:contentPart p14:bwMode="auto" r:id="rId108">
              <p14:nvContentPartPr>
                <p14:cNvPr id="65" name="Ink 64">
                  <a:extLst>
                    <a:ext uri="{FF2B5EF4-FFF2-40B4-BE49-F238E27FC236}">
                      <a16:creationId xmlns:a16="http://schemas.microsoft.com/office/drawing/2014/main" id="{BD96F3C0-6E6A-8781-0E19-CE70DCE1156A}"/>
                    </a:ext>
                  </a:extLst>
                </p14:cNvPr>
                <p14:cNvContentPartPr/>
                <p14:nvPr/>
              </p14:nvContentPartPr>
              <p14:xfrm>
                <a:off x="7302103" y="3102637"/>
                <a:ext cx="198360" cy="48240"/>
              </p14:xfrm>
            </p:contentPart>
          </mc:Choice>
          <mc:Fallback>
            <p:pic>
              <p:nvPicPr>
                <p:cNvPr id="65" name="Ink 64">
                  <a:extLst>
                    <a:ext uri="{FF2B5EF4-FFF2-40B4-BE49-F238E27FC236}">
                      <a16:creationId xmlns:a16="http://schemas.microsoft.com/office/drawing/2014/main" id="{BD96F3C0-6E6A-8781-0E19-CE70DCE1156A}"/>
                    </a:ext>
                  </a:extLst>
                </p:cNvPr>
                <p:cNvPicPr/>
                <p:nvPr/>
              </p:nvPicPr>
              <p:blipFill>
                <a:blip r:embed="rId109"/>
                <a:stretch>
                  <a:fillRect/>
                </a:stretch>
              </p:blipFill>
              <p:spPr>
                <a:xfrm>
                  <a:off x="7295983" y="3096517"/>
                  <a:ext cx="21060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6" name="Ink 65">
                  <a:extLst>
                    <a:ext uri="{FF2B5EF4-FFF2-40B4-BE49-F238E27FC236}">
                      <a16:creationId xmlns:a16="http://schemas.microsoft.com/office/drawing/2014/main" id="{B7702AA5-C7E3-3241-683B-23148D421E61}"/>
                    </a:ext>
                  </a:extLst>
                </p14:cNvPr>
                <p14:cNvContentPartPr/>
                <p14:nvPr/>
              </p14:nvContentPartPr>
              <p14:xfrm>
                <a:off x="7637263" y="2988157"/>
                <a:ext cx="21960" cy="291240"/>
              </p14:xfrm>
            </p:contentPart>
          </mc:Choice>
          <mc:Fallback>
            <p:pic>
              <p:nvPicPr>
                <p:cNvPr id="66" name="Ink 65">
                  <a:extLst>
                    <a:ext uri="{FF2B5EF4-FFF2-40B4-BE49-F238E27FC236}">
                      <a16:creationId xmlns:a16="http://schemas.microsoft.com/office/drawing/2014/main" id="{B7702AA5-C7E3-3241-683B-23148D421E61}"/>
                    </a:ext>
                  </a:extLst>
                </p:cNvPr>
                <p:cNvPicPr/>
                <p:nvPr/>
              </p:nvPicPr>
              <p:blipFill>
                <a:blip r:embed="rId111"/>
                <a:stretch>
                  <a:fillRect/>
                </a:stretch>
              </p:blipFill>
              <p:spPr>
                <a:xfrm>
                  <a:off x="7631143" y="2982037"/>
                  <a:ext cx="34200" cy="303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2">
            <p14:nvContentPartPr>
              <p14:cNvPr id="68" name="Ink 67">
                <a:extLst>
                  <a:ext uri="{FF2B5EF4-FFF2-40B4-BE49-F238E27FC236}">
                    <a16:creationId xmlns:a16="http://schemas.microsoft.com/office/drawing/2014/main" id="{81F6E4C0-9125-642B-DCB0-DC8100EEB8EB}"/>
                  </a:ext>
                </a:extLst>
              </p14:cNvPr>
              <p14:cNvContentPartPr/>
              <p14:nvPr/>
            </p14:nvContentPartPr>
            <p14:xfrm>
              <a:off x="7356463" y="3413317"/>
              <a:ext cx="224280" cy="289440"/>
            </p14:xfrm>
          </p:contentPart>
        </mc:Choice>
        <mc:Fallback>
          <p:pic>
            <p:nvPicPr>
              <p:cNvPr id="68" name="Ink 67">
                <a:extLst>
                  <a:ext uri="{FF2B5EF4-FFF2-40B4-BE49-F238E27FC236}">
                    <a16:creationId xmlns:a16="http://schemas.microsoft.com/office/drawing/2014/main" id="{81F6E4C0-9125-642B-DCB0-DC8100EEB8EB}"/>
                  </a:ext>
                </a:extLst>
              </p:cNvPr>
              <p:cNvPicPr/>
              <p:nvPr/>
            </p:nvPicPr>
            <p:blipFill>
              <a:blip r:embed="rId113"/>
              <a:stretch>
                <a:fillRect/>
              </a:stretch>
            </p:blipFill>
            <p:spPr>
              <a:xfrm>
                <a:off x="7350343" y="3407197"/>
                <a:ext cx="23652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9" name="Ink 68">
                <a:extLst>
                  <a:ext uri="{FF2B5EF4-FFF2-40B4-BE49-F238E27FC236}">
                    <a16:creationId xmlns:a16="http://schemas.microsoft.com/office/drawing/2014/main" id="{98BAA5B7-2040-311C-4239-EB621084242B}"/>
                  </a:ext>
                </a:extLst>
              </p14:cNvPr>
              <p14:cNvContentPartPr/>
              <p14:nvPr/>
            </p14:nvContentPartPr>
            <p14:xfrm>
              <a:off x="9160063" y="1903117"/>
              <a:ext cx="669600" cy="2810160"/>
            </p14:xfrm>
          </p:contentPart>
        </mc:Choice>
        <mc:Fallback>
          <p:pic>
            <p:nvPicPr>
              <p:cNvPr id="69" name="Ink 68">
                <a:extLst>
                  <a:ext uri="{FF2B5EF4-FFF2-40B4-BE49-F238E27FC236}">
                    <a16:creationId xmlns:a16="http://schemas.microsoft.com/office/drawing/2014/main" id="{98BAA5B7-2040-311C-4239-EB621084242B}"/>
                  </a:ext>
                </a:extLst>
              </p:cNvPr>
              <p:cNvPicPr/>
              <p:nvPr/>
            </p:nvPicPr>
            <p:blipFill>
              <a:blip r:embed="rId115"/>
              <a:stretch>
                <a:fillRect/>
              </a:stretch>
            </p:blipFill>
            <p:spPr>
              <a:xfrm>
                <a:off x="9153943" y="1896997"/>
                <a:ext cx="681840" cy="28224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0" name="Ink 69">
                <a:extLst>
                  <a:ext uri="{FF2B5EF4-FFF2-40B4-BE49-F238E27FC236}">
                    <a16:creationId xmlns:a16="http://schemas.microsoft.com/office/drawing/2014/main" id="{D1F06821-61EB-A8DB-BB92-EDD6F63EDD60}"/>
                  </a:ext>
                </a:extLst>
              </p14:cNvPr>
              <p14:cNvContentPartPr/>
              <p14:nvPr/>
            </p14:nvContentPartPr>
            <p14:xfrm>
              <a:off x="10809583" y="5019637"/>
              <a:ext cx="443160" cy="97560"/>
            </p14:xfrm>
          </p:contentPart>
        </mc:Choice>
        <mc:Fallback>
          <p:pic>
            <p:nvPicPr>
              <p:cNvPr id="70" name="Ink 69">
                <a:extLst>
                  <a:ext uri="{FF2B5EF4-FFF2-40B4-BE49-F238E27FC236}">
                    <a16:creationId xmlns:a16="http://schemas.microsoft.com/office/drawing/2014/main" id="{D1F06821-61EB-A8DB-BB92-EDD6F63EDD60}"/>
                  </a:ext>
                </a:extLst>
              </p:cNvPr>
              <p:cNvPicPr/>
              <p:nvPr/>
            </p:nvPicPr>
            <p:blipFill>
              <a:blip r:embed="rId117"/>
              <a:stretch>
                <a:fillRect/>
              </a:stretch>
            </p:blipFill>
            <p:spPr>
              <a:xfrm>
                <a:off x="10803463" y="5013517"/>
                <a:ext cx="455400" cy="109800"/>
              </a:xfrm>
              <a:prstGeom prst="rect">
                <a:avLst/>
              </a:prstGeom>
            </p:spPr>
          </p:pic>
        </mc:Fallback>
      </mc:AlternateContent>
    </p:spTree>
    <p:extLst>
      <p:ext uri="{BB962C8B-B14F-4D97-AF65-F5344CB8AC3E}">
        <p14:creationId xmlns:p14="http://schemas.microsoft.com/office/powerpoint/2010/main" val="28145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0-#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0-#ppt_w/2"/>
                                          </p:val>
                                        </p:tav>
                                        <p:tav tm="100000">
                                          <p:val>
                                            <p:strVal val="#ppt_x"/>
                                          </p:val>
                                        </p:tav>
                                      </p:tavLst>
                                    </p:anim>
                                    <p:anim calcmode="lin" valueType="num">
                                      <p:cBhvr additive="base">
                                        <p:cTn id="2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0-#ppt_w/2"/>
                                          </p:val>
                                        </p:tav>
                                        <p:tav tm="100000">
                                          <p:val>
                                            <p:strVal val="#ppt_x"/>
                                          </p:val>
                                        </p:tav>
                                      </p:tavLst>
                                    </p:anim>
                                    <p:anim calcmode="lin" valueType="num">
                                      <p:cBhvr additive="base">
                                        <p:cTn id="32"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additive="base">
                                        <p:cTn id="37" dur="500" fill="hold"/>
                                        <p:tgtEl>
                                          <p:spTgt spid="17"/>
                                        </p:tgtEl>
                                        <p:attrNameLst>
                                          <p:attrName>ppt_x</p:attrName>
                                        </p:attrNameLst>
                                      </p:cBhvr>
                                      <p:tavLst>
                                        <p:tav tm="0">
                                          <p:val>
                                            <p:strVal val="0-#ppt_w/2"/>
                                          </p:val>
                                        </p:tav>
                                        <p:tav tm="100000">
                                          <p:val>
                                            <p:strVal val="#ppt_x"/>
                                          </p:val>
                                        </p:tav>
                                      </p:tavLst>
                                    </p:anim>
                                    <p:anim calcmode="lin" valueType="num">
                                      <p:cBhvr additive="base">
                                        <p:cTn id="3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0-#ppt_w/2"/>
                                          </p:val>
                                        </p:tav>
                                        <p:tav tm="100000">
                                          <p:val>
                                            <p:strVal val="#ppt_x"/>
                                          </p:val>
                                        </p:tav>
                                      </p:tavLst>
                                    </p:anim>
                                    <p:anim calcmode="lin" valueType="num">
                                      <p:cBhvr additive="base">
                                        <p:cTn id="44"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Rectangle 3"/>
          <p:cNvSpPr txBox="1">
            <a:spLocks noChangeArrowheads="1"/>
          </p:cNvSpPr>
          <p:nvPr/>
        </p:nvSpPr>
        <p:spPr>
          <a:xfrm>
            <a:off x="744718" y="1097177"/>
            <a:ext cx="10718276" cy="5237091"/>
          </a:xfrm>
          <a:prstGeom prst="rect">
            <a:avLst/>
          </a:prstGeom>
          <a:noFill/>
          <a:ln w="38100" cmpd="dbl">
            <a:noFill/>
            <a:miter lim="800000"/>
            <a:headEnd/>
            <a:tailEnd/>
          </a:ln>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defTabSz="1055679">
              <a:lnSpc>
                <a:spcPct val="150000"/>
              </a:lnSpc>
              <a:spcBef>
                <a:spcPts val="0"/>
              </a:spcBef>
              <a:buClrTx/>
              <a:buNone/>
            </a:pPr>
            <a:r>
              <a:rPr lang="en-GB" altLang="en-US" sz="2800" b="1" dirty="0">
                <a:solidFill>
                  <a:srgbClr val="000099"/>
                </a:solidFill>
                <a:ea typeface="Verdana" pitchFamily="34" charset="0"/>
                <a:cs typeface="Verdana" pitchFamily="34" charset="0"/>
              </a:rPr>
              <a:t>Covariance based on Probability distribution</a:t>
            </a:r>
            <a:r>
              <a:rPr lang="en-GB" altLang="en-US" sz="2800" dirty="0">
                <a:solidFill>
                  <a:prstClr val="black"/>
                </a:solidFill>
                <a:ea typeface="Verdana" pitchFamily="34" charset="0"/>
                <a:cs typeface="Verdana" pitchFamily="34" charset="0"/>
              </a:rPr>
              <a:t>.</a:t>
            </a:r>
          </a:p>
          <a:p>
            <a:pPr marL="0" indent="0" defTabSz="1055679">
              <a:lnSpc>
                <a:spcPct val="150000"/>
              </a:lnSpc>
              <a:spcBef>
                <a:spcPts val="0"/>
              </a:spcBef>
              <a:buClrTx/>
              <a:buNone/>
            </a:pPr>
            <a:r>
              <a:rPr lang="en-GB" altLang="en-US" sz="2800" dirty="0">
                <a:solidFill>
                  <a:prstClr val="black"/>
                </a:solidFill>
                <a:ea typeface="Verdana" pitchFamily="34" charset="0"/>
                <a:cs typeface="Verdana" pitchFamily="34" charset="0"/>
              </a:rPr>
              <a:t>If X and Y are two random variables with probability mass function p(x) or probability density function f(x), then the covariance between X and Y</a:t>
            </a:r>
          </a:p>
          <a:p>
            <a:pPr marL="0" indent="0" defTabSz="1055679">
              <a:lnSpc>
                <a:spcPct val="150000"/>
              </a:lnSpc>
              <a:spcBef>
                <a:spcPts val="0"/>
              </a:spcBef>
              <a:buClrTx/>
              <a:buNone/>
            </a:pPr>
            <a:r>
              <a:rPr lang="en-GB" altLang="en-US" sz="2800" dirty="0">
                <a:solidFill>
                  <a:prstClr val="black"/>
                </a:solidFill>
                <a:ea typeface="Verdana" pitchFamily="34" charset="0"/>
                <a:cs typeface="Verdana" pitchFamily="34" charset="0"/>
              </a:rPr>
              <a:t>    </a:t>
            </a:r>
            <a:r>
              <a:rPr lang="en-GB" altLang="en-US" sz="2800" b="1" dirty="0">
                <a:solidFill>
                  <a:srgbClr val="FF0000"/>
                </a:solidFill>
                <a:ea typeface="Verdana" pitchFamily="34" charset="0"/>
                <a:cs typeface="Verdana" pitchFamily="34" charset="0"/>
              </a:rPr>
              <a:t>Cov (X, Y) = E[(X-µ</a:t>
            </a:r>
            <a:r>
              <a:rPr lang="en-GB" altLang="en-US" sz="2800" b="1" baseline="-25000" dirty="0">
                <a:solidFill>
                  <a:srgbClr val="FF0000"/>
                </a:solidFill>
                <a:ea typeface="Verdana" pitchFamily="34" charset="0"/>
                <a:cs typeface="Verdana" pitchFamily="34" charset="0"/>
              </a:rPr>
              <a:t>X</a:t>
            </a:r>
            <a:r>
              <a:rPr lang="en-GB" altLang="en-US" sz="2800" b="1" dirty="0">
                <a:solidFill>
                  <a:srgbClr val="FF0000"/>
                </a:solidFill>
                <a:ea typeface="Verdana" pitchFamily="34" charset="0"/>
                <a:cs typeface="Verdana" pitchFamily="34" charset="0"/>
              </a:rPr>
              <a:t>)(Y-µ</a:t>
            </a:r>
            <a:r>
              <a:rPr lang="en-GB" altLang="en-US" sz="2800" b="1" baseline="-25000" dirty="0">
                <a:solidFill>
                  <a:srgbClr val="FF0000"/>
                </a:solidFill>
                <a:ea typeface="Verdana" pitchFamily="34" charset="0"/>
                <a:cs typeface="Verdana" pitchFamily="34" charset="0"/>
              </a:rPr>
              <a:t>Y</a:t>
            </a:r>
            <a:r>
              <a:rPr lang="en-GB" altLang="en-US" sz="2800" b="1" dirty="0">
                <a:solidFill>
                  <a:srgbClr val="FF0000"/>
                </a:solidFill>
                <a:ea typeface="Verdana" pitchFamily="34" charset="0"/>
                <a:cs typeface="Verdana" pitchFamily="34" charset="0"/>
              </a:rPr>
              <a:t>)] = E(XY) – E(X)E(Y)</a:t>
            </a:r>
          </a:p>
          <a:p>
            <a:pPr marL="0" indent="0" defTabSz="1055679">
              <a:lnSpc>
                <a:spcPct val="150000"/>
              </a:lnSpc>
              <a:spcBef>
                <a:spcPts val="0"/>
              </a:spcBef>
              <a:buClrTx/>
              <a:buNone/>
            </a:pPr>
            <a:r>
              <a:rPr lang="en-GB" altLang="en-US" sz="2800" dirty="0">
                <a:solidFill>
                  <a:prstClr val="black"/>
                </a:solidFill>
                <a:ea typeface="Verdana" pitchFamily="34" charset="0"/>
                <a:cs typeface="Verdana" pitchFamily="34" charset="0"/>
              </a:rPr>
              <a:t>where E(X) = µ</a:t>
            </a:r>
            <a:r>
              <a:rPr lang="en-GB" altLang="en-US" sz="2800" baseline="-25000" dirty="0">
                <a:solidFill>
                  <a:prstClr val="black"/>
                </a:solidFill>
                <a:ea typeface="Verdana" pitchFamily="34" charset="0"/>
                <a:cs typeface="Verdana" pitchFamily="34" charset="0"/>
              </a:rPr>
              <a:t>X</a:t>
            </a:r>
            <a:r>
              <a:rPr lang="en-GB" altLang="en-US" sz="2800" dirty="0">
                <a:solidFill>
                  <a:prstClr val="black"/>
                </a:solidFill>
                <a:ea typeface="Verdana" pitchFamily="34" charset="0"/>
                <a:cs typeface="Verdana" pitchFamily="34" charset="0"/>
              </a:rPr>
              <a:t> and E(Y) = µ</a:t>
            </a:r>
            <a:r>
              <a:rPr lang="en-GB" altLang="en-US" sz="2800" baseline="-25000" dirty="0">
                <a:solidFill>
                  <a:prstClr val="black"/>
                </a:solidFill>
                <a:ea typeface="Verdana" pitchFamily="34" charset="0"/>
                <a:cs typeface="Verdana" pitchFamily="34" charset="0"/>
              </a:rPr>
              <a:t>Y</a:t>
            </a:r>
            <a:r>
              <a:rPr lang="en-GB" altLang="en-US" sz="2800" dirty="0">
                <a:solidFill>
                  <a:prstClr val="black"/>
                </a:solidFill>
                <a:ea typeface="Verdana" pitchFamily="34" charset="0"/>
                <a:cs typeface="Verdana" pitchFamily="34" charset="0"/>
              </a:rPr>
              <a:t> are the means of X and Y.</a:t>
            </a:r>
            <a:endParaRPr lang="en-US" altLang="en-US" sz="2800" dirty="0">
              <a:solidFill>
                <a:prstClr val="black"/>
              </a:solidFill>
              <a:ea typeface="Verdana" pitchFamily="34" charset="0"/>
              <a:cs typeface="Verdana" pitchFamily="34" charset="0"/>
            </a:endParaRPr>
          </a:p>
        </p:txBody>
      </p:sp>
      <p:sp>
        <p:nvSpPr>
          <p:cNvPr id="2" name="Title 2">
            <a:extLst>
              <a:ext uri="{FF2B5EF4-FFF2-40B4-BE49-F238E27FC236}">
                <a16:creationId xmlns:a16="http://schemas.microsoft.com/office/drawing/2014/main" id="{9B1A7C4E-A321-39F5-7FCB-3BA1E8A3ED46}"/>
              </a:ext>
            </a:extLst>
          </p:cNvPr>
          <p:cNvSpPr txBox="1">
            <a:spLocks/>
          </p:cNvSpPr>
          <p:nvPr/>
        </p:nvSpPr>
        <p:spPr>
          <a:xfrm>
            <a:off x="207376" y="106586"/>
            <a:ext cx="8761323"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altLang="en-US" sz="4156" b="1" dirty="0">
                <a:solidFill>
                  <a:schemeClr val="bg1"/>
                </a:solidFill>
                <a:latin typeface="+mn-lt"/>
                <a:cs typeface="Helvetica" panose="020B0604020202020204" pitchFamily="34" charset="0"/>
              </a:rPr>
              <a:t>Covariance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47A1BD6E-6245-113A-AD5F-6056F287D5C9}"/>
                  </a:ext>
                </a:extLst>
              </p14:cNvPr>
              <p14:cNvContentPartPr/>
              <p14:nvPr/>
            </p14:nvContentPartPr>
            <p14:xfrm>
              <a:off x="1039903" y="2957855"/>
              <a:ext cx="6834960" cy="892080"/>
            </p14:xfrm>
          </p:contentPart>
        </mc:Choice>
        <mc:Fallback>
          <p:pic>
            <p:nvPicPr>
              <p:cNvPr id="3" name="Ink 2">
                <a:extLst>
                  <a:ext uri="{FF2B5EF4-FFF2-40B4-BE49-F238E27FC236}">
                    <a16:creationId xmlns:a16="http://schemas.microsoft.com/office/drawing/2014/main" id="{47A1BD6E-6245-113A-AD5F-6056F287D5C9}"/>
                  </a:ext>
                </a:extLst>
              </p:cNvPr>
              <p:cNvPicPr/>
              <p:nvPr/>
            </p:nvPicPr>
            <p:blipFill>
              <a:blip r:embed="rId3"/>
              <a:stretch>
                <a:fillRect/>
              </a:stretch>
            </p:blipFill>
            <p:spPr>
              <a:xfrm>
                <a:off x="1033783" y="2951735"/>
                <a:ext cx="6847200" cy="904320"/>
              </a:xfrm>
              <a:prstGeom prst="rect">
                <a:avLst/>
              </a:prstGeom>
            </p:spPr>
          </p:pic>
        </mc:Fallback>
      </mc:AlternateContent>
    </p:spTree>
    <p:extLst>
      <p:ext uri="{BB962C8B-B14F-4D97-AF65-F5344CB8AC3E}">
        <p14:creationId xmlns:p14="http://schemas.microsoft.com/office/powerpoint/2010/main" val="428063679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animEffect transition="in" filter="randombar(vertical)">
                                      <p:cBhvr>
                                        <p:cTn id="13" dur="500"/>
                                        <p:tgtEl>
                                          <p:spTgt spid="1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5" fill="hold" grpId="0" nodeType="clickEffect">
                                  <p:stCondLst>
                                    <p:cond delay="0"/>
                                  </p:stCondLst>
                                  <p:childTnLst>
                                    <p:set>
                                      <p:cBhvr>
                                        <p:cTn id="17" dur="1" fill="hold">
                                          <p:stCondLst>
                                            <p:cond delay="0"/>
                                          </p:stCondLst>
                                        </p:cTn>
                                        <p:tgtEl>
                                          <p:spTgt spid="12">
                                            <p:txEl>
                                              <p:pRg st="1" end="1"/>
                                            </p:txEl>
                                          </p:spTgt>
                                        </p:tgtEl>
                                        <p:attrNameLst>
                                          <p:attrName>style.visibility</p:attrName>
                                        </p:attrNameLst>
                                      </p:cBhvr>
                                      <p:to>
                                        <p:strVal val="visible"/>
                                      </p:to>
                                    </p:set>
                                    <p:animEffect transition="in" filter="randombar(vertical)">
                                      <p:cBhvr>
                                        <p:cTn id="18" dur="500"/>
                                        <p:tgtEl>
                                          <p:spTgt spid="1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5" fill="hold" grpId="0" nodeType="click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animEffect transition="in" filter="randombar(vertical)">
                                      <p:cBhvr>
                                        <p:cTn id="23" dur="500"/>
                                        <p:tgtEl>
                                          <p:spTgt spid="1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5" fill="hold" grpId="0" nodeType="clickEffect">
                                  <p:stCondLst>
                                    <p:cond delay="0"/>
                                  </p:stCondLst>
                                  <p:childTnLst>
                                    <p:set>
                                      <p:cBhvr>
                                        <p:cTn id="27" dur="1" fill="hold">
                                          <p:stCondLst>
                                            <p:cond delay="0"/>
                                          </p:stCondLst>
                                        </p:cTn>
                                        <p:tgtEl>
                                          <p:spTgt spid="12">
                                            <p:txEl>
                                              <p:pRg st="3" end="3"/>
                                            </p:txEl>
                                          </p:spTgt>
                                        </p:tgtEl>
                                        <p:attrNameLst>
                                          <p:attrName>style.visibility</p:attrName>
                                        </p:attrNameLst>
                                      </p:cBhvr>
                                      <p:to>
                                        <p:strVal val="visible"/>
                                      </p:to>
                                    </p:set>
                                    <p:animEffect transition="in" filter="randombar(vertical)">
                                      <p:cBhvr>
                                        <p:cTn id="28"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Rectangle 3"/>
          <p:cNvSpPr txBox="1">
            <a:spLocks noChangeArrowheads="1"/>
          </p:cNvSpPr>
          <p:nvPr/>
        </p:nvSpPr>
        <p:spPr>
          <a:xfrm>
            <a:off x="292231" y="1027522"/>
            <a:ext cx="11629569" cy="5172293"/>
          </a:xfrm>
          <a:prstGeom prst="rect">
            <a:avLst/>
          </a:prstGeom>
          <a:noFill/>
          <a:ln w="38100" cmpd="dbl">
            <a:noFill/>
            <a:miter lim="800000"/>
            <a:headEnd/>
            <a:tailEnd/>
          </a:ln>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defTabSz="1055679">
              <a:lnSpc>
                <a:spcPct val="150000"/>
              </a:lnSpc>
              <a:spcBef>
                <a:spcPts val="0"/>
              </a:spcBef>
              <a:buClrTx/>
              <a:buFont typeface="Wingdings" panose="05000000000000000000" pitchFamily="2" charset="2"/>
              <a:buChar char="Ø"/>
            </a:pPr>
            <a:r>
              <a:rPr lang="en-GB" altLang="en-US" sz="2400" dirty="0">
                <a:solidFill>
                  <a:prstClr val="black"/>
                </a:solidFill>
                <a:ea typeface="Verdana" pitchFamily="34" charset="0"/>
                <a:cs typeface="Verdana" pitchFamily="34" charset="0"/>
              </a:rPr>
              <a:t>Application of Covariance.</a:t>
            </a:r>
          </a:p>
          <a:p>
            <a:pPr defTabSz="1055679">
              <a:lnSpc>
                <a:spcPct val="150000"/>
              </a:lnSpc>
              <a:spcBef>
                <a:spcPts val="0"/>
              </a:spcBef>
              <a:buClrTx/>
              <a:buFont typeface="Courier New" panose="02070309020205020404" pitchFamily="49" charset="0"/>
              <a:buChar char="o"/>
            </a:pPr>
            <a:r>
              <a:rPr lang="en-GB" altLang="en-US" sz="2400" dirty="0">
                <a:solidFill>
                  <a:srgbClr val="FF0000"/>
                </a:solidFill>
                <a:ea typeface="Verdana" pitchFamily="34" charset="0"/>
                <a:cs typeface="Verdana" pitchFamily="34" charset="0"/>
              </a:rPr>
              <a:t>1. Multivariate linear regression:</a:t>
            </a:r>
          </a:p>
          <a:p>
            <a:pPr algn="just" defTabSz="1055679">
              <a:lnSpc>
                <a:spcPct val="150000"/>
              </a:lnSpc>
              <a:spcBef>
                <a:spcPts val="0"/>
              </a:spcBef>
              <a:buClrTx/>
              <a:buFont typeface="Wingdings" panose="05000000000000000000" pitchFamily="2" charset="2"/>
              <a:buChar char="q"/>
            </a:pPr>
            <a:r>
              <a:rPr lang="en-GB" altLang="en-US" sz="2400" dirty="0">
                <a:solidFill>
                  <a:prstClr val="black"/>
                </a:solidFill>
                <a:ea typeface="Verdana" pitchFamily="34" charset="0"/>
                <a:cs typeface="Verdana" pitchFamily="34" charset="0"/>
              </a:rPr>
              <a:t>If there is a dependent variable and n independent variables, to find out the relationship between these (n+1) variables, a variance – covariance matrix will be helpful</a:t>
            </a:r>
            <a:r>
              <a:rPr lang="en-GB" altLang="en-US" sz="2400" dirty="0">
                <a:solidFill>
                  <a:srgbClr val="FF0000"/>
                </a:solidFill>
                <a:ea typeface="Verdana" pitchFamily="34" charset="0"/>
                <a:cs typeface="Verdana" pitchFamily="34" charset="0"/>
              </a:rPr>
              <a:t>.  </a:t>
            </a:r>
          </a:p>
          <a:p>
            <a:pPr defTabSz="1055679">
              <a:lnSpc>
                <a:spcPct val="150000"/>
              </a:lnSpc>
              <a:spcBef>
                <a:spcPts val="600"/>
              </a:spcBef>
              <a:buClrTx/>
              <a:buFont typeface="Courier New" panose="02070309020205020404" pitchFamily="49" charset="0"/>
              <a:buChar char="o"/>
            </a:pPr>
            <a:r>
              <a:rPr lang="en-GB" altLang="en-US" sz="2400" dirty="0">
                <a:solidFill>
                  <a:srgbClr val="FF0000"/>
                </a:solidFill>
                <a:ea typeface="Verdana" pitchFamily="34" charset="0"/>
                <a:cs typeface="Verdana" pitchFamily="34" charset="0"/>
              </a:rPr>
              <a:t>2. Time series:</a:t>
            </a:r>
          </a:p>
          <a:p>
            <a:pPr defTabSz="1055679">
              <a:lnSpc>
                <a:spcPct val="150000"/>
              </a:lnSpc>
              <a:spcBef>
                <a:spcPts val="600"/>
              </a:spcBef>
              <a:buClrTx/>
              <a:buFont typeface="Wingdings" panose="05000000000000000000" pitchFamily="2" charset="2"/>
              <a:buChar char="q"/>
            </a:pPr>
            <a:r>
              <a:rPr lang="en-GB" altLang="en-US" sz="2400" dirty="0">
                <a:solidFill>
                  <a:prstClr val="black"/>
                </a:solidFill>
                <a:ea typeface="Verdana" pitchFamily="34" charset="0"/>
                <a:cs typeface="Verdana" pitchFamily="34" charset="0"/>
              </a:rPr>
              <a:t>In the given series of data over time, it helps in finding the autocorrelation at different time lags.</a:t>
            </a:r>
          </a:p>
          <a:p>
            <a:pPr defTabSz="1055679">
              <a:lnSpc>
                <a:spcPct val="100000"/>
              </a:lnSpc>
              <a:spcBef>
                <a:spcPts val="1154"/>
              </a:spcBef>
              <a:buClrTx/>
              <a:buFont typeface="Courier New" panose="02070309020205020404" pitchFamily="49" charset="0"/>
              <a:buChar char="o"/>
            </a:pPr>
            <a:r>
              <a:rPr lang="en-GB" altLang="en-US" sz="2400" dirty="0">
                <a:solidFill>
                  <a:srgbClr val="FF0000"/>
                </a:solidFill>
                <a:ea typeface="Verdana" pitchFamily="34" charset="0"/>
                <a:cs typeface="Verdana" pitchFamily="34" charset="0"/>
              </a:rPr>
              <a:t>For example, if X</a:t>
            </a:r>
            <a:r>
              <a:rPr lang="en-GB" altLang="en-US" sz="2400" baseline="-25000" dirty="0">
                <a:solidFill>
                  <a:srgbClr val="FF0000"/>
                </a:solidFill>
                <a:ea typeface="Verdana" pitchFamily="34" charset="0"/>
                <a:cs typeface="Verdana" pitchFamily="34" charset="0"/>
              </a:rPr>
              <a:t>t</a:t>
            </a:r>
            <a:r>
              <a:rPr lang="en-GB" altLang="en-US" sz="2400" baseline="-50000" dirty="0">
                <a:solidFill>
                  <a:srgbClr val="FF0000"/>
                </a:solidFill>
                <a:ea typeface="Verdana" pitchFamily="34" charset="0"/>
                <a:cs typeface="Verdana" pitchFamily="34" charset="0"/>
              </a:rPr>
              <a:t>1</a:t>
            </a:r>
            <a:r>
              <a:rPr lang="en-GB" altLang="en-US" sz="2400" dirty="0">
                <a:solidFill>
                  <a:srgbClr val="FF0000"/>
                </a:solidFill>
                <a:ea typeface="Verdana" pitchFamily="34" charset="0"/>
                <a:cs typeface="Verdana" pitchFamily="34" charset="0"/>
              </a:rPr>
              <a:t>, X</a:t>
            </a:r>
            <a:r>
              <a:rPr lang="en-GB" altLang="en-US" sz="2400" baseline="-25000" dirty="0">
                <a:solidFill>
                  <a:srgbClr val="FF0000"/>
                </a:solidFill>
                <a:ea typeface="Verdana" pitchFamily="34" charset="0"/>
                <a:cs typeface="Verdana" pitchFamily="34" charset="0"/>
              </a:rPr>
              <a:t>t</a:t>
            </a:r>
            <a:r>
              <a:rPr lang="en-GB" altLang="en-US" sz="2400" baseline="-50000" dirty="0">
                <a:solidFill>
                  <a:srgbClr val="FF0000"/>
                </a:solidFill>
                <a:ea typeface="Verdana" pitchFamily="34" charset="0"/>
                <a:cs typeface="Verdana" pitchFamily="34" charset="0"/>
              </a:rPr>
              <a:t>2</a:t>
            </a:r>
            <a:r>
              <a:rPr lang="en-GB" altLang="en-US" sz="2400" dirty="0">
                <a:solidFill>
                  <a:srgbClr val="FF0000"/>
                </a:solidFill>
                <a:ea typeface="Verdana" pitchFamily="34" charset="0"/>
                <a:cs typeface="Verdana" pitchFamily="34" charset="0"/>
              </a:rPr>
              <a:t>, . . . , </a:t>
            </a:r>
            <a:r>
              <a:rPr lang="en-GB" altLang="en-US" sz="2400" dirty="0" err="1">
                <a:solidFill>
                  <a:srgbClr val="FF0000"/>
                </a:solidFill>
                <a:ea typeface="Verdana" pitchFamily="34" charset="0"/>
                <a:cs typeface="Verdana" pitchFamily="34" charset="0"/>
              </a:rPr>
              <a:t>X</a:t>
            </a:r>
            <a:r>
              <a:rPr lang="en-GB" altLang="en-US" sz="2400" baseline="-25000" dirty="0" err="1">
                <a:solidFill>
                  <a:srgbClr val="FF0000"/>
                </a:solidFill>
                <a:ea typeface="Verdana" pitchFamily="34" charset="0"/>
                <a:cs typeface="Verdana" pitchFamily="34" charset="0"/>
              </a:rPr>
              <a:t>t</a:t>
            </a:r>
            <a:r>
              <a:rPr lang="en-GB" altLang="en-US" sz="2400" baseline="-50000" dirty="0" err="1">
                <a:solidFill>
                  <a:srgbClr val="FF0000"/>
                </a:solidFill>
                <a:ea typeface="Verdana" pitchFamily="34" charset="0"/>
                <a:cs typeface="Verdana" pitchFamily="34" charset="0"/>
              </a:rPr>
              <a:t>n</a:t>
            </a:r>
            <a:r>
              <a:rPr lang="en-GB" altLang="en-US" sz="2400" dirty="0">
                <a:solidFill>
                  <a:srgbClr val="FF0000"/>
                </a:solidFill>
                <a:ea typeface="Verdana" pitchFamily="34" charset="0"/>
                <a:cs typeface="Verdana" pitchFamily="34" charset="0"/>
              </a:rPr>
              <a:t> denote the time series data over a given period, then the autocovariance </a:t>
            </a:r>
            <a:r>
              <a:rPr lang="en-GB" altLang="en-US" sz="2400" dirty="0">
                <a:solidFill>
                  <a:prstClr val="black"/>
                </a:solidFill>
                <a:ea typeface="Verdana" pitchFamily="34" charset="0"/>
                <a:cs typeface="Verdana" pitchFamily="34" charset="0"/>
              </a:rPr>
              <a:t>at lag h is given by </a:t>
            </a:r>
            <a:r>
              <a:rPr lang="en-GB" sz="2400" dirty="0">
                <a:solidFill>
                  <a:prstClr val="black"/>
                </a:solidFill>
                <a:cs typeface="Times New Roman" panose="02020603050405020304" pitchFamily="18" charset="0"/>
              </a:rPr>
              <a:t> </a:t>
            </a:r>
            <a:r>
              <a:rPr lang="el-GR" sz="2400" dirty="0">
                <a:solidFill>
                  <a:prstClr val="black"/>
                </a:solidFill>
                <a:cs typeface="Times New Roman" panose="02020603050405020304" pitchFamily="18" charset="0"/>
              </a:rPr>
              <a:t>γ</a:t>
            </a:r>
            <a:r>
              <a:rPr lang="en-IN" sz="2400" baseline="-25000" dirty="0">
                <a:solidFill>
                  <a:prstClr val="black"/>
                </a:solidFill>
                <a:cs typeface="Times New Roman" panose="02020603050405020304" pitchFamily="18" charset="0"/>
              </a:rPr>
              <a:t>X</a:t>
            </a:r>
            <a:r>
              <a:rPr lang="en-IN" sz="2400" dirty="0">
                <a:solidFill>
                  <a:prstClr val="black"/>
                </a:solidFill>
                <a:cs typeface="Times New Roman" panose="02020603050405020304" pitchFamily="18" charset="0"/>
              </a:rPr>
              <a:t>(</a:t>
            </a:r>
            <a:r>
              <a:rPr lang="en-IN" sz="2400" dirty="0" err="1">
                <a:solidFill>
                  <a:prstClr val="black"/>
                </a:solidFill>
                <a:cs typeface="Times New Roman" panose="02020603050405020304" pitchFamily="18" charset="0"/>
              </a:rPr>
              <a:t>t+h</a:t>
            </a:r>
            <a:r>
              <a:rPr lang="en-IN" sz="2400" dirty="0">
                <a:solidFill>
                  <a:prstClr val="black"/>
                </a:solidFill>
                <a:cs typeface="Times New Roman" panose="02020603050405020304" pitchFamily="18" charset="0"/>
              </a:rPr>
              <a:t>, t) = </a:t>
            </a:r>
            <a:r>
              <a:rPr lang="en-IN" sz="2400" dirty="0" err="1">
                <a:solidFill>
                  <a:prstClr val="black"/>
                </a:solidFill>
                <a:cs typeface="Times New Roman" panose="02020603050405020304" pitchFamily="18" charset="0"/>
              </a:rPr>
              <a:t>Cov</a:t>
            </a:r>
            <a:r>
              <a:rPr lang="en-IN" sz="2400" dirty="0">
                <a:solidFill>
                  <a:prstClr val="black"/>
                </a:solidFill>
                <a:cs typeface="Times New Roman" panose="02020603050405020304" pitchFamily="18" charset="0"/>
              </a:rPr>
              <a:t> (</a:t>
            </a:r>
            <a:r>
              <a:rPr lang="en-IN" sz="2400" dirty="0" err="1">
                <a:solidFill>
                  <a:prstClr val="black"/>
                </a:solidFill>
                <a:cs typeface="Times New Roman" panose="02020603050405020304" pitchFamily="18" charset="0"/>
              </a:rPr>
              <a:t>X</a:t>
            </a:r>
            <a:r>
              <a:rPr lang="en-IN" sz="2400" baseline="-25000" dirty="0" err="1">
                <a:solidFill>
                  <a:prstClr val="black"/>
                </a:solidFill>
                <a:cs typeface="Times New Roman" panose="02020603050405020304" pitchFamily="18" charset="0"/>
              </a:rPr>
              <a:t>t+h</a:t>
            </a:r>
            <a:r>
              <a:rPr lang="en-IN" sz="2400" dirty="0">
                <a:solidFill>
                  <a:prstClr val="black"/>
                </a:solidFill>
                <a:cs typeface="Times New Roman" panose="02020603050405020304" pitchFamily="18" charset="0"/>
              </a:rPr>
              <a:t>, </a:t>
            </a:r>
            <a:r>
              <a:rPr lang="en-IN" sz="2400" dirty="0" err="1">
                <a:solidFill>
                  <a:prstClr val="black"/>
                </a:solidFill>
                <a:cs typeface="Times New Roman" panose="02020603050405020304" pitchFamily="18" charset="0"/>
              </a:rPr>
              <a:t>X</a:t>
            </a:r>
            <a:r>
              <a:rPr lang="en-IN" sz="2400" baseline="-25000" dirty="0" err="1">
                <a:solidFill>
                  <a:prstClr val="black"/>
                </a:solidFill>
                <a:cs typeface="Times New Roman" panose="02020603050405020304" pitchFamily="18" charset="0"/>
              </a:rPr>
              <a:t>t</a:t>
            </a:r>
            <a:r>
              <a:rPr lang="en-IN" sz="2400" dirty="0">
                <a:solidFill>
                  <a:prstClr val="black"/>
                </a:solidFill>
                <a:cs typeface="Times New Roman" panose="02020603050405020304" pitchFamily="18" charset="0"/>
              </a:rPr>
              <a:t>)</a:t>
            </a:r>
            <a:endParaRPr lang="en-GB" altLang="en-US" sz="2400" dirty="0">
              <a:solidFill>
                <a:prstClr val="black"/>
              </a:solidFill>
              <a:ea typeface="Verdana" pitchFamily="34" charset="0"/>
              <a:cs typeface="Verdana" pitchFamily="34" charset="0"/>
            </a:endParaRPr>
          </a:p>
          <a:p>
            <a:pPr defTabSz="1055679">
              <a:lnSpc>
                <a:spcPct val="150000"/>
              </a:lnSpc>
              <a:spcBef>
                <a:spcPts val="600"/>
              </a:spcBef>
              <a:buClrTx/>
              <a:buFont typeface="Courier New" panose="02070309020205020404" pitchFamily="49" charset="0"/>
              <a:buChar char="o"/>
            </a:pPr>
            <a:endParaRPr lang="en-US" altLang="en-US" sz="2400" dirty="0">
              <a:solidFill>
                <a:srgbClr val="FF0000"/>
              </a:solidFill>
              <a:ea typeface="Verdana" pitchFamily="34" charset="0"/>
              <a:cs typeface="Verdana" pitchFamily="34" charset="0"/>
            </a:endParaRPr>
          </a:p>
          <a:p>
            <a:pPr algn="just" defTabSz="1055679">
              <a:lnSpc>
                <a:spcPct val="150000"/>
              </a:lnSpc>
              <a:spcBef>
                <a:spcPts val="0"/>
              </a:spcBef>
              <a:buClrTx/>
              <a:buFont typeface="Wingdings" panose="05000000000000000000" pitchFamily="2" charset="2"/>
              <a:buChar char="q"/>
            </a:pPr>
            <a:endParaRPr lang="en-US" altLang="en-US" sz="2400" dirty="0">
              <a:solidFill>
                <a:srgbClr val="FF0000"/>
              </a:solidFill>
              <a:ea typeface="Verdana" pitchFamily="34" charset="0"/>
              <a:cs typeface="Verdana" pitchFamily="34" charset="0"/>
            </a:endParaRPr>
          </a:p>
        </p:txBody>
      </p:sp>
      <p:sp>
        <p:nvSpPr>
          <p:cNvPr id="19" name="Title 2">
            <a:extLst>
              <a:ext uri="{FF2B5EF4-FFF2-40B4-BE49-F238E27FC236}">
                <a16:creationId xmlns:a16="http://schemas.microsoft.com/office/drawing/2014/main" id="{A4F7B723-EC1A-CD02-8489-BD65A24289F0}"/>
              </a:ext>
            </a:extLst>
          </p:cNvPr>
          <p:cNvSpPr txBox="1">
            <a:spLocks/>
          </p:cNvSpPr>
          <p:nvPr/>
        </p:nvSpPr>
        <p:spPr>
          <a:xfrm>
            <a:off x="207376" y="106586"/>
            <a:ext cx="8761323"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altLang="en-US" sz="4156" b="1" dirty="0">
                <a:solidFill>
                  <a:schemeClr val="bg1"/>
                </a:solidFill>
                <a:latin typeface="+mn-lt"/>
                <a:cs typeface="Helvetica" panose="020B0604020202020204" pitchFamily="34" charset="0"/>
              </a:rPr>
              <a:t>Covariance</a:t>
            </a:r>
          </a:p>
        </p:txBody>
      </p:sp>
      <p:grpSp>
        <p:nvGrpSpPr>
          <p:cNvPr id="44" name="Group 43">
            <a:extLst>
              <a:ext uri="{FF2B5EF4-FFF2-40B4-BE49-F238E27FC236}">
                <a16:creationId xmlns:a16="http://schemas.microsoft.com/office/drawing/2014/main" id="{51B2F954-C478-EE4B-E9E3-56B7B37DDB3E}"/>
              </a:ext>
            </a:extLst>
          </p:cNvPr>
          <p:cNvGrpSpPr/>
          <p:nvPr/>
        </p:nvGrpSpPr>
        <p:grpSpPr>
          <a:xfrm>
            <a:off x="5114023" y="974615"/>
            <a:ext cx="5892480" cy="1658520"/>
            <a:chOff x="5114023" y="974615"/>
            <a:chExt cx="5892480" cy="165852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DA2E492-D1AB-DA19-0643-F7A5DCD1EAE9}"/>
                    </a:ext>
                  </a:extLst>
                </p14:cNvPr>
                <p14:cNvContentPartPr/>
                <p14:nvPr/>
              </p14:nvContentPartPr>
              <p14:xfrm>
                <a:off x="5831863" y="1244255"/>
                <a:ext cx="229320" cy="186840"/>
              </p14:xfrm>
            </p:contentPart>
          </mc:Choice>
          <mc:Fallback>
            <p:pic>
              <p:nvPicPr>
                <p:cNvPr id="2" name="Ink 1">
                  <a:extLst>
                    <a:ext uri="{FF2B5EF4-FFF2-40B4-BE49-F238E27FC236}">
                      <a16:creationId xmlns:a16="http://schemas.microsoft.com/office/drawing/2014/main" id="{BDA2E492-D1AB-DA19-0643-F7A5DCD1EAE9}"/>
                    </a:ext>
                  </a:extLst>
                </p:cNvPr>
                <p:cNvPicPr/>
                <p:nvPr/>
              </p:nvPicPr>
              <p:blipFill>
                <a:blip r:embed="rId3"/>
                <a:stretch>
                  <a:fillRect/>
                </a:stretch>
              </p:blipFill>
              <p:spPr>
                <a:xfrm>
                  <a:off x="5825743" y="1238135"/>
                  <a:ext cx="24156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AC6D0F58-9C5A-0AA7-7D35-DC0D24480F36}"/>
                    </a:ext>
                  </a:extLst>
                </p14:cNvPr>
                <p14:cNvContentPartPr/>
                <p14:nvPr/>
              </p14:nvContentPartPr>
              <p14:xfrm>
                <a:off x="6080983" y="1200695"/>
                <a:ext cx="87480" cy="554040"/>
              </p14:xfrm>
            </p:contentPart>
          </mc:Choice>
          <mc:Fallback>
            <p:pic>
              <p:nvPicPr>
                <p:cNvPr id="3" name="Ink 2">
                  <a:extLst>
                    <a:ext uri="{FF2B5EF4-FFF2-40B4-BE49-F238E27FC236}">
                      <a16:creationId xmlns:a16="http://schemas.microsoft.com/office/drawing/2014/main" id="{AC6D0F58-9C5A-0AA7-7D35-DC0D24480F36}"/>
                    </a:ext>
                  </a:extLst>
                </p:cNvPr>
                <p:cNvPicPr/>
                <p:nvPr/>
              </p:nvPicPr>
              <p:blipFill>
                <a:blip r:embed="rId5"/>
                <a:stretch>
                  <a:fillRect/>
                </a:stretch>
              </p:blipFill>
              <p:spPr>
                <a:xfrm>
                  <a:off x="6074863" y="1194575"/>
                  <a:ext cx="99720" cy="5662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8DA1FF97-3DFC-9A20-65A6-C8993B476B79}"/>
                    </a:ext>
                  </a:extLst>
                </p14:cNvPr>
                <p14:cNvContentPartPr/>
                <p14:nvPr/>
              </p14:nvContentPartPr>
              <p14:xfrm>
                <a:off x="6557983" y="1440095"/>
                <a:ext cx="136800" cy="46080"/>
              </p14:xfrm>
            </p:contentPart>
          </mc:Choice>
          <mc:Fallback>
            <p:pic>
              <p:nvPicPr>
                <p:cNvPr id="4" name="Ink 3">
                  <a:extLst>
                    <a:ext uri="{FF2B5EF4-FFF2-40B4-BE49-F238E27FC236}">
                      <a16:creationId xmlns:a16="http://schemas.microsoft.com/office/drawing/2014/main" id="{8DA1FF97-3DFC-9A20-65A6-C8993B476B79}"/>
                    </a:ext>
                  </a:extLst>
                </p:cNvPr>
                <p:cNvPicPr/>
                <p:nvPr/>
              </p:nvPicPr>
              <p:blipFill>
                <a:blip r:embed="rId7"/>
                <a:stretch>
                  <a:fillRect/>
                </a:stretch>
              </p:blipFill>
              <p:spPr>
                <a:xfrm>
                  <a:off x="6551863" y="1433975"/>
                  <a:ext cx="14904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10142E24-F0DF-A110-E628-198FD2770854}"/>
                    </a:ext>
                  </a:extLst>
                </p14:cNvPr>
                <p14:cNvContentPartPr/>
                <p14:nvPr/>
              </p14:nvContentPartPr>
              <p14:xfrm>
                <a:off x="6536383" y="1575095"/>
                <a:ext cx="227520" cy="53280"/>
              </p14:xfrm>
            </p:contentPart>
          </mc:Choice>
          <mc:Fallback>
            <p:pic>
              <p:nvPicPr>
                <p:cNvPr id="5" name="Ink 4">
                  <a:extLst>
                    <a:ext uri="{FF2B5EF4-FFF2-40B4-BE49-F238E27FC236}">
                      <a16:creationId xmlns:a16="http://schemas.microsoft.com/office/drawing/2014/main" id="{10142E24-F0DF-A110-E628-198FD2770854}"/>
                    </a:ext>
                  </a:extLst>
                </p:cNvPr>
                <p:cNvPicPr/>
                <p:nvPr/>
              </p:nvPicPr>
              <p:blipFill>
                <a:blip r:embed="rId9"/>
                <a:stretch>
                  <a:fillRect/>
                </a:stretch>
              </p:blipFill>
              <p:spPr>
                <a:xfrm>
                  <a:off x="6530263" y="1568975"/>
                  <a:ext cx="23976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B90BB281-DDF8-413E-31DE-555748E29940}"/>
                    </a:ext>
                  </a:extLst>
                </p14:cNvPr>
                <p14:cNvContentPartPr/>
                <p14:nvPr/>
              </p14:nvContentPartPr>
              <p14:xfrm>
                <a:off x="7159543" y="1073975"/>
                <a:ext cx="216360" cy="614880"/>
              </p14:xfrm>
            </p:contentPart>
          </mc:Choice>
          <mc:Fallback>
            <p:pic>
              <p:nvPicPr>
                <p:cNvPr id="6" name="Ink 5">
                  <a:extLst>
                    <a:ext uri="{FF2B5EF4-FFF2-40B4-BE49-F238E27FC236}">
                      <a16:creationId xmlns:a16="http://schemas.microsoft.com/office/drawing/2014/main" id="{B90BB281-DDF8-413E-31DE-555748E29940}"/>
                    </a:ext>
                  </a:extLst>
                </p:cNvPr>
                <p:cNvPicPr/>
                <p:nvPr/>
              </p:nvPicPr>
              <p:blipFill>
                <a:blip r:embed="rId11"/>
                <a:stretch>
                  <a:fillRect/>
                </a:stretch>
              </p:blipFill>
              <p:spPr>
                <a:xfrm>
                  <a:off x="7153423" y="1067855"/>
                  <a:ext cx="228600" cy="6271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795D43B5-FFD7-B0D5-8B1C-FFD6E039E9E0}"/>
                    </a:ext>
                  </a:extLst>
                </p14:cNvPr>
                <p14:cNvContentPartPr/>
                <p14:nvPr/>
              </p14:nvContentPartPr>
              <p14:xfrm>
                <a:off x="7053343" y="1447655"/>
                <a:ext cx="270360" cy="21960"/>
              </p14:xfrm>
            </p:contentPart>
          </mc:Choice>
          <mc:Fallback>
            <p:pic>
              <p:nvPicPr>
                <p:cNvPr id="7" name="Ink 6">
                  <a:extLst>
                    <a:ext uri="{FF2B5EF4-FFF2-40B4-BE49-F238E27FC236}">
                      <a16:creationId xmlns:a16="http://schemas.microsoft.com/office/drawing/2014/main" id="{795D43B5-FFD7-B0D5-8B1C-FFD6E039E9E0}"/>
                    </a:ext>
                  </a:extLst>
                </p:cNvPr>
                <p:cNvPicPr/>
                <p:nvPr/>
              </p:nvPicPr>
              <p:blipFill>
                <a:blip r:embed="rId13"/>
                <a:stretch>
                  <a:fillRect/>
                </a:stretch>
              </p:blipFill>
              <p:spPr>
                <a:xfrm>
                  <a:off x="7047223" y="1441535"/>
                  <a:ext cx="28260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924E033F-F8C9-403B-121C-1490B5ACF7E6}"/>
                    </a:ext>
                  </a:extLst>
                </p14:cNvPr>
                <p14:cNvContentPartPr/>
                <p14:nvPr/>
              </p14:nvContentPartPr>
              <p14:xfrm>
                <a:off x="7382383" y="1030415"/>
                <a:ext cx="283320" cy="927360"/>
              </p14:xfrm>
            </p:contentPart>
          </mc:Choice>
          <mc:Fallback>
            <p:pic>
              <p:nvPicPr>
                <p:cNvPr id="8" name="Ink 7">
                  <a:extLst>
                    <a:ext uri="{FF2B5EF4-FFF2-40B4-BE49-F238E27FC236}">
                      <a16:creationId xmlns:a16="http://schemas.microsoft.com/office/drawing/2014/main" id="{924E033F-F8C9-403B-121C-1490B5ACF7E6}"/>
                    </a:ext>
                  </a:extLst>
                </p:cNvPr>
                <p:cNvPicPr/>
                <p:nvPr/>
              </p:nvPicPr>
              <p:blipFill>
                <a:blip r:embed="rId15"/>
                <a:stretch>
                  <a:fillRect/>
                </a:stretch>
              </p:blipFill>
              <p:spPr>
                <a:xfrm>
                  <a:off x="7376263" y="1024295"/>
                  <a:ext cx="295560" cy="939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A7464939-25F1-0E79-1747-114936CF5FB2}"/>
                    </a:ext>
                  </a:extLst>
                </p14:cNvPr>
                <p14:cNvContentPartPr/>
                <p14:nvPr/>
              </p14:nvContentPartPr>
              <p14:xfrm>
                <a:off x="7671463" y="1284935"/>
                <a:ext cx="175680" cy="366480"/>
              </p14:xfrm>
            </p:contentPart>
          </mc:Choice>
          <mc:Fallback>
            <p:pic>
              <p:nvPicPr>
                <p:cNvPr id="9" name="Ink 8">
                  <a:extLst>
                    <a:ext uri="{FF2B5EF4-FFF2-40B4-BE49-F238E27FC236}">
                      <a16:creationId xmlns:a16="http://schemas.microsoft.com/office/drawing/2014/main" id="{A7464939-25F1-0E79-1747-114936CF5FB2}"/>
                    </a:ext>
                  </a:extLst>
                </p:cNvPr>
                <p:cNvPicPr/>
                <p:nvPr/>
              </p:nvPicPr>
              <p:blipFill>
                <a:blip r:embed="rId17"/>
                <a:stretch>
                  <a:fillRect/>
                </a:stretch>
              </p:blipFill>
              <p:spPr>
                <a:xfrm>
                  <a:off x="7665343" y="1278815"/>
                  <a:ext cx="187920" cy="3787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6C759300-660A-DA8F-F24B-21D14FF57013}"/>
                    </a:ext>
                  </a:extLst>
                </p14:cNvPr>
                <p14:cNvContentPartPr/>
                <p14:nvPr/>
              </p14:nvContentPartPr>
              <p14:xfrm>
                <a:off x="7630063" y="1388615"/>
                <a:ext cx="256320" cy="226080"/>
              </p14:xfrm>
            </p:contentPart>
          </mc:Choice>
          <mc:Fallback>
            <p:pic>
              <p:nvPicPr>
                <p:cNvPr id="10" name="Ink 9">
                  <a:extLst>
                    <a:ext uri="{FF2B5EF4-FFF2-40B4-BE49-F238E27FC236}">
                      <a16:creationId xmlns:a16="http://schemas.microsoft.com/office/drawing/2014/main" id="{6C759300-660A-DA8F-F24B-21D14FF57013}"/>
                    </a:ext>
                  </a:extLst>
                </p:cNvPr>
                <p:cNvPicPr/>
                <p:nvPr/>
              </p:nvPicPr>
              <p:blipFill>
                <a:blip r:embed="rId19"/>
                <a:stretch>
                  <a:fillRect/>
                </a:stretch>
              </p:blipFill>
              <p:spPr>
                <a:xfrm>
                  <a:off x="7623943" y="1382495"/>
                  <a:ext cx="26856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C04FADC4-F0EE-2923-4566-41BE5E38225E}"/>
                    </a:ext>
                  </a:extLst>
                </p14:cNvPr>
                <p14:cNvContentPartPr/>
                <p14:nvPr/>
              </p14:nvContentPartPr>
              <p14:xfrm>
                <a:off x="7978183" y="1600295"/>
                <a:ext cx="45360" cy="222480"/>
              </p14:xfrm>
            </p:contentPart>
          </mc:Choice>
          <mc:Fallback>
            <p:pic>
              <p:nvPicPr>
                <p:cNvPr id="11" name="Ink 10">
                  <a:extLst>
                    <a:ext uri="{FF2B5EF4-FFF2-40B4-BE49-F238E27FC236}">
                      <a16:creationId xmlns:a16="http://schemas.microsoft.com/office/drawing/2014/main" id="{C04FADC4-F0EE-2923-4566-41BE5E38225E}"/>
                    </a:ext>
                  </a:extLst>
                </p:cNvPr>
                <p:cNvPicPr/>
                <p:nvPr/>
              </p:nvPicPr>
              <p:blipFill>
                <a:blip r:embed="rId21"/>
                <a:stretch>
                  <a:fillRect/>
                </a:stretch>
              </p:blipFill>
              <p:spPr>
                <a:xfrm>
                  <a:off x="7972063" y="1594175"/>
                  <a:ext cx="5760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04F28BA7-35BA-F2F2-42A5-657F91550984}"/>
                    </a:ext>
                  </a:extLst>
                </p14:cNvPr>
                <p14:cNvContentPartPr/>
                <p14:nvPr/>
              </p14:nvContentPartPr>
              <p14:xfrm>
                <a:off x="8164663" y="1628015"/>
                <a:ext cx="74880" cy="279000"/>
              </p14:xfrm>
            </p:contentPart>
          </mc:Choice>
          <mc:Fallback>
            <p:pic>
              <p:nvPicPr>
                <p:cNvPr id="13" name="Ink 12">
                  <a:extLst>
                    <a:ext uri="{FF2B5EF4-FFF2-40B4-BE49-F238E27FC236}">
                      <a16:creationId xmlns:a16="http://schemas.microsoft.com/office/drawing/2014/main" id="{04F28BA7-35BA-F2F2-42A5-657F91550984}"/>
                    </a:ext>
                  </a:extLst>
                </p:cNvPr>
                <p:cNvPicPr/>
                <p:nvPr/>
              </p:nvPicPr>
              <p:blipFill>
                <a:blip r:embed="rId23"/>
                <a:stretch>
                  <a:fillRect/>
                </a:stretch>
              </p:blipFill>
              <p:spPr>
                <a:xfrm>
                  <a:off x="8158543" y="1621895"/>
                  <a:ext cx="8712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4B517A10-06A0-2B36-EB9C-4A4AA9358A4F}"/>
                    </a:ext>
                  </a:extLst>
                </p14:cNvPr>
                <p14:cNvContentPartPr/>
                <p14:nvPr/>
              </p14:nvContentPartPr>
              <p14:xfrm>
                <a:off x="8487583" y="1235975"/>
                <a:ext cx="149040" cy="386280"/>
              </p14:xfrm>
            </p:contentPart>
          </mc:Choice>
          <mc:Fallback>
            <p:pic>
              <p:nvPicPr>
                <p:cNvPr id="14" name="Ink 13">
                  <a:extLst>
                    <a:ext uri="{FF2B5EF4-FFF2-40B4-BE49-F238E27FC236}">
                      <a16:creationId xmlns:a16="http://schemas.microsoft.com/office/drawing/2014/main" id="{4B517A10-06A0-2B36-EB9C-4A4AA9358A4F}"/>
                    </a:ext>
                  </a:extLst>
                </p:cNvPr>
                <p:cNvPicPr/>
                <p:nvPr/>
              </p:nvPicPr>
              <p:blipFill>
                <a:blip r:embed="rId25"/>
                <a:stretch>
                  <a:fillRect/>
                </a:stretch>
              </p:blipFill>
              <p:spPr>
                <a:xfrm>
                  <a:off x="8481463" y="1229855"/>
                  <a:ext cx="161280" cy="398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11258E5F-C568-E73C-E974-B2B27F23639B}"/>
                    </a:ext>
                  </a:extLst>
                </p14:cNvPr>
                <p14:cNvContentPartPr/>
                <p14:nvPr/>
              </p14:nvContentPartPr>
              <p14:xfrm>
                <a:off x="8405503" y="1247495"/>
                <a:ext cx="277920" cy="309240"/>
              </p14:xfrm>
            </p:contentPart>
          </mc:Choice>
          <mc:Fallback>
            <p:pic>
              <p:nvPicPr>
                <p:cNvPr id="15" name="Ink 14">
                  <a:extLst>
                    <a:ext uri="{FF2B5EF4-FFF2-40B4-BE49-F238E27FC236}">
                      <a16:creationId xmlns:a16="http://schemas.microsoft.com/office/drawing/2014/main" id="{11258E5F-C568-E73C-E974-B2B27F23639B}"/>
                    </a:ext>
                  </a:extLst>
                </p:cNvPr>
                <p:cNvPicPr/>
                <p:nvPr/>
              </p:nvPicPr>
              <p:blipFill>
                <a:blip r:embed="rId27"/>
                <a:stretch>
                  <a:fillRect/>
                </a:stretch>
              </p:blipFill>
              <p:spPr>
                <a:xfrm>
                  <a:off x="8399383" y="1241375"/>
                  <a:ext cx="290160" cy="3214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08C93B8F-79C9-73C6-2BFE-B89BBF8BA417}"/>
                    </a:ext>
                  </a:extLst>
                </p14:cNvPr>
                <p14:cNvContentPartPr/>
                <p14:nvPr/>
              </p14:nvContentPartPr>
              <p14:xfrm>
                <a:off x="8810503" y="1532255"/>
                <a:ext cx="299160" cy="159480"/>
              </p14:xfrm>
            </p:contentPart>
          </mc:Choice>
          <mc:Fallback>
            <p:pic>
              <p:nvPicPr>
                <p:cNvPr id="16" name="Ink 15">
                  <a:extLst>
                    <a:ext uri="{FF2B5EF4-FFF2-40B4-BE49-F238E27FC236}">
                      <a16:creationId xmlns:a16="http://schemas.microsoft.com/office/drawing/2014/main" id="{08C93B8F-79C9-73C6-2BFE-B89BBF8BA417}"/>
                    </a:ext>
                  </a:extLst>
                </p:cNvPr>
                <p:cNvPicPr/>
                <p:nvPr/>
              </p:nvPicPr>
              <p:blipFill>
                <a:blip r:embed="rId29"/>
                <a:stretch>
                  <a:fillRect/>
                </a:stretch>
              </p:blipFill>
              <p:spPr>
                <a:xfrm>
                  <a:off x="8804383" y="1526135"/>
                  <a:ext cx="31140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 name="Ink 16">
                  <a:extLst>
                    <a:ext uri="{FF2B5EF4-FFF2-40B4-BE49-F238E27FC236}">
                      <a16:creationId xmlns:a16="http://schemas.microsoft.com/office/drawing/2014/main" id="{04990019-90B7-FBC5-26D7-3481235AF9FF}"/>
                    </a:ext>
                  </a:extLst>
                </p14:cNvPr>
                <p14:cNvContentPartPr/>
                <p14:nvPr/>
              </p14:nvContentPartPr>
              <p14:xfrm>
                <a:off x="9130903" y="1617935"/>
                <a:ext cx="82440" cy="258840"/>
              </p14:xfrm>
            </p:contentPart>
          </mc:Choice>
          <mc:Fallback>
            <p:pic>
              <p:nvPicPr>
                <p:cNvPr id="17" name="Ink 16">
                  <a:extLst>
                    <a:ext uri="{FF2B5EF4-FFF2-40B4-BE49-F238E27FC236}">
                      <a16:creationId xmlns:a16="http://schemas.microsoft.com/office/drawing/2014/main" id="{04990019-90B7-FBC5-26D7-3481235AF9FF}"/>
                    </a:ext>
                  </a:extLst>
                </p:cNvPr>
                <p:cNvPicPr/>
                <p:nvPr/>
              </p:nvPicPr>
              <p:blipFill>
                <a:blip r:embed="rId31"/>
                <a:stretch>
                  <a:fillRect/>
                </a:stretch>
              </p:blipFill>
              <p:spPr>
                <a:xfrm>
                  <a:off x="9124783" y="1611815"/>
                  <a:ext cx="94680" cy="2710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8" name="Ink 17">
                  <a:extLst>
                    <a:ext uri="{FF2B5EF4-FFF2-40B4-BE49-F238E27FC236}">
                      <a16:creationId xmlns:a16="http://schemas.microsoft.com/office/drawing/2014/main" id="{C00F80A1-D132-ED5F-1E24-2BF9D1B1E0DD}"/>
                    </a:ext>
                  </a:extLst>
                </p14:cNvPr>
                <p14:cNvContentPartPr/>
                <p14:nvPr/>
              </p14:nvContentPartPr>
              <p14:xfrm>
                <a:off x="9486583" y="1464215"/>
                <a:ext cx="34560" cy="34560"/>
              </p14:xfrm>
            </p:contentPart>
          </mc:Choice>
          <mc:Fallback>
            <p:pic>
              <p:nvPicPr>
                <p:cNvPr id="18" name="Ink 17">
                  <a:extLst>
                    <a:ext uri="{FF2B5EF4-FFF2-40B4-BE49-F238E27FC236}">
                      <a16:creationId xmlns:a16="http://schemas.microsoft.com/office/drawing/2014/main" id="{C00F80A1-D132-ED5F-1E24-2BF9D1B1E0DD}"/>
                    </a:ext>
                  </a:extLst>
                </p:cNvPr>
                <p:cNvPicPr/>
                <p:nvPr/>
              </p:nvPicPr>
              <p:blipFill>
                <a:blip r:embed="rId33"/>
                <a:stretch>
                  <a:fillRect/>
                </a:stretch>
              </p:blipFill>
              <p:spPr>
                <a:xfrm>
                  <a:off x="9480463" y="1458095"/>
                  <a:ext cx="4680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33593FBA-7C06-A6D4-9734-DB804B6E596A}"/>
                    </a:ext>
                  </a:extLst>
                </p14:cNvPr>
                <p14:cNvContentPartPr/>
                <p14:nvPr/>
              </p14:nvContentPartPr>
              <p14:xfrm>
                <a:off x="9840823" y="1446575"/>
                <a:ext cx="52200" cy="14400"/>
              </p14:xfrm>
            </p:contentPart>
          </mc:Choice>
          <mc:Fallback>
            <p:pic>
              <p:nvPicPr>
                <p:cNvPr id="20" name="Ink 19">
                  <a:extLst>
                    <a:ext uri="{FF2B5EF4-FFF2-40B4-BE49-F238E27FC236}">
                      <a16:creationId xmlns:a16="http://schemas.microsoft.com/office/drawing/2014/main" id="{33593FBA-7C06-A6D4-9734-DB804B6E596A}"/>
                    </a:ext>
                  </a:extLst>
                </p:cNvPr>
                <p:cNvPicPr/>
                <p:nvPr/>
              </p:nvPicPr>
              <p:blipFill>
                <a:blip r:embed="rId35"/>
                <a:stretch>
                  <a:fillRect/>
                </a:stretch>
              </p:blipFill>
              <p:spPr>
                <a:xfrm>
                  <a:off x="9834703" y="1440455"/>
                  <a:ext cx="6444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2D52165B-3EB2-A5BE-B498-E4BEC404DA4C}"/>
                    </a:ext>
                  </a:extLst>
                </p14:cNvPr>
                <p14:cNvContentPartPr/>
                <p14:nvPr/>
              </p14:nvContentPartPr>
              <p14:xfrm>
                <a:off x="10038823" y="1482935"/>
                <a:ext cx="47160" cy="11880"/>
              </p14:xfrm>
            </p:contentPart>
          </mc:Choice>
          <mc:Fallback>
            <p:pic>
              <p:nvPicPr>
                <p:cNvPr id="21" name="Ink 20">
                  <a:extLst>
                    <a:ext uri="{FF2B5EF4-FFF2-40B4-BE49-F238E27FC236}">
                      <a16:creationId xmlns:a16="http://schemas.microsoft.com/office/drawing/2014/main" id="{2D52165B-3EB2-A5BE-B498-E4BEC404DA4C}"/>
                    </a:ext>
                  </a:extLst>
                </p:cNvPr>
                <p:cNvPicPr/>
                <p:nvPr/>
              </p:nvPicPr>
              <p:blipFill>
                <a:blip r:embed="rId37"/>
                <a:stretch>
                  <a:fillRect/>
                </a:stretch>
              </p:blipFill>
              <p:spPr>
                <a:xfrm>
                  <a:off x="10032703" y="1476815"/>
                  <a:ext cx="594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5C9AFC1F-961C-75C3-680C-54F711E79048}"/>
                    </a:ext>
                  </a:extLst>
                </p14:cNvPr>
                <p14:cNvContentPartPr/>
                <p14:nvPr/>
              </p14:nvContentPartPr>
              <p14:xfrm>
                <a:off x="10262743" y="1111055"/>
                <a:ext cx="312480" cy="565200"/>
              </p14:xfrm>
            </p:contentPart>
          </mc:Choice>
          <mc:Fallback>
            <p:pic>
              <p:nvPicPr>
                <p:cNvPr id="22" name="Ink 21">
                  <a:extLst>
                    <a:ext uri="{FF2B5EF4-FFF2-40B4-BE49-F238E27FC236}">
                      <a16:creationId xmlns:a16="http://schemas.microsoft.com/office/drawing/2014/main" id="{5C9AFC1F-961C-75C3-680C-54F711E79048}"/>
                    </a:ext>
                  </a:extLst>
                </p:cNvPr>
                <p:cNvPicPr/>
                <p:nvPr/>
              </p:nvPicPr>
              <p:blipFill>
                <a:blip r:embed="rId39"/>
                <a:stretch>
                  <a:fillRect/>
                </a:stretch>
              </p:blipFill>
              <p:spPr>
                <a:xfrm>
                  <a:off x="10256623" y="1104935"/>
                  <a:ext cx="324720" cy="5774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6CEEC889-C81C-1B7A-0463-9AE6A5C2DC1E}"/>
                    </a:ext>
                  </a:extLst>
                </p14:cNvPr>
                <p14:cNvContentPartPr/>
                <p14:nvPr/>
              </p14:nvContentPartPr>
              <p14:xfrm>
                <a:off x="10192903" y="1196735"/>
                <a:ext cx="286560" cy="331920"/>
              </p14:xfrm>
            </p:contentPart>
          </mc:Choice>
          <mc:Fallback>
            <p:pic>
              <p:nvPicPr>
                <p:cNvPr id="23" name="Ink 22">
                  <a:extLst>
                    <a:ext uri="{FF2B5EF4-FFF2-40B4-BE49-F238E27FC236}">
                      <a16:creationId xmlns:a16="http://schemas.microsoft.com/office/drawing/2014/main" id="{6CEEC889-C81C-1B7A-0463-9AE6A5C2DC1E}"/>
                    </a:ext>
                  </a:extLst>
                </p:cNvPr>
                <p:cNvPicPr/>
                <p:nvPr/>
              </p:nvPicPr>
              <p:blipFill>
                <a:blip r:embed="rId41"/>
                <a:stretch>
                  <a:fillRect/>
                </a:stretch>
              </p:blipFill>
              <p:spPr>
                <a:xfrm>
                  <a:off x="10186783" y="1190615"/>
                  <a:ext cx="298800" cy="3441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4" name="Ink 23">
                  <a:extLst>
                    <a:ext uri="{FF2B5EF4-FFF2-40B4-BE49-F238E27FC236}">
                      <a16:creationId xmlns:a16="http://schemas.microsoft.com/office/drawing/2014/main" id="{B0E6EA26-15FE-F647-69E8-8250FFD3854E}"/>
                    </a:ext>
                  </a:extLst>
                </p14:cNvPr>
                <p14:cNvContentPartPr/>
                <p14:nvPr/>
              </p14:nvContentPartPr>
              <p14:xfrm>
                <a:off x="10499263" y="1520735"/>
                <a:ext cx="205920" cy="180720"/>
              </p14:xfrm>
            </p:contentPart>
          </mc:Choice>
          <mc:Fallback>
            <p:pic>
              <p:nvPicPr>
                <p:cNvPr id="24" name="Ink 23">
                  <a:extLst>
                    <a:ext uri="{FF2B5EF4-FFF2-40B4-BE49-F238E27FC236}">
                      <a16:creationId xmlns:a16="http://schemas.microsoft.com/office/drawing/2014/main" id="{B0E6EA26-15FE-F647-69E8-8250FFD3854E}"/>
                    </a:ext>
                  </a:extLst>
                </p:cNvPr>
                <p:cNvPicPr/>
                <p:nvPr/>
              </p:nvPicPr>
              <p:blipFill>
                <a:blip r:embed="rId43"/>
                <a:stretch>
                  <a:fillRect/>
                </a:stretch>
              </p:blipFill>
              <p:spPr>
                <a:xfrm>
                  <a:off x="10493143" y="1514615"/>
                  <a:ext cx="21816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5" name="Ink 24">
                  <a:extLst>
                    <a:ext uri="{FF2B5EF4-FFF2-40B4-BE49-F238E27FC236}">
                      <a16:creationId xmlns:a16="http://schemas.microsoft.com/office/drawing/2014/main" id="{7CAE73C1-8286-A8A8-95A5-F3D96D049AE4}"/>
                    </a:ext>
                  </a:extLst>
                </p14:cNvPr>
                <p14:cNvContentPartPr/>
                <p14:nvPr/>
              </p14:nvContentPartPr>
              <p14:xfrm>
                <a:off x="10612663" y="974615"/>
                <a:ext cx="262800" cy="1013040"/>
              </p14:xfrm>
            </p:contentPart>
          </mc:Choice>
          <mc:Fallback>
            <p:pic>
              <p:nvPicPr>
                <p:cNvPr id="25" name="Ink 24">
                  <a:extLst>
                    <a:ext uri="{FF2B5EF4-FFF2-40B4-BE49-F238E27FC236}">
                      <a16:creationId xmlns:a16="http://schemas.microsoft.com/office/drawing/2014/main" id="{7CAE73C1-8286-A8A8-95A5-F3D96D049AE4}"/>
                    </a:ext>
                  </a:extLst>
                </p:cNvPr>
                <p:cNvPicPr/>
                <p:nvPr/>
              </p:nvPicPr>
              <p:blipFill>
                <a:blip r:embed="rId45"/>
                <a:stretch>
                  <a:fillRect/>
                </a:stretch>
              </p:blipFill>
              <p:spPr>
                <a:xfrm>
                  <a:off x="10606543" y="968495"/>
                  <a:ext cx="275040" cy="10252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0" name="Ink 29">
                  <a:extLst>
                    <a:ext uri="{FF2B5EF4-FFF2-40B4-BE49-F238E27FC236}">
                      <a16:creationId xmlns:a16="http://schemas.microsoft.com/office/drawing/2014/main" id="{38715377-0573-89AA-9BB8-2FDE5AAB8184}"/>
                    </a:ext>
                  </a:extLst>
                </p14:cNvPr>
                <p14:cNvContentPartPr/>
                <p14:nvPr/>
              </p14:nvContentPartPr>
              <p14:xfrm>
                <a:off x="5114023" y="1800815"/>
                <a:ext cx="565560" cy="832320"/>
              </p14:xfrm>
            </p:contentPart>
          </mc:Choice>
          <mc:Fallback>
            <p:pic>
              <p:nvPicPr>
                <p:cNvPr id="30" name="Ink 29">
                  <a:extLst>
                    <a:ext uri="{FF2B5EF4-FFF2-40B4-BE49-F238E27FC236}">
                      <a16:creationId xmlns:a16="http://schemas.microsoft.com/office/drawing/2014/main" id="{38715377-0573-89AA-9BB8-2FDE5AAB8184}"/>
                    </a:ext>
                  </a:extLst>
                </p:cNvPr>
                <p:cNvPicPr/>
                <p:nvPr/>
              </p:nvPicPr>
              <p:blipFill>
                <a:blip r:embed="rId47"/>
                <a:stretch>
                  <a:fillRect/>
                </a:stretch>
              </p:blipFill>
              <p:spPr>
                <a:xfrm>
                  <a:off x="5107903" y="1794695"/>
                  <a:ext cx="577800" cy="8445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1" name="Ink 30">
                  <a:extLst>
                    <a:ext uri="{FF2B5EF4-FFF2-40B4-BE49-F238E27FC236}">
                      <a16:creationId xmlns:a16="http://schemas.microsoft.com/office/drawing/2014/main" id="{6A7EF9BE-9197-1248-5195-B97A79A97752}"/>
                    </a:ext>
                  </a:extLst>
                </p14:cNvPr>
                <p14:cNvContentPartPr/>
                <p14:nvPr/>
              </p14:nvContentPartPr>
              <p14:xfrm>
                <a:off x="5839063" y="2135615"/>
                <a:ext cx="384840" cy="227160"/>
              </p14:xfrm>
            </p:contentPart>
          </mc:Choice>
          <mc:Fallback>
            <p:pic>
              <p:nvPicPr>
                <p:cNvPr id="31" name="Ink 30">
                  <a:extLst>
                    <a:ext uri="{FF2B5EF4-FFF2-40B4-BE49-F238E27FC236}">
                      <a16:creationId xmlns:a16="http://schemas.microsoft.com/office/drawing/2014/main" id="{6A7EF9BE-9197-1248-5195-B97A79A97752}"/>
                    </a:ext>
                  </a:extLst>
                </p:cNvPr>
                <p:cNvPicPr/>
                <p:nvPr/>
              </p:nvPicPr>
              <p:blipFill>
                <a:blip r:embed="rId49"/>
                <a:stretch>
                  <a:fillRect/>
                </a:stretch>
              </p:blipFill>
              <p:spPr>
                <a:xfrm>
                  <a:off x="5832943" y="2129495"/>
                  <a:ext cx="39708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2" name="Ink 31">
                  <a:extLst>
                    <a:ext uri="{FF2B5EF4-FFF2-40B4-BE49-F238E27FC236}">
                      <a16:creationId xmlns:a16="http://schemas.microsoft.com/office/drawing/2014/main" id="{B1F212EA-CF83-BADB-3A5F-C9593B8F946D}"/>
                    </a:ext>
                  </a:extLst>
                </p14:cNvPr>
                <p14:cNvContentPartPr/>
                <p14:nvPr/>
              </p14:nvContentPartPr>
              <p14:xfrm>
                <a:off x="6237583" y="1845095"/>
                <a:ext cx="707400" cy="466920"/>
              </p14:xfrm>
            </p:contentPart>
          </mc:Choice>
          <mc:Fallback>
            <p:pic>
              <p:nvPicPr>
                <p:cNvPr id="32" name="Ink 31">
                  <a:extLst>
                    <a:ext uri="{FF2B5EF4-FFF2-40B4-BE49-F238E27FC236}">
                      <a16:creationId xmlns:a16="http://schemas.microsoft.com/office/drawing/2014/main" id="{B1F212EA-CF83-BADB-3A5F-C9593B8F946D}"/>
                    </a:ext>
                  </a:extLst>
                </p:cNvPr>
                <p:cNvPicPr/>
                <p:nvPr/>
              </p:nvPicPr>
              <p:blipFill>
                <a:blip r:embed="rId51"/>
                <a:stretch>
                  <a:fillRect/>
                </a:stretch>
              </p:blipFill>
              <p:spPr>
                <a:xfrm>
                  <a:off x="6231463" y="1838975"/>
                  <a:ext cx="719640" cy="4791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3" name="Ink 32">
                  <a:extLst>
                    <a:ext uri="{FF2B5EF4-FFF2-40B4-BE49-F238E27FC236}">
                      <a16:creationId xmlns:a16="http://schemas.microsoft.com/office/drawing/2014/main" id="{BE98C88A-AB64-E673-A503-672500CF05CC}"/>
                    </a:ext>
                  </a:extLst>
                </p14:cNvPr>
                <p14:cNvContentPartPr/>
                <p14:nvPr/>
              </p14:nvContentPartPr>
              <p14:xfrm>
                <a:off x="6907183" y="2116175"/>
                <a:ext cx="112680" cy="49680"/>
              </p14:xfrm>
            </p:contentPart>
          </mc:Choice>
          <mc:Fallback>
            <p:pic>
              <p:nvPicPr>
                <p:cNvPr id="33" name="Ink 32">
                  <a:extLst>
                    <a:ext uri="{FF2B5EF4-FFF2-40B4-BE49-F238E27FC236}">
                      <a16:creationId xmlns:a16="http://schemas.microsoft.com/office/drawing/2014/main" id="{BE98C88A-AB64-E673-A503-672500CF05CC}"/>
                    </a:ext>
                  </a:extLst>
                </p:cNvPr>
                <p:cNvPicPr/>
                <p:nvPr/>
              </p:nvPicPr>
              <p:blipFill>
                <a:blip r:embed="rId53"/>
                <a:stretch>
                  <a:fillRect/>
                </a:stretch>
              </p:blipFill>
              <p:spPr>
                <a:xfrm>
                  <a:off x="6901063" y="2110055"/>
                  <a:ext cx="124920" cy="619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4" name="Ink 33">
                  <a:extLst>
                    <a:ext uri="{FF2B5EF4-FFF2-40B4-BE49-F238E27FC236}">
                      <a16:creationId xmlns:a16="http://schemas.microsoft.com/office/drawing/2014/main" id="{A79069EC-4DFB-2B76-223C-992440B87093}"/>
                    </a:ext>
                  </a:extLst>
                </p14:cNvPr>
                <p14:cNvContentPartPr/>
                <p14:nvPr/>
              </p14:nvContentPartPr>
              <p14:xfrm>
                <a:off x="7629703" y="1684895"/>
                <a:ext cx="3037680" cy="217080"/>
              </p14:xfrm>
            </p:contentPart>
          </mc:Choice>
          <mc:Fallback>
            <p:pic>
              <p:nvPicPr>
                <p:cNvPr id="34" name="Ink 33">
                  <a:extLst>
                    <a:ext uri="{FF2B5EF4-FFF2-40B4-BE49-F238E27FC236}">
                      <a16:creationId xmlns:a16="http://schemas.microsoft.com/office/drawing/2014/main" id="{A79069EC-4DFB-2B76-223C-992440B87093}"/>
                    </a:ext>
                  </a:extLst>
                </p:cNvPr>
                <p:cNvPicPr/>
                <p:nvPr/>
              </p:nvPicPr>
              <p:blipFill>
                <a:blip r:embed="rId55"/>
                <a:stretch>
                  <a:fillRect/>
                </a:stretch>
              </p:blipFill>
              <p:spPr>
                <a:xfrm>
                  <a:off x="7623583" y="1678775"/>
                  <a:ext cx="304992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6" name="Ink 35">
                  <a:extLst>
                    <a:ext uri="{FF2B5EF4-FFF2-40B4-BE49-F238E27FC236}">
                      <a16:creationId xmlns:a16="http://schemas.microsoft.com/office/drawing/2014/main" id="{D7C00D2C-5646-1ADB-FADD-EEFFAAAE58B4}"/>
                    </a:ext>
                  </a:extLst>
                </p14:cNvPr>
                <p14:cNvContentPartPr/>
                <p14:nvPr/>
              </p14:nvContentPartPr>
              <p14:xfrm>
                <a:off x="8487583" y="1885415"/>
                <a:ext cx="67320" cy="16920"/>
              </p14:xfrm>
            </p:contentPart>
          </mc:Choice>
          <mc:Fallback>
            <p:pic>
              <p:nvPicPr>
                <p:cNvPr id="36" name="Ink 35">
                  <a:extLst>
                    <a:ext uri="{FF2B5EF4-FFF2-40B4-BE49-F238E27FC236}">
                      <a16:creationId xmlns:a16="http://schemas.microsoft.com/office/drawing/2014/main" id="{D7C00D2C-5646-1ADB-FADD-EEFFAAAE58B4}"/>
                    </a:ext>
                  </a:extLst>
                </p:cNvPr>
                <p:cNvPicPr/>
                <p:nvPr/>
              </p:nvPicPr>
              <p:blipFill>
                <a:blip r:embed="rId57"/>
                <a:stretch>
                  <a:fillRect/>
                </a:stretch>
              </p:blipFill>
              <p:spPr>
                <a:xfrm>
                  <a:off x="8481463" y="1879295"/>
                  <a:ext cx="7956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5" name="Ink 34">
                  <a:extLst>
                    <a:ext uri="{FF2B5EF4-FFF2-40B4-BE49-F238E27FC236}">
                      <a16:creationId xmlns:a16="http://schemas.microsoft.com/office/drawing/2014/main" id="{693AB222-43C7-C587-0B68-8F9428E0871F}"/>
                    </a:ext>
                  </a:extLst>
                </p14:cNvPr>
                <p14:cNvContentPartPr/>
                <p14:nvPr/>
              </p14:nvContentPartPr>
              <p14:xfrm>
                <a:off x="8461663" y="2145335"/>
                <a:ext cx="51480" cy="177120"/>
              </p14:xfrm>
            </p:contentPart>
          </mc:Choice>
          <mc:Fallback>
            <p:pic>
              <p:nvPicPr>
                <p:cNvPr id="35" name="Ink 34">
                  <a:extLst>
                    <a:ext uri="{FF2B5EF4-FFF2-40B4-BE49-F238E27FC236}">
                      <a16:creationId xmlns:a16="http://schemas.microsoft.com/office/drawing/2014/main" id="{693AB222-43C7-C587-0B68-8F9428E0871F}"/>
                    </a:ext>
                  </a:extLst>
                </p:cNvPr>
                <p:cNvPicPr/>
                <p:nvPr/>
              </p:nvPicPr>
              <p:blipFill>
                <a:blip r:embed="rId59"/>
                <a:stretch>
                  <a:fillRect/>
                </a:stretch>
              </p:blipFill>
              <p:spPr>
                <a:xfrm>
                  <a:off x="8455543" y="2139215"/>
                  <a:ext cx="6372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6CCB9B7B-8D18-5378-049B-C58D98B04B23}"/>
                    </a:ext>
                  </a:extLst>
                </p14:cNvPr>
                <p14:cNvContentPartPr/>
                <p14:nvPr/>
              </p14:nvContentPartPr>
              <p14:xfrm>
                <a:off x="8567143" y="2150735"/>
                <a:ext cx="170640" cy="189000"/>
              </p14:xfrm>
            </p:contentPart>
          </mc:Choice>
          <mc:Fallback>
            <p:pic>
              <p:nvPicPr>
                <p:cNvPr id="37" name="Ink 36">
                  <a:extLst>
                    <a:ext uri="{FF2B5EF4-FFF2-40B4-BE49-F238E27FC236}">
                      <a16:creationId xmlns:a16="http://schemas.microsoft.com/office/drawing/2014/main" id="{6CCB9B7B-8D18-5378-049B-C58D98B04B23}"/>
                    </a:ext>
                  </a:extLst>
                </p:cNvPr>
                <p:cNvPicPr/>
                <p:nvPr/>
              </p:nvPicPr>
              <p:blipFill>
                <a:blip r:embed="rId61"/>
                <a:stretch>
                  <a:fillRect/>
                </a:stretch>
              </p:blipFill>
              <p:spPr>
                <a:xfrm>
                  <a:off x="8561023" y="2144615"/>
                  <a:ext cx="18288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0" name="Ink 39">
                  <a:extLst>
                    <a:ext uri="{FF2B5EF4-FFF2-40B4-BE49-F238E27FC236}">
                      <a16:creationId xmlns:a16="http://schemas.microsoft.com/office/drawing/2014/main" id="{A5095F18-4A4D-213A-674C-27ADB465F799}"/>
                    </a:ext>
                  </a:extLst>
                </p14:cNvPr>
                <p14:cNvContentPartPr/>
                <p14:nvPr/>
              </p14:nvContentPartPr>
              <p14:xfrm>
                <a:off x="8872783" y="1850135"/>
                <a:ext cx="599040" cy="761040"/>
              </p14:xfrm>
            </p:contentPart>
          </mc:Choice>
          <mc:Fallback>
            <p:pic>
              <p:nvPicPr>
                <p:cNvPr id="40" name="Ink 39">
                  <a:extLst>
                    <a:ext uri="{FF2B5EF4-FFF2-40B4-BE49-F238E27FC236}">
                      <a16:creationId xmlns:a16="http://schemas.microsoft.com/office/drawing/2014/main" id="{A5095F18-4A4D-213A-674C-27ADB465F799}"/>
                    </a:ext>
                  </a:extLst>
                </p:cNvPr>
                <p:cNvPicPr/>
                <p:nvPr/>
              </p:nvPicPr>
              <p:blipFill>
                <a:blip r:embed="rId63"/>
                <a:stretch>
                  <a:fillRect/>
                </a:stretch>
              </p:blipFill>
              <p:spPr>
                <a:xfrm>
                  <a:off x="8866663" y="1844015"/>
                  <a:ext cx="611280" cy="7732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1" name="Ink 40">
                  <a:extLst>
                    <a:ext uri="{FF2B5EF4-FFF2-40B4-BE49-F238E27FC236}">
                      <a16:creationId xmlns:a16="http://schemas.microsoft.com/office/drawing/2014/main" id="{9CB3023F-DC49-4F46-8E38-0AC495D74506}"/>
                    </a:ext>
                  </a:extLst>
                </p14:cNvPr>
                <p14:cNvContentPartPr/>
                <p14:nvPr/>
              </p14:nvContentPartPr>
              <p14:xfrm>
                <a:off x="9508903" y="2159015"/>
                <a:ext cx="371160" cy="155520"/>
              </p14:xfrm>
            </p:contentPart>
          </mc:Choice>
          <mc:Fallback>
            <p:pic>
              <p:nvPicPr>
                <p:cNvPr id="41" name="Ink 40">
                  <a:extLst>
                    <a:ext uri="{FF2B5EF4-FFF2-40B4-BE49-F238E27FC236}">
                      <a16:creationId xmlns:a16="http://schemas.microsoft.com/office/drawing/2014/main" id="{9CB3023F-DC49-4F46-8E38-0AC495D74506}"/>
                    </a:ext>
                  </a:extLst>
                </p:cNvPr>
                <p:cNvPicPr/>
                <p:nvPr/>
              </p:nvPicPr>
              <p:blipFill>
                <a:blip r:embed="rId65"/>
                <a:stretch>
                  <a:fillRect/>
                </a:stretch>
              </p:blipFill>
              <p:spPr>
                <a:xfrm>
                  <a:off x="9502783" y="2152895"/>
                  <a:ext cx="38340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2" name="Ink 41">
                  <a:extLst>
                    <a:ext uri="{FF2B5EF4-FFF2-40B4-BE49-F238E27FC236}">
                      <a16:creationId xmlns:a16="http://schemas.microsoft.com/office/drawing/2014/main" id="{A583E88F-4A85-BCD3-1161-CE2A604F60F1}"/>
                    </a:ext>
                  </a:extLst>
                </p14:cNvPr>
                <p14:cNvContentPartPr/>
                <p14:nvPr/>
              </p14:nvContentPartPr>
              <p14:xfrm>
                <a:off x="9982303" y="1876415"/>
                <a:ext cx="887760" cy="485640"/>
              </p14:xfrm>
            </p:contentPart>
          </mc:Choice>
          <mc:Fallback>
            <p:pic>
              <p:nvPicPr>
                <p:cNvPr id="42" name="Ink 41">
                  <a:extLst>
                    <a:ext uri="{FF2B5EF4-FFF2-40B4-BE49-F238E27FC236}">
                      <a16:creationId xmlns:a16="http://schemas.microsoft.com/office/drawing/2014/main" id="{A583E88F-4A85-BCD3-1161-CE2A604F60F1}"/>
                    </a:ext>
                  </a:extLst>
                </p:cNvPr>
                <p:cNvPicPr/>
                <p:nvPr/>
              </p:nvPicPr>
              <p:blipFill>
                <a:blip r:embed="rId67"/>
                <a:stretch>
                  <a:fillRect/>
                </a:stretch>
              </p:blipFill>
              <p:spPr>
                <a:xfrm>
                  <a:off x="9976183" y="1870295"/>
                  <a:ext cx="900000" cy="4978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3" name="Ink 42">
                  <a:extLst>
                    <a:ext uri="{FF2B5EF4-FFF2-40B4-BE49-F238E27FC236}">
                      <a16:creationId xmlns:a16="http://schemas.microsoft.com/office/drawing/2014/main" id="{E695A603-C9B5-0401-2550-4FE2C6979A34}"/>
                    </a:ext>
                  </a:extLst>
                </p14:cNvPr>
                <p14:cNvContentPartPr/>
                <p14:nvPr/>
              </p14:nvContentPartPr>
              <p14:xfrm>
                <a:off x="10827223" y="2049215"/>
                <a:ext cx="179280" cy="57240"/>
              </p14:xfrm>
            </p:contentPart>
          </mc:Choice>
          <mc:Fallback>
            <p:pic>
              <p:nvPicPr>
                <p:cNvPr id="43" name="Ink 42">
                  <a:extLst>
                    <a:ext uri="{FF2B5EF4-FFF2-40B4-BE49-F238E27FC236}">
                      <a16:creationId xmlns:a16="http://schemas.microsoft.com/office/drawing/2014/main" id="{E695A603-C9B5-0401-2550-4FE2C6979A34}"/>
                    </a:ext>
                  </a:extLst>
                </p:cNvPr>
                <p:cNvPicPr/>
                <p:nvPr/>
              </p:nvPicPr>
              <p:blipFill>
                <a:blip r:embed="rId69"/>
                <a:stretch>
                  <a:fillRect/>
                </a:stretch>
              </p:blipFill>
              <p:spPr>
                <a:xfrm>
                  <a:off x="10821103" y="2043095"/>
                  <a:ext cx="191520" cy="69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0">
            <p14:nvContentPartPr>
              <p14:cNvPr id="45" name="Ink 44">
                <a:extLst>
                  <a:ext uri="{FF2B5EF4-FFF2-40B4-BE49-F238E27FC236}">
                    <a16:creationId xmlns:a16="http://schemas.microsoft.com/office/drawing/2014/main" id="{DC0AFAA3-87F4-310F-32F4-D396E89EF71F}"/>
                  </a:ext>
                </a:extLst>
              </p14:cNvPr>
              <p14:cNvContentPartPr/>
              <p14:nvPr/>
            </p14:nvContentPartPr>
            <p14:xfrm>
              <a:off x="965383" y="2148935"/>
              <a:ext cx="3661560" cy="92160"/>
            </p14:xfrm>
          </p:contentPart>
        </mc:Choice>
        <mc:Fallback>
          <p:pic>
            <p:nvPicPr>
              <p:cNvPr id="45" name="Ink 44">
                <a:extLst>
                  <a:ext uri="{FF2B5EF4-FFF2-40B4-BE49-F238E27FC236}">
                    <a16:creationId xmlns:a16="http://schemas.microsoft.com/office/drawing/2014/main" id="{DC0AFAA3-87F4-310F-32F4-D396E89EF71F}"/>
                  </a:ext>
                </a:extLst>
              </p:cNvPr>
              <p:cNvPicPr/>
              <p:nvPr/>
            </p:nvPicPr>
            <p:blipFill>
              <a:blip r:embed="rId71"/>
              <a:stretch>
                <a:fillRect/>
              </a:stretch>
            </p:blipFill>
            <p:spPr>
              <a:xfrm>
                <a:off x="959263" y="2142815"/>
                <a:ext cx="367380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6" name="Ink 45">
                <a:extLst>
                  <a:ext uri="{FF2B5EF4-FFF2-40B4-BE49-F238E27FC236}">
                    <a16:creationId xmlns:a16="http://schemas.microsoft.com/office/drawing/2014/main" id="{0BF56EDC-E37D-241E-D05A-EFD2345D8C9F}"/>
                  </a:ext>
                </a:extLst>
              </p14:cNvPr>
              <p14:cNvContentPartPr/>
              <p14:nvPr/>
            </p14:nvContentPartPr>
            <p14:xfrm>
              <a:off x="6127423" y="3140375"/>
              <a:ext cx="4127400" cy="210960"/>
            </p14:xfrm>
          </p:contentPart>
        </mc:Choice>
        <mc:Fallback>
          <p:pic>
            <p:nvPicPr>
              <p:cNvPr id="46" name="Ink 45">
                <a:extLst>
                  <a:ext uri="{FF2B5EF4-FFF2-40B4-BE49-F238E27FC236}">
                    <a16:creationId xmlns:a16="http://schemas.microsoft.com/office/drawing/2014/main" id="{0BF56EDC-E37D-241E-D05A-EFD2345D8C9F}"/>
                  </a:ext>
                </a:extLst>
              </p:cNvPr>
              <p:cNvPicPr/>
              <p:nvPr/>
            </p:nvPicPr>
            <p:blipFill>
              <a:blip r:embed="rId73"/>
              <a:stretch>
                <a:fillRect/>
              </a:stretch>
            </p:blipFill>
            <p:spPr>
              <a:xfrm>
                <a:off x="6121303" y="3134255"/>
                <a:ext cx="413964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7" name="Ink 46">
                <a:extLst>
                  <a:ext uri="{FF2B5EF4-FFF2-40B4-BE49-F238E27FC236}">
                    <a16:creationId xmlns:a16="http://schemas.microsoft.com/office/drawing/2014/main" id="{73BE1A15-4C8E-A5D2-D8E4-1F5910DDDE14}"/>
                  </a:ext>
                </a:extLst>
              </p14:cNvPr>
              <p14:cNvContentPartPr/>
              <p14:nvPr/>
            </p14:nvContentPartPr>
            <p14:xfrm>
              <a:off x="631303" y="3772175"/>
              <a:ext cx="2201400" cy="230040"/>
            </p14:xfrm>
          </p:contentPart>
        </mc:Choice>
        <mc:Fallback>
          <p:pic>
            <p:nvPicPr>
              <p:cNvPr id="47" name="Ink 46">
                <a:extLst>
                  <a:ext uri="{FF2B5EF4-FFF2-40B4-BE49-F238E27FC236}">
                    <a16:creationId xmlns:a16="http://schemas.microsoft.com/office/drawing/2014/main" id="{73BE1A15-4C8E-A5D2-D8E4-1F5910DDDE14}"/>
                  </a:ext>
                </a:extLst>
              </p:cNvPr>
              <p:cNvPicPr/>
              <p:nvPr/>
            </p:nvPicPr>
            <p:blipFill>
              <a:blip r:embed="rId75"/>
              <a:stretch>
                <a:fillRect/>
              </a:stretch>
            </p:blipFill>
            <p:spPr>
              <a:xfrm>
                <a:off x="625183" y="3766055"/>
                <a:ext cx="221364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8" name="Ink 47">
                <a:extLst>
                  <a:ext uri="{FF2B5EF4-FFF2-40B4-BE49-F238E27FC236}">
                    <a16:creationId xmlns:a16="http://schemas.microsoft.com/office/drawing/2014/main" id="{B7309DBB-1C95-71AD-0B92-D959843A9705}"/>
                  </a:ext>
                </a:extLst>
              </p14:cNvPr>
              <p14:cNvContentPartPr/>
              <p14:nvPr/>
            </p14:nvContentPartPr>
            <p14:xfrm>
              <a:off x="1376143" y="4560575"/>
              <a:ext cx="3747960" cy="40680"/>
            </p14:xfrm>
          </p:contentPart>
        </mc:Choice>
        <mc:Fallback>
          <p:pic>
            <p:nvPicPr>
              <p:cNvPr id="48" name="Ink 47">
                <a:extLst>
                  <a:ext uri="{FF2B5EF4-FFF2-40B4-BE49-F238E27FC236}">
                    <a16:creationId xmlns:a16="http://schemas.microsoft.com/office/drawing/2014/main" id="{B7309DBB-1C95-71AD-0B92-D959843A9705}"/>
                  </a:ext>
                </a:extLst>
              </p:cNvPr>
              <p:cNvPicPr/>
              <p:nvPr/>
            </p:nvPicPr>
            <p:blipFill>
              <a:blip r:embed="rId77"/>
              <a:stretch>
                <a:fillRect/>
              </a:stretch>
            </p:blipFill>
            <p:spPr>
              <a:xfrm>
                <a:off x="1370023" y="4554455"/>
                <a:ext cx="376020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9" name="Ink 48">
                <a:extLst>
                  <a:ext uri="{FF2B5EF4-FFF2-40B4-BE49-F238E27FC236}">
                    <a16:creationId xmlns:a16="http://schemas.microsoft.com/office/drawing/2014/main" id="{350B6822-4692-4722-B942-CC1ACE741106}"/>
                  </a:ext>
                </a:extLst>
              </p14:cNvPr>
              <p14:cNvContentPartPr/>
              <p14:nvPr/>
            </p14:nvContentPartPr>
            <p14:xfrm>
              <a:off x="7934983" y="4377695"/>
              <a:ext cx="1982160" cy="132840"/>
            </p14:xfrm>
          </p:contentPart>
        </mc:Choice>
        <mc:Fallback>
          <p:pic>
            <p:nvPicPr>
              <p:cNvPr id="49" name="Ink 48">
                <a:extLst>
                  <a:ext uri="{FF2B5EF4-FFF2-40B4-BE49-F238E27FC236}">
                    <a16:creationId xmlns:a16="http://schemas.microsoft.com/office/drawing/2014/main" id="{350B6822-4692-4722-B942-CC1ACE741106}"/>
                  </a:ext>
                </a:extLst>
              </p:cNvPr>
              <p:cNvPicPr/>
              <p:nvPr/>
            </p:nvPicPr>
            <p:blipFill>
              <a:blip r:embed="rId79"/>
              <a:stretch>
                <a:fillRect/>
              </a:stretch>
            </p:blipFill>
            <p:spPr>
              <a:xfrm>
                <a:off x="7928863" y="4371575"/>
                <a:ext cx="199440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0" name="Ink 49">
                <a:extLst>
                  <a:ext uri="{FF2B5EF4-FFF2-40B4-BE49-F238E27FC236}">
                    <a16:creationId xmlns:a16="http://schemas.microsoft.com/office/drawing/2014/main" id="{191B6A8F-9134-CCCC-8F57-B081A7104C79}"/>
                  </a:ext>
                </a:extLst>
              </p14:cNvPr>
              <p14:cNvContentPartPr/>
              <p14:nvPr/>
            </p14:nvContentPartPr>
            <p14:xfrm>
              <a:off x="8227663" y="5558135"/>
              <a:ext cx="3156120" cy="127800"/>
            </p14:xfrm>
          </p:contentPart>
        </mc:Choice>
        <mc:Fallback>
          <p:pic>
            <p:nvPicPr>
              <p:cNvPr id="50" name="Ink 49">
                <a:extLst>
                  <a:ext uri="{FF2B5EF4-FFF2-40B4-BE49-F238E27FC236}">
                    <a16:creationId xmlns:a16="http://schemas.microsoft.com/office/drawing/2014/main" id="{191B6A8F-9134-CCCC-8F57-B081A7104C79}"/>
                  </a:ext>
                </a:extLst>
              </p:cNvPr>
              <p:cNvPicPr/>
              <p:nvPr/>
            </p:nvPicPr>
            <p:blipFill>
              <a:blip r:embed="rId81"/>
              <a:stretch>
                <a:fillRect/>
              </a:stretch>
            </p:blipFill>
            <p:spPr>
              <a:xfrm>
                <a:off x="8221543" y="5552015"/>
                <a:ext cx="316836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2" name="Ink 51">
                <a:extLst>
                  <a:ext uri="{FF2B5EF4-FFF2-40B4-BE49-F238E27FC236}">
                    <a16:creationId xmlns:a16="http://schemas.microsoft.com/office/drawing/2014/main" id="{98BABD50-C08B-AB0A-09D8-FCB1931331DC}"/>
                  </a:ext>
                </a:extLst>
              </p14:cNvPr>
              <p14:cNvContentPartPr/>
              <p14:nvPr/>
            </p14:nvContentPartPr>
            <p14:xfrm>
              <a:off x="580543" y="6005975"/>
              <a:ext cx="2919240" cy="720"/>
            </p14:xfrm>
          </p:contentPart>
        </mc:Choice>
        <mc:Fallback>
          <p:pic>
            <p:nvPicPr>
              <p:cNvPr id="52" name="Ink 51">
                <a:extLst>
                  <a:ext uri="{FF2B5EF4-FFF2-40B4-BE49-F238E27FC236}">
                    <a16:creationId xmlns:a16="http://schemas.microsoft.com/office/drawing/2014/main" id="{98BABD50-C08B-AB0A-09D8-FCB1931331DC}"/>
                  </a:ext>
                </a:extLst>
              </p:cNvPr>
              <p:cNvPicPr/>
              <p:nvPr/>
            </p:nvPicPr>
            <p:blipFill>
              <a:blip r:embed="rId83"/>
              <a:stretch>
                <a:fillRect/>
              </a:stretch>
            </p:blipFill>
            <p:spPr>
              <a:xfrm>
                <a:off x="574423" y="5993735"/>
                <a:ext cx="29314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3" name="Ink 52">
                <a:extLst>
                  <a:ext uri="{FF2B5EF4-FFF2-40B4-BE49-F238E27FC236}">
                    <a16:creationId xmlns:a16="http://schemas.microsoft.com/office/drawing/2014/main" id="{7BD2EC6A-9D70-90AB-5EAF-F6015E033108}"/>
                  </a:ext>
                </a:extLst>
              </p14:cNvPr>
              <p14:cNvContentPartPr/>
              <p14:nvPr/>
            </p14:nvContentPartPr>
            <p14:xfrm>
              <a:off x="4823143" y="5531135"/>
              <a:ext cx="1341720" cy="569880"/>
            </p14:xfrm>
          </p:contentPart>
        </mc:Choice>
        <mc:Fallback>
          <p:pic>
            <p:nvPicPr>
              <p:cNvPr id="53" name="Ink 52">
                <a:extLst>
                  <a:ext uri="{FF2B5EF4-FFF2-40B4-BE49-F238E27FC236}">
                    <a16:creationId xmlns:a16="http://schemas.microsoft.com/office/drawing/2014/main" id="{7BD2EC6A-9D70-90AB-5EAF-F6015E033108}"/>
                  </a:ext>
                </a:extLst>
              </p:cNvPr>
              <p:cNvPicPr/>
              <p:nvPr/>
            </p:nvPicPr>
            <p:blipFill>
              <a:blip r:embed="rId85"/>
              <a:stretch>
                <a:fillRect/>
              </a:stretch>
            </p:blipFill>
            <p:spPr>
              <a:xfrm>
                <a:off x="4817023" y="5525015"/>
                <a:ext cx="1353960" cy="582120"/>
              </a:xfrm>
              <a:prstGeom prst="rect">
                <a:avLst/>
              </a:prstGeom>
            </p:spPr>
          </p:pic>
        </mc:Fallback>
      </mc:AlternateContent>
      <p:grpSp>
        <p:nvGrpSpPr>
          <p:cNvPr id="75" name="Group 74">
            <a:extLst>
              <a:ext uri="{FF2B5EF4-FFF2-40B4-BE49-F238E27FC236}">
                <a16:creationId xmlns:a16="http://schemas.microsoft.com/office/drawing/2014/main" id="{1B2A5514-E41D-0C5E-9B33-DF1D76DADB7B}"/>
              </a:ext>
            </a:extLst>
          </p:cNvPr>
          <p:cNvGrpSpPr/>
          <p:nvPr/>
        </p:nvGrpSpPr>
        <p:grpSpPr>
          <a:xfrm>
            <a:off x="4837543" y="5944415"/>
            <a:ext cx="7161840" cy="942480"/>
            <a:chOff x="4837543" y="5944415"/>
            <a:chExt cx="7161840" cy="942480"/>
          </a:xfrm>
        </p:grpSpPr>
        <mc:AlternateContent xmlns:mc="http://schemas.openxmlformats.org/markup-compatibility/2006">
          <mc:Choice xmlns:p14="http://schemas.microsoft.com/office/powerpoint/2010/main" Requires="p14">
            <p:contentPart p14:bwMode="auto" r:id="rId86">
              <p14:nvContentPartPr>
                <p14:cNvPr id="54" name="Ink 53">
                  <a:extLst>
                    <a:ext uri="{FF2B5EF4-FFF2-40B4-BE49-F238E27FC236}">
                      <a16:creationId xmlns:a16="http://schemas.microsoft.com/office/drawing/2014/main" id="{90F282EB-4180-2C12-E330-3A82B15AD8DE}"/>
                    </a:ext>
                  </a:extLst>
                </p14:cNvPr>
                <p14:cNvContentPartPr/>
                <p14:nvPr/>
              </p14:nvContentPartPr>
              <p14:xfrm>
                <a:off x="4837543" y="6370295"/>
                <a:ext cx="336600" cy="516600"/>
              </p14:xfrm>
            </p:contentPart>
          </mc:Choice>
          <mc:Fallback>
            <p:pic>
              <p:nvPicPr>
                <p:cNvPr id="54" name="Ink 53">
                  <a:extLst>
                    <a:ext uri="{FF2B5EF4-FFF2-40B4-BE49-F238E27FC236}">
                      <a16:creationId xmlns:a16="http://schemas.microsoft.com/office/drawing/2014/main" id="{90F282EB-4180-2C12-E330-3A82B15AD8DE}"/>
                    </a:ext>
                  </a:extLst>
                </p:cNvPr>
                <p:cNvPicPr/>
                <p:nvPr/>
              </p:nvPicPr>
              <p:blipFill>
                <a:blip r:embed="rId87"/>
                <a:stretch>
                  <a:fillRect/>
                </a:stretch>
              </p:blipFill>
              <p:spPr>
                <a:xfrm>
                  <a:off x="4831423" y="6364175"/>
                  <a:ext cx="348840" cy="5288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5" name="Ink 54">
                  <a:extLst>
                    <a:ext uri="{FF2B5EF4-FFF2-40B4-BE49-F238E27FC236}">
                      <a16:creationId xmlns:a16="http://schemas.microsoft.com/office/drawing/2014/main" id="{19F3CA37-80E8-E4D3-3EA9-0DBC28EC5ECF}"/>
                    </a:ext>
                  </a:extLst>
                </p14:cNvPr>
                <p14:cNvContentPartPr/>
                <p14:nvPr/>
              </p14:nvContentPartPr>
              <p14:xfrm>
                <a:off x="5252623" y="6499175"/>
                <a:ext cx="212400" cy="384480"/>
              </p14:xfrm>
            </p:contentPart>
          </mc:Choice>
          <mc:Fallback>
            <p:pic>
              <p:nvPicPr>
                <p:cNvPr id="55" name="Ink 54">
                  <a:extLst>
                    <a:ext uri="{FF2B5EF4-FFF2-40B4-BE49-F238E27FC236}">
                      <a16:creationId xmlns:a16="http://schemas.microsoft.com/office/drawing/2014/main" id="{19F3CA37-80E8-E4D3-3EA9-0DBC28EC5ECF}"/>
                    </a:ext>
                  </a:extLst>
                </p:cNvPr>
                <p:cNvPicPr/>
                <p:nvPr/>
              </p:nvPicPr>
              <p:blipFill>
                <a:blip r:embed="rId89"/>
                <a:stretch>
                  <a:fillRect/>
                </a:stretch>
              </p:blipFill>
              <p:spPr>
                <a:xfrm>
                  <a:off x="5246503" y="6493055"/>
                  <a:ext cx="224640" cy="3967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6" name="Ink 55">
                  <a:extLst>
                    <a:ext uri="{FF2B5EF4-FFF2-40B4-BE49-F238E27FC236}">
                      <a16:creationId xmlns:a16="http://schemas.microsoft.com/office/drawing/2014/main" id="{15A61D3C-E86E-55FB-4CC1-D5204BF16064}"/>
                    </a:ext>
                  </a:extLst>
                </p14:cNvPr>
                <p14:cNvContentPartPr/>
                <p14:nvPr/>
              </p14:nvContentPartPr>
              <p14:xfrm>
                <a:off x="5225983" y="6635615"/>
                <a:ext cx="253800" cy="167760"/>
              </p14:xfrm>
            </p:contentPart>
          </mc:Choice>
          <mc:Fallback>
            <p:pic>
              <p:nvPicPr>
                <p:cNvPr id="56" name="Ink 55">
                  <a:extLst>
                    <a:ext uri="{FF2B5EF4-FFF2-40B4-BE49-F238E27FC236}">
                      <a16:creationId xmlns:a16="http://schemas.microsoft.com/office/drawing/2014/main" id="{15A61D3C-E86E-55FB-4CC1-D5204BF16064}"/>
                    </a:ext>
                  </a:extLst>
                </p:cNvPr>
                <p:cNvPicPr/>
                <p:nvPr/>
              </p:nvPicPr>
              <p:blipFill>
                <a:blip r:embed="rId91"/>
                <a:stretch>
                  <a:fillRect/>
                </a:stretch>
              </p:blipFill>
              <p:spPr>
                <a:xfrm>
                  <a:off x="5219863" y="6629495"/>
                  <a:ext cx="26604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7" name="Ink 56">
                  <a:extLst>
                    <a:ext uri="{FF2B5EF4-FFF2-40B4-BE49-F238E27FC236}">
                      <a16:creationId xmlns:a16="http://schemas.microsoft.com/office/drawing/2014/main" id="{F608F739-6735-FB44-AF04-FCFDBBE01F3D}"/>
                    </a:ext>
                  </a:extLst>
                </p14:cNvPr>
                <p14:cNvContentPartPr/>
                <p14:nvPr/>
              </p14:nvContentPartPr>
              <p14:xfrm>
                <a:off x="5799823" y="6405575"/>
                <a:ext cx="246240" cy="227520"/>
              </p14:xfrm>
            </p:contentPart>
          </mc:Choice>
          <mc:Fallback>
            <p:pic>
              <p:nvPicPr>
                <p:cNvPr id="57" name="Ink 56">
                  <a:extLst>
                    <a:ext uri="{FF2B5EF4-FFF2-40B4-BE49-F238E27FC236}">
                      <a16:creationId xmlns:a16="http://schemas.microsoft.com/office/drawing/2014/main" id="{F608F739-6735-FB44-AF04-FCFDBBE01F3D}"/>
                    </a:ext>
                  </a:extLst>
                </p:cNvPr>
                <p:cNvPicPr/>
                <p:nvPr/>
              </p:nvPicPr>
              <p:blipFill>
                <a:blip r:embed="rId93"/>
                <a:stretch>
                  <a:fillRect/>
                </a:stretch>
              </p:blipFill>
              <p:spPr>
                <a:xfrm>
                  <a:off x="5793703" y="6399455"/>
                  <a:ext cx="25848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8" name="Ink 57">
                  <a:extLst>
                    <a:ext uri="{FF2B5EF4-FFF2-40B4-BE49-F238E27FC236}">
                      <a16:creationId xmlns:a16="http://schemas.microsoft.com/office/drawing/2014/main" id="{9EB571EF-2985-A169-6F7F-B343523F2649}"/>
                    </a:ext>
                  </a:extLst>
                </p14:cNvPr>
                <p14:cNvContentPartPr/>
                <p14:nvPr/>
              </p14:nvContentPartPr>
              <p14:xfrm>
                <a:off x="5798743" y="6162215"/>
                <a:ext cx="27000" cy="20520"/>
              </p14:xfrm>
            </p:contentPart>
          </mc:Choice>
          <mc:Fallback>
            <p:pic>
              <p:nvPicPr>
                <p:cNvPr id="58" name="Ink 57">
                  <a:extLst>
                    <a:ext uri="{FF2B5EF4-FFF2-40B4-BE49-F238E27FC236}">
                      <a16:creationId xmlns:a16="http://schemas.microsoft.com/office/drawing/2014/main" id="{9EB571EF-2985-A169-6F7F-B343523F2649}"/>
                    </a:ext>
                  </a:extLst>
                </p:cNvPr>
                <p:cNvPicPr/>
                <p:nvPr/>
              </p:nvPicPr>
              <p:blipFill>
                <a:blip r:embed="rId95"/>
                <a:stretch>
                  <a:fillRect/>
                </a:stretch>
              </p:blipFill>
              <p:spPr>
                <a:xfrm>
                  <a:off x="5792623" y="6156095"/>
                  <a:ext cx="3924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9" name="Ink 58">
                  <a:extLst>
                    <a:ext uri="{FF2B5EF4-FFF2-40B4-BE49-F238E27FC236}">
                      <a16:creationId xmlns:a16="http://schemas.microsoft.com/office/drawing/2014/main" id="{EFE7511F-5831-79C4-4453-825826AB7924}"/>
                    </a:ext>
                  </a:extLst>
                </p14:cNvPr>
                <p14:cNvContentPartPr/>
                <p14:nvPr/>
              </p14:nvContentPartPr>
              <p14:xfrm>
                <a:off x="6402823" y="6382535"/>
                <a:ext cx="273960" cy="130680"/>
              </p14:xfrm>
            </p:contentPart>
          </mc:Choice>
          <mc:Fallback>
            <p:pic>
              <p:nvPicPr>
                <p:cNvPr id="59" name="Ink 58">
                  <a:extLst>
                    <a:ext uri="{FF2B5EF4-FFF2-40B4-BE49-F238E27FC236}">
                      <a16:creationId xmlns:a16="http://schemas.microsoft.com/office/drawing/2014/main" id="{EFE7511F-5831-79C4-4453-825826AB7924}"/>
                    </a:ext>
                  </a:extLst>
                </p:cNvPr>
                <p:cNvPicPr/>
                <p:nvPr/>
              </p:nvPicPr>
              <p:blipFill>
                <a:blip r:embed="rId97"/>
                <a:stretch>
                  <a:fillRect/>
                </a:stretch>
              </p:blipFill>
              <p:spPr>
                <a:xfrm>
                  <a:off x="6396703" y="6376415"/>
                  <a:ext cx="28620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0" name="Ink 59">
                  <a:extLst>
                    <a:ext uri="{FF2B5EF4-FFF2-40B4-BE49-F238E27FC236}">
                      <a16:creationId xmlns:a16="http://schemas.microsoft.com/office/drawing/2014/main" id="{2FAC4C9E-2E90-8351-3AF3-6A926181BA57}"/>
                    </a:ext>
                  </a:extLst>
                </p14:cNvPr>
                <p14:cNvContentPartPr/>
                <p14:nvPr/>
              </p14:nvContentPartPr>
              <p14:xfrm>
                <a:off x="7016983" y="6012095"/>
                <a:ext cx="153000" cy="580680"/>
              </p14:xfrm>
            </p:contentPart>
          </mc:Choice>
          <mc:Fallback>
            <p:pic>
              <p:nvPicPr>
                <p:cNvPr id="60" name="Ink 59">
                  <a:extLst>
                    <a:ext uri="{FF2B5EF4-FFF2-40B4-BE49-F238E27FC236}">
                      <a16:creationId xmlns:a16="http://schemas.microsoft.com/office/drawing/2014/main" id="{2FAC4C9E-2E90-8351-3AF3-6A926181BA57}"/>
                    </a:ext>
                  </a:extLst>
                </p:cNvPr>
                <p:cNvPicPr/>
                <p:nvPr/>
              </p:nvPicPr>
              <p:blipFill>
                <a:blip r:embed="rId99"/>
                <a:stretch>
                  <a:fillRect/>
                </a:stretch>
              </p:blipFill>
              <p:spPr>
                <a:xfrm>
                  <a:off x="7010863" y="6005975"/>
                  <a:ext cx="165240" cy="59292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1" name="Ink 60">
                  <a:extLst>
                    <a:ext uri="{FF2B5EF4-FFF2-40B4-BE49-F238E27FC236}">
                      <a16:creationId xmlns:a16="http://schemas.microsoft.com/office/drawing/2014/main" id="{88C5BEDA-1A3D-27F6-C747-58624F70870B}"/>
                    </a:ext>
                  </a:extLst>
                </p14:cNvPr>
                <p14:cNvContentPartPr/>
                <p14:nvPr/>
              </p14:nvContentPartPr>
              <p14:xfrm>
                <a:off x="7048303" y="6287135"/>
                <a:ext cx="135360" cy="20520"/>
              </p14:xfrm>
            </p:contentPart>
          </mc:Choice>
          <mc:Fallback>
            <p:pic>
              <p:nvPicPr>
                <p:cNvPr id="61" name="Ink 60">
                  <a:extLst>
                    <a:ext uri="{FF2B5EF4-FFF2-40B4-BE49-F238E27FC236}">
                      <a16:creationId xmlns:a16="http://schemas.microsoft.com/office/drawing/2014/main" id="{88C5BEDA-1A3D-27F6-C747-58624F70870B}"/>
                    </a:ext>
                  </a:extLst>
                </p:cNvPr>
                <p:cNvPicPr/>
                <p:nvPr/>
              </p:nvPicPr>
              <p:blipFill>
                <a:blip r:embed="rId101"/>
                <a:stretch>
                  <a:fillRect/>
                </a:stretch>
              </p:blipFill>
              <p:spPr>
                <a:xfrm>
                  <a:off x="7042183" y="6281015"/>
                  <a:ext cx="14760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2" name="Ink 61">
                  <a:extLst>
                    <a:ext uri="{FF2B5EF4-FFF2-40B4-BE49-F238E27FC236}">
                      <a16:creationId xmlns:a16="http://schemas.microsoft.com/office/drawing/2014/main" id="{FD31FBEC-6BE7-29B0-D665-031A8CA2A379}"/>
                    </a:ext>
                  </a:extLst>
                </p14:cNvPr>
                <p14:cNvContentPartPr/>
                <p14:nvPr/>
              </p14:nvContentPartPr>
              <p14:xfrm>
                <a:off x="7150543" y="6335735"/>
                <a:ext cx="646200" cy="250200"/>
              </p14:xfrm>
            </p:contentPart>
          </mc:Choice>
          <mc:Fallback>
            <p:pic>
              <p:nvPicPr>
                <p:cNvPr id="62" name="Ink 61">
                  <a:extLst>
                    <a:ext uri="{FF2B5EF4-FFF2-40B4-BE49-F238E27FC236}">
                      <a16:creationId xmlns:a16="http://schemas.microsoft.com/office/drawing/2014/main" id="{FD31FBEC-6BE7-29B0-D665-031A8CA2A379}"/>
                    </a:ext>
                  </a:extLst>
                </p:cNvPr>
                <p:cNvPicPr/>
                <p:nvPr/>
              </p:nvPicPr>
              <p:blipFill>
                <a:blip r:embed="rId103"/>
                <a:stretch>
                  <a:fillRect/>
                </a:stretch>
              </p:blipFill>
              <p:spPr>
                <a:xfrm>
                  <a:off x="7144423" y="6329615"/>
                  <a:ext cx="65844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3" name="Ink 62">
                  <a:extLst>
                    <a:ext uri="{FF2B5EF4-FFF2-40B4-BE49-F238E27FC236}">
                      <a16:creationId xmlns:a16="http://schemas.microsoft.com/office/drawing/2014/main" id="{FB453B19-C732-7167-F50D-CACFF91003B8}"/>
                    </a:ext>
                  </a:extLst>
                </p14:cNvPr>
                <p14:cNvContentPartPr/>
                <p14:nvPr/>
              </p14:nvContentPartPr>
              <p14:xfrm>
                <a:off x="7895383" y="6101015"/>
                <a:ext cx="304920" cy="490320"/>
              </p14:xfrm>
            </p:contentPart>
          </mc:Choice>
          <mc:Fallback>
            <p:pic>
              <p:nvPicPr>
                <p:cNvPr id="63" name="Ink 62">
                  <a:extLst>
                    <a:ext uri="{FF2B5EF4-FFF2-40B4-BE49-F238E27FC236}">
                      <a16:creationId xmlns:a16="http://schemas.microsoft.com/office/drawing/2014/main" id="{FB453B19-C732-7167-F50D-CACFF91003B8}"/>
                    </a:ext>
                  </a:extLst>
                </p:cNvPr>
                <p:cNvPicPr/>
                <p:nvPr/>
              </p:nvPicPr>
              <p:blipFill>
                <a:blip r:embed="rId105"/>
                <a:stretch>
                  <a:fillRect/>
                </a:stretch>
              </p:blipFill>
              <p:spPr>
                <a:xfrm>
                  <a:off x="7889263" y="6094895"/>
                  <a:ext cx="317160" cy="5025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4" name="Ink 63">
                  <a:extLst>
                    <a:ext uri="{FF2B5EF4-FFF2-40B4-BE49-F238E27FC236}">
                      <a16:creationId xmlns:a16="http://schemas.microsoft.com/office/drawing/2014/main" id="{27ABCCA3-D720-C9FC-3685-CC9D76E41597}"/>
                    </a:ext>
                  </a:extLst>
                </p14:cNvPr>
                <p14:cNvContentPartPr/>
                <p14:nvPr/>
              </p14:nvContentPartPr>
              <p14:xfrm>
                <a:off x="8115343" y="6299015"/>
                <a:ext cx="153720" cy="114480"/>
              </p14:xfrm>
            </p:contentPart>
          </mc:Choice>
          <mc:Fallback>
            <p:pic>
              <p:nvPicPr>
                <p:cNvPr id="64" name="Ink 63">
                  <a:extLst>
                    <a:ext uri="{FF2B5EF4-FFF2-40B4-BE49-F238E27FC236}">
                      <a16:creationId xmlns:a16="http://schemas.microsoft.com/office/drawing/2014/main" id="{27ABCCA3-D720-C9FC-3685-CC9D76E41597}"/>
                    </a:ext>
                  </a:extLst>
                </p:cNvPr>
                <p:cNvPicPr/>
                <p:nvPr/>
              </p:nvPicPr>
              <p:blipFill>
                <a:blip r:embed="rId107"/>
                <a:stretch>
                  <a:fillRect/>
                </a:stretch>
              </p:blipFill>
              <p:spPr>
                <a:xfrm>
                  <a:off x="8109223" y="6292895"/>
                  <a:ext cx="16596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5" name="Ink 64">
                  <a:extLst>
                    <a:ext uri="{FF2B5EF4-FFF2-40B4-BE49-F238E27FC236}">
                      <a16:creationId xmlns:a16="http://schemas.microsoft.com/office/drawing/2014/main" id="{E852068F-3073-8075-FE94-2474FF264115}"/>
                    </a:ext>
                  </a:extLst>
                </p14:cNvPr>
                <p14:cNvContentPartPr/>
                <p14:nvPr/>
              </p14:nvContentPartPr>
              <p14:xfrm>
                <a:off x="8440783" y="6327455"/>
                <a:ext cx="383400" cy="122400"/>
              </p14:xfrm>
            </p:contentPart>
          </mc:Choice>
          <mc:Fallback>
            <p:pic>
              <p:nvPicPr>
                <p:cNvPr id="65" name="Ink 64">
                  <a:extLst>
                    <a:ext uri="{FF2B5EF4-FFF2-40B4-BE49-F238E27FC236}">
                      <a16:creationId xmlns:a16="http://schemas.microsoft.com/office/drawing/2014/main" id="{E852068F-3073-8075-FE94-2474FF264115}"/>
                    </a:ext>
                  </a:extLst>
                </p:cNvPr>
                <p:cNvPicPr/>
                <p:nvPr/>
              </p:nvPicPr>
              <p:blipFill>
                <a:blip r:embed="rId109"/>
                <a:stretch>
                  <a:fillRect/>
                </a:stretch>
              </p:blipFill>
              <p:spPr>
                <a:xfrm>
                  <a:off x="8434663" y="6321335"/>
                  <a:ext cx="39564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6" name="Ink 65">
                  <a:extLst>
                    <a:ext uri="{FF2B5EF4-FFF2-40B4-BE49-F238E27FC236}">
                      <a16:creationId xmlns:a16="http://schemas.microsoft.com/office/drawing/2014/main" id="{BE047D27-D998-E2B6-9BE8-1B2F77FAFE87}"/>
                    </a:ext>
                  </a:extLst>
                </p14:cNvPr>
                <p14:cNvContentPartPr/>
                <p14:nvPr/>
              </p14:nvContentPartPr>
              <p14:xfrm>
                <a:off x="9050263" y="6158615"/>
                <a:ext cx="251640" cy="666720"/>
              </p14:xfrm>
            </p:contentPart>
          </mc:Choice>
          <mc:Fallback>
            <p:pic>
              <p:nvPicPr>
                <p:cNvPr id="66" name="Ink 65">
                  <a:extLst>
                    <a:ext uri="{FF2B5EF4-FFF2-40B4-BE49-F238E27FC236}">
                      <a16:creationId xmlns:a16="http://schemas.microsoft.com/office/drawing/2014/main" id="{BE047D27-D998-E2B6-9BE8-1B2F77FAFE87}"/>
                    </a:ext>
                  </a:extLst>
                </p:cNvPr>
                <p:cNvPicPr/>
                <p:nvPr/>
              </p:nvPicPr>
              <p:blipFill>
                <a:blip r:embed="rId111"/>
                <a:stretch>
                  <a:fillRect/>
                </a:stretch>
              </p:blipFill>
              <p:spPr>
                <a:xfrm>
                  <a:off x="9044143" y="6152495"/>
                  <a:ext cx="263880" cy="6789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7" name="Ink 66">
                  <a:extLst>
                    <a:ext uri="{FF2B5EF4-FFF2-40B4-BE49-F238E27FC236}">
                      <a16:creationId xmlns:a16="http://schemas.microsoft.com/office/drawing/2014/main" id="{54E9460C-C2CF-A2E4-5ACB-7AA2EDE95EAA}"/>
                    </a:ext>
                  </a:extLst>
                </p14:cNvPr>
                <p14:cNvContentPartPr/>
                <p14:nvPr/>
              </p14:nvContentPartPr>
              <p14:xfrm>
                <a:off x="9658303" y="6044855"/>
                <a:ext cx="112320" cy="400320"/>
              </p14:xfrm>
            </p:contentPart>
          </mc:Choice>
          <mc:Fallback>
            <p:pic>
              <p:nvPicPr>
                <p:cNvPr id="67" name="Ink 66">
                  <a:extLst>
                    <a:ext uri="{FF2B5EF4-FFF2-40B4-BE49-F238E27FC236}">
                      <a16:creationId xmlns:a16="http://schemas.microsoft.com/office/drawing/2014/main" id="{54E9460C-C2CF-A2E4-5ACB-7AA2EDE95EAA}"/>
                    </a:ext>
                  </a:extLst>
                </p:cNvPr>
                <p:cNvPicPr/>
                <p:nvPr/>
              </p:nvPicPr>
              <p:blipFill>
                <a:blip r:embed="rId113"/>
                <a:stretch>
                  <a:fillRect/>
                </a:stretch>
              </p:blipFill>
              <p:spPr>
                <a:xfrm>
                  <a:off x="9652183" y="6038735"/>
                  <a:ext cx="124560" cy="4125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8" name="Ink 67">
                  <a:extLst>
                    <a:ext uri="{FF2B5EF4-FFF2-40B4-BE49-F238E27FC236}">
                      <a16:creationId xmlns:a16="http://schemas.microsoft.com/office/drawing/2014/main" id="{76FB41D7-F923-D7F4-11EE-49EE1A491AD2}"/>
                    </a:ext>
                  </a:extLst>
                </p14:cNvPr>
                <p14:cNvContentPartPr/>
                <p14:nvPr/>
              </p14:nvContentPartPr>
              <p14:xfrm>
                <a:off x="9869983" y="5944415"/>
                <a:ext cx="427320" cy="442800"/>
              </p14:xfrm>
            </p:contentPart>
          </mc:Choice>
          <mc:Fallback>
            <p:pic>
              <p:nvPicPr>
                <p:cNvPr id="68" name="Ink 67">
                  <a:extLst>
                    <a:ext uri="{FF2B5EF4-FFF2-40B4-BE49-F238E27FC236}">
                      <a16:creationId xmlns:a16="http://schemas.microsoft.com/office/drawing/2014/main" id="{76FB41D7-F923-D7F4-11EE-49EE1A491AD2}"/>
                    </a:ext>
                  </a:extLst>
                </p:cNvPr>
                <p:cNvPicPr/>
                <p:nvPr/>
              </p:nvPicPr>
              <p:blipFill>
                <a:blip r:embed="rId115"/>
                <a:stretch>
                  <a:fillRect/>
                </a:stretch>
              </p:blipFill>
              <p:spPr>
                <a:xfrm>
                  <a:off x="9863863" y="5938295"/>
                  <a:ext cx="439560" cy="4550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9" name="Ink 68">
                  <a:extLst>
                    <a:ext uri="{FF2B5EF4-FFF2-40B4-BE49-F238E27FC236}">
                      <a16:creationId xmlns:a16="http://schemas.microsoft.com/office/drawing/2014/main" id="{3A606432-1FB0-5021-CD16-4F9AD6C6C30C}"/>
                    </a:ext>
                  </a:extLst>
                </p14:cNvPr>
                <p14:cNvContentPartPr/>
                <p14:nvPr/>
              </p14:nvContentPartPr>
              <p14:xfrm>
                <a:off x="10220623" y="6027935"/>
                <a:ext cx="367560" cy="346680"/>
              </p14:xfrm>
            </p:contentPart>
          </mc:Choice>
          <mc:Fallback>
            <p:pic>
              <p:nvPicPr>
                <p:cNvPr id="69" name="Ink 68">
                  <a:extLst>
                    <a:ext uri="{FF2B5EF4-FFF2-40B4-BE49-F238E27FC236}">
                      <a16:creationId xmlns:a16="http://schemas.microsoft.com/office/drawing/2014/main" id="{3A606432-1FB0-5021-CD16-4F9AD6C6C30C}"/>
                    </a:ext>
                  </a:extLst>
                </p:cNvPr>
                <p:cNvPicPr/>
                <p:nvPr/>
              </p:nvPicPr>
              <p:blipFill>
                <a:blip r:embed="rId117"/>
                <a:stretch>
                  <a:fillRect/>
                </a:stretch>
              </p:blipFill>
              <p:spPr>
                <a:xfrm>
                  <a:off x="10214503" y="6021815"/>
                  <a:ext cx="379800" cy="3589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0" name="Ink 69">
                  <a:extLst>
                    <a:ext uri="{FF2B5EF4-FFF2-40B4-BE49-F238E27FC236}">
                      <a16:creationId xmlns:a16="http://schemas.microsoft.com/office/drawing/2014/main" id="{231F7800-9890-014B-D788-D8F61C25989E}"/>
                    </a:ext>
                  </a:extLst>
                </p14:cNvPr>
                <p14:cNvContentPartPr/>
                <p14:nvPr/>
              </p14:nvContentPartPr>
              <p14:xfrm>
                <a:off x="10897063" y="5976455"/>
                <a:ext cx="211680" cy="389880"/>
              </p14:xfrm>
            </p:contentPart>
          </mc:Choice>
          <mc:Fallback>
            <p:pic>
              <p:nvPicPr>
                <p:cNvPr id="70" name="Ink 69">
                  <a:extLst>
                    <a:ext uri="{FF2B5EF4-FFF2-40B4-BE49-F238E27FC236}">
                      <a16:creationId xmlns:a16="http://schemas.microsoft.com/office/drawing/2014/main" id="{231F7800-9890-014B-D788-D8F61C25989E}"/>
                    </a:ext>
                  </a:extLst>
                </p:cNvPr>
                <p:cNvPicPr/>
                <p:nvPr/>
              </p:nvPicPr>
              <p:blipFill>
                <a:blip r:embed="rId119"/>
                <a:stretch>
                  <a:fillRect/>
                </a:stretch>
              </p:blipFill>
              <p:spPr>
                <a:xfrm>
                  <a:off x="10890943" y="5970335"/>
                  <a:ext cx="223920" cy="4021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1" name="Ink 70">
                  <a:extLst>
                    <a:ext uri="{FF2B5EF4-FFF2-40B4-BE49-F238E27FC236}">
                      <a16:creationId xmlns:a16="http://schemas.microsoft.com/office/drawing/2014/main" id="{0E5BEE3B-C7C5-41C4-386E-8F0B3A4EB3C8}"/>
                    </a:ext>
                  </a:extLst>
                </p14:cNvPr>
                <p14:cNvContentPartPr/>
                <p14:nvPr/>
              </p14:nvContentPartPr>
              <p14:xfrm>
                <a:off x="10937023" y="6137015"/>
                <a:ext cx="188280" cy="40680"/>
              </p14:xfrm>
            </p:contentPart>
          </mc:Choice>
          <mc:Fallback>
            <p:pic>
              <p:nvPicPr>
                <p:cNvPr id="71" name="Ink 70">
                  <a:extLst>
                    <a:ext uri="{FF2B5EF4-FFF2-40B4-BE49-F238E27FC236}">
                      <a16:creationId xmlns:a16="http://schemas.microsoft.com/office/drawing/2014/main" id="{0E5BEE3B-C7C5-41C4-386E-8F0B3A4EB3C8}"/>
                    </a:ext>
                  </a:extLst>
                </p:cNvPr>
                <p:cNvPicPr/>
                <p:nvPr/>
              </p:nvPicPr>
              <p:blipFill>
                <a:blip r:embed="rId121"/>
                <a:stretch>
                  <a:fillRect/>
                </a:stretch>
              </p:blipFill>
              <p:spPr>
                <a:xfrm>
                  <a:off x="10930903" y="6130895"/>
                  <a:ext cx="20052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2" name="Ink 71">
                  <a:extLst>
                    <a:ext uri="{FF2B5EF4-FFF2-40B4-BE49-F238E27FC236}">
                      <a16:creationId xmlns:a16="http://schemas.microsoft.com/office/drawing/2014/main" id="{F6231211-D67D-6B4B-395E-50288D3A6663}"/>
                    </a:ext>
                  </a:extLst>
                </p14:cNvPr>
                <p14:cNvContentPartPr/>
                <p14:nvPr/>
              </p14:nvContentPartPr>
              <p14:xfrm>
                <a:off x="11401423" y="6161135"/>
                <a:ext cx="461160" cy="171000"/>
              </p14:xfrm>
            </p:contentPart>
          </mc:Choice>
          <mc:Fallback>
            <p:pic>
              <p:nvPicPr>
                <p:cNvPr id="72" name="Ink 71">
                  <a:extLst>
                    <a:ext uri="{FF2B5EF4-FFF2-40B4-BE49-F238E27FC236}">
                      <a16:creationId xmlns:a16="http://schemas.microsoft.com/office/drawing/2014/main" id="{F6231211-D67D-6B4B-395E-50288D3A6663}"/>
                    </a:ext>
                  </a:extLst>
                </p:cNvPr>
                <p:cNvPicPr/>
                <p:nvPr/>
              </p:nvPicPr>
              <p:blipFill>
                <a:blip r:embed="rId123"/>
                <a:stretch>
                  <a:fillRect/>
                </a:stretch>
              </p:blipFill>
              <p:spPr>
                <a:xfrm>
                  <a:off x="11395303" y="6155015"/>
                  <a:ext cx="47340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3" name="Ink 72">
                  <a:extLst>
                    <a:ext uri="{FF2B5EF4-FFF2-40B4-BE49-F238E27FC236}">
                      <a16:creationId xmlns:a16="http://schemas.microsoft.com/office/drawing/2014/main" id="{31AEEF75-8AA6-7CD1-161A-386F6778EB2D}"/>
                    </a:ext>
                  </a:extLst>
                </p14:cNvPr>
                <p14:cNvContentPartPr/>
                <p14:nvPr/>
              </p14:nvContentPartPr>
              <p14:xfrm>
                <a:off x="11882383" y="5954135"/>
                <a:ext cx="117000" cy="502200"/>
              </p14:xfrm>
            </p:contentPart>
          </mc:Choice>
          <mc:Fallback>
            <p:pic>
              <p:nvPicPr>
                <p:cNvPr id="73" name="Ink 72">
                  <a:extLst>
                    <a:ext uri="{FF2B5EF4-FFF2-40B4-BE49-F238E27FC236}">
                      <a16:creationId xmlns:a16="http://schemas.microsoft.com/office/drawing/2014/main" id="{31AEEF75-8AA6-7CD1-161A-386F6778EB2D}"/>
                    </a:ext>
                  </a:extLst>
                </p:cNvPr>
                <p:cNvPicPr/>
                <p:nvPr/>
              </p:nvPicPr>
              <p:blipFill>
                <a:blip r:embed="rId125"/>
                <a:stretch>
                  <a:fillRect/>
                </a:stretch>
              </p:blipFill>
              <p:spPr>
                <a:xfrm>
                  <a:off x="11876263" y="5948015"/>
                  <a:ext cx="129240" cy="5144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4" name="Ink 73">
                  <a:extLst>
                    <a:ext uri="{FF2B5EF4-FFF2-40B4-BE49-F238E27FC236}">
                      <a16:creationId xmlns:a16="http://schemas.microsoft.com/office/drawing/2014/main" id="{3A862CB6-448A-68EC-6B95-0BE52D2E0537}"/>
                    </a:ext>
                  </a:extLst>
                </p14:cNvPr>
                <p14:cNvContentPartPr/>
                <p14:nvPr/>
              </p14:nvContentPartPr>
              <p14:xfrm>
                <a:off x="10859983" y="6391895"/>
                <a:ext cx="205920" cy="409320"/>
              </p14:xfrm>
            </p:contentPart>
          </mc:Choice>
          <mc:Fallback>
            <p:pic>
              <p:nvPicPr>
                <p:cNvPr id="74" name="Ink 73">
                  <a:extLst>
                    <a:ext uri="{FF2B5EF4-FFF2-40B4-BE49-F238E27FC236}">
                      <a16:creationId xmlns:a16="http://schemas.microsoft.com/office/drawing/2014/main" id="{3A862CB6-448A-68EC-6B95-0BE52D2E0537}"/>
                    </a:ext>
                  </a:extLst>
                </p:cNvPr>
                <p:cNvPicPr/>
                <p:nvPr/>
              </p:nvPicPr>
              <p:blipFill>
                <a:blip r:embed="rId127"/>
                <a:stretch>
                  <a:fillRect/>
                </a:stretch>
              </p:blipFill>
              <p:spPr>
                <a:xfrm>
                  <a:off x="10853863" y="6385775"/>
                  <a:ext cx="218160" cy="421560"/>
                </a:xfrm>
                <a:prstGeom prst="rect">
                  <a:avLst/>
                </a:prstGeom>
              </p:spPr>
            </p:pic>
          </mc:Fallback>
        </mc:AlternateContent>
      </p:grpSp>
    </p:spTree>
    <p:extLst>
      <p:ext uri="{BB962C8B-B14F-4D97-AF65-F5344CB8AC3E}">
        <p14:creationId xmlns:p14="http://schemas.microsoft.com/office/powerpoint/2010/main" val="1079236781"/>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0-#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animEffect transition="in" filter="randombar(vertical)">
                                      <p:cBhvr>
                                        <p:cTn id="13" dur="500"/>
                                        <p:tgtEl>
                                          <p:spTgt spid="1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5" fill="hold" grpId="0" nodeType="clickEffect">
                                  <p:stCondLst>
                                    <p:cond delay="0"/>
                                  </p:stCondLst>
                                  <p:childTnLst>
                                    <p:set>
                                      <p:cBhvr>
                                        <p:cTn id="17" dur="1" fill="hold">
                                          <p:stCondLst>
                                            <p:cond delay="0"/>
                                          </p:stCondLst>
                                        </p:cTn>
                                        <p:tgtEl>
                                          <p:spTgt spid="12">
                                            <p:txEl>
                                              <p:pRg st="1" end="1"/>
                                            </p:txEl>
                                          </p:spTgt>
                                        </p:tgtEl>
                                        <p:attrNameLst>
                                          <p:attrName>style.visibility</p:attrName>
                                        </p:attrNameLst>
                                      </p:cBhvr>
                                      <p:to>
                                        <p:strVal val="visible"/>
                                      </p:to>
                                    </p:set>
                                    <p:animEffect transition="in" filter="randombar(vertical)">
                                      <p:cBhvr>
                                        <p:cTn id="18" dur="500"/>
                                        <p:tgtEl>
                                          <p:spTgt spid="1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5" fill="hold" grpId="0" nodeType="click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animEffect transition="in" filter="randombar(vertical)">
                                      <p:cBhvr>
                                        <p:cTn id="23" dur="500"/>
                                        <p:tgtEl>
                                          <p:spTgt spid="1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5" fill="hold" grpId="0" nodeType="clickEffect">
                                  <p:stCondLst>
                                    <p:cond delay="0"/>
                                  </p:stCondLst>
                                  <p:childTnLst>
                                    <p:set>
                                      <p:cBhvr>
                                        <p:cTn id="27" dur="1" fill="hold">
                                          <p:stCondLst>
                                            <p:cond delay="0"/>
                                          </p:stCondLst>
                                        </p:cTn>
                                        <p:tgtEl>
                                          <p:spTgt spid="12">
                                            <p:txEl>
                                              <p:pRg st="3" end="3"/>
                                            </p:txEl>
                                          </p:spTgt>
                                        </p:tgtEl>
                                        <p:attrNameLst>
                                          <p:attrName>style.visibility</p:attrName>
                                        </p:attrNameLst>
                                      </p:cBhvr>
                                      <p:to>
                                        <p:strVal val="visible"/>
                                      </p:to>
                                    </p:set>
                                    <p:animEffect transition="in" filter="randombar(vertical)">
                                      <p:cBhvr>
                                        <p:cTn id="28" dur="500"/>
                                        <p:tgtEl>
                                          <p:spTgt spid="12">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5" fill="hold" grpId="0" nodeType="clickEffect">
                                  <p:stCondLst>
                                    <p:cond delay="0"/>
                                  </p:stCondLst>
                                  <p:childTnLst>
                                    <p:set>
                                      <p:cBhvr>
                                        <p:cTn id="32" dur="1" fill="hold">
                                          <p:stCondLst>
                                            <p:cond delay="0"/>
                                          </p:stCondLst>
                                        </p:cTn>
                                        <p:tgtEl>
                                          <p:spTgt spid="12">
                                            <p:txEl>
                                              <p:pRg st="4" end="4"/>
                                            </p:txEl>
                                          </p:spTgt>
                                        </p:tgtEl>
                                        <p:attrNameLst>
                                          <p:attrName>style.visibility</p:attrName>
                                        </p:attrNameLst>
                                      </p:cBhvr>
                                      <p:to>
                                        <p:strVal val="visible"/>
                                      </p:to>
                                    </p:set>
                                    <p:animEffect transition="in" filter="randombar(vertical)">
                                      <p:cBhvr>
                                        <p:cTn id="33" dur="500"/>
                                        <p:tgtEl>
                                          <p:spTgt spid="12">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5" fill="hold" grpId="0" nodeType="clickEffect">
                                  <p:stCondLst>
                                    <p:cond delay="0"/>
                                  </p:stCondLst>
                                  <p:childTnLst>
                                    <p:set>
                                      <p:cBhvr>
                                        <p:cTn id="37" dur="1" fill="hold">
                                          <p:stCondLst>
                                            <p:cond delay="0"/>
                                          </p:stCondLst>
                                        </p:cTn>
                                        <p:tgtEl>
                                          <p:spTgt spid="12">
                                            <p:txEl>
                                              <p:pRg st="5" end="5"/>
                                            </p:txEl>
                                          </p:spTgt>
                                        </p:tgtEl>
                                        <p:attrNameLst>
                                          <p:attrName>style.visibility</p:attrName>
                                        </p:attrNameLst>
                                      </p:cBhvr>
                                      <p:to>
                                        <p:strVal val="visible"/>
                                      </p:to>
                                    </p:set>
                                    <p:animEffect transition="in" filter="randombar(vertical)">
                                      <p:cBhvr>
                                        <p:cTn id="38"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Rectangle 3"/>
          <p:cNvSpPr txBox="1">
            <a:spLocks noChangeArrowheads="1"/>
          </p:cNvSpPr>
          <p:nvPr/>
        </p:nvSpPr>
        <p:spPr>
          <a:xfrm>
            <a:off x="298737" y="1231632"/>
            <a:ext cx="11623063" cy="955387"/>
          </a:xfrm>
          <a:prstGeom prst="rect">
            <a:avLst/>
          </a:prstGeom>
          <a:noFill/>
          <a:ln w="38100" cmpd="dbl">
            <a:noFill/>
            <a:miter lim="800000"/>
            <a:headEnd/>
            <a:tailEnd/>
          </a:ln>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defTabSz="1055679">
              <a:lnSpc>
                <a:spcPct val="100000"/>
              </a:lnSpc>
              <a:spcBef>
                <a:spcPts val="1154"/>
              </a:spcBef>
              <a:buClrTx/>
              <a:buFont typeface="Courier New" panose="02070309020205020404" pitchFamily="49" charset="0"/>
              <a:buChar char="o"/>
            </a:pPr>
            <a:r>
              <a:rPr lang="en-GB" altLang="en-US" sz="2000" dirty="0">
                <a:solidFill>
                  <a:prstClr val="black"/>
                </a:solidFill>
                <a:ea typeface="Verdana" pitchFamily="34" charset="0"/>
                <a:cs typeface="Verdana" pitchFamily="34" charset="0"/>
              </a:rPr>
              <a:t>For example, if X</a:t>
            </a:r>
            <a:r>
              <a:rPr lang="en-GB" altLang="en-US" sz="2000" baseline="-25000" dirty="0">
                <a:solidFill>
                  <a:prstClr val="black"/>
                </a:solidFill>
                <a:ea typeface="Verdana" pitchFamily="34" charset="0"/>
                <a:cs typeface="Verdana" pitchFamily="34" charset="0"/>
              </a:rPr>
              <a:t>t</a:t>
            </a:r>
            <a:r>
              <a:rPr lang="en-GB" altLang="en-US" sz="2000" baseline="-50000" dirty="0">
                <a:solidFill>
                  <a:prstClr val="black"/>
                </a:solidFill>
                <a:ea typeface="Verdana" pitchFamily="34" charset="0"/>
                <a:cs typeface="Verdana" pitchFamily="34" charset="0"/>
              </a:rPr>
              <a:t>1</a:t>
            </a:r>
            <a:r>
              <a:rPr lang="en-GB" altLang="en-US" sz="2000" dirty="0">
                <a:solidFill>
                  <a:prstClr val="black"/>
                </a:solidFill>
                <a:ea typeface="Verdana" pitchFamily="34" charset="0"/>
                <a:cs typeface="Verdana" pitchFamily="34" charset="0"/>
              </a:rPr>
              <a:t>, X</a:t>
            </a:r>
            <a:r>
              <a:rPr lang="en-GB" altLang="en-US" sz="2000" baseline="-25000" dirty="0">
                <a:solidFill>
                  <a:prstClr val="black"/>
                </a:solidFill>
                <a:ea typeface="Verdana" pitchFamily="34" charset="0"/>
                <a:cs typeface="Verdana" pitchFamily="34" charset="0"/>
              </a:rPr>
              <a:t>t</a:t>
            </a:r>
            <a:r>
              <a:rPr lang="en-GB" altLang="en-US" sz="2000" baseline="-50000" dirty="0">
                <a:solidFill>
                  <a:prstClr val="black"/>
                </a:solidFill>
                <a:ea typeface="Verdana" pitchFamily="34" charset="0"/>
                <a:cs typeface="Verdana" pitchFamily="34" charset="0"/>
              </a:rPr>
              <a:t>2</a:t>
            </a:r>
            <a:r>
              <a:rPr lang="en-GB" altLang="en-US" sz="2000" dirty="0">
                <a:solidFill>
                  <a:prstClr val="black"/>
                </a:solidFill>
                <a:ea typeface="Verdana" pitchFamily="34" charset="0"/>
                <a:cs typeface="Verdana" pitchFamily="34" charset="0"/>
              </a:rPr>
              <a:t>, . . . , </a:t>
            </a:r>
            <a:r>
              <a:rPr lang="en-GB" altLang="en-US" sz="2000" dirty="0" err="1">
                <a:solidFill>
                  <a:prstClr val="black"/>
                </a:solidFill>
                <a:ea typeface="Verdana" pitchFamily="34" charset="0"/>
                <a:cs typeface="Verdana" pitchFamily="34" charset="0"/>
              </a:rPr>
              <a:t>X</a:t>
            </a:r>
            <a:r>
              <a:rPr lang="en-GB" altLang="en-US" sz="2000" baseline="-25000" dirty="0" err="1">
                <a:solidFill>
                  <a:prstClr val="black"/>
                </a:solidFill>
                <a:ea typeface="Verdana" pitchFamily="34" charset="0"/>
                <a:cs typeface="Verdana" pitchFamily="34" charset="0"/>
              </a:rPr>
              <a:t>t</a:t>
            </a:r>
            <a:r>
              <a:rPr lang="en-GB" altLang="en-US" sz="2000" baseline="-50000" dirty="0" err="1">
                <a:solidFill>
                  <a:prstClr val="black"/>
                </a:solidFill>
                <a:ea typeface="Verdana" pitchFamily="34" charset="0"/>
                <a:cs typeface="Verdana" pitchFamily="34" charset="0"/>
              </a:rPr>
              <a:t>n</a:t>
            </a:r>
            <a:r>
              <a:rPr lang="en-GB" altLang="en-US" sz="2000" dirty="0">
                <a:solidFill>
                  <a:prstClr val="black"/>
                </a:solidFill>
                <a:ea typeface="Verdana" pitchFamily="34" charset="0"/>
                <a:cs typeface="Verdana" pitchFamily="34" charset="0"/>
              </a:rPr>
              <a:t> denote the time series data over a given period, then the auto-covariance at lag h is given by</a:t>
            </a:r>
          </a:p>
          <a:p>
            <a:pPr marL="0" indent="0" defTabSz="1055679">
              <a:lnSpc>
                <a:spcPct val="100000"/>
              </a:lnSpc>
              <a:spcBef>
                <a:spcPts val="1154"/>
              </a:spcBef>
              <a:buClrTx/>
              <a:buNone/>
            </a:pPr>
            <a:endParaRPr lang="en-US" altLang="en-US" sz="3117" dirty="0">
              <a:solidFill>
                <a:srgbClr val="FF0000"/>
              </a:solidFill>
              <a:latin typeface="Helvetic Neue"/>
              <a:ea typeface="Verdana" pitchFamily="34" charset="0"/>
              <a:cs typeface="Verdana" pitchFamily="34" charset="0"/>
            </a:endParaRPr>
          </a:p>
        </p:txBody>
      </p:sp>
      <p:pic>
        <p:nvPicPr>
          <p:cNvPr id="13" name="Picture 12"/>
          <p:cNvPicPr>
            <a:picLocks noChangeAspect="1"/>
          </p:cNvPicPr>
          <p:nvPr/>
        </p:nvPicPr>
        <p:blipFill>
          <a:blip r:embed="rId2"/>
          <a:stretch>
            <a:fillRect/>
          </a:stretch>
        </p:blipFill>
        <p:spPr>
          <a:xfrm>
            <a:off x="2363613" y="2171693"/>
            <a:ext cx="7961473" cy="1426325"/>
          </a:xfrm>
          <a:prstGeom prst="rect">
            <a:avLst/>
          </a:prstGeom>
        </p:spPr>
      </p:pic>
      <p:sp>
        <p:nvSpPr>
          <p:cNvPr id="3" name="Title 2">
            <a:extLst>
              <a:ext uri="{FF2B5EF4-FFF2-40B4-BE49-F238E27FC236}">
                <a16:creationId xmlns:a16="http://schemas.microsoft.com/office/drawing/2014/main" id="{4A99EE0E-45E3-41C3-5DF8-60B44ABEB4A0}"/>
              </a:ext>
            </a:extLst>
          </p:cNvPr>
          <p:cNvSpPr txBox="1">
            <a:spLocks/>
          </p:cNvSpPr>
          <p:nvPr/>
        </p:nvSpPr>
        <p:spPr>
          <a:xfrm>
            <a:off x="207376" y="106586"/>
            <a:ext cx="8761323"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altLang="en-US" sz="4156" b="1" dirty="0">
                <a:solidFill>
                  <a:schemeClr val="bg1"/>
                </a:solidFill>
                <a:latin typeface="Helvetica Neue"/>
                <a:cs typeface="Helvetica" panose="020B0604020202020204" pitchFamily="34" charset="0"/>
              </a:rPr>
              <a:t>Covariance</a:t>
            </a:r>
          </a:p>
        </p:txBody>
      </p:sp>
      <p:sp>
        <p:nvSpPr>
          <p:cNvPr id="6" name="Rectangle 5">
            <a:extLst>
              <a:ext uri="{FF2B5EF4-FFF2-40B4-BE49-F238E27FC236}">
                <a16:creationId xmlns:a16="http://schemas.microsoft.com/office/drawing/2014/main" id="{6AA37AEB-0EE9-4B3A-AAC6-25A5E8412D1F}"/>
              </a:ext>
            </a:extLst>
          </p:cNvPr>
          <p:cNvSpPr/>
          <p:nvPr/>
        </p:nvSpPr>
        <p:spPr>
          <a:xfrm>
            <a:off x="360252" y="3836856"/>
            <a:ext cx="8608447" cy="461665"/>
          </a:xfrm>
          <a:prstGeom prst="rect">
            <a:avLst/>
          </a:prstGeom>
        </p:spPr>
        <p:txBody>
          <a:bodyPr wrap="none">
            <a:spAutoFit/>
          </a:bodyPr>
          <a:lstStyle/>
          <a:p>
            <a:pPr marL="342900" indent="-342900" defTabSz="1055679">
              <a:spcBef>
                <a:spcPts val="1154"/>
              </a:spcBef>
              <a:buClrTx/>
              <a:buFont typeface="Courier New" panose="02070309020205020404" pitchFamily="49" charset="0"/>
              <a:buChar char="o"/>
            </a:pPr>
            <a:r>
              <a:rPr lang="en-GB" altLang="en-US" sz="2400" dirty="0">
                <a:solidFill>
                  <a:prstClr val="black"/>
                </a:solidFill>
                <a:latin typeface="+mn-lt"/>
                <a:ea typeface="Verdana" pitchFamily="34" charset="0"/>
                <a:cs typeface="Verdana" pitchFamily="34" charset="0"/>
              </a:rPr>
              <a:t>With the help of auto-covariance, the autocorrelation is given by</a:t>
            </a:r>
          </a:p>
        </p:txBody>
      </p:sp>
      <p:pic>
        <p:nvPicPr>
          <p:cNvPr id="9" name="Picture 8">
            <a:extLst>
              <a:ext uri="{FF2B5EF4-FFF2-40B4-BE49-F238E27FC236}">
                <a16:creationId xmlns:a16="http://schemas.microsoft.com/office/drawing/2014/main" id="{5A92CE19-FBC9-43C7-BF7C-A30B3C3D9A24}"/>
              </a:ext>
            </a:extLst>
          </p:cNvPr>
          <p:cNvPicPr>
            <a:picLocks noChangeAspect="1"/>
          </p:cNvPicPr>
          <p:nvPr/>
        </p:nvPicPr>
        <p:blipFill>
          <a:blip r:embed="rId3"/>
          <a:stretch>
            <a:fillRect/>
          </a:stretch>
        </p:blipFill>
        <p:spPr>
          <a:xfrm>
            <a:off x="2917259" y="4298521"/>
            <a:ext cx="4701215" cy="2416589"/>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2B3B3866-DA12-1E55-6F30-2A177244661D}"/>
                  </a:ext>
                </a:extLst>
              </p14:cNvPr>
              <p14:cNvContentPartPr/>
              <p14:nvPr/>
            </p14:nvContentPartPr>
            <p14:xfrm>
              <a:off x="5016463" y="4279055"/>
              <a:ext cx="4119120" cy="42120"/>
            </p14:xfrm>
          </p:contentPart>
        </mc:Choice>
        <mc:Fallback>
          <p:pic>
            <p:nvPicPr>
              <p:cNvPr id="2" name="Ink 1">
                <a:extLst>
                  <a:ext uri="{FF2B5EF4-FFF2-40B4-BE49-F238E27FC236}">
                    <a16:creationId xmlns:a16="http://schemas.microsoft.com/office/drawing/2014/main" id="{2B3B3866-DA12-1E55-6F30-2A177244661D}"/>
                  </a:ext>
                </a:extLst>
              </p:cNvPr>
              <p:cNvPicPr/>
              <p:nvPr/>
            </p:nvPicPr>
            <p:blipFill>
              <a:blip r:embed="rId5"/>
              <a:stretch>
                <a:fillRect/>
              </a:stretch>
            </p:blipFill>
            <p:spPr>
              <a:xfrm>
                <a:off x="5010343" y="4272935"/>
                <a:ext cx="413136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7C09AB24-6F88-8FBB-44C8-785A173B5510}"/>
                  </a:ext>
                </a:extLst>
              </p14:cNvPr>
              <p14:cNvContentPartPr/>
              <p14:nvPr/>
            </p14:nvContentPartPr>
            <p14:xfrm>
              <a:off x="3627583" y="4276535"/>
              <a:ext cx="4187160" cy="1258560"/>
            </p14:xfrm>
          </p:contentPart>
        </mc:Choice>
        <mc:Fallback>
          <p:pic>
            <p:nvPicPr>
              <p:cNvPr id="4" name="Ink 3">
                <a:extLst>
                  <a:ext uri="{FF2B5EF4-FFF2-40B4-BE49-F238E27FC236}">
                    <a16:creationId xmlns:a16="http://schemas.microsoft.com/office/drawing/2014/main" id="{7C09AB24-6F88-8FBB-44C8-785A173B5510}"/>
                  </a:ext>
                </a:extLst>
              </p:cNvPr>
              <p:cNvPicPr/>
              <p:nvPr/>
            </p:nvPicPr>
            <p:blipFill>
              <a:blip r:embed="rId7"/>
              <a:stretch>
                <a:fillRect/>
              </a:stretch>
            </p:blipFill>
            <p:spPr>
              <a:xfrm>
                <a:off x="3621463" y="4270415"/>
                <a:ext cx="4199400" cy="1270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73917B1A-E70C-661A-6503-64467EBBFA8D}"/>
                  </a:ext>
                </a:extLst>
              </p14:cNvPr>
              <p14:cNvContentPartPr/>
              <p14:nvPr/>
            </p14:nvContentPartPr>
            <p14:xfrm>
              <a:off x="4269103" y="5502695"/>
              <a:ext cx="2937240" cy="1308600"/>
            </p14:xfrm>
          </p:contentPart>
        </mc:Choice>
        <mc:Fallback>
          <p:pic>
            <p:nvPicPr>
              <p:cNvPr id="5" name="Ink 4">
                <a:extLst>
                  <a:ext uri="{FF2B5EF4-FFF2-40B4-BE49-F238E27FC236}">
                    <a16:creationId xmlns:a16="http://schemas.microsoft.com/office/drawing/2014/main" id="{73917B1A-E70C-661A-6503-64467EBBFA8D}"/>
                  </a:ext>
                </a:extLst>
              </p:cNvPr>
              <p:cNvPicPr/>
              <p:nvPr/>
            </p:nvPicPr>
            <p:blipFill>
              <a:blip r:embed="rId9"/>
              <a:stretch>
                <a:fillRect/>
              </a:stretch>
            </p:blipFill>
            <p:spPr>
              <a:xfrm>
                <a:off x="4262983" y="5496575"/>
                <a:ext cx="2949480" cy="13208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31B30F75-B706-6BBB-BE0A-1E48CA09F10F}"/>
                  </a:ext>
                </a:extLst>
              </p14:cNvPr>
              <p14:cNvContentPartPr/>
              <p14:nvPr/>
            </p14:nvContentPartPr>
            <p14:xfrm>
              <a:off x="2968423" y="5791415"/>
              <a:ext cx="314280" cy="69840"/>
            </p14:xfrm>
          </p:contentPart>
        </mc:Choice>
        <mc:Fallback>
          <p:pic>
            <p:nvPicPr>
              <p:cNvPr id="7" name="Ink 6">
                <a:extLst>
                  <a:ext uri="{FF2B5EF4-FFF2-40B4-BE49-F238E27FC236}">
                    <a16:creationId xmlns:a16="http://schemas.microsoft.com/office/drawing/2014/main" id="{31B30F75-B706-6BBB-BE0A-1E48CA09F10F}"/>
                  </a:ext>
                </a:extLst>
              </p:cNvPr>
              <p:cNvPicPr/>
              <p:nvPr/>
            </p:nvPicPr>
            <p:blipFill>
              <a:blip r:embed="rId11"/>
              <a:stretch>
                <a:fillRect/>
              </a:stretch>
            </p:blipFill>
            <p:spPr>
              <a:xfrm>
                <a:off x="2962303" y="5785295"/>
                <a:ext cx="326520" cy="82080"/>
              </a:xfrm>
              <a:prstGeom prst="rect">
                <a:avLst/>
              </a:prstGeom>
            </p:spPr>
          </p:pic>
        </mc:Fallback>
      </mc:AlternateContent>
    </p:spTree>
    <p:extLst>
      <p:ext uri="{BB962C8B-B14F-4D97-AF65-F5344CB8AC3E}">
        <p14:creationId xmlns:p14="http://schemas.microsoft.com/office/powerpoint/2010/main" val="2826329825"/>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animEffect transition="in" filter="randombar(vertical)">
                                      <p:cBhvr>
                                        <p:cTn id="13" dur="500"/>
                                        <p:tgtEl>
                                          <p:spTgt spid="1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ppt_w</p:attrName>
                                        </p:attrNameLst>
                                      </p:cBhvr>
                                      <p:tavLst>
                                        <p:tav tm="0">
                                          <p:val>
                                            <p:fltVal val="0"/>
                                          </p:val>
                                        </p:tav>
                                        <p:tav tm="100000">
                                          <p:val>
                                            <p:strVal val="#ppt_w"/>
                                          </p:val>
                                        </p:tav>
                                      </p:tavLst>
                                    </p:anim>
                                    <p:anim calcmode="lin" valueType="num">
                                      <p:cBhvr>
                                        <p:cTn id="19" dur="500" fill="hold"/>
                                        <p:tgtEl>
                                          <p:spTgt spid="9"/>
                                        </p:tgtEl>
                                        <p:attrNameLst>
                                          <p:attrName>ppt_h</p:attrName>
                                        </p:attrNameLst>
                                      </p:cBhvr>
                                      <p:tavLst>
                                        <p:tav tm="0">
                                          <p:val>
                                            <p:fltVal val="0"/>
                                          </p:val>
                                        </p:tav>
                                        <p:tav tm="100000">
                                          <p:val>
                                            <p:strVal val="#ppt_h"/>
                                          </p:val>
                                        </p:tav>
                                      </p:tavLst>
                                    </p:anim>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Rectangle 3"/>
              <p:cNvSpPr txBox="1">
                <a:spLocks noChangeArrowheads="1"/>
              </p:cNvSpPr>
              <p:nvPr/>
            </p:nvSpPr>
            <p:spPr>
              <a:xfrm>
                <a:off x="284469" y="994899"/>
                <a:ext cx="11623063" cy="5281910"/>
              </a:xfrm>
              <a:prstGeom prst="rect">
                <a:avLst/>
              </a:prstGeom>
              <a:noFill/>
              <a:ln w="38100" cmpd="dbl">
                <a:noFill/>
                <a:miter lim="800000"/>
                <a:headEnd/>
                <a:tailEnd/>
              </a:ln>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just" defTabSz="1055679">
                  <a:lnSpc>
                    <a:spcPct val="150000"/>
                  </a:lnSpc>
                  <a:spcBef>
                    <a:spcPts val="0"/>
                  </a:spcBef>
                  <a:buClrTx/>
                  <a:buNone/>
                </a:pPr>
                <a:r>
                  <a:rPr lang="en-GB" altLang="en-US" sz="2400" b="1" dirty="0">
                    <a:solidFill>
                      <a:srgbClr val="0000FF"/>
                    </a:solidFill>
                    <a:ea typeface="Verdana" panose="020B0604030504040204" pitchFamily="34" charset="0"/>
                    <a:cs typeface="Verdana" pitchFamily="34" charset="0"/>
                  </a:rPr>
                  <a:t>2. Principal Component Analysis (PCA):</a:t>
                </a:r>
              </a:p>
              <a:p>
                <a:pPr algn="just" defTabSz="1055679">
                  <a:lnSpc>
                    <a:spcPct val="150000"/>
                  </a:lnSpc>
                  <a:spcBef>
                    <a:spcPts val="0"/>
                  </a:spcBef>
                  <a:buClrTx/>
                  <a:buFont typeface="Courier New" panose="02070309020205020404" pitchFamily="49" charset="0"/>
                  <a:buChar char="o"/>
                </a:pPr>
                <a:r>
                  <a:rPr lang="en-GB" sz="2400" dirty="0">
                    <a:solidFill>
                      <a:prstClr val="black"/>
                    </a:solidFill>
                    <a:ea typeface="Verdana" panose="020B0604030504040204" pitchFamily="34" charset="0"/>
                  </a:rPr>
                  <a:t>PCA is often described as “diagonalizing the covariance matrix”. What does diagonalizing a matrix mean in this context? It simply means that we need to find a non-trivial linear combination of our original variables such that the covariance matrix is diagonal. </a:t>
                </a:r>
              </a:p>
              <a:p>
                <a:pPr defTabSz="1055679">
                  <a:lnSpc>
                    <a:spcPct val="150000"/>
                  </a:lnSpc>
                  <a:spcBef>
                    <a:spcPts val="0"/>
                  </a:spcBef>
                  <a:buClrTx/>
                  <a:buFont typeface="Courier New" panose="02070309020205020404" pitchFamily="49" charset="0"/>
                  <a:buChar char="o"/>
                </a:pPr>
                <a:r>
                  <a:rPr lang="en-GB" sz="2400" dirty="0">
                    <a:solidFill>
                      <a:prstClr val="black"/>
                    </a:solidFill>
                    <a:ea typeface="Verdana" panose="020B0604030504040204" pitchFamily="34" charset="0"/>
                  </a:rPr>
                  <a:t>When this is done, the resulting variables are uncorrelated, i.e. independent. These </a:t>
                </a:r>
                <a:r>
                  <a:rPr lang="en-GB" sz="2400" dirty="0" err="1">
                    <a:solidFill>
                      <a:prstClr val="black"/>
                    </a:solidFill>
                    <a:ea typeface="Verdana" panose="020B0604030504040204" pitchFamily="34" charset="0"/>
                  </a:rPr>
                  <a:t>linea</a:t>
                </a:r>
                <a:r>
                  <a:rPr lang="en-GB" sz="2400" dirty="0">
                    <a:solidFill>
                      <a:prstClr val="black"/>
                    </a:solidFill>
                    <a:ea typeface="Verdana" panose="020B0604030504040204" pitchFamily="34" charset="0"/>
                  </a:rPr>
                  <a:t> combinations are called Principal Components.</a:t>
                </a:r>
              </a:p>
              <a:p>
                <a:pPr algn="just" defTabSz="1055679">
                  <a:lnSpc>
                    <a:spcPct val="100000"/>
                  </a:lnSpc>
                  <a:spcBef>
                    <a:spcPts val="0"/>
                  </a:spcBef>
                  <a:buClrTx/>
                  <a:buFont typeface="Courier New" panose="02070309020205020404" pitchFamily="49" charset="0"/>
                  <a:buChar char="o"/>
                </a:pPr>
                <a:r>
                  <a:rPr lang="en-IN" sz="2400" dirty="0"/>
                  <a:t>Let A be the variance–covariance matrix. The principal components are obtained by solving the eigenvalue problem A</a:t>
                </a:r>
                <a14:m>
                  <m:oMath xmlns:m="http://schemas.openxmlformats.org/officeDocument/2006/math">
                    <m:r>
                      <a:rPr lang="en-IN" b="1">
                        <a:latin typeface="Cambria Math" panose="02040503050406030204" pitchFamily="18" charset="0"/>
                      </a:rPr>
                      <m:t>𝐱</m:t>
                    </m:r>
                    <m:r>
                      <a:rPr lang="en-IN">
                        <a:latin typeface="Cambria Math" panose="02040503050406030204" pitchFamily="18" charset="0"/>
                      </a:rPr>
                      <m:t>=</m:t>
                    </m:r>
                    <m:r>
                      <a:rPr lang="en-IN" i="1">
                        <a:latin typeface="Cambria Math" panose="02040503050406030204" pitchFamily="18" charset="0"/>
                      </a:rPr>
                      <m:t>𝜆</m:t>
                    </m:r>
                    <m:r>
                      <a:rPr lang="en-IN" b="1">
                        <a:latin typeface="Cambria Math" panose="02040503050406030204" pitchFamily="18" charset="0"/>
                      </a:rPr>
                      <m:t>𝐱</m:t>
                    </m:r>
                  </m:oMath>
                </a14:m>
                <a:r>
                  <a:rPr lang="en-IN" sz="2400" dirty="0"/>
                  <a:t>, where </a:t>
                </a:r>
                <a14:m>
                  <m:oMath xmlns:m="http://schemas.openxmlformats.org/officeDocument/2006/math">
                    <m:r>
                      <a:rPr lang="en-IN" i="1">
                        <a:latin typeface="Cambria Math" panose="02040503050406030204" pitchFamily="18" charset="0"/>
                      </a:rPr>
                      <m:t>𝜆</m:t>
                    </m:r>
                  </m:oMath>
                </a14:m>
                <a:r>
                  <a:rPr lang="en-IN" sz="2400" dirty="0"/>
                  <a:t>is an eigenvalue and </a:t>
                </a:r>
                <a14:m>
                  <m:oMath xmlns:m="http://schemas.openxmlformats.org/officeDocument/2006/math">
                    <m:r>
                      <a:rPr lang="en-IN" b="1">
                        <a:latin typeface="Cambria Math" panose="02040503050406030204" pitchFamily="18" charset="0"/>
                      </a:rPr>
                      <m:t>𝐱</m:t>
                    </m:r>
                  </m:oMath>
                </a14:m>
                <a:r>
                  <a:rPr lang="en-IN" sz="2400" dirty="0"/>
                  <a:t> is the corresponding eigenvector.</a:t>
                </a:r>
                <a:endParaRPr lang="en-US" altLang="en-US" sz="2400" b="1" dirty="0">
                  <a:solidFill>
                    <a:srgbClr val="FF0000"/>
                  </a:solidFill>
                  <a:ea typeface="Verdana" panose="020B0604030504040204" pitchFamily="34" charset="0"/>
                  <a:cs typeface="Verdana" pitchFamily="34" charset="0"/>
                </a:endParaRPr>
              </a:p>
            </p:txBody>
          </p:sp>
        </mc:Choice>
        <mc:Fallback xmlns="">
          <p:sp>
            <p:nvSpPr>
              <p:cNvPr id="12" name="Rectangle 3"/>
              <p:cNvSpPr txBox="1">
                <a:spLocks noRot="1" noChangeAspect="1" noMove="1" noResize="1" noEditPoints="1" noAdjustHandles="1" noChangeArrowheads="1" noChangeShapeType="1" noTextEdit="1"/>
              </p:cNvSpPr>
              <p:nvPr/>
            </p:nvSpPr>
            <p:spPr>
              <a:xfrm>
                <a:off x="284469" y="994899"/>
                <a:ext cx="11623063" cy="5281910"/>
              </a:xfrm>
              <a:prstGeom prst="rect">
                <a:avLst/>
              </a:prstGeom>
              <a:blipFill>
                <a:blip r:embed="rId2"/>
                <a:stretch>
                  <a:fillRect l="-839" r="-839"/>
                </a:stretch>
              </a:blipFill>
              <a:ln w="38100" cmpd="dbl">
                <a:noFill/>
                <a:miter lim="800000"/>
                <a:headEnd/>
                <a:tailEnd/>
              </a:ln>
            </p:spPr>
            <p:txBody>
              <a:bodyPr/>
              <a:lstStyle/>
              <a:p>
                <a:r>
                  <a:rPr lang="en-IN">
                    <a:noFill/>
                  </a:rPr>
                  <a:t> </a:t>
                </a:r>
              </a:p>
            </p:txBody>
          </p:sp>
        </mc:Fallback>
      </mc:AlternateContent>
      <p:sp>
        <p:nvSpPr>
          <p:cNvPr id="2" name="Title 2">
            <a:extLst>
              <a:ext uri="{FF2B5EF4-FFF2-40B4-BE49-F238E27FC236}">
                <a16:creationId xmlns:a16="http://schemas.microsoft.com/office/drawing/2014/main" id="{D4E99621-652A-0BC4-68B4-0C2CA80880B6}"/>
              </a:ext>
            </a:extLst>
          </p:cNvPr>
          <p:cNvSpPr txBox="1">
            <a:spLocks/>
          </p:cNvSpPr>
          <p:nvPr/>
        </p:nvSpPr>
        <p:spPr>
          <a:xfrm>
            <a:off x="207376" y="106586"/>
            <a:ext cx="8761323"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altLang="en-US" sz="3200" b="1" dirty="0">
                <a:solidFill>
                  <a:schemeClr val="bg1"/>
                </a:solidFill>
                <a:latin typeface="+mn-lt"/>
                <a:cs typeface="Helvetica" panose="020B0604020202020204" pitchFamily="34" charset="0"/>
              </a:rPr>
              <a:t>Application of Covariance</a:t>
            </a:r>
            <a:endParaRPr lang="en-GB" altLang="en-US" sz="3200" b="1" dirty="0">
              <a:solidFill>
                <a:schemeClr val="bg1"/>
              </a:solidFill>
              <a:latin typeface="+mn-lt"/>
              <a:ea typeface="Verdana" panose="020B0604030504040204" pitchFamily="34" charset="0"/>
              <a:cs typeface="Verdana" pitchFamily="34" charset="0"/>
            </a:endParaRPr>
          </a:p>
          <a:p>
            <a:pPr defTabSz="791779">
              <a:lnSpc>
                <a:spcPct val="100000"/>
              </a:lnSpc>
              <a:buClrTx/>
            </a:pPr>
            <a:endParaRPr lang="en-US" altLang="en-US" sz="3200" b="1" dirty="0">
              <a:solidFill>
                <a:schemeClr val="bg1"/>
              </a:solidFill>
              <a:latin typeface="+mn-lt"/>
              <a:cs typeface="Helvetica" panose="020B0604020202020204" pitchFamily="34" charset="0"/>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E3A93967-F2C9-0248-6F18-256F15B14A0A}"/>
                  </a:ext>
                </a:extLst>
              </p14:cNvPr>
              <p14:cNvContentPartPr/>
              <p14:nvPr/>
            </p14:nvContentPartPr>
            <p14:xfrm>
              <a:off x="3922423" y="2088455"/>
              <a:ext cx="4431600" cy="135000"/>
            </p14:xfrm>
          </p:contentPart>
        </mc:Choice>
        <mc:Fallback>
          <p:pic>
            <p:nvPicPr>
              <p:cNvPr id="3" name="Ink 2">
                <a:extLst>
                  <a:ext uri="{FF2B5EF4-FFF2-40B4-BE49-F238E27FC236}">
                    <a16:creationId xmlns:a16="http://schemas.microsoft.com/office/drawing/2014/main" id="{E3A93967-F2C9-0248-6F18-256F15B14A0A}"/>
                  </a:ext>
                </a:extLst>
              </p:cNvPr>
              <p:cNvPicPr/>
              <p:nvPr/>
            </p:nvPicPr>
            <p:blipFill>
              <a:blip r:embed="rId4"/>
              <a:stretch>
                <a:fillRect/>
              </a:stretch>
            </p:blipFill>
            <p:spPr>
              <a:xfrm>
                <a:off x="3916303" y="2082335"/>
                <a:ext cx="4443840" cy="147240"/>
              </a:xfrm>
              <a:prstGeom prst="rect">
                <a:avLst/>
              </a:prstGeom>
            </p:spPr>
          </p:pic>
        </mc:Fallback>
      </mc:AlternateContent>
      <p:grpSp>
        <p:nvGrpSpPr>
          <p:cNvPr id="29" name="Group 28">
            <a:extLst>
              <a:ext uri="{FF2B5EF4-FFF2-40B4-BE49-F238E27FC236}">
                <a16:creationId xmlns:a16="http://schemas.microsoft.com/office/drawing/2014/main" id="{40F55C01-3C3B-25F6-75EA-69DE214C3EAC}"/>
              </a:ext>
            </a:extLst>
          </p:cNvPr>
          <p:cNvGrpSpPr/>
          <p:nvPr/>
        </p:nvGrpSpPr>
        <p:grpSpPr>
          <a:xfrm>
            <a:off x="4780663" y="5293175"/>
            <a:ext cx="6895080" cy="1060920"/>
            <a:chOff x="4780663" y="5293175"/>
            <a:chExt cx="6895080" cy="1060920"/>
          </a:xfrm>
        </p:grpSpPr>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6CBC8D91-5258-00A2-227F-B3E515A5AD04}"/>
                    </a:ext>
                  </a:extLst>
                </p14:cNvPr>
                <p14:cNvContentPartPr/>
                <p14:nvPr/>
              </p14:nvContentPartPr>
              <p14:xfrm>
                <a:off x="4780663" y="5293175"/>
                <a:ext cx="366840" cy="68040"/>
              </p14:xfrm>
            </p:contentPart>
          </mc:Choice>
          <mc:Fallback>
            <p:pic>
              <p:nvPicPr>
                <p:cNvPr id="4" name="Ink 3">
                  <a:extLst>
                    <a:ext uri="{FF2B5EF4-FFF2-40B4-BE49-F238E27FC236}">
                      <a16:creationId xmlns:a16="http://schemas.microsoft.com/office/drawing/2014/main" id="{6CBC8D91-5258-00A2-227F-B3E515A5AD04}"/>
                    </a:ext>
                  </a:extLst>
                </p:cNvPr>
                <p:cNvPicPr/>
                <p:nvPr/>
              </p:nvPicPr>
              <p:blipFill>
                <a:blip r:embed="rId6"/>
                <a:stretch>
                  <a:fillRect/>
                </a:stretch>
              </p:blipFill>
              <p:spPr>
                <a:xfrm>
                  <a:off x="4774543" y="5287055"/>
                  <a:ext cx="379080" cy="802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A5416F4E-B616-F221-D9A0-65E888F1A209}"/>
                    </a:ext>
                  </a:extLst>
                </p14:cNvPr>
                <p14:cNvContentPartPr/>
                <p14:nvPr/>
              </p14:nvContentPartPr>
              <p14:xfrm>
                <a:off x="4789663" y="5433215"/>
                <a:ext cx="808560" cy="605520"/>
              </p14:xfrm>
            </p:contentPart>
          </mc:Choice>
          <mc:Fallback>
            <p:pic>
              <p:nvPicPr>
                <p:cNvPr id="5" name="Ink 4">
                  <a:extLst>
                    <a:ext uri="{FF2B5EF4-FFF2-40B4-BE49-F238E27FC236}">
                      <a16:creationId xmlns:a16="http://schemas.microsoft.com/office/drawing/2014/main" id="{A5416F4E-B616-F221-D9A0-65E888F1A209}"/>
                    </a:ext>
                  </a:extLst>
                </p:cNvPr>
                <p:cNvPicPr/>
                <p:nvPr/>
              </p:nvPicPr>
              <p:blipFill>
                <a:blip r:embed="rId8"/>
                <a:stretch>
                  <a:fillRect/>
                </a:stretch>
              </p:blipFill>
              <p:spPr>
                <a:xfrm>
                  <a:off x="4783543" y="5427095"/>
                  <a:ext cx="820800" cy="6177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56191B45-DF85-17FE-C926-D2D0D6A6F7B7}"/>
                    </a:ext>
                  </a:extLst>
                </p14:cNvPr>
                <p14:cNvContentPartPr/>
                <p14:nvPr/>
              </p14:nvContentPartPr>
              <p14:xfrm>
                <a:off x="5471863" y="5904815"/>
                <a:ext cx="175320" cy="372600"/>
              </p14:xfrm>
            </p:contentPart>
          </mc:Choice>
          <mc:Fallback>
            <p:pic>
              <p:nvPicPr>
                <p:cNvPr id="6" name="Ink 5">
                  <a:extLst>
                    <a:ext uri="{FF2B5EF4-FFF2-40B4-BE49-F238E27FC236}">
                      <a16:creationId xmlns:a16="http://schemas.microsoft.com/office/drawing/2014/main" id="{56191B45-DF85-17FE-C926-D2D0D6A6F7B7}"/>
                    </a:ext>
                  </a:extLst>
                </p:cNvPr>
                <p:cNvPicPr/>
                <p:nvPr/>
              </p:nvPicPr>
              <p:blipFill>
                <a:blip r:embed="rId10"/>
                <a:stretch>
                  <a:fillRect/>
                </a:stretch>
              </p:blipFill>
              <p:spPr>
                <a:xfrm>
                  <a:off x="5465743" y="5898695"/>
                  <a:ext cx="187560" cy="3848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5121D36D-01DA-22C1-DEF4-ED0D54CB265A}"/>
                    </a:ext>
                  </a:extLst>
                </p14:cNvPr>
                <p14:cNvContentPartPr/>
                <p14:nvPr/>
              </p14:nvContentPartPr>
              <p14:xfrm>
                <a:off x="5888023" y="5792495"/>
                <a:ext cx="266040" cy="550440"/>
              </p14:xfrm>
            </p:contentPart>
          </mc:Choice>
          <mc:Fallback>
            <p:pic>
              <p:nvPicPr>
                <p:cNvPr id="7" name="Ink 6">
                  <a:extLst>
                    <a:ext uri="{FF2B5EF4-FFF2-40B4-BE49-F238E27FC236}">
                      <a16:creationId xmlns:a16="http://schemas.microsoft.com/office/drawing/2014/main" id="{5121D36D-01DA-22C1-DEF4-ED0D54CB265A}"/>
                    </a:ext>
                  </a:extLst>
                </p:cNvPr>
                <p:cNvPicPr/>
                <p:nvPr/>
              </p:nvPicPr>
              <p:blipFill>
                <a:blip r:embed="rId12"/>
                <a:stretch>
                  <a:fillRect/>
                </a:stretch>
              </p:blipFill>
              <p:spPr>
                <a:xfrm>
                  <a:off x="5881903" y="5786375"/>
                  <a:ext cx="278280" cy="5626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CA7BEAAC-D6E7-7540-F1FD-D5754194FFE7}"/>
                    </a:ext>
                  </a:extLst>
                </p14:cNvPr>
                <p14:cNvContentPartPr/>
                <p14:nvPr/>
              </p14:nvContentPartPr>
              <p14:xfrm>
                <a:off x="6053263" y="6053855"/>
                <a:ext cx="156600" cy="35640"/>
              </p14:xfrm>
            </p:contentPart>
          </mc:Choice>
          <mc:Fallback>
            <p:pic>
              <p:nvPicPr>
                <p:cNvPr id="8" name="Ink 7">
                  <a:extLst>
                    <a:ext uri="{FF2B5EF4-FFF2-40B4-BE49-F238E27FC236}">
                      <a16:creationId xmlns:a16="http://schemas.microsoft.com/office/drawing/2014/main" id="{CA7BEAAC-D6E7-7540-F1FD-D5754194FFE7}"/>
                    </a:ext>
                  </a:extLst>
                </p:cNvPr>
                <p:cNvPicPr/>
                <p:nvPr/>
              </p:nvPicPr>
              <p:blipFill>
                <a:blip r:embed="rId14"/>
                <a:stretch>
                  <a:fillRect/>
                </a:stretch>
              </p:blipFill>
              <p:spPr>
                <a:xfrm>
                  <a:off x="6047143" y="6047735"/>
                  <a:ext cx="16884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9" name="Ink 8">
                  <a:extLst>
                    <a:ext uri="{FF2B5EF4-FFF2-40B4-BE49-F238E27FC236}">
                      <a16:creationId xmlns:a16="http://schemas.microsoft.com/office/drawing/2014/main" id="{EDC7754D-32FC-1FE8-4B02-2BDC882ABA3B}"/>
                    </a:ext>
                  </a:extLst>
                </p14:cNvPr>
                <p14:cNvContentPartPr/>
                <p14:nvPr/>
              </p14:nvContentPartPr>
              <p14:xfrm>
                <a:off x="6502183" y="6146015"/>
                <a:ext cx="216000" cy="18000"/>
              </p14:xfrm>
            </p:contentPart>
          </mc:Choice>
          <mc:Fallback>
            <p:pic>
              <p:nvPicPr>
                <p:cNvPr id="9" name="Ink 8">
                  <a:extLst>
                    <a:ext uri="{FF2B5EF4-FFF2-40B4-BE49-F238E27FC236}">
                      <a16:creationId xmlns:a16="http://schemas.microsoft.com/office/drawing/2014/main" id="{EDC7754D-32FC-1FE8-4B02-2BDC882ABA3B}"/>
                    </a:ext>
                  </a:extLst>
                </p:cNvPr>
                <p:cNvPicPr/>
                <p:nvPr/>
              </p:nvPicPr>
              <p:blipFill>
                <a:blip r:embed="rId16"/>
                <a:stretch>
                  <a:fillRect/>
                </a:stretch>
              </p:blipFill>
              <p:spPr>
                <a:xfrm>
                  <a:off x="6496063" y="6139895"/>
                  <a:ext cx="22824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0" name="Ink 9">
                  <a:extLst>
                    <a:ext uri="{FF2B5EF4-FFF2-40B4-BE49-F238E27FC236}">
                      <a16:creationId xmlns:a16="http://schemas.microsoft.com/office/drawing/2014/main" id="{17B19A8E-BEEE-0565-A331-6DEBC9A96EC2}"/>
                    </a:ext>
                  </a:extLst>
                </p14:cNvPr>
                <p14:cNvContentPartPr/>
                <p14:nvPr/>
              </p14:nvContentPartPr>
              <p14:xfrm>
                <a:off x="6550423" y="6251855"/>
                <a:ext cx="212400" cy="12960"/>
              </p14:xfrm>
            </p:contentPart>
          </mc:Choice>
          <mc:Fallback>
            <p:pic>
              <p:nvPicPr>
                <p:cNvPr id="10" name="Ink 9">
                  <a:extLst>
                    <a:ext uri="{FF2B5EF4-FFF2-40B4-BE49-F238E27FC236}">
                      <a16:creationId xmlns:a16="http://schemas.microsoft.com/office/drawing/2014/main" id="{17B19A8E-BEEE-0565-A331-6DEBC9A96EC2}"/>
                    </a:ext>
                  </a:extLst>
                </p:cNvPr>
                <p:cNvPicPr/>
                <p:nvPr/>
              </p:nvPicPr>
              <p:blipFill>
                <a:blip r:embed="rId18"/>
                <a:stretch>
                  <a:fillRect/>
                </a:stretch>
              </p:blipFill>
              <p:spPr>
                <a:xfrm>
                  <a:off x="6544303" y="6245735"/>
                  <a:ext cx="22464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1" name="Ink 10">
                  <a:extLst>
                    <a:ext uri="{FF2B5EF4-FFF2-40B4-BE49-F238E27FC236}">
                      <a16:creationId xmlns:a16="http://schemas.microsoft.com/office/drawing/2014/main" id="{62410ED1-FCD7-9C0D-9C84-5208843737B2}"/>
                    </a:ext>
                  </a:extLst>
                </p14:cNvPr>
                <p14:cNvContentPartPr/>
                <p14:nvPr/>
              </p14:nvContentPartPr>
              <p14:xfrm>
                <a:off x="6944263" y="6057815"/>
                <a:ext cx="266040" cy="256320"/>
              </p14:xfrm>
            </p:contentPart>
          </mc:Choice>
          <mc:Fallback>
            <p:pic>
              <p:nvPicPr>
                <p:cNvPr id="11" name="Ink 10">
                  <a:extLst>
                    <a:ext uri="{FF2B5EF4-FFF2-40B4-BE49-F238E27FC236}">
                      <a16:creationId xmlns:a16="http://schemas.microsoft.com/office/drawing/2014/main" id="{62410ED1-FCD7-9C0D-9C84-5208843737B2}"/>
                    </a:ext>
                  </a:extLst>
                </p:cNvPr>
                <p:cNvPicPr/>
                <p:nvPr/>
              </p:nvPicPr>
              <p:blipFill>
                <a:blip r:embed="rId20"/>
                <a:stretch>
                  <a:fillRect/>
                </a:stretch>
              </p:blipFill>
              <p:spPr>
                <a:xfrm>
                  <a:off x="6938143" y="6051695"/>
                  <a:ext cx="278280" cy="2685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3" name="Ink 12">
                  <a:extLst>
                    <a:ext uri="{FF2B5EF4-FFF2-40B4-BE49-F238E27FC236}">
                      <a16:creationId xmlns:a16="http://schemas.microsoft.com/office/drawing/2014/main" id="{5345DDF6-69C1-3FB2-8BF0-F27F43BA48A7}"/>
                    </a:ext>
                  </a:extLst>
                </p14:cNvPr>
                <p14:cNvContentPartPr/>
                <p14:nvPr/>
              </p14:nvContentPartPr>
              <p14:xfrm>
                <a:off x="7270423" y="6174815"/>
                <a:ext cx="207000" cy="127800"/>
              </p14:xfrm>
            </p:contentPart>
          </mc:Choice>
          <mc:Fallback>
            <p:pic>
              <p:nvPicPr>
                <p:cNvPr id="13" name="Ink 12">
                  <a:extLst>
                    <a:ext uri="{FF2B5EF4-FFF2-40B4-BE49-F238E27FC236}">
                      <a16:creationId xmlns:a16="http://schemas.microsoft.com/office/drawing/2014/main" id="{5345DDF6-69C1-3FB2-8BF0-F27F43BA48A7}"/>
                    </a:ext>
                  </a:extLst>
                </p:cNvPr>
                <p:cNvPicPr/>
                <p:nvPr/>
              </p:nvPicPr>
              <p:blipFill>
                <a:blip r:embed="rId22"/>
                <a:stretch>
                  <a:fillRect/>
                </a:stretch>
              </p:blipFill>
              <p:spPr>
                <a:xfrm>
                  <a:off x="7264303" y="6168695"/>
                  <a:ext cx="21924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Ink 13">
                  <a:extLst>
                    <a:ext uri="{FF2B5EF4-FFF2-40B4-BE49-F238E27FC236}">
                      <a16:creationId xmlns:a16="http://schemas.microsoft.com/office/drawing/2014/main" id="{11FE7F8E-90A8-1733-4002-341F6E7724A1}"/>
                    </a:ext>
                  </a:extLst>
                </p14:cNvPr>
                <p14:cNvContentPartPr/>
                <p14:nvPr/>
              </p14:nvContentPartPr>
              <p14:xfrm>
                <a:off x="7527823" y="6135935"/>
                <a:ext cx="167760" cy="173880"/>
              </p14:xfrm>
            </p:contentPart>
          </mc:Choice>
          <mc:Fallback>
            <p:pic>
              <p:nvPicPr>
                <p:cNvPr id="14" name="Ink 13">
                  <a:extLst>
                    <a:ext uri="{FF2B5EF4-FFF2-40B4-BE49-F238E27FC236}">
                      <a16:creationId xmlns:a16="http://schemas.microsoft.com/office/drawing/2014/main" id="{11FE7F8E-90A8-1733-4002-341F6E7724A1}"/>
                    </a:ext>
                  </a:extLst>
                </p:cNvPr>
                <p:cNvPicPr/>
                <p:nvPr/>
              </p:nvPicPr>
              <p:blipFill>
                <a:blip r:embed="rId24"/>
                <a:stretch>
                  <a:fillRect/>
                </a:stretch>
              </p:blipFill>
              <p:spPr>
                <a:xfrm>
                  <a:off x="7521703" y="6129815"/>
                  <a:ext cx="18000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80129BC2-7280-D1B5-B5CD-D0ED384BC0EA}"/>
                    </a:ext>
                  </a:extLst>
                </p14:cNvPr>
                <p14:cNvContentPartPr/>
                <p14:nvPr/>
              </p14:nvContentPartPr>
              <p14:xfrm>
                <a:off x="7889623" y="6183815"/>
                <a:ext cx="45720" cy="19440"/>
              </p14:xfrm>
            </p:contentPart>
          </mc:Choice>
          <mc:Fallback>
            <p:pic>
              <p:nvPicPr>
                <p:cNvPr id="15" name="Ink 14">
                  <a:extLst>
                    <a:ext uri="{FF2B5EF4-FFF2-40B4-BE49-F238E27FC236}">
                      <a16:creationId xmlns:a16="http://schemas.microsoft.com/office/drawing/2014/main" id="{80129BC2-7280-D1B5-B5CD-D0ED384BC0EA}"/>
                    </a:ext>
                  </a:extLst>
                </p:cNvPr>
                <p:cNvPicPr/>
                <p:nvPr/>
              </p:nvPicPr>
              <p:blipFill>
                <a:blip r:embed="rId26"/>
                <a:stretch>
                  <a:fillRect/>
                </a:stretch>
              </p:blipFill>
              <p:spPr>
                <a:xfrm>
                  <a:off x="7883503" y="6177695"/>
                  <a:ext cx="5796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Ink 15">
                  <a:extLst>
                    <a:ext uri="{FF2B5EF4-FFF2-40B4-BE49-F238E27FC236}">
                      <a16:creationId xmlns:a16="http://schemas.microsoft.com/office/drawing/2014/main" id="{4ED9B66E-9505-B124-93E1-48934A30C8F5}"/>
                    </a:ext>
                  </a:extLst>
                </p14:cNvPr>
                <p14:cNvContentPartPr/>
                <p14:nvPr/>
              </p14:nvContentPartPr>
              <p14:xfrm>
                <a:off x="7764343" y="6141695"/>
                <a:ext cx="728640" cy="172440"/>
              </p14:xfrm>
            </p:contentPart>
          </mc:Choice>
          <mc:Fallback>
            <p:pic>
              <p:nvPicPr>
                <p:cNvPr id="16" name="Ink 15">
                  <a:extLst>
                    <a:ext uri="{FF2B5EF4-FFF2-40B4-BE49-F238E27FC236}">
                      <a16:creationId xmlns:a16="http://schemas.microsoft.com/office/drawing/2014/main" id="{4ED9B66E-9505-B124-93E1-48934A30C8F5}"/>
                    </a:ext>
                  </a:extLst>
                </p:cNvPr>
                <p:cNvPicPr/>
                <p:nvPr/>
              </p:nvPicPr>
              <p:blipFill>
                <a:blip r:embed="rId28"/>
                <a:stretch>
                  <a:fillRect/>
                </a:stretch>
              </p:blipFill>
              <p:spPr>
                <a:xfrm>
                  <a:off x="7758223" y="6135575"/>
                  <a:ext cx="74088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 name="Ink 16">
                  <a:extLst>
                    <a:ext uri="{FF2B5EF4-FFF2-40B4-BE49-F238E27FC236}">
                      <a16:creationId xmlns:a16="http://schemas.microsoft.com/office/drawing/2014/main" id="{FC969B27-239A-738F-9962-7C8DC623EC19}"/>
                    </a:ext>
                  </a:extLst>
                </p14:cNvPr>
                <p14:cNvContentPartPr/>
                <p14:nvPr/>
              </p14:nvContentPartPr>
              <p14:xfrm>
                <a:off x="8554543" y="5990855"/>
                <a:ext cx="47160" cy="23040"/>
              </p14:xfrm>
            </p:contentPart>
          </mc:Choice>
          <mc:Fallback>
            <p:pic>
              <p:nvPicPr>
                <p:cNvPr id="17" name="Ink 16">
                  <a:extLst>
                    <a:ext uri="{FF2B5EF4-FFF2-40B4-BE49-F238E27FC236}">
                      <a16:creationId xmlns:a16="http://schemas.microsoft.com/office/drawing/2014/main" id="{FC969B27-239A-738F-9962-7C8DC623EC19}"/>
                    </a:ext>
                  </a:extLst>
                </p:cNvPr>
                <p:cNvPicPr/>
                <p:nvPr/>
              </p:nvPicPr>
              <p:blipFill>
                <a:blip r:embed="rId30"/>
                <a:stretch>
                  <a:fillRect/>
                </a:stretch>
              </p:blipFill>
              <p:spPr>
                <a:xfrm>
                  <a:off x="8548423" y="5984735"/>
                  <a:ext cx="5940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8" name="Ink 17">
                  <a:extLst>
                    <a:ext uri="{FF2B5EF4-FFF2-40B4-BE49-F238E27FC236}">
                      <a16:creationId xmlns:a16="http://schemas.microsoft.com/office/drawing/2014/main" id="{6DE30534-AD19-0425-192F-5F2A387EB2F6}"/>
                    </a:ext>
                  </a:extLst>
                </p14:cNvPr>
                <p14:cNvContentPartPr/>
                <p14:nvPr/>
              </p14:nvContentPartPr>
              <p14:xfrm>
                <a:off x="8587303" y="6128015"/>
                <a:ext cx="581760" cy="158400"/>
              </p14:xfrm>
            </p:contentPart>
          </mc:Choice>
          <mc:Fallback>
            <p:pic>
              <p:nvPicPr>
                <p:cNvPr id="18" name="Ink 17">
                  <a:extLst>
                    <a:ext uri="{FF2B5EF4-FFF2-40B4-BE49-F238E27FC236}">
                      <a16:creationId xmlns:a16="http://schemas.microsoft.com/office/drawing/2014/main" id="{6DE30534-AD19-0425-192F-5F2A387EB2F6}"/>
                    </a:ext>
                  </a:extLst>
                </p:cNvPr>
                <p:cNvPicPr/>
                <p:nvPr/>
              </p:nvPicPr>
              <p:blipFill>
                <a:blip r:embed="rId32"/>
                <a:stretch>
                  <a:fillRect/>
                </a:stretch>
              </p:blipFill>
              <p:spPr>
                <a:xfrm>
                  <a:off x="8581183" y="6121895"/>
                  <a:ext cx="59400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9" name="Ink 18">
                  <a:extLst>
                    <a:ext uri="{FF2B5EF4-FFF2-40B4-BE49-F238E27FC236}">
                      <a16:creationId xmlns:a16="http://schemas.microsoft.com/office/drawing/2014/main" id="{E7B56C49-8D19-AD84-1A83-598B818C826C}"/>
                    </a:ext>
                  </a:extLst>
                </p14:cNvPr>
                <p14:cNvContentPartPr/>
                <p14:nvPr/>
              </p14:nvContentPartPr>
              <p14:xfrm>
                <a:off x="9231703" y="6175175"/>
                <a:ext cx="200880" cy="144000"/>
              </p14:xfrm>
            </p:contentPart>
          </mc:Choice>
          <mc:Fallback>
            <p:pic>
              <p:nvPicPr>
                <p:cNvPr id="19" name="Ink 18">
                  <a:extLst>
                    <a:ext uri="{FF2B5EF4-FFF2-40B4-BE49-F238E27FC236}">
                      <a16:creationId xmlns:a16="http://schemas.microsoft.com/office/drawing/2014/main" id="{E7B56C49-8D19-AD84-1A83-598B818C826C}"/>
                    </a:ext>
                  </a:extLst>
                </p:cNvPr>
                <p:cNvPicPr/>
                <p:nvPr/>
              </p:nvPicPr>
              <p:blipFill>
                <a:blip r:embed="rId34"/>
                <a:stretch>
                  <a:fillRect/>
                </a:stretch>
              </p:blipFill>
              <p:spPr>
                <a:xfrm>
                  <a:off x="9225583" y="6169055"/>
                  <a:ext cx="21312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0" name="Ink 19">
                  <a:extLst>
                    <a:ext uri="{FF2B5EF4-FFF2-40B4-BE49-F238E27FC236}">
                      <a16:creationId xmlns:a16="http://schemas.microsoft.com/office/drawing/2014/main" id="{646F595A-B553-3739-021C-E4B2E13171B3}"/>
                    </a:ext>
                  </a:extLst>
                </p14:cNvPr>
                <p14:cNvContentPartPr/>
                <p14:nvPr/>
              </p14:nvContentPartPr>
              <p14:xfrm>
                <a:off x="9470023" y="6183815"/>
                <a:ext cx="194760" cy="57960"/>
              </p14:xfrm>
            </p:contentPart>
          </mc:Choice>
          <mc:Fallback>
            <p:pic>
              <p:nvPicPr>
                <p:cNvPr id="20" name="Ink 19">
                  <a:extLst>
                    <a:ext uri="{FF2B5EF4-FFF2-40B4-BE49-F238E27FC236}">
                      <a16:creationId xmlns:a16="http://schemas.microsoft.com/office/drawing/2014/main" id="{646F595A-B553-3739-021C-E4B2E13171B3}"/>
                    </a:ext>
                  </a:extLst>
                </p:cNvPr>
                <p:cNvPicPr/>
                <p:nvPr/>
              </p:nvPicPr>
              <p:blipFill>
                <a:blip r:embed="rId36"/>
                <a:stretch>
                  <a:fillRect/>
                </a:stretch>
              </p:blipFill>
              <p:spPr>
                <a:xfrm>
                  <a:off x="9463903" y="6177695"/>
                  <a:ext cx="207000" cy="702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1" name="Ink 20">
                  <a:extLst>
                    <a:ext uri="{FF2B5EF4-FFF2-40B4-BE49-F238E27FC236}">
                      <a16:creationId xmlns:a16="http://schemas.microsoft.com/office/drawing/2014/main" id="{C8125312-94DD-8464-C0F3-7EA072C46492}"/>
                    </a:ext>
                  </a:extLst>
                </p14:cNvPr>
                <p14:cNvContentPartPr/>
                <p14:nvPr/>
              </p14:nvContentPartPr>
              <p14:xfrm>
                <a:off x="9884383" y="5997695"/>
                <a:ext cx="370440" cy="274680"/>
              </p14:xfrm>
            </p:contentPart>
          </mc:Choice>
          <mc:Fallback>
            <p:pic>
              <p:nvPicPr>
                <p:cNvPr id="21" name="Ink 20">
                  <a:extLst>
                    <a:ext uri="{FF2B5EF4-FFF2-40B4-BE49-F238E27FC236}">
                      <a16:creationId xmlns:a16="http://schemas.microsoft.com/office/drawing/2014/main" id="{C8125312-94DD-8464-C0F3-7EA072C46492}"/>
                    </a:ext>
                  </a:extLst>
                </p:cNvPr>
                <p:cNvPicPr/>
                <p:nvPr/>
              </p:nvPicPr>
              <p:blipFill>
                <a:blip r:embed="rId38"/>
                <a:stretch>
                  <a:fillRect/>
                </a:stretch>
              </p:blipFill>
              <p:spPr>
                <a:xfrm>
                  <a:off x="9878263" y="5991575"/>
                  <a:ext cx="38268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2" name="Ink 21">
                  <a:extLst>
                    <a:ext uri="{FF2B5EF4-FFF2-40B4-BE49-F238E27FC236}">
                      <a16:creationId xmlns:a16="http://schemas.microsoft.com/office/drawing/2014/main" id="{19BBE5DA-22C8-F4F2-B063-C9BC77AE77E5}"/>
                    </a:ext>
                  </a:extLst>
                </p14:cNvPr>
                <p14:cNvContentPartPr/>
                <p14:nvPr/>
              </p14:nvContentPartPr>
              <p14:xfrm>
                <a:off x="10331503" y="5695655"/>
                <a:ext cx="907200" cy="600840"/>
              </p14:xfrm>
            </p:contentPart>
          </mc:Choice>
          <mc:Fallback>
            <p:pic>
              <p:nvPicPr>
                <p:cNvPr id="22" name="Ink 21">
                  <a:extLst>
                    <a:ext uri="{FF2B5EF4-FFF2-40B4-BE49-F238E27FC236}">
                      <a16:creationId xmlns:a16="http://schemas.microsoft.com/office/drawing/2014/main" id="{19BBE5DA-22C8-F4F2-B063-C9BC77AE77E5}"/>
                    </a:ext>
                  </a:extLst>
                </p:cNvPr>
                <p:cNvPicPr/>
                <p:nvPr/>
              </p:nvPicPr>
              <p:blipFill>
                <a:blip r:embed="rId40"/>
                <a:stretch>
                  <a:fillRect/>
                </a:stretch>
              </p:blipFill>
              <p:spPr>
                <a:xfrm>
                  <a:off x="10325383" y="5689535"/>
                  <a:ext cx="919440" cy="6130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3" name="Ink 22">
                  <a:extLst>
                    <a:ext uri="{FF2B5EF4-FFF2-40B4-BE49-F238E27FC236}">
                      <a16:creationId xmlns:a16="http://schemas.microsoft.com/office/drawing/2014/main" id="{1DF97334-003D-133D-D1F0-3DB94FD26746}"/>
                    </a:ext>
                  </a:extLst>
                </p14:cNvPr>
                <p14:cNvContentPartPr/>
                <p14:nvPr/>
              </p14:nvContentPartPr>
              <p14:xfrm>
                <a:off x="11206663" y="5936495"/>
                <a:ext cx="47160" cy="20520"/>
              </p14:xfrm>
            </p:contentPart>
          </mc:Choice>
          <mc:Fallback>
            <p:pic>
              <p:nvPicPr>
                <p:cNvPr id="23" name="Ink 22">
                  <a:extLst>
                    <a:ext uri="{FF2B5EF4-FFF2-40B4-BE49-F238E27FC236}">
                      <a16:creationId xmlns:a16="http://schemas.microsoft.com/office/drawing/2014/main" id="{1DF97334-003D-133D-D1F0-3DB94FD26746}"/>
                    </a:ext>
                  </a:extLst>
                </p:cNvPr>
                <p:cNvPicPr/>
                <p:nvPr/>
              </p:nvPicPr>
              <p:blipFill>
                <a:blip r:embed="rId42"/>
                <a:stretch>
                  <a:fillRect/>
                </a:stretch>
              </p:blipFill>
              <p:spPr>
                <a:xfrm>
                  <a:off x="11200543" y="5930375"/>
                  <a:ext cx="5940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4" name="Ink 23">
                  <a:extLst>
                    <a:ext uri="{FF2B5EF4-FFF2-40B4-BE49-F238E27FC236}">
                      <a16:creationId xmlns:a16="http://schemas.microsoft.com/office/drawing/2014/main" id="{05680267-539F-05D4-BCB8-1B87EA11D0C1}"/>
                    </a:ext>
                  </a:extLst>
                </p14:cNvPr>
                <p14:cNvContentPartPr/>
                <p14:nvPr/>
              </p14:nvContentPartPr>
              <p14:xfrm>
                <a:off x="11425903" y="6092735"/>
                <a:ext cx="220680" cy="261360"/>
              </p14:xfrm>
            </p:contentPart>
          </mc:Choice>
          <mc:Fallback>
            <p:pic>
              <p:nvPicPr>
                <p:cNvPr id="24" name="Ink 23">
                  <a:extLst>
                    <a:ext uri="{FF2B5EF4-FFF2-40B4-BE49-F238E27FC236}">
                      <a16:creationId xmlns:a16="http://schemas.microsoft.com/office/drawing/2014/main" id="{05680267-539F-05D4-BCB8-1B87EA11D0C1}"/>
                    </a:ext>
                  </a:extLst>
                </p:cNvPr>
                <p:cNvPicPr/>
                <p:nvPr/>
              </p:nvPicPr>
              <p:blipFill>
                <a:blip r:embed="rId44"/>
                <a:stretch>
                  <a:fillRect/>
                </a:stretch>
              </p:blipFill>
              <p:spPr>
                <a:xfrm>
                  <a:off x="11419783" y="6086615"/>
                  <a:ext cx="23292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5" name="Ink 24">
                  <a:extLst>
                    <a:ext uri="{FF2B5EF4-FFF2-40B4-BE49-F238E27FC236}">
                      <a16:creationId xmlns:a16="http://schemas.microsoft.com/office/drawing/2014/main" id="{ABC787A9-35F2-5A58-3AEB-88048B9FCC20}"/>
                    </a:ext>
                  </a:extLst>
                </p14:cNvPr>
                <p14:cNvContentPartPr/>
                <p14:nvPr/>
              </p14:nvContentPartPr>
              <p14:xfrm>
                <a:off x="11438863" y="6019655"/>
                <a:ext cx="236880" cy="282960"/>
              </p14:xfrm>
            </p:contentPart>
          </mc:Choice>
          <mc:Fallback>
            <p:pic>
              <p:nvPicPr>
                <p:cNvPr id="25" name="Ink 24">
                  <a:extLst>
                    <a:ext uri="{FF2B5EF4-FFF2-40B4-BE49-F238E27FC236}">
                      <a16:creationId xmlns:a16="http://schemas.microsoft.com/office/drawing/2014/main" id="{ABC787A9-35F2-5A58-3AEB-88048B9FCC20}"/>
                    </a:ext>
                  </a:extLst>
                </p:cNvPr>
                <p:cNvPicPr/>
                <p:nvPr/>
              </p:nvPicPr>
              <p:blipFill>
                <a:blip r:embed="rId46"/>
                <a:stretch>
                  <a:fillRect/>
                </a:stretch>
              </p:blipFill>
              <p:spPr>
                <a:xfrm>
                  <a:off x="11432743" y="6013535"/>
                  <a:ext cx="249120" cy="2952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6" name="Ink 25">
                  <a:extLst>
                    <a:ext uri="{FF2B5EF4-FFF2-40B4-BE49-F238E27FC236}">
                      <a16:creationId xmlns:a16="http://schemas.microsoft.com/office/drawing/2014/main" id="{1D0D80B3-988B-4D98-AFCB-2F1B64D7A82A}"/>
                    </a:ext>
                  </a:extLst>
                </p14:cNvPr>
                <p14:cNvContentPartPr/>
                <p14:nvPr/>
              </p14:nvContentPartPr>
              <p14:xfrm>
                <a:off x="10659463" y="5790335"/>
                <a:ext cx="589320" cy="78480"/>
              </p14:xfrm>
            </p:contentPart>
          </mc:Choice>
          <mc:Fallback>
            <p:pic>
              <p:nvPicPr>
                <p:cNvPr id="26" name="Ink 25">
                  <a:extLst>
                    <a:ext uri="{FF2B5EF4-FFF2-40B4-BE49-F238E27FC236}">
                      <a16:creationId xmlns:a16="http://schemas.microsoft.com/office/drawing/2014/main" id="{1D0D80B3-988B-4D98-AFCB-2F1B64D7A82A}"/>
                    </a:ext>
                  </a:extLst>
                </p:cNvPr>
                <p:cNvPicPr/>
                <p:nvPr/>
              </p:nvPicPr>
              <p:blipFill>
                <a:blip r:embed="rId48"/>
                <a:stretch>
                  <a:fillRect/>
                </a:stretch>
              </p:blipFill>
              <p:spPr>
                <a:xfrm>
                  <a:off x="10653343" y="5784215"/>
                  <a:ext cx="60156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27" name="Ink 26">
                  <a:extLst>
                    <a:ext uri="{FF2B5EF4-FFF2-40B4-BE49-F238E27FC236}">
                      <a16:creationId xmlns:a16="http://schemas.microsoft.com/office/drawing/2014/main" id="{F4FD1330-CF95-D4BB-BD36-D3034011E6AA}"/>
                    </a:ext>
                  </a:extLst>
                </p14:cNvPr>
                <p14:cNvContentPartPr/>
                <p14:nvPr/>
              </p14:nvContentPartPr>
              <p14:xfrm>
                <a:off x="11237623" y="6135935"/>
                <a:ext cx="38880" cy="204840"/>
              </p14:xfrm>
            </p:contentPart>
          </mc:Choice>
          <mc:Fallback>
            <p:pic>
              <p:nvPicPr>
                <p:cNvPr id="27" name="Ink 26">
                  <a:extLst>
                    <a:ext uri="{FF2B5EF4-FFF2-40B4-BE49-F238E27FC236}">
                      <a16:creationId xmlns:a16="http://schemas.microsoft.com/office/drawing/2014/main" id="{F4FD1330-CF95-D4BB-BD36-D3034011E6AA}"/>
                    </a:ext>
                  </a:extLst>
                </p:cNvPr>
                <p:cNvPicPr/>
                <p:nvPr/>
              </p:nvPicPr>
              <p:blipFill>
                <a:blip r:embed="rId50"/>
                <a:stretch>
                  <a:fillRect/>
                </a:stretch>
              </p:blipFill>
              <p:spPr>
                <a:xfrm>
                  <a:off x="11231503" y="6129815"/>
                  <a:ext cx="5112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28" name="Ink 27">
                  <a:extLst>
                    <a:ext uri="{FF2B5EF4-FFF2-40B4-BE49-F238E27FC236}">
                      <a16:creationId xmlns:a16="http://schemas.microsoft.com/office/drawing/2014/main" id="{4665894C-12BA-7835-2AF9-AE0B680CCAE1}"/>
                    </a:ext>
                  </a:extLst>
                </p14:cNvPr>
                <p14:cNvContentPartPr/>
                <p14:nvPr/>
              </p14:nvContentPartPr>
              <p14:xfrm>
                <a:off x="11213143" y="6009575"/>
                <a:ext cx="7920" cy="1800"/>
              </p14:xfrm>
            </p:contentPart>
          </mc:Choice>
          <mc:Fallback>
            <p:pic>
              <p:nvPicPr>
                <p:cNvPr id="28" name="Ink 27">
                  <a:extLst>
                    <a:ext uri="{FF2B5EF4-FFF2-40B4-BE49-F238E27FC236}">
                      <a16:creationId xmlns:a16="http://schemas.microsoft.com/office/drawing/2014/main" id="{4665894C-12BA-7835-2AF9-AE0B680CCAE1}"/>
                    </a:ext>
                  </a:extLst>
                </p:cNvPr>
                <p:cNvPicPr/>
                <p:nvPr/>
              </p:nvPicPr>
              <p:blipFill>
                <a:blip r:embed="rId52"/>
                <a:stretch>
                  <a:fillRect/>
                </a:stretch>
              </p:blipFill>
              <p:spPr>
                <a:xfrm>
                  <a:off x="11207023" y="6003455"/>
                  <a:ext cx="20160" cy="14040"/>
                </a:xfrm>
                <a:prstGeom prst="rect">
                  <a:avLst/>
                </a:prstGeom>
              </p:spPr>
            </p:pic>
          </mc:Fallback>
        </mc:AlternateContent>
      </p:grpSp>
    </p:spTree>
    <p:extLst>
      <p:ext uri="{BB962C8B-B14F-4D97-AF65-F5344CB8AC3E}">
        <p14:creationId xmlns:p14="http://schemas.microsoft.com/office/powerpoint/2010/main" val="1751419886"/>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animEffect transition="in" filter="randombar(vertical)">
                                      <p:cBhvr>
                                        <p:cTn id="13"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Rectangle 3"/>
          <p:cNvSpPr txBox="1">
            <a:spLocks noChangeArrowheads="1"/>
          </p:cNvSpPr>
          <p:nvPr/>
        </p:nvSpPr>
        <p:spPr>
          <a:xfrm>
            <a:off x="298737" y="1231632"/>
            <a:ext cx="11211391" cy="4968183"/>
          </a:xfrm>
          <a:prstGeom prst="rect">
            <a:avLst/>
          </a:prstGeom>
          <a:noFill/>
          <a:ln w="38100" cmpd="dbl">
            <a:noFill/>
            <a:miter lim="800000"/>
            <a:headEnd/>
            <a:tailEnd/>
          </a:ln>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just" defTabSz="1055679">
              <a:lnSpc>
                <a:spcPct val="150000"/>
              </a:lnSpc>
              <a:spcBef>
                <a:spcPts val="0"/>
              </a:spcBef>
              <a:buClrTx/>
              <a:buFont typeface="Courier New" panose="02070309020205020404" pitchFamily="49" charset="0"/>
              <a:buChar char="o"/>
            </a:pPr>
            <a:r>
              <a:rPr lang="en-GB" sz="2400" dirty="0">
                <a:solidFill>
                  <a:prstClr val="black"/>
                </a:solidFill>
                <a:ea typeface="Verdana" panose="020B0604030504040204" pitchFamily="34" charset="0"/>
              </a:rPr>
              <a:t>Calculate the eigenvalues and the corresponding eigenvectors of the covariance of the matrix A. If an eigenvalue computed in PCA is large, then the corresponding eigenvector (principal component) is important in describing the underlying data dependencies.</a:t>
            </a:r>
          </a:p>
          <a:p>
            <a:pPr algn="just" defTabSz="1055679">
              <a:lnSpc>
                <a:spcPct val="150000"/>
              </a:lnSpc>
              <a:spcBef>
                <a:spcPts val="0"/>
              </a:spcBef>
              <a:buClrTx/>
              <a:buFont typeface="Courier New" panose="02070309020205020404" pitchFamily="49" charset="0"/>
              <a:buChar char="o"/>
            </a:pPr>
            <a:r>
              <a:rPr lang="en-GB" sz="2400" dirty="0">
                <a:solidFill>
                  <a:prstClr val="black"/>
                </a:solidFill>
                <a:ea typeface="Verdana" panose="020B0604030504040204" pitchFamily="34" charset="0"/>
              </a:rPr>
              <a:t>If the eigenvalue is near zero, that principal component is relatively unimportant and the data depend primarily on fewer components than there are measurement types. We merely need the machinery of eigenvectors and covariance matrices in order to find linear combinations of our original variables that are uncorrelated. </a:t>
            </a:r>
            <a:endParaRPr lang="en-US" altLang="en-US" sz="2400" b="1" dirty="0">
              <a:solidFill>
                <a:srgbClr val="FF0000"/>
              </a:solidFill>
              <a:ea typeface="Verdana" panose="020B0604030504040204" pitchFamily="34" charset="0"/>
              <a:cs typeface="Verdana" pitchFamily="34" charset="0"/>
            </a:endParaRPr>
          </a:p>
          <a:p>
            <a:pPr algn="just" defTabSz="1055679">
              <a:lnSpc>
                <a:spcPct val="150000"/>
              </a:lnSpc>
              <a:spcBef>
                <a:spcPts val="0"/>
              </a:spcBef>
              <a:buClrTx/>
              <a:buFont typeface="Courier New" panose="02070309020205020404" pitchFamily="49" charset="0"/>
              <a:buChar char="o"/>
            </a:pPr>
            <a:r>
              <a:rPr lang="en-GB" sz="2400" dirty="0">
                <a:solidFill>
                  <a:prstClr val="black"/>
                </a:solidFill>
                <a:ea typeface="Verdana" panose="020B0604030504040204" pitchFamily="34" charset="0"/>
              </a:rPr>
              <a:t> </a:t>
            </a:r>
            <a:endParaRPr lang="en-US" altLang="en-US" sz="2400" b="1" dirty="0">
              <a:solidFill>
                <a:srgbClr val="FF0000"/>
              </a:solidFill>
              <a:ea typeface="Verdana" panose="020B0604030504040204" pitchFamily="34" charset="0"/>
              <a:cs typeface="Verdana" pitchFamily="34" charset="0"/>
            </a:endParaRPr>
          </a:p>
        </p:txBody>
      </p:sp>
      <p:sp>
        <p:nvSpPr>
          <p:cNvPr id="2" name="Title 2">
            <a:extLst>
              <a:ext uri="{FF2B5EF4-FFF2-40B4-BE49-F238E27FC236}">
                <a16:creationId xmlns:a16="http://schemas.microsoft.com/office/drawing/2014/main" id="{0AEF4507-5F15-70B3-765A-CA5E7A2D22AB}"/>
              </a:ext>
            </a:extLst>
          </p:cNvPr>
          <p:cNvSpPr txBox="1">
            <a:spLocks/>
          </p:cNvSpPr>
          <p:nvPr/>
        </p:nvSpPr>
        <p:spPr>
          <a:xfrm>
            <a:off x="207376" y="106586"/>
            <a:ext cx="8761323"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altLang="en-US" sz="4156" b="1" dirty="0">
                <a:solidFill>
                  <a:schemeClr val="bg1"/>
                </a:solidFill>
                <a:latin typeface="+mn-lt"/>
                <a:cs typeface="Helvetica" panose="020B0604020202020204" pitchFamily="34" charset="0"/>
              </a:rPr>
              <a:t>Application of Covariance</a:t>
            </a:r>
            <a:endParaRPr lang="en-GB" altLang="en-US" sz="4156" b="1" dirty="0">
              <a:solidFill>
                <a:schemeClr val="bg1"/>
              </a:solidFill>
              <a:latin typeface="+mn-lt"/>
              <a:ea typeface="Verdana" panose="020B0604030504040204" pitchFamily="34" charset="0"/>
              <a:cs typeface="Verdana" pitchFamily="34" charset="0"/>
            </a:endParaRPr>
          </a:p>
          <a:p>
            <a:pPr defTabSz="791779">
              <a:lnSpc>
                <a:spcPct val="100000"/>
              </a:lnSpc>
              <a:buClrTx/>
            </a:pPr>
            <a:endParaRPr lang="en-US" altLang="en-US" sz="4156" b="1" dirty="0">
              <a:solidFill>
                <a:schemeClr val="bg1"/>
              </a:solidFill>
              <a:latin typeface="+mn-lt"/>
              <a:cs typeface="Helvetica" panose="020B0604020202020204" pitchFamily="34" charset="0"/>
            </a:endParaRPr>
          </a:p>
        </p:txBody>
      </p:sp>
    </p:spTree>
    <p:extLst>
      <p:ext uri="{BB962C8B-B14F-4D97-AF65-F5344CB8AC3E}">
        <p14:creationId xmlns:p14="http://schemas.microsoft.com/office/powerpoint/2010/main" val="2869049453"/>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Rectangle 3"/>
          <p:cNvSpPr txBox="1">
            <a:spLocks noChangeArrowheads="1"/>
          </p:cNvSpPr>
          <p:nvPr/>
        </p:nvSpPr>
        <p:spPr>
          <a:xfrm>
            <a:off x="298737" y="1231632"/>
            <a:ext cx="11623063" cy="4968183"/>
          </a:xfrm>
          <a:prstGeom prst="rect">
            <a:avLst/>
          </a:prstGeom>
          <a:noFill/>
          <a:ln w="38100" cmpd="dbl">
            <a:noFill/>
            <a:miter lim="800000"/>
            <a:headEnd/>
            <a:tailEnd/>
          </a:ln>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lgn="just" defTabSz="1055679">
              <a:lnSpc>
                <a:spcPct val="150000"/>
              </a:lnSpc>
              <a:spcBef>
                <a:spcPts val="0"/>
              </a:spcBef>
              <a:buClrTx/>
              <a:buFont typeface="Courier New" panose="02070309020205020404" pitchFamily="49" charset="0"/>
              <a:buChar char="o"/>
            </a:pPr>
            <a:r>
              <a:rPr lang="en-GB" altLang="en-US" sz="2400" dirty="0">
                <a:solidFill>
                  <a:prstClr val="black"/>
                </a:solidFill>
                <a:ea typeface="Verdana" pitchFamily="34" charset="0"/>
                <a:cs typeface="Verdana" pitchFamily="34" charset="0"/>
              </a:rPr>
              <a:t>To overcome the issue related to Covariance, Karl Pearson’s suggestion was to divide the covariance of the variables by their respective standard deviations. The ratio of covariance to the product of standard deviations is called Karl Pearson’s product moment correlation, which is free of unit of measurement.</a:t>
            </a:r>
          </a:p>
          <a:p>
            <a:pPr defTabSz="1055679">
              <a:lnSpc>
                <a:spcPct val="150000"/>
              </a:lnSpc>
              <a:spcBef>
                <a:spcPts val="1154"/>
              </a:spcBef>
              <a:buClrTx/>
              <a:buFont typeface="Courier New" panose="02070309020205020404" pitchFamily="49" charset="0"/>
              <a:buChar char="o"/>
            </a:pPr>
            <a:r>
              <a:rPr lang="en-GB" altLang="en-US" sz="2400" dirty="0">
                <a:solidFill>
                  <a:prstClr val="black"/>
                </a:solidFill>
                <a:ea typeface="Helvetica Neue" panose="02000503000000020004" pitchFamily="2" charset="0"/>
                <a:cs typeface="Helvetica Neue" panose="02000503000000020004" pitchFamily="2" charset="0"/>
              </a:rPr>
              <a:t>Karl Pearson’s product moment correlation returns a numerical value, popularly known as </a:t>
            </a:r>
            <a:r>
              <a:rPr lang="en-GB" altLang="en-US" sz="2400" b="1" dirty="0">
                <a:solidFill>
                  <a:srgbClr val="FF0000"/>
                </a:solidFill>
                <a:ea typeface="Helvetica Neue" panose="02000503000000020004" pitchFamily="2" charset="0"/>
                <a:cs typeface="Helvetica Neue" panose="02000503000000020004" pitchFamily="2" charset="0"/>
              </a:rPr>
              <a:t>Coefficient of Correlation</a:t>
            </a:r>
            <a:r>
              <a:rPr lang="en-GB" altLang="en-US" sz="2400" dirty="0">
                <a:solidFill>
                  <a:srgbClr val="FF0000"/>
                </a:solidFill>
                <a:ea typeface="Helvetica Neue" panose="02000503000000020004" pitchFamily="2" charset="0"/>
                <a:cs typeface="Helvetica Neue" panose="02000503000000020004" pitchFamily="2" charset="0"/>
              </a:rPr>
              <a:t>,</a:t>
            </a:r>
            <a:r>
              <a:rPr lang="en-GB" altLang="en-US" sz="2400" dirty="0">
                <a:solidFill>
                  <a:prstClr val="black"/>
                </a:solidFill>
                <a:ea typeface="Helvetica Neue" panose="02000503000000020004" pitchFamily="2" charset="0"/>
                <a:cs typeface="Helvetica Neue" panose="02000503000000020004" pitchFamily="2" charset="0"/>
              </a:rPr>
              <a:t> denoted by </a:t>
            </a:r>
            <a:r>
              <a:rPr lang="en-GB" altLang="en-US" sz="2400" b="1" dirty="0">
                <a:solidFill>
                  <a:srgbClr val="FF0000"/>
                </a:solidFill>
                <a:ea typeface="Helvetica Neue" panose="02000503000000020004" pitchFamily="2" charset="0"/>
                <a:cs typeface="Helvetica Neue" panose="02000503000000020004" pitchFamily="2" charset="0"/>
              </a:rPr>
              <a:t>‘r’</a:t>
            </a:r>
            <a:r>
              <a:rPr lang="en-GB" altLang="en-US" sz="2400" dirty="0">
                <a:solidFill>
                  <a:prstClr val="black"/>
                </a:solidFill>
                <a:ea typeface="Helvetica Neue" panose="02000503000000020004" pitchFamily="2" charset="0"/>
                <a:cs typeface="Helvetica Neue" panose="02000503000000020004" pitchFamily="2" charset="0"/>
              </a:rPr>
              <a:t> </a:t>
            </a:r>
          </a:p>
          <a:p>
            <a:pPr algn="just" defTabSz="1055679">
              <a:lnSpc>
                <a:spcPct val="150000"/>
              </a:lnSpc>
              <a:spcBef>
                <a:spcPts val="1154"/>
              </a:spcBef>
              <a:buClrTx/>
              <a:buFont typeface="Courier New" panose="02070309020205020404" pitchFamily="49" charset="0"/>
              <a:buChar char="o"/>
            </a:pPr>
            <a:r>
              <a:rPr lang="en-US" altLang="en-US" sz="2400" dirty="0">
                <a:solidFill>
                  <a:prstClr val="black"/>
                </a:solidFill>
                <a:ea typeface="Helvetica Neue" panose="02000503000000020004" pitchFamily="2" charset="0"/>
                <a:cs typeface="Helvetica Neue" panose="02000503000000020004" pitchFamily="2" charset="0"/>
              </a:rPr>
              <a:t>Correlation coefficient is a statistic that assesses the </a:t>
            </a:r>
            <a:r>
              <a:rPr lang="en-US" altLang="en-US" sz="2400" b="1" dirty="0">
                <a:solidFill>
                  <a:srgbClr val="FF0000"/>
                </a:solidFill>
                <a:ea typeface="Helvetica Neue" panose="02000503000000020004" pitchFamily="2" charset="0"/>
                <a:cs typeface="Helvetica Neue" panose="02000503000000020004" pitchFamily="2" charset="0"/>
              </a:rPr>
              <a:t>strength</a:t>
            </a:r>
            <a:r>
              <a:rPr lang="en-US" altLang="en-US" sz="2400" dirty="0">
                <a:solidFill>
                  <a:prstClr val="black"/>
                </a:solidFill>
                <a:ea typeface="Helvetica Neue" panose="02000503000000020004" pitchFamily="2" charset="0"/>
                <a:cs typeface="Helvetica Neue" panose="02000503000000020004" pitchFamily="2" charset="0"/>
              </a:rPr>
              <a:t> and </a:t>
            </a:r>
            <a:r>
              <a:rPr lang="en-US" altLang="en-US" sz="2400" b="1" dirty="0">
                <a:solidFill>
                  <a:srgbClr val="FF0000"/>
                </a:solidFill>
                <a:ea typeface="Helvetica Neue" panose="02000503000000020004" pitchFamily="2" charset="0"/>
                <a:cs typeface="Helvetica Neue" panose="02000503000000020004" pitchFamily="2" charset="0"/>
              </a:rPr>
              <a:t>direction of relationship </a:t>
            </a:r>
            <a:r>
              <a:rPr lang="en-US" altLang="en-US" sz="2400" dirty="0">
                <a:solidFill>
                  <a:prstClr val="black"/>
                </a:solidFill>
                <a:ea typeface="Helvetica Neue" panose="02000503000000020004" pitchFamily="2" charset="0"/>
                <a:cs typeface="Helvetica Neue" panose="02000503000000020004" pitchFamily="2" charset="0"/>
              </a:rPr>
              <a:t>of two continuous variables</a:t>
            </a:r>
            <a:endParaRPr lang="en-US" altLang="en-US" sz="2400" dirty="0">
              <a:solidFill>
                <a:srgbClr val="FF0000"/>
              </a:solidFill>
              <a:ea typeface="Helvetica Neue" panose="02000503000000020004" pitchFamily="2" charset="0"/>
              <a:cs typeface="Helvetica Neue" panose="02000503000000020004" pitchFamily="2" charset="0"/>
            </a:endParaRPr>
          </a:p>
          <a:p>
            <a:pPr algn="just" defTabSz="1055679">
              <a:lnSpc>
                <a:spcPct val="150000"/>
              </a:lnSpc>
              <a:spcBef>
                <a:spcPts val="0"/>
              </a:spcBef>
              <a:buClrTx/>
              <a:buFont typeface="Courier New" panose="02070309020205020404" pitchFamily="49" charset="0"/>
              <a:buChar char="o"/>
            </a:pPr>
            <a:endParaRPr lang="en-US" altLang="en-US" sz="2400" dirty="0">
              <a:solidFill>
                <a:srgbClr val="FF0000"/>
              </a:solidFill>
              <a:ea typeface="Verdana" pitchFamily="34" charset="0"/>
              <a:cs typeface="Verdana" pitchFamily="34" charset="0"/>
            </a:endParaRPr>
          </a:p>
        </p:txBody>
      </p:sp>
      <p:sp>
        <p:nvSpPr>
          <p:cNvPr id="3" name="Title 2">
            <a:extLst>
              <a:ext uri="{FF2B5EF4-FFF2-40B4-BE49-F238E27FC236}">
                <a16:creationId xmlns:a16="http://schemas.microsoft.com/office/drawing/2014/main" id="{14FF8D47-772B-15EE-4E7E-0D8C8B344D93}"/>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4156" b="1" dirty="0">
                <a:solidFill>
                  <a:schemeClr val="bg1"/>
                </a:solidFill>
                <a:latin typeface="+mn-lt"/>
                <a:cs typeface="Helvetica" panose="020B0604020202020204" pitchFamily="34" charset="0"/>
              </a:rPr>
              <a:t>Correlation coefficient</a:t>
            </a:r>
          </a:p>
        </p:txBody>
      </p:sp>
    </p:spTree>
    <p:extLst>
      <p:ext uri="{BB962C8B-B14F-4D97-AF65-F5344CB8AC3E}">
        <p14:creationId xmlns:p14="http://schemas.microsoft.com/office/powerpoint/2010/main" val="26870970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animEffect transition="in" filter="randombar(vertical)">
                                      <p:cBhvr>
                                        <p:cTn id="13" dur="500"/>
                                        <p:tgtEl>
                                          <p:spTgt spid="1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5" fill="hold" grpId="0" nodeType="clickEffect">
                                  <p:stCondLst>
                                    <p:cond delay="0"/>
                                  </p:stCondLst>
                                  <p:childTnLst>
                                    <p:set>
                                      <p:cBhvr>
                                        <p:cTn id="17" dur="1" fill="hold">
                                          <p:stCondLst>
                                            <p:cond delay="0"/>
                                          </p:stCondLst>
                                        </p:cTn>
                                        <p:tgtEl>
                                          <p:spTgt spid="12">
                                            <p:txEl>
                                              <p:pRg st="1" end="1"/>
                                            </p:txEl>
                                          </p:spTgt>
                                        </p:tgtEl>
                                        <p:attrNameLst>
                                          <p:attrName>style.visibility</p:attrName>
                                        </p:attrNameLst>
                                      </p:cBhvr>
                                      <p:to>
                                        <p:strVal val="visible"/>
                                      </p:to>
                                    </p:set>
                                    <p:animEffect transition="in" filter="randombar(vertical)">
                                      <p:cBhvr>
                                        <p:cTn id="18" dur="500"/>
                                        <p:tgtEl>
                                          <p:spTgt spid="1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5" fill="hold" grpId="0" nodeType="click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animEffect transition="in" filter="randombar(vertical)">
                                      <p:cBhvr>
                                        <p:cTn id="23"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147" name="Rectangle 3"/>
          <p:cNvSpPr>
            <a:spLocks noGrp="1" noChangeArrowheads="1"/>
          </p:cNvSpPr>
          <p:nvPr>
            <p:ph type="body" sz="quarter" idx="13"/>
          </p:nvPr>
        </p:nvSpPr>
        <p:spPr>
          <a:xfrm>
            <a:off x="857739" y="989815"/>
            <a:ext cx="10473280" cy="5382706"/>
          </a:xfrm>
          <a:noFill/>
          <a:ln w="38100" cmpd="dbl">
            <a:noFill/>
            <a:miter lim="800000"/>
            <a:headEnd/>
            <a:tailEnd/>
          </a:ln>
        </p:spPr>
        <p:txBody>
          <a:bodyPr>
            <a:noAutofit/>
          </a:bodyPr>
          <a:lstStyle/>
          <a:p>
            <a:pPr algn="just">
              <a:lnSpc>
                <a:spcPct val="150000"/>
              </a:lnSpc>
              <a:spcBef>
                <a:spcPts val="0"/>
              </a:spcBef>
              <a:buFont typeface="Courier New" panose="02070309020205020404" pitchFamily="49" charset="0"/>
              <a:buChar char="o"/>
              <a:defRPr/>
            </a:pPr>
            <a:r>
              <a:rPr lang="en-GB" altLang="en-US" sz="2400" dirty="0">
                <a:latin typeface="+mn-lt"/>
              </a:rPr>
              <a:t>Mathematically the following measures are used to find out the degree of relationship between the variables</a:t>
            </a:r>
          </a:p>
          <a:p>
            <a:pPr marL="0" indent="0" algn="just">
              <a:lnSpc>
                <a:spcPct val="150000"/>
              </a:lnSpc>
              <a:spcBef>
                <a:spcPts val="0"/>
              </a:spcBef>
              <a:buNone/>
              <a:defRPr/>
            </a:pPr>
            <a:r>
              <a:rPr lang="en-GB" altLang="en-US" sz="2400" dirty="0">
                <a:solidFill>
                  <a:srgbClr val="0000FF"/>
                </a:solidFill>
                <a:latin typeface="+mn-lt"/>
                <a:cs typeface="Arial" pitchFamily="34" charset="0"/>
              </a:rPr>
              <a:t>      ♦</a:t>
            </a:r>
            <a:r>
              <a:rPr lang="en-GB" altLang="en-US" sz="2400" dirty="0">
                <a:latin typeface="+mn-lt"/>
                <a:cs typeface="Arial" pitchFamily="34" charset="0"/>
              </a:rPr>
              <a:t> Karl Pearson’s product moment correlation</a:t>
            </a:r>
          </a:p>
          <a:p>
            <a:pPr marL="0" indent="0" algn="just">
              <a:lnSpc>
                <a:spcPct val="150000"/>
              </a:lnSpc>
              <a:spcBef>
                <a:spcPts val="0"/>
              </a:spcBef>
              <a:buNone/>
              <a:defRPr/>
            </a:pPr>
            <a:r>
              <a:rPr lang="en-GB" altLang="en-US" sz="2400" dirty="0">
                <a:solidFill>
                  <a:srgbClr val="FF0000"/>
                </a:solidFill>
                <a:latin typeface="+mn-lt"/>
                <a:cs typeface="Arial" pitchFamily="34" charset="0"/>
              </a:rPr>
              <a:t>      ♦</a:t>
            </a:r>
            <a:r>
              <a:rPr lang="en-GB" altLang="en-US" sz="2400" dirty="0">
                <a:latin typeface="+mn-lt"/>
                <a:cs typeface="Arial" pitchFamily="34" charset="0"/>
              </a:rPr>
              <a:t> Spearman’s rank correlation</a:t>
            </a:r>
          </a:p>
          <a:p>
            <a:pPr algn="just">
              <a:lnSpc>
                <a:spcPct val="150000"/>
              </a:lnSpc>
              <a:spcBef>
                <a:spcPts val="0"/>
              </a:spcBef>
              <a:buFont typeface="Courier New" panose="02070309020205020404" pitchFamily="49" charset="0"/>
              <a:buChar char="o"/>
              <a:defRPr/>
            </a:pPr>
            <a:r>
              <a:rPr lang="en-US" altLang="en-US" sz="2400" dirty="0">
                <a:latin typeface="+mn-lt"/>
                <a:cs typeface="Arial" pitchFamily="34" charset="0"/>
              </a:rPr>
              <a:t>The numerical value obtained by the above methods is called correlation coefficient</a:t>
            </a:r>
          </a:p>
          <a:p>
            <a:pPr algn="just">
              <a:lnSpc>
                <a:spcPct val="150000"/>
              </a:lnSpc>
              <a:spcBef>
                <a:spcPts val="0"/>
              </a:spcBef>
              <a:buFont typeface="Courier New" panose="02070309020205020404" pitchFamily="49" charset="0"/>
              <a:buChar char="o"/>
              <a:defRPr/>
            </a:pPr>
            <a:r>
              <a:rPr lang="en-GB" altLang="en-US" sz="2400" dirty="0">
                <a:latin typeface="+mn-lt"/>
                <a:cs typeface="Arial" charset="0"/>
              </a:rPr>
              <a:t>Karl Pearson’s product moment correlation or product moment correlation is also called simple correlation coefficient, denoted by ‘r’</a:t>
            </a:r>
          </a:p>
          <a:p>
            <a:pPr algn="just">
              <a:lnSpc>
                <a:spcPct val="150000"/>
              </a:lnSpc>
              <a:spcBef>
                <a:spcPts val="0"/>
              </a:spcBef>
              <a:buFont typeface="Courier New" panose="02070309020205020404" pitchFamily="49" charset="0"/>
              <a:buChar char="o"/>
              <a:defRPr/>
            </a:pPr>
            <a:r>
              <a:rPr lang="en-US" altLang="en-US" sz="2400" dirty="0">
                <a:solidFill>
                  <a:prstClr val="black"/>
                </a:solidFill>
                <a:latin typeface="+mn-lt"/>
              </a:rPr>
              <a:t>It measures the nature and strength of relationship between two variables of the quantitative type</a:t>
            </a:r>
            <a:endParaRPr lang="en-US" altLang="en-US" sz="2400" dirty="0">
              <a:solidFill>
                <a:srgbClr val="00CC00"/>
              </a:solidFill>
              <a:latin typeface="+mn-lt"/>
              <a:cs typeface="Arial" charset="0"/>
            </a:endParaRPr>
          </a:p>
          <a:p>
            <a:pPr algn="just">
              <a:lnSpc>
                <a:spcPct val="150000"/>
              </a:lnSpc>
              <a:spcBef>
                <a:spcPts val="0"/>
              </a:spcBef>
              <a:buFont typeface="Courier New" panose="02070309020205020404" pitchFamily="49" charset="0"/>
              <a:buChar char="o"/>
              <a:defRPr/>
            </a:pPr>
            <a:endParaRPr lang="en-US" altLang="en-US" sz="2400" dirty="0">
              <a:solidFill>
                <a:srgbClr val="00CC00"/>
              </a:solidFill>
              <a:cs typeface="Arial" charset="0"/>
            </a:endParaRPr>
          </a:p>
          <a:p>
            <a:pPr algn="just">
              <a:lnSpc>
                <a:spcPct val="150000"/>
              </a:lnSpc>
              <a:spcBef>
                <a:spcPts val="0"/>
              </a:spcBef>
              <a:buFont typeface="Courier New" panose="02070309020205020404" pitchFamily="49" charset="0"/>
              <a:buChar char="o"/>
              <a:defRPr/>
            </a:pPr>
            <a:endParaRPr lang="en-US" altLang="en-US" sz="2400" dirty="0">
              <a:latin typeface="+mn-lt"/>
              <a:cs typeface="Arial" pitchFamily="34" charset="0"/>
            </a:endParaRPr>
          </a:p>
        </p:txBody>
      </p:sp>
      <p:sp>
        <p:nvSpPr>
          <p:cNvPr id="2" name="Title 2">
            <a:extLst>
              <a:ext uri="{FF2B5EF4-FFF2-40B4-BE49-F238E27FC236}">
                <a16:creationId xmlns:a16="http://schemas.microsoft.com/office/drawing/2014/main" id="{6FBBB8C7-2F57-A1ED-E8D8-B4CF4FB0F8D7}"/>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4156" b="1" dirty="0">
                <a:solidFill>
                  <a:schemeClr val="bg1"/>
                </a:solidFill>
                <a:latin typeface="Helvetica Neue"/>
                <a:cs typeface="Helvetica" panose="020B0604020202020204" pitchFamily="34" charset="0"/>
              </a:rPr>
              <a:t>Correlation coefficient</a:t>
            </a:r>
          </a:p>
        </p:txBody>
      </p:sp>
    </p:spTree>
    <p:extLst>
      <p:ext uri="{BB962C8B-B14F-4D97-AF65-F5344CB8AC3E}">
        <p14:creationId xmlns:p14="http://schemas.microsoft.com/office/powerpoint/2010/main" val="1784305623"/>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34147">
                                            <p:txEl>
                                              <p:pRg st="0" end="0"/>
                                            </p:txEl>
                                          </p:spTgt>
                                        </p:tgtEl>
                                        <p:attrNameLst>
                                          <p:attrName>style.visibility</p:attrName>
                                        </p:attrNameLst>
                                      </p:cBhvr>
                                      <p:to>
                                        <p:strVal val="visible"/>
                                      </p:to>
                                    </p:set>
                                    <p:animEffect transition="in" filter="randombar(vertical)">
                                      <p:cBhvr>
                                        <p:cTn id="13" dur="500"/>
                                        <p:tgtEl>
                                          <p:spTgt spid="13414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5" fill="hold" grpId="0" nodeType="clickEffect">
                                  <p:stCondLst>
                                    <p:cond delay="0"/>
                                  </p:stCondLst>
                                  <p:childTnLst>
                                    <p:set>
                                      <p:cBhvr>
                                        <p:cTn id="17" dur="1" fill="hold">
                                          <p:stCondLst>
                                            <p:cond delay="0"/>
                                          </p:stCondLst>
                                        </p:cTn>
                                        <p:tgtEl>
                                          <p:spTgt spid="134147">
                                            <p:txEl>
                                              <p:pRg st="1" end="1"/>
                                            </p:txEl>
                                          </p:spTgt>
                                        </p:tgtEl>
                                        <p:attrNameLst>
                                          <p:attrName>style.visibility</p:attrName>
                                        </p:attrNameLst>
                                      </p:cBhvr>
                                      <p:to>
                                        <p:strVal val="visible"/>
                                      </p:to>
                                    </p:set>
                                    <p:animEffect transition="in" filter="randombar(vertical)">
                                      <p:cBhvr>
                                        <p:cTn id="18" dur="500"/>
                                        <p:tgtEl>
                                          <p:spTgt spid="134147">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5" fill="hold" grpId="0" nodeType="clickEffect">
                                  <p:stCondLst>
                                    <p:cond delay="0"/>
                                  </p:stCondLst>
                                  <p:childTnLst>
                                    <p:set>
                                      <p:cBhvr>
                                        <p:cTn id="22" dur="1" fill="hold">
                                          <p:stCondLst>
                                            <p:cond delay="0"/>
                                          </p:stCondLst>
                                        </p:cTn>
                                        <p:tgtEl>
                                          <p:spTgt spid="134147">
                                            <p:txEl>
                                              <p:pRg st="2" end="2"/>
                                            </p:txEl>
                                          </p:spTgt>
                                        </p:tgtEl>
                                        <p:attrNameLst>
                                          <p:attrName>style.visibility</p:attrName>
                                        </p:attrNameLst>
                                      </p:cBhvr>
                                      <p:to>
                                        <p:strVal val="visible"/>
                                      </p:to>
                                    </p:set>
                                    <p:animEffect transition="in" filter="randombar(vertical)">
                                      <p:cBhvr>
                                        <p:cTn id="23" dur="500"/>
                                        <p:tgtEl>
                                          <p:spTgt spid="13414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5" fill="hold" grpId="0" nodeType="clickEffect">
                                  <p:stCondLst>
                                    <p:cond delay="0"/>
                                  </p:stCondLst>
                                  <p:childTnLst>
                                    <p:set>
                                      <p:cBhvr>
                                        <p:cTn id="27" dur="1" fill="hold">
                                          <p:stCondLst>
                                            <p:cond delay="0"/>
                                          </p:stCondLst>
                                        </p:cTn>
                                        <p:tgtEl>
                                          <p:spTgt spid="134147">
                                            <p:txEl>
                                              <p:pRg st="3" end="3"/>
                                            </p:txEl>
                                          </p:spTgt>
                                        </p:tgtEl>
                                        <p:attrNameLst>
                                          <p:attrName>style.visibility</p:attrName>
                                        </p:attrNameLst>
                                      </p:cBhvr>
                                      <p:to>
                                        <p:strVal val="visible"/>
                                      </p:to>
                                    </p:set>
                                    <p:animEffect transition="in" filter="randombar(vertical)">
                                      <p:cBhvr>
                                        <p:cTn id="28" dur="500"/>
                                        <p:tgtEl>
                                          <p:spTgt spid="134147">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5" fill="hold" grpId="0" nodeType="clickEffect">
                                  <p:stCondLst>
                                    <p:cond delay="0"/>
                                  </p:stCondLst>
                                  <p:childTnLst>
                                    <p:set>
                                      <p:cBhvr>
                                        <p:cTn id="32" dur="1" fill="hold">
                                          <p:stCondLst>
                                            <p:cond delay="0"/>
                                          </p:stCondLst>
                                        </p:cTn>
                                        <p:tgtEl>
                                          <p:spTgt spid="134147">
                                            <p:txEl>
                                              <p:pRg st="4" end="4"/>
                                            </p:txEl>
                                          </p:spTgt>
                                        </p:tgtEl>
                                        <p:attrNameLst>
                                          <p:attrName>style.visibility</p:attrName>
                                        </p:attrNameLst>
                                      </p:cBhvr>
                                      <p:to>
                                        <p:strVal val="visible"/>
                                      </p:to>
                                    </p:set>
                                    <p:animEffect transition="in" filter="randombar(vertical)">
                                      <p:cBhvr>
                                        <p:cTn id="33" dur="500"/>
                                        <p:tgtEl>
                                          <p:spTgt spid="134147">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5" fill="hold" grpId="0" nodeType="clickEffect">
                                  <p:stCondLst>
                                    <p:cond delay="0"/>
                                  </p:stCondLst>
                                  <p:childTnLst>
                                    <p:set>
                                      <p:cBhvr>
                                        <p:cTn id="37" dur="1" fill="hold">
                                          <p:stCondLst>
                                            <p:cond delay="0"/>
                                          </p:stCondLst>
                                        </p:cTn>
                                        <p:tgtEl>
                                          <p:spTgt spid="134147">
                                            <p:txEl>
                                              <p:pRg st="5" end="5"/>
                                            </p:txEl>
                                          </p:spTgt>
                                        </p:tgtEl>
                                        <p:attrNameLst>
                                          <p:attrName>style.visibility</p:attrName>
                                        </p:attrNameLst>
                                      </p:cBhvr>
                                      <p:to>
                                        <p:strVal val="visible"/>
                                      </p:to>
                                    </p:set>
                                    <p:animEffect transition="in" filter="randombar(vertical)">
                                      <p:cBhvr>
                                        <p:cTn id="38" dur="500"/>
                                        <p:tgtEl>
                                          <p:spTgt spid="1341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autoUpdateAnimBg="0"/>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147" name="Rectangle 3"/>
          <p:cNvSpPr>
            <a:spLocks noGrp="1" noChangeArrowheads="1"/>
          </p:cNvSpPr>
          <p:nvPr>
            <p:ph type="body" sz="quarter" idx="13"/>
          </p:nvPr>
        </p:nvSpPr>
        <p:spPr>
          <a:xfrm>
            <a:off x="857738" y="1025166"/>
            <a:ext cx="10463853" cy="1208988"/>
          </a:xfrm>
          <a:noFill/>
          <a:ln w="38100" cmpd="dbl">
            <a:noFill/>
            <a:miter lim="800000"/>
            <a:headEnd/>
            <a:tailEnd/>
          </a:ln>
        </p:spPr>
        <p:txBody>
          <a:bodyPr>
            <a:normAutofit fontScale="92500" lnSpcReduction="10000"/>
          </a:bodyPr>
          <a:lstStyle/>
          <a:p>
            <a:pPr>
              <a:lnSpc>
                <a:spcPct val="150000"/>
              </a:lnSpc>
              <a:spcBef>
                <a:spcPts val="0"/>
              </a:spcBef>
              <a:buFont typeface="Courier New" panose="02070309020205020404" pitchFamily="49" charset="0"/>
              <a:buChar char="o"/>
            </a:pPr>
            <a:r>
              <a:rPr lang="en-GB" altLang="en-US" sz="2800" dirty="0">
                <a:latin typeface="+mn-lt"/>
                <a:ea typeface="Verdana" pitchFamily="34" charset="0"/>
                <a:cs typeface="Verdana" pitchFamily="34" charset="0"/>
              </a:rPr>
              <a:t>Formula for computing Karl Pearson’s correlation coefficient (r) is standardised covariance (unit less)</a:t>
            </a:r>
            <a:endParaRPr lang="en-US" altLang="en-US" sz="2800" dirty="0">
              <a:latin typeface="+mn-lt"/>
              <a:ea typeface="Verdana" pitchFamily="34" charset="0"/>
              <a:cs typeface="Verdana" pitchFamily="34" charset="0"/>
            </a:endParaRPr>
          </a:p>
        </p:txBody>
      </p:sp>
      <p:pic>
        <p:nvPicPr>
          <p:cNvPr id="3" name="Picture 2"/>
          <p:cNvPicPr>
            <a:picLocks noChangeAspect="1"/>
          </p:cNvPicPr>
          <p:nvPr/>
        </p:nvPicPr>
        <p:blipFill>
          <a:blip r:embed="rId2"/>
          <a:stretch>
            <a:fillRect/>
          </a:stretch>
        </p:blipFill>
        <p:spPr>
          <a:xfrm>
            <a:off x="5938883" y="1533140"/>
            <a:ext cx="5141382" cy="1208989"/>
          </a:xfrm>
          <a:prstGeom prst="rect">
            <a:avLst/>
          </a:prstGeom>
        </p:spPr>
      </p:pic>
      <p:sp>
        <p:nvSpPr>
          <p:cNvPr id="2" name="Title 2">
            <a:extLst>
              <a:ext uri="{FF2B5EF4-FFF2-40B4-BE49-F238E27FC236}">
                <a16:creationId xmlns:a16="http://schemas.microsoft.com/office/drawing/2014/main" id="{6E2CE631-8E54-F178-1E98-F00391219165}"/>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600" b="1" dirty="0">
                <a:solidFill>
                  <a:schemeClr val="bg1"/>
                </a:solidFill>
                <a:latin typeface="+mn-lt"/>
                <a:cs typeface="Helvetica" panose="020B0604020202020204" pitchFamily="34" charset="0"/>
              </a:rPr>
              <a:t>Karl Pearson’s Correlation coefficient</a:t>
            </a:r>
          </a:p>
        </p:txBody>
      </p:sp>
      <p:pic>
        <p:nvPicPr>
          <p:cNvPr id="7" name="Picture 6">
            <a:extLst>
              <a:ext uri="{FF2B5EF4-FFF2-40B4-BE49-F238E27FC236}">
                <a16:creationId xmlns:a16="http://schemas.microsoft.com/office/drawing/2014/main" id="{B0742FB2-B933-4D19-B100-3E07ECC9EFFC}"/>
              </a:ext>
            </a:extLst>
          </p:cNvPr>
          <p:cNvPicPr>
            <a:picLocks noChangeAspect="1"/>
          </p:cNvPicPr>
          <p:nvPr/>
        </p:nvPicPr>
        <p:blipFill>
          <a:blip r:embed="rId3"/>
          <a:stretch>
            <a:fillRect/>
          </a:stretch>
        </p:blipFill>
        <p:spPr>
          <a:xfrm>
            <a:off x="1517715" y="2717134"/>
            <a:ext cx="8012783" cy="2269645"/>
          </a:xfrm>
          <a:prstGeom prst="rect">
            <a:avLst/>
          </a:prstGeom>
        </p:spPr>
      </p:pic>
      <p:pic>
        <p:nvPicPr>
          <p:cNvPr id="8" name="Picture 7">
            <a:extLst>
              <a:ext uri="{FF2B5EF4-FFF2-40B4-BE49-F238E27FC236}">
                <a16:creationId xmlns:a16="http://schemas.microsoft.com/office/drawing/2014/main" id="{674CC55D-525B-4F54-9530-D1542FCF7065}"/>
              </a:ext>
            </a:extLst>
          </p:cNvPr>
          <p:cNvPicPr>
            <a:picLocks noChangeAspect="1"/>
          </p:cNvPicPr>
          <p:nvPr/>
        </p:nvPicPr>
        <p:blipFill>
          <a:blip r:embed="rId4"/>
          <a:stretch>
            <a:fillRect/>
          </a:stretch>
        </p:blipFill>
        <p:spPr>
          <a:xfrm>
            <a:off x="1564850" y="5187886"/>
            <a:ext cx="5887113" cy="1175208"/>
          </a:xfrm>
          <a:prstGeom prst="rect">
            <a:avLst/>
          </a:prstGeom>
        </p:spPr>
      </p:pic>
      <p:grpSp>
        <p:nvGrpSpPr>
          <p:cNvPr id="10" name="Group 9">
            <a:extLst>
              <a:ext uri="{FF2B5EF4-FFF2-40B4-BE49-F238E27FC236}">
                <a16:creationId xmlns:a16="http://schemas.microsoft.com/office/drawing/2014/main" id="{168DA8E7-4F08-904A-6875-E7456F242370}"/>
              </a:ext>
            </a:extLst>
          </p:cNvPr>
          <p:cNvGrpSpPr/>
          <p:nvPr/>
        </p:nvGrpSpPr>
        <p:grpSpPr>
          <a:xfrm>
            <a:off x="6767503" y="1261175"/>
            <a:ext cx="4485600" cy="1862280"/>
            <a:chOff x="6767503" y="1261175"/>
            <a:chExt cx="4485600" cy="1862280"/>
          </a:xfrm>
        </p:grpSpPr>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15209E18-36E4-9605-F41F-3F3F9BB610B2}"/>
                    </a:ext>
                  </a:extLst>
                </p14:cNvPr>
                <p14:cNvContentPartPr/>
                <p14:nvPr/>
              </p14:nvContentPartPr>
              <p14:xfrm>
                <a:off x="6886303" y="1261175"/>
                <a:ext cx="3658680" cy="1109160"/>
              </p14:xfrm>
            </p:contentPart>
          </mc:Choice>
          <mc:Fallback>
            <p:pic>
              <p:nvPicPr>
                <p:cNvPr id="4" name="Ink 3">
                  <a:extLst>
                    <a:ext uri="{FF2B5EF4-FFF2-40B4-BE49-F238E27FC236}">
                      <a16:creationId xmlns:a16="http://schemas.microsoft.com/office/drawing/2014/main" id="{15209E18-36E4-9605-F41F-3F3F9BB610B2}"/>
                    </a:ext>
                  </a:extLst>
                </p:cNvPr>
                <p:cNvPicPr/>
                <p:nvPr/>
              </p:nvPicPr>
              <p:blipFill>
                <a:blip r:embed="rId6"/>
                <a:stretch>
                  <a:fillRect/>
                </a:stretch>
              </p:blipFill>
              <p:spPr>
                <a:xfrm>
                  <a:off x="6880183" y="1255055"/>
                  <a:ext cx="3670920" cy="11214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98FB0461-AC0D-7EB1-BCC8-14BD9D25A3BC}"/>
                    </a:ext>
                  </a:extLst>
                </p14:cNvPr>
                <p14:cNvContentPartPr/>
                <p14:nvPr/>
              </p14:nvContentPartPr>
              <p14:xfrm>
                <a:off x="6767503" y="1808375"/>
                <a:ext cx="2263680" cy="1248480"/>
              </p14:xfrm>
            </p:contentPart>
          </mc:Choice>
          <mc:Fallback>
            <p:pic>
              <p:nvPicPr>
                <p:cNvPr id="5" name="Ink 4">
                  <a:extLst>
                    <a:ext uri="{FF2B5EF4-FFF2-40B4-BE49-F238E27FC236}">
                      <a16:creationId xmlns:a16="http://schemas.microsoft.com/office/drawing/2014/main" id="{98FB0461-AC0D-7EB1-BCC8-14BD9D25A3BC}"/>
                    </a:ext>
                  </a:extLst>
                </p:cNvPr>
                <p:cNvPicPr/>
                <p:nvPr/>
              </p:nvPicPr>
              <p:blipFill>
                <a:blip r:embed="rId8"/>
                <a:stretch>
                  <a:fillRect/>
                </a:stretch>
              </p:blipFill>
              <p:spPr>
                <a:xfrm>
                  <a:off x="6761383" y="1802255"/>
                  <a:ext cx="2275920" cy="12607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174FF79E-CBD9-9F11-B408-EE046BB3EAA7}"/>
                    </a:ext>
                  </a:extLst>
                </p14:cNvPr>
                <p14:cNvContentPartPr/>
                <p14:nvPr/>
              </p14:nvContentPartPr>
              <p14:xfrm>
                <a:off x="9627703" y="2136335"/>
                <a:ext cx="98640" cy="105120"/>
              </p14:xfrm>
            </p:contentPart>
          </mc:Choice>
          <mc:Fallback>
            <p:pic>
              <p:nvPicPr>
                <p:cNvPr id="6" name="Ink 5">
                  <a:extLst>
                    <a:ext uri="{FF2B5EF4-FFF2-40B4-BE49-F238E27FC236}">
                      <a16:creationId xmlns:a16="http://schemas.microsoft.com/office/drawing/2014/main" id="{174FF79E-CBD9-9F11-B408-EE046BB3EAA7}"/>
                    </a:ext>
                  </a:extLst>
                </p:cNvPr>
                <p:cNvPicPr/>
                <p:nvPr/>
              </p:nvPicPr>
              <p:blipFill>
                <a:blip r:embed="rId10"/>
                <a:stretch>
                  <a:fillRect/>
                </a:stretch>
              </p:blipFill>
              <p:spPr>
                <a:xfrm>
                  <a:off x="9621583" y="2130215"/>
                  <a:ext cx="11088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96DFBC6A-5EF9-50CC-6D26-2648556F3E32}"/>
                    </a:ext>
                  </a:extLst>
                </p14:cNvPr>
                <p14:cNvContentPartPr/>
                <p14:nvPr/>
              </p14:nvContentPartPr>
              <p14:xfrm>
                <a:off x="8910223" y="1916015"/>
                <a:ext cx="2342880" cy="1207440"/>
              </p14:xfrm>
            </p:contentPart>
          </mc:Choice>
          <mc:Fallback>
            <p:pic>
              <p:nvPicPr>
                <p:cNvPr id="9" name="Ink 8">
                  <a:extLst>
                    <a:ext uri="{FF2B5EF4-FFF2-40B4-BE49-F238E27FC236}">
                      <a16:creationId xmlns:a16="http://schemas.microsoft.com/office/drawing/2014/main" id="{96DFBC6A-5EF9-50CC-6D26-2648556F3E32}"/>
                    </a:ext>
                  </a:extLst>
                </p:cNvPr>
                <p:cNvPicPr/>
                <p:nvPr/>
              </p:nvPicPr>
              <p:blipFill>
                <a:blip r:embed="rId12"/>
                <a:stretch>
                  <a:fillRect/>
                </a:stretch>
              </p:blipFill>
              <p:spPr>
                <a:xfrm>
                  <a:off x="8904103" y="1909895"/>
                  <a:ext cx="2355120" cy="1219680"/>
                </a:xfrm>
                <a:prstGeom prst="rect">
                  <a:avLst/>
                </a:prstGeom>
              </p:spPr>
            </p:pic>
          </mc:Fallback>
        </mc:AlternateContent>
      </p:grpSp>
      <p:grpSp>
        <p:nvGrpSpPr>
          <p:cNvPr id="28" name="Group 27">
            <a:extLst>
              <a:ext uri="{FF2B5EF4-FFF2-40B4-BE49-F238E27FC236}">
                <a16:creationId xmlns:a16="http://schemas.microsoft.com/office/drawing/2014/main" id="{D42EBE47-9DF7-C99C-8654-B022D1A5C20F}"/>
              </a:ext>
            </a:extLst>
          </p:cNvPr>
          <p:cNvGrpSpPr/>
          <p:nvPr/>
        </p:nvGrpSpPr>
        <p:grpSpPr>
          <a:xfrm>
            <a:off x="1875103" y="2164055"/>
            <a:ext cx="4448160" cy="1764720"/>
            <a:chOff x="1875103" y="2164055"/>
            <a:chExt cx="4448160" cy="1764720"/>
          </a:xfrm>
        </p:grpSpPr>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1644C7B0-CD78-502C-44BD-F4958713D786}"/>
                    </a:ext>
                  </a:extLst>
                </p14:cNvPr>
                <p14:cNvContentPartPr/>
                <p14:nvPr/>
              </p14:nvContentPartPr>
              <p14:xfrm>
                <a:off x="2379103" y="2594255"/>
                <a:ext cx="2939400" cy="1334520"/>
              </p14:xfrm>
            </p:contentPart>
          </mc:Choice>
          <mc:Fallback>
            <p:pic>
              <p:nvPicPr>
                <p:cNvPr id="11" name="Ink 10">
                  <a:extLst>
                    <a:ext uri="{FF2B5EF4-FFF2-40B4-BE49-F238E27FC236}">
                      <a16:creationId xmlns:a16="http://schemas.microsoft.com/office/drawing/2014/main" id="{1644C7B0-CD78-502C-44BD-F4958713D786}"/>
                    </a:ext>
                  </a:extLst>
                </p:cNvPr>
                <p:cNvPicPr/>
                <p:nvPr/>
              </p:nvPicPr>
              <p:blipFill>
                <a:blip r:embed="rId14"/>
                <a:stretch>
                  <a:fillRect/>
                </a:stretch>
              </p:blipFill>
              <p:spPr>
                <a:xfrm>
                  <a:off x="2372983" y="2588135"/>
                  <a:ext cx="2951640" cy="13467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E7780605-3BC3-1AB3-36E2-1CC0F3D21482}"/>
                    </a:ext>
                  </a:extLst>
                </p14:cNvPr>
                <p14:cNvContentPartPr/>
                <p14:nvPr/>
              </p14:nvContentPartPr>
              <p14:xfrm>
                <a:off x="1875103" y="2269895"/>
                <a:ext cx="682560" cy="543240"/>
              </p14:xfrm>
            </p:contentPart>
          </mc:Choice>
          <mc:Fallback>
            <p:pic>
              <p:nvPicPr>
                <p:cNvPr id="12" name="Ink 11">
                  <a:extLst>
                    <a:ext uri="{FF2B5EF4-FFF2-40B4-BE49-F238E27FC236}">
                      <a16:creationId xmlns:a16="http://schemas.microsoft.com/office/drawing/2014/main" id="{E7780605-3BC3-1AB3-36E2-1CC0F3D21482}"/>
                    </a:ext>
                  </a:extLst>
                </p:cNvPr>
                <p:cNvPicPr/>
                <p:nvPr/>
              </p:nvPicPr>
              <p:blipFill>
                <a:blip r:embed="rId16"/>
                <a:stretch>
                  <a:fillRect/>
                </a:stretch>
              </p:blipFill>
              <p:spPr>
                <a:xfrm>
                  <a:off x="1868983" y="2263775"/>
                  <a:ext cx="694800" cy="5554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3F23F71B-8DC4-CE6A-FB9F-85A2DDD14D86}"/>
                    </a:ext>
                  </a:extLst>
                </p14:cNvPr>
                <p14:cNvContentPartPr/>
                <p14:nvPr/>
              </p14:nvContentPartPr>
              <p14:xfrm>
                <a:off x="2461183" y="2528735"/>
                <a:ext cx="165600" cy="33120"/>
              </p14:xfrm>
            </p:contentPart>
          </mc:Choice>
          <mc:Fallback>
            <p:pic>
              <p:nvPicPr>
                <p:cNvPr id="13" name="Ink 12">
                  <a:extLst>
                    <a:ext uri="{FF2B5EF4-FFF2-40B4-BE49-F238E27FC236}">
                      <a16:creationId xmlns:a16="http://schemas.microsoft.com/office/drawing/2014/main" id="{3F23F71B-8DC4-CE6A-FB9F-85A2DDD14D86}"/>
                    </a:ext>
                  </a:extLst>
                </p:cNvPr>
                <p:cNvPicPr/>
                <p:nvPr/>
              </p:nvPicPr>
              <p:blipFill>
                <a:blip r:embed="rId18"/>
                <a:stretch>
                  <a:fillRect/>
                </a:stretch>
              </p:blipFill>
              <p:spPr>
                <a:xfrm>
                  <a:off x="2455063" y="2522615"/>
                  <a:ext cx="17784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2E4C61A3-5440-3972-E655-231CC7FF80E3}"/>
                    </a:ext>
                  </a:extLst>
                </p14:cNvPr>
                <p14:cNvContentPartPr/>
                <p14:nvPr/>
              </p14:nvContentPartPr>
              <p14:xfrm>
                <a:off x="2870503" y="2238575"/>
                <a:ext cx="165240" cy="743760"/>
              </p14:xfrm>
            </p:contentPart>
          </mc:Choice>
          <mc:Fallback>
            <p:pic>
              <p:nvPicPr>
                <p:cNvPr id="14" name="Ink 13">
                  <a:extLst>
                    <a:ext uri="{FF2B5EF4-FFF2-40B4-BE49-F238E27FC236}">
                      <a16:creationId xmlns:a16="http://schemas.microsoft.com/office/drawing/2014/main" id="{2E4C61A3-5440-3972-E655-231CC7FF80E3}"/>
                    </a:ext>
                  </a:extLst>
                </p:cNvPr>
                <p:cNvPicPr/>
                <p:nvPr/>
              </p:nvPicPr>
              <p:blipFill>
                <a:blip r:embed="rId20"/>
                <a:stretch>
                  <a:fillRect/>
                </a:stretch>
              </p:blipFill>
              <p:spPr>
                <a:xfrm>
                  <a:off x="2864383" y="2232455"/>
                  <a:ext cx="177480" cy="756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E65D11C5-AFB7-754A-F8BD-8C1C3D362E51}"/>
                    </a:ext>
                  </a:extLst>
                </p14:cNvPr>
                <p14:cNvContentPartPr/>
                <p14:nvPr/>
              </p14:nvContentPartPr>
              <p14:xfrm>
                <a:off x="3083983" y="2451695"/>
                <a:ext cx="192240" cy="75960"/>
              </p14:xfrm>
            </p:contentPart>
          </mc:Choice>
          <mc:Fallback>
            <p:pic>
              <p:nvPicPr>
                <p:cNvPr id="15" name="Ink 14">
                  <a:extLst>
                    <a:ext uri="{FF2B5EF4-FFF2-40B4-BE49-F238E27FC236}">
                      <a16:creationId xmlns:a16="http://schemas.microsoft.com/office/drawing/2014/main" id="{E65D11C5-AFB7-754A-F8BD-8C1C3D362E51}"/>
                    </a:ext>
                  </a:extLst>
                </p:cNvPr>
                <p:cNvPicPr/>
                <p:nvPr/>
              </p:nvPicPr>
              <p:blipFill>
                <a:blip r:embed="rId22"/>
                <a:stretch>
                  <a:fillRect/>
                </a:stretch>
              </p:blipFill>
              <p:spPr>
                <a:xfrm>
                  <a:off x="3077863" y="2445575"/>
                  <a:ext cx="20448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5CFBD1C3-3793-B67D-A2DB-0B54E26C44F5}"/>
                    </a:ext>
                  </a:extLst>
                </p14:cNvPr>
                <p14:cNvContentPartPr/>
                <p14:nvPr/>
              </p14:nvContentPartPr>
              <p14:xfrm>
                <a:off x="3348223" y="2397335"/>
                <a:ext cx="108000" cy="144360"/>
              </p14:xfrm>
            </p:contentPart>
          </mc:Choice>
          <mc:Fallback>
            <p:pic>
              <p:nvPicPr>
                <p:cNvPr id="16" name="Ink 15">
                  <a:extLst>
                    <a:ext uri="{FF2B5EF4-FFF2-40B4-BE49-F238E27FC236}">
                      <a16:creationId xmlns:a16="http://schemas.microsoft.com/office/drawing/2014/main" id="{5CFBD1C3-3793-B67D-A2DB-0B54E26C44F5}"/>
                    </a:ext>
                  </a:extLst>
                </p:cNvPr>
                <p:cNvPicPr/>
                <p:nvPr/>
              </p:nvPicPr>
              <p:blipFill>
                <a:blip r:embed="rId24"/>
                <a:stretch>
                  <a:fillRect/>
                </a:stretch>
              </p:blipFill>
              <p:spPr>
                <a:xfrm>
                  <a:off x="3342103" y="2391215"/>
                  <a:ext cx="12024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B4977C27-25D9-C075-5A62-FEF6E00A0616}"/>
                    </a:ext>
                  </a:extLst>
                </p14:cNvPr>
                <p14:cNvContentPartPr/>
                <p14:nvPr/>
              </p14:nvContentPartPr>
              <p14:xfrm>
                <a:off x="3509503" y="2164055"/>
                <a:ext cx="511200" cy="414360"/>
              </p14:xfrm>
            </p:contentPart>
          </mc:Choice>
          <mc:Fallback>
            <p:pic>
              <p:nvPicPr>
                <p:cNvPr id="17" name="Ink 16">
                  <a:extLst>
                    <a:ext uri="{FF2B5EF4-FFF2-40B4-BE49-F238E27FC236}">
                      <a16:creationId xmlns:a16="http://schemas.microsoft.com/office/drawing/2014/main" id="{B4977C27-25D9-C075-5A62-FEF6E00A0616}"/>
                    </a:ext>
                  </a:extLst>
                </p:cNvPr>
                <p:cNvPicPr/>
                <p:nvPr/>
              </p:nvPicPr>
              <p:blipFill>
                <a:blip r:embed="rId26"/>
                <a:stretch>
                  <a:fillRect/>
                </a:stretch>
              </p:blipFill>
              <p:spPr>
                <a:xfrm>
                  <a:off x="3503383" y="2157935"/>
                  <a:ext cx="523440" cy="4266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B58D09C4-BAAB-8DDB-2082-6AE83321A4B4}"/>
                    </a:ext>
                  </a:extLst>
                </p14:cNvPr>
                <p14:cNvContentPartPr/>
                <p14:nvPr/>
              </p14:nvContentPartPr>
              <p14:xfrm>
                <a:off x="4120423" y="2212295"/>
                <a:ext cx="329400" cy="416520"/>
              </p14:xfrm>
            </p:contentPart>
          </mc:Choice>
          <mc:Fallback>
            <p:pic>
              <p:nvPicPr>
                <p:cNvPr id="18" name="Ink 17">
                  <a:extLst>
                    <a:ext uri="{FF2B5EF4-FFF2-40B4-BE49-F238E27FC236}">
                      <a16:creationId xmlns:a16="http://schemas.microsoft.com/office/drawing/2014/main" id="{B58D09C4-BAAB-8DDB-2082-6AE83321A4B4}"/>
                    </a:ext>
                  </a:extLst>
                </p:cNvPr>
                <p:cNvPicPr/>
                <p:nvPr/>
              </p:nvPicPr>
              <p:blipFill>
                <a:blip r:embed="rId28"/>
                <a:stretch>
                  <a:fillRect/>
                </a:stretch>
              </p:blipFill>
              <p:spPr>
                <a:xfrm>
                  <a:off x="4114303" y="2206175"/>
                  <a:ext cx="341640" cy="4287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2ABA9269-5ACC-90E9-9A81-D9CFC33F0D92}"/>
                    </a:ext>
                  </a:extLst>
                </p14:cNvPr>
                <p14:cNvContentPartPr/>
                <p14:nvPr/>
              </p14:nvContentPartPr>
              <p14:xfrm>
                <a:off x="4368463" y="2416415"/>
                <a:ext cx="156600" cy="47160"/>
              </p14:xfrm>
            </p:contentPart>
          </mc:Choice>
          <mc:Fallback>
            <p:pic>
              <p:nvPicPr>
                <p:cNvPr id="19" name="Ink 18">
                  <a:extLst>
                    <a:ext uri="{FF2B5EF4-FFF2-40B4-BE49-F238E27FC236}">
                      <a16:creationId xmlns:a16="http://schemas.microsoft.com/office/drawing/2014/main" id="{2ABA9269-5ACC-90E9-9A81-D9CFC33F0D92}"/>
                    </a:ext>
                  </a:extLst>
                </p:cNvPr>
                <p:cNvPicPr/>
                <p:nvPr/>
              </p:nvPicPr>
              <p:blipFill>
                <a:blip r:embed="rId30"/>
                <a:stretch>
                  <a:fillRect/>
                </a:stretch>
              </p:blipFill>
              <p:spPr>
                <a:xfrm>
                  <a:off x="4362343" y="2410295"/>
                  <a:ext cx="16884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0" name="Ink 19">
                  <a:extLst>
                    <a:ext uri="{FF2B5EF4-FFF2-40B4-BE49-F238E27FC236}">
                      <a16:creationId xmlns:a16="http://schemas.microsoft.com/office/drawing/2014/main" id="{A8E97B94-147E-3ED9-0529-EEBF61CC64BA}"/>
                    </a:ext>
                  </a:extLst>
                </p14:cNvPr>
                <p14:cNvContentPartPr/>
                <p14:nvPr/>
              </p14:nvContentPartPr>
              <p14:xfrm>
                <a:off x="4707583" y="2265935"/>
                <a:ext cx="166680" cy="368640"/>
              </p14:xfrm>
            </p:contentPart>
          </mc:Choice>
          <mc:Fallback>
            <p:pic>
              <p:nvPicPr>
                <p:cNvPr id="20" name="Ink 19">
                  <a:extLst>
                    <a:ext uri="{FF2B5EF4-FFF2-40B4-BE49-F238E27FC236}">
                      <a16:creationId xmlns:a16="http://schemas.microsoft.com/office/drawing/2014/main" id="{A8E97B94-147E-3ED9-0529-EEBF61CC64BA}"/>
                    </a:ext>
                  </a:extLst>
                </p:cNvPr>
                <p:cNvPicPr/>
                <p:nvPr/>
              </p:nvPicPr>
              <p:blipFill>
                <a:blip r:embed="rId32"/>
                <a:stretch>
                  <a:fillRect/>
                </a:stretch>
              </p:blipFill>
              <p:spPr>
                <a:xfrm>
                  <a:off x="4701463" y="2259815"/>
                  <a:ext cx="17892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1" name="Ink 20">
                  <a:extLst>
                    <a:ext uri="{FF2B5EF4-FFF2-40B4-BE49-F238E27FC236}">
                      <a16:creationId xmlns:a16="http://schemas.microsoft.com/office/drawing/2014/main" id="{0C6D4D14-3952-ED03-01F0-BA1FE7E20E73}"/>
                    </a:ext>
                  </a:extLst>
                </p14:cNvPr>
                <p14:cNvContentPartPr/>
                <p14:nvPr/>
              </p14:nvContentPartPr>
              <p14:xfrm>
                <a:off x="4881823" y="2237135"/>
                <a:ext cx="333360" cy="382680"/>
              </p14:xfrm>
            </p:contentPart>
          </mc:Choice>
          <mc:Fallback>
            <p:pic>
              <p:nvPicPr>
                <p:cNvPr id="21" name="Ink 20">
                  <a:extLst>
                    <a:ext uri="{FF2B5EF4-FFF2-40B4-BE49-F238E27FC236}">
                      <a16:creationId xmlns:a16="http://schemas.microsoft.com/office/drawing/2014/main" id="{0C6D4D14-3952-ED03-01F0-BA1FE7E20E73}"/>
                    </a:ext>
                  </a:extLst>
                </p:cNvPr>
                <p:cNvPicPr/>
                <p:nvPr/>
              </p:nvPicPr>
              <p:blipFill>
                <a:blip r:embed="rId34"/>
                <a:stretch>
                  <a:fillRect/>
                </a:stretch>
              </p:blipFill>
              <p:spPr>
                <a:xfrm>
                  <a:off x="4875703" y="2231015"/>
                  <a:ext cx="345600" cy="3949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 name="Ink 21">
                  <a:extLst>
                    <a:ext uri="{FF2B5EF4-FFF2-40B4-BE49-F238E27FC236}">
                      <a16:creationId xmlns:a16="http://schemas.microsoft.com/office/drawing/2014/main" id="{F6E35667-A439-4261-0331-084CB7FCD7D5}"/>
                    </a:ext>
                  </a:extLst>
                </p14:cNvPr>
                <p14:cNvContentPartPr/>
                <p14:nvPr/>
              </p14:nvContentPartPr>
              <p14:xfrm>
                <a:off x="5135263" y="2478335"/>
                <a:ext cx="1107720" cy="199080"/>
              </p14:xfrm>
            </p:contentPart>
          </mc:Choice>
          <mc:Fallback>
            <p:pic>
              <p:nvPicPr>
                <p:cNvPr id="22" name="Ink 21">
                  <a:extLst>
                    <a:ext uri="{FF2B5EF4-FFF2-40B4-BE49-F238E27FC236}">
                      <a16:creationId xmlns:a16="http://schemas.microsoft.com/office/drawing/2014/main" id="{F6E35667-A439-4261-0331-084CB7FCD7D5}"/>
                    </a:ext>
                  </a:extLst>
                </p:cNvPr>
                <p:cNvPicPr/>
                <p:nvPr/>
              </p:nvPicPr>
              <p:blipFill>
                <a:blip r:embed="rId36"/>
                <a:stretch>
                  <a:fillRect/>
                </a:stretch>
              </p:blipFill>
              <p:spPr>
                <a:xfrm>
                  <a:off x="5129143" y="2472215"/>
                  <a:ext cx="111996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9B3FA8DF-EDA7-52C6-F051-ABA58EF850A0}"/>
                    </a:ext>
                  </a:extLst>
                </p14:cNvPr>
                <p14:cNvContentPartPr/>
                <p14:nvPr/>
              </p14:nvContentPartPr>
              <p14:xfrm>
                <a:off x="5177023" y="2750135"/>
                <a:ext cx="169920" cy="208800"/>
              </p14:xfrm>
            </p:contentPart>
          </mc:Choice>
          <mc:Fallback>
            <p:pic>
              <p:nvPicPr>
                <p:cNvPr id="23" name="Ink 22">
                  <a:extLst>
                    <a:ext uri="{FF2B5EF4-FFF2-40B4-BE49-F238E27FC236}">
                      <a16:creationId xmlns:a16="http://schemas.microsoft.com/office/drawing/2014/main" id="{9B3FA8DF-EDA7-52C6-F051-ABA58EF850A0}"/>
                    </a:ext>
                  </a:extLst>
                </p:cNvPr>
                <p:cNvPicPr/>
                <p:nvPr/>
              </p:nvPicPr>
              <p:blipFill>
                <a:blip r:embed="rId38"/>
                <a:stretch>
                  <a:fillRect/>
                </a:stretch>
              </p:blipFill>
              <p:spPr>
                <a:xfrm>
                  <a:off x="5170903" y="2744015"/>
                  <a:ext cx="18216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6BCB9F5D-E73C-E2BD-AC3F-B4FFB8008747}"/>
                    </a:ext>
                  </a:extLst>
                </p14:cNvPr>
                <p14:cNvContentPartPr/>
                <p14:nvPr/>
              </p14:nvContentPartPr>
              <p14:xfrm>
                <a:off x="5330743" y="2978735"/>
                <a:ext cx="9360" cy="161640"/>
              </p14:xfrm>
            </p:contentPart>
          </mc:Choice>
          <mc:Fallback>
            <p:pic>
              <p:nvPicPr>
                <p:cNvPr id="24" name="Ink 23">
                  <a:extLst>
                    <a:ext uri="{FF2B5EF4-FFF2-40B4-BE49-F238E27FC236}">
                      <a16:creationId xmlns:a16="http://schemas.microsoft.com/office/drawing/2014/main" id="{6BCB9F5D-E73C-E2BD-AC3F-B4FFB8008747}"/>
                    </a:ext>
                  </a:extLst>
                </p:cNvPr>
                <p:cNvPicPr/>
                <p:nvPr/>
              </p:nvPicPr>
              <p:blipFill>
                <a:blip r:embed="rId40"/>
                <a:stretch>
                  <a:fillRect/>
                </a:stretch>
              </p:blipFill>
              <p:spPr>
                <a:xfrm>
                  <a:off x="5324623" y="2972615"/>
                  <a:ext cx="2160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5" name="Ink 24">
                  <a:extLst>
                    <a:ext uri="{FF2B5EF4-FFF2-40B4-BE49-F238E27FC236}">
                      <a16:creationId xmlns:a16="http://schemas.microsoft.com/office/drawing/2014/main" id="{FF1D65BB-672C-2762-F9C3-FCC79FECDF90}"/>
                    </a:ext>
                  </a:extLst>
                </p14:cNvPr>
                <p14:cNvContentPartPr/>
                <p14:nvPr/>
              </p14:nvContentPartPr>
              <p14:xfrm>
                <a:off x="5470783" y="2680655"/>
                <a:ext cx="213480" cy="430920"/>
              </p14:xfrm>
            </p:contentPart>
          </mc:Choice>
          <mc:Fallback>
            <p:pic>
              <p:nvPicPr>
                <p:cNvPr id="25" name="Ink 24">
                  <a:extLst>
                    <a:ext uri="{FF2B5EF4-FFF2-40B4-BE49-F238E27FC236}">
                      <a16:creationId xmlns:a16="http://schemas.microsoft.com/office/drawing/2014/main" id="{FF1D65BB-672C-2762-F9C3-FCC79FECDF90}"/>
                    </a:ext>
                  </a:extLst>
                </p:cNvPr>
                <p:cNvPicPr/>
                <p:nvPr/>
              </p:nvPicPr>
              <p:blipFill>
                <a:blip r:embed="rId42"/>
                <a:stretch>
                  <a:fillRect/>
                </a:stretch>
              </p:blipFill>
              <p:spPr>
                <a:xfrm>
                  <a:off x="5464663" y="2674535"/>
                  <a:ext cx="225720" cy="4431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6" name="Ink 25">
                  <a:extLst>
                    <a:ext uri="{FF2B5EF4-FFF2-40B4-BE49-F238E27FC236}">
                      <a16:creationId xmlns:a16="http://schemas.microsoft.com/office/drawing/2014/main" id="{1992EF43-5895-818E-C481-10CF1DE3A67A}"/>
                    </a:ext>
                  </a:extLst>
                </p14:cNvPr>
                <p14:cNvContentPartPr/>
                <p14:nvPr/>
              </p14:nvContentPartPr>
              <p14:xfrm>
                <a:off x="5809903" y="2871815"/>
                <a:ext cx="185760" cy="207720"/>
              </p14:xfrm>
            </p:contentPart>
          </mc:Choice>
          <mc:Fallback>
            <p:pic>
              <p:nvPicPr>
                <p:cNvPr id="26" name="Ink 25">
                  <a:extLst>
                    <a:ext uri="{FF2B5EF4-FFF2-40B4-BE49-F238E27FC236}">
                      <a16:creationId xmlns:a16="http://schemas.microsoft.com/office/drawing/2014/main" id="{1992EF43-5895-818E-C481-10CF1DE3A67A}"/>
                    </a:ext>
                  </a:extLst>
                </p:cNvPr>
                <p:cNvPicPr/>
                <p:nvPr/>
              </p:nvPicPr>
              <p:blipFill>
                <a:blip r:embed="rId44"/>
                <a:stretch>
                  <a:fillRect/>
                </a:stretch>
              </p:blipFill>
              <p:spPr>
                <a:xfrm>
                  <a:off x="5803783" y="2865695"/>
                  <a:ext cx="19800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7" name="Ink 26">
                  <a:extLst>
                    <a:ext uri="{FF2B5EF4-FFF2-40B4-BE49-F238E27FC236}">
                      <a16:creationId xmlns:a16="http://schemas.microsoft.com/office/drawing/2014/main" id="{040C50AE-503C-4530-02C2-30AD07274E3C}"/>
                    </a:ext>
                  </a:extLst>
                </p14:cNvPr>
                <p14:cNvContentPartPr/>
                <p14:nvPr/>
              </p14:nvContentPartPr>
              <p14:xfrm>
                <a:off x="6030583" y="3110855"/>
                <a:ext cx="292680" cy="178560"/>
              </p14:xfrm>
            </p:contentPart>
          </mc:Choice>
          <mc:Fallback>
            <p:pic>
              <p:nvPicPr>
                <p:cNvPr id="27" name="Ink 26">
                  <a:extLst>
                    <a:ext uri="{FF2B5EF4-FFF2-40B4-BE49-F238E27FC236}">
                      <a16:creationId xmlns:a16="http://schemas.microsoft.com/office/drawing/2014/main" id="{040C50AE-503C-4530-02C2-30AD07274E3C}"/>
                    </a:ext>
                  </a:extLst>
                </p:cNvPr>
                <p:cNvPicPr/>
                <p:nvPr/>
              </p:nvPicPr>
              <p:blipFill>
                <a:blip r:embed="rId46"/>
                <a:stretch>
                  <a:fillRect/>
                </a:stretch>
              </p:blipFill>
              <p:spPr>
                <a:xfrm>
                  <a:off x="6024463" y="3104735"/>
                  <a:ext cx="304920" cy="190800"/>
                </a:xfrm>
                <a:prstGeom prst="rect">
                  <a:avLst/>
                </a:prstGeom>
              </p:spPr>
            </p:pic>
          </mc:Fallback>
        </mc:AlternateContent>
      </p:grpSp>
      <p:grpSp>
        <p:nvGrpSpPr>
          <p:cNvPr id="37" name="Group 36">
            <a:extLst>
              <a:ext uri="{FF2B5EF4-FFF2-40B4-BE49-F238E27FC236}">
                <a16:creationId xmlns:a16="http://schemas.microsoft.com/office/drawing/2014/main" id="{040258A9-AC84-F047-73F1-507831195424}"/>
              </a:ext>
            </a:extLst>
          </p:cNvPr>
          <p:cNvGrpSpPr/>
          <p:nvPr/>
        </p:nvGrpSpPr>
        <p:grpSpPr>
          <a:xfrm>
            <a:off x="441583" y="3558695"/>
            <a:ext cx="3562200" cy="2226600"/>
            <a:chOff x="441583" y="3558695"/>
            <a:chExt cx="3562200" cy="2226600"/>
          </a:xfrm>
        </p:grpSpPr>
        <mc:AlternateContent xmlns:mc="http://schemas.openxmlformats.org/markup-compatibility/2006">
          <mc:Choice xmlns:p14="http://schemas.microsoft.com/office/powerpoint/2010/main" Requires="p14">
            <p:contentPart p14:bwMode="auto" r:id="rId47">
              <p14:nvContentPartPr>
                <p14:cNvPr id="29" name="Ink 28">
                  <a:extLst>
                    <a:ext uri="{FF2B5EF4-FFF2-40B4-BE49-F238E27FC236}">
                      <a16:creationId xmlns:a16="http://schemas.microsoft.com/office/drawing/2014/main" id="{C2A11204-59B1-155A-ED5B-782E8BE13701}"/>
                    </a:ext>
                  </a:extLst>
                </p14:cNvPr>
                <p14:cNvContentPartPr/>
                <p14:nvPr/>
              </p14:nvContentPartPr>
              <p14:xfrm>
                <a:off x="1763863" y="3558695"/>
                <a:ext cx="2239920" cy="1782720"/>
              </p14:xfrm>
            </p:contentPart>
          </mc:Choice>
          <mc:Fallback>
            <p:pic>
              <p:nvPicPr>
                <p:cNvPr id="29" name="Ink 28">
                  <a:extLst>
                    <a:ext uri="{FF2B5EF4-FFF2-40B4-BE49-F238E27FC236}">
                      <a16:creationId xmlns:a16="http://schemas.microsoft.com/office/drawing/2014/main" id="{C2A11204-59B1-155A-ED5B-782E8BE13701}"/>
                    </a:ext>
                  </a:extLst>
                </p:cNvPr>
                <p:cNvPicPr/>
                <p:nvPr/>
              </p:nvPicPr>
              <p:blipFill>
                <a:blip r:embed="rId48"/>
                <a:stretch>
                  <a:fillRect/>
                </a:stretch>
              </p:blipFill>
              <p:spPr>
                <a:xfrm>
                  <a:off x="1757743" y="3552575"/>
                  <a:ext cx="2252160" cy="17949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0" name="Ink 29">
                  <a:extLst>
                    <a:ext uri="{FF2B5EF4-FFF2-40B4-BE49-F238E27FC236}">
                      <a16:creationId xmlns:a16="http://schemas.microsoft.com/office/drawing/2014/main" id="{681D82D9-E556-26F7-E97F-A31FA9882305}"/>
                    </a:ext>
                  </a:extLst>
                </p14:cNvPr>
                <p14:cNvContentPartPr/>
                <p14:nvPr/>
              </p14:nvContentPartPr>
              <p14:xfrm>
                <a:off x="441583" y="5071055"/>
                <a:ext cx="74160" cy="434520"/>
              </p14:xfrm>
            </p:contentPart>
          </mc:Choice>
          <mc:Fallback>
            <p:pic>
              <p:nvPicPr>
                <p:cNvPr id="30" name="Ink 29">
                  <a:extLst>
                    <a:ext uri="{FF2B5EF4-FFF2-40B4-BE49-F238E27FC236}">
                      <a16:creationId xmlns:a16="http://schemas.microsoft.com/office/drawing/2014/main" id="{681D82D9-E556-26F7-E97F-A31FA9882305}"/>
                    </a:ext>
                  </a:extLst>
                </p:cNvPr>
                <p:cNvPicPr/>
                <p:nvPr/>
              </p:nvPicPr>
              <p:blipFill>
                <a:blip r:embed="rId50"/>
                <a:stretch>
                  <a:fillRect/>
                </a:stretch>
              </p:blipFill>
              <p:spPr>
                <a:xfrm>
                  <a:off x="435463" y="5064935"/>
                  <a:ext cx="86400" cy="4467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1" name="Ink 30">
                  <a:extLst>
                    <a:ext uri="{FF2B5EF4-FFF2-40B4-BE49-F238E27FC236}">
                      <a16:creationId xmlns:a16="http://schemas.microsoft.com/office/drawing/2014/main" id="{EDB67210-7A15-6024-906D-2BFB02C00A22}"/>
                    </a:ext>
                  </a:extLst>
                </p14:cNvPr>
                <p14:cNvContentPartPr/>
                <p14:nvPr/>
              </p14:nvContentPartPr>
              <p14:xfrm>
                <a:off x="544183" y="4991135"/>
                <a:ext cx="794160" cy="794160"/>
              </p14:xfrm>
            </p:contentPart>
          </mc:Choice>
          <mc:Fallback>
            <p:pic>
              <p:nvPicPr>
                <p:cNvPr id="31" name="Ink 30">
                  <a:extLst>
                    <a:ext uri="{FF2B5EF4-FFF2-40B4-BE49-F238E27FC236}">
                      <a16:creationId xmlns:a16="http://schemas.microsoft.com/office/drawing/2014/main" id="{EDB67210-7A15-6024-906D-2BFB02C00A22}"/>
                    </a:ext>
                  </a:extLst>
                </p:cNvPr>
                <p:cNvPicPr/>
                <p:nvPr/>
              </p:nvPicPr>
              <p:blipFill>
                <a:blip r:embed="rId52"/>
                <a:stretch>
                  <a:fillRect/>
                </a:stretch>
              </p:blipFill>
              <p:spPr>
                <a:xfrm>
                  <a:off x="538063" y="4985015"/>
                  <a:ext cx="806400" cy="8064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2" name="Ink 31">
                  <a:extLst>
                    <a:ext uri="{FF2B5EF4-FFF2-40B4-BE49-F238E27FC236}">
                      <a16:creationId xmlns:a16="http://schemas.microsoft.com/office/drawing/2014/main" id="{224D1C53-9EE8-D6CB-C3AE-03BC529C2B30}"/>
                    </a:ext>
                  </a:extLst>
                </p14:cNvPr>
                <p14:cNvContentPartPr/>
                <p14:nvPr/>
              </p14:nvContentPartPr>
              <p14:xfrm>
                <a:off x="1270663" y="5148455"/>
                <a:ext cx="279000" cy="150120"/>
              </p14:xfrm>
            </p:contentPart>
          </mc:Choice>
          <mc:Fallback>
            <p:pic>
              <p:nvPicPr>
                <p:cNvPr id="32" name="Ink 31">
                  <a:extLst>
                    <a:ext uri="{FF2B5EF4-FFF2-40B4-BE49-F238E27FC236}">
                      <a16:creationId xmlns:a16="http://schemas.microsoft.com/office/drawing/2014/main" id="{224D1C53-9EE8-D6CB-C3AE-03BC529C2B30}"/>
                    </a:ext>
                  </a:extLst>
                </p:cNvPr>
                <p:cNvPicPr/>
                <p:nvPr/>
              </p:nvPicPr>
              <p:blipFill>
                <a:blip r:embed="rId54"/>
                <a:stretch>
                  <a:fillRect/>
                </a:stretch>
              </p:blipFill>
              <p:spPr>
                <a:xfrm>
                  <a:off x="1264543" y="5142335"/>
                  <a:ext cx="29124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3" name="Ink 32">
                  <a:extLst>
                    <a:ext uri="{FF2B5EF4-FFF2-40B4-BE49-F238E27FC236}">
                      <a16:creationId xmlns:a16="http://schemas.microsoft.com/office/drawing/2014/main" id="{FA8D7AF0-557B-6959-7178-5ECE96F2ABC3}"/>
                    </a:ext>
                  </a:extLst>
                </p14:cNvPr>
                <p14:cNvContentPartPr/>
                <p14:nvPr/>
              </p14:nvContentPartPr>
              <p14:xfrm>
                <a:off x="1862143" y="5244215"/>
                <a:ext cx="102600" cy="15480"/>
              </p14:xfrm>
            </p:contentPart>
          </mc:Choice>
          <mc:Fallback>
            <p:pic>
              <p:nvPicPr>
                <p:cNvPr id="33" name="Ink 32">
                  <a:extLst>
                    <a:ext uri="{FF2B5EF4-FFF2-40B4-BE49-F238E27FC236}">
                      <a16:creationId xmlns:a16="http://schemas.microsoft.com/office/drawing/2014/main" id="{FA8D7AF0-557B-6959-7178-5ECE96F2ABC3}"/>
                    </a:ext>
                  </a:extLst>
                </p:cNvPr>
                <p:cNvPicPr/>
                <p:nvPr/>
              </p:nvPicPr>
              <p:blipFill>
                <a:blip r:embed="rId56"/>
                <a:stretch>
                  <a:fillRect/>
                </a:stretch>
              </p:blipFill>
              <p:spPr>
                <a:xfrm>
                  <a:off x="1856023" y="5238095"/>
                  <a:ext cx="11484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4" name="Ink 33">
                  <a:extLst>
                    <a:ext uri="{FF2B5EF4-FFF2-40B4-BE49-F238E27FC236}">
                      <a16:creationId xmlns:a16="http://schemas.microsoft.com/office/drawing/2014/main" id="{71DA48BB-77FD-5002-2FD7-E33FB96D4527}"/>
                    </a:ext>
                  </a:extLst>
                </p14:cNvPr>
                <p14:cNvContentPartPr/>
                <p14:nvPr/>
              </p14:nvContentPartPr>
              <p14:xfrm>
                <a:off x="1756303" y="5032535"/>
                <a:ext cx="198360" cy="460440"/>
              </p14:xfrm>
            </p:contentPart>
          </mc:Choice>
          <mc:Fallback>
            <p:pic>
              <p:nvPicPr>
                <p:cNvPr id="34" name="Ink 33">
                  <a:extLst>
                    <a:ext uri="{FF2B5EF4-FFF2-40B4-BE49-F238E27FC236}">
                      <a16:creationId xmlns:a16="http://schemas.microsoft.com/office/drawing/2014/main" id="{71DA48BB-77FD-5002-2FD7-E33FB96D4527}"/>
                    </a:ext>
                  </a:extLst>
                </p:cNvPr>
                <p:cNvPicPr/>
                <p:nvPr/>
              </p:nvPicPr>
              <p:blipFill>
                <a:blip r:embed="rId58"/>
                <a:stretch>
                  <a:fillRect/>
                </a:stretch>
              </p:blipFill>
              <p:spPr>
                <a:xfrm>
                  <a:off x="1750183" y="5026415"/>
                  <a:ext cx="210600" cy="47268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5" name="Ink 34">
                  <a:extLst>
                    <a:ext uri="{FF2B5EF4-FFF2-40B4-BE49-F238E27FC236}">
                      <a16:creationId xmlns:a16="http://schemas.microsoft.com/office/drawing/2014/main" id="{673E7BD9-3EF7-F3BA-1ECA-7FCA03FB0A48}"/>
                    </a:ext>
                  </a:extLst>
                </p14:cNvPr>
                <p14:cNvContentPartPr/>
                <p14:nvPr/>
              </p14:nvContentPartPr>
              <p14:xfrm>
                <a:off x="2114503" y="5217575"/>
                <a:ext cx="149040" cy="190800"/>
              </p14:xfrm>
            </p:contentPart>
          </mc:Choice>
          <mc:Fallback>
            <p:pic>
              <p:nvPicPr>
                <p:cNvPr id="35" name="Ink 34">
                  <a:extLst>
                    <a:ext uri="{FF2B5EF4-FFF2-40B4-BE49-F238E27FC236}">
                      <a16:creationId xmlns:a16="http://schemas.microsoft.com/office/drawing/2014/main" id="{673E7BD9-3EF7-F3BA-1ECA-7FCA03FB0A48}"/>
                    </a:ext>
                  </a:extLst>
                </p:cNvPr>
                <p:cNvPicPr/>
                <p:nvPr/>
              </p:nvPicPr>
              <p:blipFill>
                <a:blip r:embed="rId60"/>
                <a:stretch>
                  <a:fillRect/>
                </a:stretch>
              </p:blipFill>
              <p:spPr>
                <a:xfrm>
                  <a:off x="2108383" y="5211455"/>
                  <a:ext cx="16128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6" name="Ink 35">
                  <a:extLst>
                    <a:ext uri="{FF2B5EF4-FFF2-40B4-BE49-F238E27FC236}">
                      <a16:creationId xmlns:a16="http://schemas.microsoft.com/office/drawing/2014/main" id="{7486CD79-4DAE-8077-9769-4CAE5D096924}"/>
                    </a:ext>
                  </a:extLst>
                </p14:cNvPr>
                <p14:cNvContentPartPr/>
                <p14:nvPr/>
              </p14:nvContentPartPr>
              <p14:xfrm>
                <a:off x="2375503" y="5381735"/>
                <a:ext cx="59760" cy="177480"/>
              </p14:xfrm>
            </p:contentPart>
          </mc:Choice>
          <mc:Fallback>
            <p:pic>
              <p:nvPicPr>
                <p:cNvPr id="36" name="Ink 35">
                  <a:extLst>
                    <a:ext uri="{FF2B5EF4-FFF2-40B4-BE49-F238E27FC236}">
                      <a16:creationId xmlns:a16="http://schemas.microsoft.com/office/drawing/2014/main" id="{7486CD79-4DAE-8077-9769-4CAE5D096924}"/>
                    </a:ext>
                  </a:extLst>
                </p:cNvPr>
                <p:cNvPicPr/>
                <p:nvPr/>
              </p:nvPicPr>
              <p:blipFill>
                <a:blip r:embed="rId62"/>
                <a:stretch>
                  <a:fillRect/>
                </a:stretch>
              </p:blipFill>
              <p:spPr>
                <a:xfrm>
                  <a:off x="2369383" y="5375615"/>
                  <a:ext cx="72000" cy="189720"/>
                </a:xfrm>
                <a:prstGeom prst="rect">
                  <a:avLst/>
                </a:prstGeom>
              </p:spPr>
            </p:pic>
          </mc:Fallback>
        </mc:AlternateContent>
      </p:grpSp>
      <p:grpSp>
        <p:nvGrpSpPr>
          <p:cNvPr id="134149" name="Group 134148">
            <a:extLst>
              <a:ext uri="{FF2B5EF4-FFF2-40B4-BE49-F238E27FC236}">
                <a16:creationId xmlns:a16="http://schemas.microsoft.com/office/drawing/2014/main" id="{A6B369DF-96B8-C3E5-9F01-AA0A995CDB0E}"/>
              </a:ext>
            </a:extLst>
          </p:cNvPr>
          <p:cNvGrpSpPr/>
          <p:nvPr/>
        </p:nvGrpSpPr>
        <p:grpSpPr>
          <a:xfrm>
            <a:off x="3686263" y="3424055"/>
            <a:ext cx="6981120" cy="3347640"/>
            <a:chOff x="3686263" y="3424055"/>
            <a:chExt cx="6981120" cy="3347640"/>
          </a:xfrm>
        </p:grpSpPr>
        <mc:AlternateContent xmlns:mc="http://schemas.openxmlformats.org/markup-compatibility/2006">
          <mc:Choice xmlns:p14="http://schemas.microsoft.com/office/powerpoint/2010/main" Requires="p14">
            <p:contentPart p14:bwMode="auto" r:id="rId63">
              <p14:nvContentPartPr>
                <p14:cNvPr id="38" name="Ink 37">
                  <a:extLst>
                    <a:ext uri="{FF2B5EF4-FFF2-40B4-BE49-F238E27FC236}">
                      <a16:creationId xmlns:a16="http://schemas.microsoft.com/office/drawing/2014/main" id="{483E0869-21C4-4794-F01D-A9281B1D4D75}"/>
                    </a:ext>
                  </a:extLst>
                </p14:cNvPr>
                <p14:cNvContentPartPr/>
                <p14:nvPr/>
              </p14:nvContentPartPr>
              <p14:xfrm>
                <a:off x="3686263" y="3424055"/>
                <a:ext cx="2335320" cy="1770840"/>
              </p14:xfrm>
            </p:contentPart>
          </mc:Choice>
          <mc:Fallback>
            <p:pic>
              <p:nvPicPr>
                <p:cNvPr id="38" name="Ink 37">
                  <a:extLst>
                    <a:ext uri="{FF2B5EF4-FFF2-40B4-BE49-F238E27FC236}">
                      <a16:creationId xmlns:a16="http://schemas.microsoft.com/office/drawing/2014/main" id="{483E0869-21C4-4794-F01D-A9281B1D4D75}"/>
                    </a:ext>
                  </a:extLst>
                </p:cNvPr>
                <p:cNvPicPr/>
                <p:nvPr/>
              </p:nvPicPr>
              <p:blipFill>
                <a:blip r:embed="rId64"/>
                <a:stretch>
                  <a:fillRect/>
                </a:stretch>
              </p:blipFill>
              <p:spPr>
                <a:xfrm>
                  <a:off x="3680143" y="3417935"/>
                  <a:ext cx="2347560" cy="17830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39" name="Ink 38">
                  <a:extLst>
                    <a:ext uri="{FF2B5EF4-FFF2-40B4-BE49-F238E27FC236}">
                      <a16:creationId xmlns:a16="http://schemas.microsoft.com/office/drawing/2014/main" id="{8585059B-9271-273A-2601-FB440F4EBE9F}"/>
                    </a:ext>
                  </a:extLst>
                </p14:cNvPr>
                <p14:cNvContentPartPr/>
                <p14:nvPr/>
              </p14:nvContentPartPr>
              <p14:xfrm>
                <a:off x="6008983" y="4776215"/>
                <a:ext cx="69840" cy="405360"/>
              </p14:xfrm>
            </p:contentPart>
          </mc:Choice>
          <mc:Fallback>
            <p:pic>
              <p:nvPicPr>
                <p:cNvPr id="39" name="Ink 38">
                  <a:extLst>
                    <a:ext uri="{FF2B5EF4-FFF2-40B4-BE49-F238E27FC236}">
                      <a16:creationId xmlns:a16="http://schemas.microsoft.com/office/drawing/2014/main" id="{8585059B-9271-273A-2601-FB440F4EBE9F}"/>
                    </a:ext>
                  </a:extLst>
                </p:cNvPr>
                <p:cNvPicPr/>
                <p:nvPr/>
              </p:nvPicPr>
              <p:blipFill>
                <a:blip r:embed="rId66"/>
                <a:stretch>
                  <a:fillRect/>
                </a:stretch>
              </p:blipFill>
              <p:spPr>
                <a:xfrm>
                  <a:off x="6002863" y="4770095"/>
                  <a:ext cx="82080" cy="4176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0" name="Ink 39">
                  <a:extLst>
                    <a:ext uri="{FF2B5EF4-FFF2-40B4-BE49-F238E27FC236}">
                      <a16:creationId xmlns:a16="http://schemas.microsoft.com/office/drawing/2014/main" id="{148646C2-EC6A-7EA6-33CE-2193D7BAE34D}"/>
                    </a:ext>
                  </a:extLst>
                </p14:cNvPr>
                <p14:cNvContentPartPr/>
                <p14:nvPr/>
              </p14:nvContentPartPr>
              <p14:xfrm>
                <a:off x="6097183" y="4684055"/>
                <a:ext cx="850680" cy="653400"/>
              </p14:xfrm>
            </p:contentPart>
          </mc:Choice>
          <mc:Fallback>
            <p:pic>
              <p:nvPicPr>
                <p:cNvPr id="40" name="Ink 39">
                  <a:extLst>
                    <a:ext uri="{FF2B5EF4-FFF2-40B4-BE49-F238E27FC236}">
                      <a16:creationId xmlns:a16="http://schemas.microsoft.com/office/drawing/2014/main" id="{148646C2-EC6A-7EA6-33CE-2193D7BAE34D}"/>
                    </a:ext>
                  </a:extLst>
                </p:cNvPr>
                <p:cNvPicPr/>
                <p:nvPr/>
              </p:nvPicPr>
              <p:blipFill>
                <a:blip r:embed="rId68"/>
                <a:stretch>
                  <a:fillRect/>
                </a:stretch>
              </p:blipFill>
              <p:spPr>
                <a:xfrm>
                  <a:off x="6091063" y="4677935"/>
                  <a:ext cx="862920" cy="6656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1" name="Ink 40">
                  <a:extLst>
                    <a:ext uri="{FF2B5EF4-FFF2-40B4-BE49-F238E27FC236}">
                      <a16:creationId xmlns:a16="http://schemas.microsoft.com/office/drawing/2014/main" id="{ECC01E15-8AC2-821A-7B24-39E74772FCB6}"/>
                    </a:ext>
                  </a:extLst>
                </p14:cNvPr>
                <p14:cNvContentPartPr/>
                <p14:nvPr/>
              </p14:nvContentPartPr>
              <p14:xfrm>
                <a:off x="6902143" y="4758215"/>
                <a:ext cx="374760" cy="334800"/>
              </p14:xfrm>
            </p:contentPart>
          </mc:Choice>
          <mc:Fallback>
            <p:pic>
              <p:nvPicPr>
                <p:cNvPr id="41" name="Ink 40">
                  <a:extLst>
                    <a:ext uri="{FF2B5EF4-FFF2-40B4-BE49-F238E27FC236}">
                      <a16:creationId xmlns:a16="http://schemas.microsoft.com/office/drawing/2014/main" id="{ECC01E15-8AC2-821A-7B24-39E74772FCB6}"/>
                    </a:ext>
                  </a:extLst>
                </p:cNvPr>
                <p:cNvPicPr/>
                <p:nvPr/>
              </p:nvPicPr>
              <p:blipFill>
                <a:blip r:embed="rId70"/>
                <a:stretch>
                  <a:fillRect/>
                </a:stretch>
              </p:blipFill>
              <p:spPr>
                <a:xfrm>
                  <a:off x="6896023" y="4752095"/>
                  <a:ext cx="387000" cy="34704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2" name="Ink 41">
                  <a:extLst>
                    <a:ext uri="{FF2B5EF4-FFF2-40B4-BE49-F238E27FC236}">
                      <a16:creationId xmlns:a16="http://schemas.microsoft.com/office/drawing/2014/main" id="{1DAE85AA-BFF3-D9C8-62D3-26C0EB909E02}"/>
                    </a:ext>
                  </a:extLst>
                </p14:cNvPr>
                <p14:cNvContentPartPr/>
                <p14:nvPr/>
              </p14:nvContentPartPr>
              <p14:xfrm>
                <a:off x="7530343" y="4802495"/>
                <a:ext cx="259560" cy="451800"/>
              </p14:xfrm>
            </p:contentPart>
          </mc:Choice>
          <mc:Fallback>
            <p:pic>
              <p:nvPicPr>
                <p:cNvPr id="42" name="Ink 41">
                  <a:extLst>
                    <a:ext uri="{FF2B5EF4-FFF2-40B4-BE49-F238E27FC236}">
                      <a16:creationId xmlns:a16="http://schemas.microsoft.com/office/drawing/2014/main" id="{1DAE85AA-BFF3-D9C8-62D3-26C0EB909E02}"/>
                    </a:ext>
                  </a:extLst>
                </p:cNvPr>
                <p:cNvPicPr/>
                <p:nvPr/>
              </p:nvPicPr>
              <p:blipFill>
                <a:blip r:embed="rId72"/>
                <a:stretch>
                  <a:fillRect/>
                </a:stretch>
              </p:blipFill>
              <p:spPr>
                <a:xfrm>
                  <a:off x="7524223" y="4796375"/>
                  <a:ext cx="271800" cy="46404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3" name="Ink 42">
                  <a:extLst>
                    <a:ext uri="{FF2B5EF4-FFF2-40B4-BE49-F238E27FC236}">
                      <a16:creationId xmlns:a16="http://schemas.microsoft.com/office/drawing/2014/main" id="{C1C229A0-2334-C2BB-5C4B-A3A0E01CF61A}"/>
                    </a:ext>
                  </a:extLst>
                </p14:cNvPr>
                <p14:cNvContentPartPr/>
                <p14:nvPr/>
              </p14:nvContentPartPr>
              <p14:xfrm>
                <a:off x="7967743" y="4948655"/>
                <a:ext cx="167760" cy="174240"/>
              </p14:xfrm>
            </p:contentPart>
          </mc:Choice>
          <mc:Fallback>
            <p:pic>
              <p:nvPicPr>
                <p:cNvPr id="43" name="Ink 42">
                  <a:extLst>
                    <a:ext uri="{FF2B5EF4-FFF2-40B4-BE49-F238E27FC236}">
                      <a16:creationId xmlns:a16="http://schemas.microsoft.com/office/drawing/2014/main" id="{C1C229A0-2334-C2BB-5C4B-A3A0E01CF61A}"/>
                    </a:ext>
                  </a:extLst>
                </p:cNvPr>
                <p:cNvPicPr/>
                <p:nvPr/>
              </p:nvPicPr>
              <p:blipFill>
                <a:blip r:embed="rId74"/>
                <a:stretch>
                  <a:fillRect/>
                </a:stretch>
              </p:blipFill>
              <p:spPr>
                <a:xfrm>
                  <a:off x="7961623" y="4942535"/>
                  <a:ext cx="18000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4" name="Ink 43">
                  <a:extLst>
                    <a:ext uri="{FF2B5EF4-FFF2-40B4-BE49-F238E27FC236}">
                      <a16:creationId xmlns:a16="http://schemas.microsoft.com/office/drawing/2014/main" id="{1B31049C-3AD5-FA41-C258-CC607FC7FD9F}"/>
                    </a:ext>
                  </a:extLst>
                </p14:cNvPr>
                <p14:cNvContentPartPr/>
                <p14:nvPr/>
              </p14:nvContentPartPr>
              <p14:xfrm>
                <a:off x="8245303" y="5121815"/>
                <a:ext cx="231840" cy="119160"/>
              </p14:xfrm>
            </p:contentPart>
          </mc:Choice>
          <mc:Fallback>
            <p:pic>
              <p:nvPicPr>
                <p:cNvPr id="44" name="Ink 43">
                  <a:extLst>
                    <a:ext uri="{FF2B5EF4-FFF2-40B4-BE49-F238E27FC236}">
                      <a16:creationId xmlns:a16="http://schemas.microsoft.com/office/drawing/2014/main" id="{1B31049C-3AD5-FA41-C258-CC607FC7FD9F}"/>
                    </a:ext>
                  </a:extLst>
                </p:cNvPr>
                <p:cNvPicPr/>
                <p:nvPr/>
              </p:nvPicPr>
              <p:blipFill>
                <a:blip r:embed="rId76"/>
                <a:stretch>
                  <a:fillRect/>
                </a:stretch>
              </p:blipFill>
              <p:spPr>
                <a:xfrm>
                  <a:off x="8239183" y="5115695"/>
                  <a:ext cx="24408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6" name="Ink 45">
                  <a:extLst>
                    <a:ext uri="{FF2B5EF4-FFF2-40B4-BE49-F238E27FC236}">
                      <a16:creationId xmlns:a16="http://schemas.microsoft.com/office/drawing/2014/main" id="{235698DD-1A89-DFFC-FC02-0B60030655D1}"/>
                    </a:ext>
                  </a:extLst>
                </p14:cNvPr>
                <p14:cNvContentPartPr/>
                <p14:nvPr/>
              </p14:nvContentPartPr>
              <p14:xfrm>
                <a:off x="8057023" y="5630135"/>
                <a:ext cx="122040" cy="268200"/>
              </p14:xfrm>
            </p:contentPart>
          </mc:Choice>
          <mc:Fallback>
            <p:pic>
              <p:nvPicPr>
                <p:cNvPr id="46" name="Ink 45">
                  <a:extLst>
                    <a:ext uri="{FF2B5EF4-FFF2-40B4-BE49-F238E27FC236}">
                      <a16:creationId xmlns:a16="http://schemas.microsoft.com/office/drawing/2014/main" id="{235698DD-1A89-DFFC-FC02-0B60030655D1}"/>
                    </a:ext>
                  </a:extLst>
                </p:cNvPr>
                <p:cNvPicPr/>
                <p:nvPr/>
              </p:nvPicPr>
              <p:blipFill>
                <a:blip r:embed="rId78"/>
                <a:stretch>
                  <a:fillRect/>
                </a:stretch>
              </p:blipFill>
              <p:spPr>
                <a:xfrm>
                  <a:off x="8050903" y="5624015"/>
                  <a:ext cx="13428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7" name="Ink 46">
                  <a:extLst>
                    <a:ext uri="{FF2B5EF4-FFF2-40B4-BE49-F238E27FC236}">
                      <a16:creationId xmlns:a16="http://schemas.microsoft.com/office/drawing/2014/main" id="{31586E47-642A-3AF2-00B1-0ECF0EF7A162}"/>
                    </a:ext>
                  </a:extLst>
                </p14:cNvPr>
                <p14:cNvContentPartPr/>
                <p14:nvPr/>
              </p14:nvContentPartPr>
              <p14:xfrm>
                <a:off x="8295703" y="5898695"/>
                <a:ext cx="11880" cy="227520"/>
              </p14:xfrm>
            </p:contentPart>
          </mc:Choice>
          <mc:Fallback>
            <p:pic>
              <p:nvPicPr>
                <p:cNvPr id="47" name="Ink 46">
                  <a:extLst>
                    <a:ext uri="{FF2B5EF4-FFF2-40B4-BE49-F238E27FC236}">
                      <a16:creationId xmlns:a16="http://schemas.microsoft.com/office/drawing/2014/main" id="{31586E47-642A-3AF2-00B1-0ECF0EF7A162}"/>
                    </a:ext>
                  </a:extLst>
                </p:cNvPr>
                <p:cNvPicPr/>
                <p:nvPr/>
              </p:nvPicPr>
              <p:blipFill>
                <a:blip r:embed="rId80"/>
                <a:stretch>
                  <a:fillRect/>
                </a:stretch>
              </p:blipFill>
              <p:spPr>
                <a:xfrm>
                  <a:off x="8289583" y="5892575"/>
                  <a:ext cx="2412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8" name="Ink 47">
                  <a:extLst>
                    <a:ext uri="{FF2B5EF4-FFF2-40B4-BE49-F238E27FC236}">
                      <a16:creationId xmlns:a16="http://schemas.microsoft.com/office/drawing/2014/main" id="{A3A1419E-F83A-1092-A935-19B037F626E4}"/>
                    </a:ext>
                  </a:extLst>
                </p14:cNvPr>
                <p14:cNvContentPartPr/>
                <p14:nvPr/>
              </p14:nvContentPartPr>
              <p14:xfrm>
                <a:off x="8563543" y="5741015"/>
                <a:ext cx="151200" cy="29160"/>
              </p14:xfrm>
            </p:contentPart>
          </mc:Choice>
          <mc:Fallback>
            <p:pic>
              <p:nvPicPr>
                <p:cNvPr id="48" name="Ink 47">
                  <a:extLst>
                    <a:ext uri="{FF2B5EF4-FFF2-40B4-BE49-F238E27FC236}">
                      <a16:creationId xmlns:a16="http://schemas.microsoft.com/office/drawing/2014/main" id="{A3A1419E-F83A-1092-A935-19B037F626E4}"/>
                    </a:ext>
                  </a:extLst>
                </p:cNvPr>
                <p:cNvPicPr/>
                <p:nvPr/>
              </p:nvPicPr>
              <p:blipFill>
                <a:blip r:embed="rId82"/>
                <a:stretch>
                  <a:fillRect/>
                </a:stretch>
              </p:blipFill>
              <p:spPr>
                <a:xfrm>
                  <a:off x="8557423" y="5734895"/>
                  <a:ext cx="16344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49" name="Ink 48">
                  <a:extLst>
                    <a:ext uri="{FF2B5EF4-FFF2-40B4-BE49-F238E27FC236}">
                      <a16:creationId xmlns:a16="http://schemas.microsoft.com/office/drawing/2014/main" id="{4D8D1ED5-45A8-526B-015F-2637D14527F6}"/>
                    </a:ext>
                  </a:extLst>
                </p14:cNvPr>
                <p14:cNvContentPartPr/>
                <p14:nvPr/>
              </p14:nvContentPartPr>
              <p14:xfrm>
                <a:off x="8580823" y="5786375"/>
                <a:ext cx="207360" cy="54720"/>
              </p14:xfrm>
            </p:contentPart>
          </mc:Choice>
          <mc:Fallback>
            <p:pic>
              <p:nvPicPr>
                <p:cNvPr id="49" name="Ink 48">
                  <a:extLst>
                    <a:ext uri="{FF2B5EF4-FFF2-40B4-BE49-F238E27FC236}">
                      <a16:creationId xmlns:a16="http://schemas.microsoft.com/office/drawing/2014/main" id="{4D8D1ED5-45A8-526B-015F-2637D14527F6}"/>
                    </a:ext>
                  </a:extLst>
                </p:cNvPr>
                <p:cNvPicPr/>
                <p:nvPr/>
              </p:nvPicPr>
              <p:blipFill>
                <a:blip r:embed="rId84"/>
                <a:stretch>
                  <a:fillRect/>
                </a:stretch>
              </p:blipFill>
              <p:spPr>
                <a:xfrm>
                  <a:off x="8574703" y="5780255"/>
                  <a:ext cx="21960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0" name="Ink 49">
                  <a:extLst>
                    <a:ext uri="{FF2B5EF4-FFF2-40B4-BE49-F238E27FC236}">
                      <a16:creationId xmlns:a16="http://schemas.microsoft.com/office/drawing/2014/main" id="{585F0D3C-D769-1B06-1B49-B2BEEB2D02AB}"/>
                    </a:ext>
                  </a:extLst>
                </p14:cNvPr>
                <p14:cNvContentPartPr/>
                <p14:nvPr/>
              </p14:nvContentPartPr>
              <p14:xfrm>
                <a:off x="9312343" y="5352575"/>
                <a:ext cx="33120" cy="154080"/>
              </p14:xfrm>
            </p:contentPart>
          </mc:Choice>
          <mc:Fallback>
            <p:pic>
              <p:nvPicPr>
                <p:cNvPr id="50" name="Ink 49">
                  <a:extLst>
                    <a:ext uri="{FF2B5EF4-FFF2-40B4-BE49-F238E27FC236}">
                      <a16:creationId xmlns:a16="http://schemas.microsoft.com/office/drawing/2014/main" id="{585F0D3C-D769-1B06-1B49-B2BEEB2D02AB}"/>
                    </a:ext>
                  </a:extLst>
                </p:cNvPr>
                <p:cNvPicPr/>
                <p:nvPr/>
              </p:nvPicPr>
              <p:blipFill>
                <a:blip r:embed="rId86"/>
                <a:stretch>
                  <a:fillRect/>
                </a:stretch>
              </p:blipFill>
              <p:spPr>
                <a:xfrm>
                  <a:off x="9306223" y="5346455"/>
                  <a:ext cx="4536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1" name="Ink 50">
                  <a:extLst>
                    <a:ext uri="{FF2B5EF4-FFF2-40B4-BE49-F238E27FC236}">
                      <a16:creationId xmlns:a16="http://schemas.microsoft.com/office/drawing/2014/main" id="{946729ED-6E9B-CCB4-64D9-C1D1731A952B}"/>
                    </a:ext>
                  </a:extLst>
                </p14:cNvPr>
                <p14:cNvContentPartPr/>
                <p14:nvPr/>
              </p14:nvContentPartPr>
              <p14:xfrm>
                <a:off x="8993383" y="5589815"/>
                <a:ext cx="640440" cy="15480"/>
              </p14:xfrm>
            </p:contentPart>
          </mc:Choice>
          <mc:Fallback>
            <p:pic>
              <p:nvPicPr>
                <p:cNvPr id="51" name="Ink 50">
                  <a:extLst>
                    <a:ext uri="{FF2B5EF4-FFF2-40B4-BE49-F238E27FC236}">
                      <a16:creationId xmlns:a16="http://schemas.microsoft.com/office/drawing/2014/main" id="{946729ED-6E9B-CCB4-64D9-C1D1731A952B}"/>
                    </a:ext>
                  </a:extLst>
                </p:cNvPr>
                <p:cNvPicPr/>
                <p:nvPr/>
              </p:nvPicPr>
              <p:blipFill>
                <a:blip r:embed="rId88"/>
                <a:stretch>
                  <a:fillRect/>
                </a:stretch>
              </p:blipFill>
              <p:spPr>
                <a:xfrm>
                  <a:off x="8987263" y="5583695"/>
                  <a:ext cx="65268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2" name="Ink 51">
                  <a:extLst>
                    <a:ext uri="{FF2B5EF4-FFF2-40B4-BE49-F238E27FC236}">
                      <a16:creationId xmlns:a16="http://schemas.microsoft.com/office/drawing/2014/main" id="{6F323130-3BF4-EB4B-B9B8-A8996E8C5FE4}"/>
                    </a:ext>
                  </a:extLst>
                </p14:cNvPr>
                <p14:cNvContentPartPr/>
                <p14:nvPr/>
              </p14:nvContentPartPr>
              <p14:xfrm>
                <a:off x="8965303" y="5742095"/>
                <a:ext cx="913680" cy="496080"/>
              </p14:xfrm>
            </p:contentPart>
          </mc:Choice>
          <mc:Fallback>
            <p:pic>
              <p:nvPicPr>
                <p:cNvPr id="52" name="Ink 51">
                  <a:extLst>
                    <a:ext uri="{FF2B5EF4-FFF2-40B4-BE49-F238E27FC236}">
                      <a16:creationId xmlns:a16="http://schemas.microsoft.com/office/drawing/2014/main" id="{6F323130-3BF4-EB4B-B9B8-A8996E8C5FE4}"/>
                    </a:ext>
                  </a:extLst>
                </p:cNvPr>
                <p:cNvPicPr/>
                <p:nvPr/>
              </p:nvPicPr>
              <p:blipFill>
                <a:blip r:embed="rId90"/>
                <a:stretch>
                  <a:fillRect/>
                </a:stretch>
              </p:blipFill>
              <p:spPr>
                <a:xfrm>
                  <a:off x="8959183" y="5735975"/>
                  <a:ext cx="925920" cy="50832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3" name="Ink 52">
                  <a:extLst>
                    <a:ext uri="{FF2B5EF4-FFF2-40B4-BE49-F238E27FC236}">
                      <a16:creationId xmlns:a16="http://schemas.microsoft.com/office/drawing/2014/main" id="{D46EA2B8-8AFB-4E78-8E99-80F123ADEFCE}"/>
                    </a:ext>
                  </a:extLst>
                </p14:cNvPr>
                <p14:cNvContentPartPr/>
                <p14:nvPr/>
              </p14:nvContentPartPr>
              <p14:xfrm>
                <a:off x="9174823" y="5965655"/>
                <a:ext cx="178920" cy="168480"/>
              </p14:xfrm>
            </p:contentPart>
          </mc:Choice>
          <mc:Fallback>
            <p:pic>
              <p:nvPicPr>
                <p:cNvPr id="53" name="Ink 52">
                  <a:extLst>
                    <a:ext uri="{FF2B5EF4-FFF2-40B4-BE49-F238E27FC236}">
                      <a16:creationId xmlns:a16="http://schemas.microsoft.com/office/drawing/2014/main" id="{D46EA2B8-8AFB-4E78-8E99-80F123ADEFCE}"/>
                    </a:ext>
                  </a:extLst>
                </p:cNvPr>
                <p:cNvPicPr/>
                <p:nvPr/>
              </p:nvPicPr>
              <p:blipFill>
                <a:blip r:embed="rId92"/>
                <a:stretch>
                  <a:fillRect/>
                </a:stretch>
              </p:blipFill>
              <p:spPr>
                <a:xfrm>
                  <a:off x="9168703" y="5959535"/>
                  <a:ext cx="19116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4" name="Ink 53">
                  <a:extLst>
                    <a:ext uri="{FF2B5EF4-FFF2-40B4-BE49-F238E27FC236}">
                      <a16:creationId xmlns:a16="http://schemas.microsoft.com/office/drawing/2014/main" id="{C79CCDF5-7199-E100-9E75-8B95D4108213}"/>
                    </a:ext>
                  </a:extLst>
                </p14:cNvPr>
                <p14:cNvContentPartPr/>
                <p14:nvPr/>
              </p14:nvContentPartPr>
              <p14:xfrm>
                <a:off x="9499183" y="6041255"/>
                <a:ext cx="67320" cy="10440"/>
              </p14:xfrm>
            </p:contentPart>
          </mc:Choice>
          <mc:Fallback>
            <p:pic>
              <p:nvPicPr>
                <p:cNvPr id="54" name="Ink 53">
                  <a:extLst>
                    <a:ext uri="{FF2B5EF4-FFF2-40B4-BE49-F238E27FC236}">
                      <a16:creationId xmlns:a16="http://schemas.microsoft.com/office/drawing/2014/main" id="{C79CCDF5-7199-E100-9E75-8B95D4108213}"/>
                    </a:ext>
                  </a:extLst>
                </p:cNvPr>
                <p:cNvPicPr/>
                <p:nvPr/>
              </p:nvPicPr>
              <p:blipFill>
                <a:blip r:embed="rId94"/>
                <a:stretch>
                  <a:fillRect/>
                </a:stretch>
              </p:blipFill>
              <p:spPr>
                <a:xfrm>
                  <a:off x="9493063" y="6035135"/>
                  <a:ext cx="7956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5" name="Ink 54">
                  <a:extLst>
                    <a:ext uri="{FF2B5EF4-FFF2-40B4-BE49-F238E27FC236}">
                      <a16:creationId xmlns:a16="http://schemas.microsoft.com/office/drawing/2014/main" id="{F718D774-F744-5746-7517-3DEF1DAE9344}"/>
                    </a:ext>
                  </a:extLst>
                </p14:cNvPr>
                <p14:cNvContentPartPr/>
                <p14:nvPr/>
              </p14:nvContentPartPr>
              <p14:xfrm>
                <a:off x="9799783" y="5988335"/>
                <a:ext cx="18720" cy="130320"/>
              </p14:xfrm>
            </p:contentPart>
          </mc:Choice>
          <mc:Fallback>
            <p:pic>
              <p:nvPicPr>
                <p:cNvPr id="55" name="Ink 54">
                  <a:extLst>
                    <a:ext uri="{FF2B5EF4-FFF2-40B4-BE49-F238E27FC236}">
                      <a16:creationId xmlns:a16="http://schemas.microsoft.com/office/drawing/2014/main" id="{F718D774-F744-5746-7517-3DEF1DAE9344}"/>
                    </a:ext>
                  </a:extLst>
                </p:cNvPr>
                <p:cNvPicPr/>
                <p:nvPr/>
              </p:nvPicPr>
              <p:blipFill>
                <a:blip r:embed="rId96"/>
                <a:stretch>
                  <a:fillRect/>
                </a:stretch>
              </p:blipFill>
              <p:spPr>
                <a:xfrm>
                  <a:off x="9793663" y="5982215"/>
                  <a:ext cx="3096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7" name="Ink 56">
                  <a:extLst>
                    <a:ext uri="{FF2B5EF4-FFF2-40B4-BE49-F238E27FC236}">
                      <a16:creationId xmlns:a16="http://schemas.microsoft.com/office/drawing/2014/main" id="{BEEB86B4-416F-CD4D-7956-990D3A31C980}"/>
                    </a:ext>
                  </a:extLst>
                </p14:cNvPr>
                <p14:cNvContentPartPr/>
                <p14:nvPr/>
              </p14:nvContentPartPr>
              <p14:xfrm>
                <a:off x="9990943" y="4875575"/>
                <a:ext cx="428040" cy="1896120"/>
              </p14:xfrm>
            </p:contentPart>
          </mc:Choice>
          <mc:Fallback>
            <p:pic>
              <p:nvPicPr>
                <p:cNvPr id="57" name="Ink 56">
                  <a:extLst>
                    <a:ext uri="{FF2B5EF4-FFF2-40B4-BE49-F238E27FC236}">
                      <a16:creationId xmlns:a16="http://schemas.microsoft.com/office/drawing/2014/main" id="{BEEB86B4-416F-CD4D-7956-990D3A31C980}"/>
                    </a:ext>
                  </a:extLst>
                </p:cNvPr>
                <p:cNvPicPr/>
                <p:nvPr/>
              </p:nvPicPr>
              <p:blipFill>
                <a:blip r:embed="rId98"/>
                <a:stretch>
                  <a:fillRect/>
                </a:stretch>
              </p:blipFill>
              <p:spPr>
                <a:xfrm>
                  <a:off x="9984823" y="4869455"/>
                  <a:ext cx="440280" cy="190836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58" name="Ink 57">
                  <a:extLst>
                    <a:ext uri="{FF2B5EF4-FFF2-40B4-BE49-F238E27FC236}">
                      <a16:creationId xmlns:a16="http://schemas.microsoft.com/office/drawing/2014/main" id="{78B02252-F19B-7C0B-E65E-4436F6B4CD7E}"/>
                    </a:ext>
                  </a:extLst>
                </p14:cNvPr>
                <p14:cNvContentPartPr/>
                <p14:nvPr/>
              </p14:nvContentPartPr>
              <p14:xfrm>
                <a:off x="10283623" y="5104175"/>
                <a:ext cx="140400" cy="214200"/>
              </p14:xfrm>
            </p:contentPart>
          </mc:Choice>
          <mc:Fallback>
            <p:pic>
              <p:nvPicPr>
                <p:cNvPr id="58" name="Ink 57">
                  <a:extLst>
                    <a:ext uri="{FF2B5EF4-FFF2-40B4-BE49-F238E27FC236}">
                      <a16:creationId xmlns:a16="http://schemas.microsoft.com/office/drawing/2014/main" id="{78B02252-F19B-7C0B-E65E-4436F6B4CD7E}"/>
                    </a:ext>
                  </a:extLst>
                </p:cNvPr>
                <p:cNvPicPr/>
                <p:nvPr/>
              </p:nvPicPr>
              <p:blipFill>
                <a:blip r:embed="rId100"/>
                <a:stretch>
                  <a:fillRect/>
                </a:stretch>
              </p:blipFill>
              <p:spPr>
                <a:xfrm>
                  <a:off x="10277503" y="5098055"/>
                  <a:ext cx="15264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59" name="Ink 58">
                  <a:extLst>
                    <a:ext uri="{FF2B5EF4-FFF2-40B4-BE49-F238E27FC236}">
                      <a16:creationId xmlns:a16="http://schemas.microsoft.com/office/drawing/2014/main" id="{85E8E733-C0E7-F364-693C-7EA479F787F3}"/>
                    </a:ext>
                  </a:extLst>
                </p14:cNvPr>
                <p14:cNvContentPartPr/>
                <p14:nvPr/>
              </p14:nvContentPartPr>
              <p14:xfrm>
                <a:off x="10230703" y="5149535"/>
                <a:ext cx="111240" cy="137880"/>
              </p14:xfrm>
            </p:contentPart>
          </mc:Choice>
          <mc:Fallback>
            <p:pic>
              <p:nvPicPr>
                <p:cNvPr id="59" name="Ink 58">
                  <a:extLst>
                    <a:ext uri="{FF2B5EF4-FFF2-40B4-BE49-F238E27FC236}">
                      <a16:creationId xmlns:a16="http://schemas.microsoft.com/office/drawing/2014/main" id="{85E8E733-C0E7-F364-693C-7EA479F787F3}"/>
                    </a:ext>
                  </a:extLst>
                </p:cNvPr>
                <p:cNvPicPr/>
                <p:nvPr/>
              </p:nvPicPr>
              <p:blipFill>
                <a:blip r:embed="rId102"/>
                <a:stretch>
                  <a:fillRect/>
                </a:stretch>
              </p:blipFill>
              <p:spPr>
                <a:xfrm>
                  <a:off x="10224583" y="5143415"/>
                  <a:ext cx="123480" cy="15012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1" name="Ink 60">
                  <a:extLst>
                    <a:ext uri="{FF2B5EF4-FFF2-40B4-BE49-F238E27FC236}">
                      <a16:creationId xmlns:a16="http://schemas.microsoft.com/office/drawing/2014/main" id="{1943E3A6-1FEE-46B8-1060-38A83699F1F7}"/>
                    </a:ext>
                  </a:extLst>
                </p14:cNvPr>
                <p14:cNvContentPartPr/>
                <p14:nvPr/>
              </p14:nvContentPartPr>
              <p14:xfrm>
                <a:off x="10326463" y="5189855"/>
                <a:ext cx="123840" cy="117720"/>
              </p14:xfrm>
            </p:contentPart>
          </mc:Choice>
          <mc:Fallback>
            <p:pic>
              <p:nvPicPr>
                <p:cNvPr id="61" name="Ink 60">
                  <a:extLst>
                    <a:ext uri="{FF2B5EF4-FFF2-40B4-BE49-F238E27FC236}">
                      <a16:creationId xmlns:a16="http://schemas.microsoft.com/office/drawing/2014/main" id="{1943E3A6-1FEE-46B8-1060-38A83699F1F7}"/>
                    </a:ext>
                  </a:extLst>
                </p:cNvPr>
                <p:cNvPicPr/>
                <p:nvPr/>
              </p:nvPicPr>
              <p:blipFill>
                <a:blip r:embed="rId104"/>
                <a:stretch>
                  <a:fillRect/>
                </a:stretch>
              </p:blipFill>
              <p:spPr>
                <a:xfrm>
                  <a:off x="10320343" y="5183735"/>
                  <a:ext cx="13608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2" name="Ink 61">
                  <a:extLst>
                    <a:ext uri="{FF2B5EF4-FFF2-40B4-BE49-F238E27FC236}">
                      <a16:creationId xmlns:a16="http://schemas.microsoft.com/office/drawing/2014/main" id="{B78E4D13-CAF1-2967-69AE-0F8354BD803C}"/>
                    </a:ext>
                  </a:extLst>
                </p14:cNvPr>
                <p14:cNvContentPartPr/>
                <p14:nvPr/>
              </p14:nvContentPartPr>
              <p14:xfrm>
                <a:off x="10287223" y="5066375"/>
                <a:ext cx="90000" cy="227520"/>
              </p14:xfrm>
            </p:contentPart>
          </mc:Choice>
          <mc:Fallback>
            <p:pic>
              <p:nvPicPr>
                <p:cNvPr id="62" name="Ink 61">
                  <a:extLst>
                    <a:ext uri="{FF2B5EF4-FFF2-40B4-BE49-F238E27FC236}">
                      <a16:creationId xmlns:a16="http://schemas.microsoft.com/office/drawing/2014/main" id="{B78E4D13-CAF1-2967-69AE-0F8354BD803C}"/>
                    </a:ext>
                  </a:extLst>
                </p:cNvPr>
                <p:cNvPicPr/>
                <p:nvPr/>
              </p:nvPicPr>
              <p:blipFill>
                <a:blip r:embed="rId106"/>
                <a:stretch>
                  <a:fillRect/>
                </a:stretch>
              </p:blipFill>
              <p:spPr>
                <a:xfrm>
                  <a:off x="10281103" y="5060255"/>
                  <a:ext cx="10224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134146" name="Ink 134145">
                  <a:extLst>
                    <a:ext uri="{FF2B5EF4-FFF2-40B4-BE49-F238E27FC236}">
                      <a16:creationId xmlns:a16="http://schemas.microsoft.com/office/drawing/2014/main" id="{D1B1D5F6-7C9C-B650-5210-829481A55673}"/>
                    </a:ext>
                  </a:extLst>
                </p14:cNvPr>
                <p14:cNvContentPartPr/>
                <p14:nvPr/>
              </p14:nvContentPartPr>
              <p14:xfrm>
                <a:off x="10656943" y="5224055"/>
                <a:ext cx="10440" cy="6840"/>
              </p14:xfrm>
            </p:contentPart>
          </mc:Choice>
          <mc:Fallback>
            <p:pic>
              <p:nvPicPr>
                <p:cNvPr id="134146" name="Ink 134145">
                  <a:extLst>
                    <a:ext uri="{FF2B5EF4-FFF2-40B4-BE49-F238E27FC236}">
                      <a16:creationId xmlns:a16="http://schemas.microsoft.com/office/drawing/2014/main" id="{D1B1D5F6-7C9C-B650-5210-829481A55673}"/>
                    </a:ext>
                  </a:extLst>
                </p:cNvPr>
                <p:cNvPicPr/>
                <p:nvPr/>
              </p:nvPicPr>
              <p:blipFill>
                <a:blip r:embed="rId108"/>
                <a:stretch>
                  <a:fillRect/>
                </a:stretch>
              </p:blipFill>
              <p:spPr>
                <a:xfrm>
                  <a:off x="10650823" y="5217935"/>
                  <a:ext cx="22680" cy="19080"/>
                </a:xfrm>
                <a:prstGeom prst="rect">
                  <a:avLst/>
                </a:prstGeom>
              </p:spPr>
            </p:pic>
          </mc:Fallback>
        </mc:AlternateContent>
      </p:grpSp>
      <p:grpSp>
        <p:nvGrpSpPr>
          <p:cNvPr id="134153" name="Group 134152">
            <a:extLst>
              <a:ext uri="{FF2B5EF4-FFF2-40B4-BE49-F238E27FC236}">
                <a16:creationId xmlns:a16="http://schemas.microsoft.com/office/drawing/2014/main" id="{A21FCF62-5C31-8CF9-4F2E-A131BE6CB94E}"/>
              </a:ext>
            </a:extLst>
          </p:cNvPr>
          <p:cNvGrpSpPr/>
          <p:nvPr/>
        </p:nvGrpSpPr>
        <p:grpSpPr>
          <a:xfrm>
            <a:off x="8043343" y="6352655"/>
            <a:ext cx="925200" cy="432360"/>
            <a:chOff x="8043343" y="6352655"/>
            <a:chExt cx="925200" cy="432360"/>
          </a:xfrm>
        </p:grpSpPr>
        <mc:AlternateContent xmlns:mc="http://schemas.openxmlformats.org/markup-compatibility/2006">
          <mc:Choice xmlns:p14="http://schemas.microsoft.com/office/powerpoint/2010/main" Requires="p14">
            <p:contentPart p14:bwMode="auto" r:id="rId109">
              <p14:nvContentPartPr>
                <p14:cNvPr id="134150" name="Ink 134149">
                  <a:extLst>
                    <a:ext uri="{FF2B5EF4-FFF2-40B4-BE49-F238E27FC236}">
                      <a16:creationId xmlns:a16="http://schemas.microsoft.com/office/drawing/2014/main" id="{D18EE49C-5DF9-0161-ED23-5D7D9E9192E6}"/>
                    </a:ext>
                  </a:extLst>
                </p14:cNvPr>
                <p14:cNvContentPartPr/>
                <p14:nvPr/>
              </p14:nvContentPartPr>
              <p14:xfrm>
                <a:off x="8043343" y="6362375"/>
                <a:ext cx="925200" cy="422640"/>
              </p14:xfrm>
            </p:contentPart>
          </mc:Choice>
          <mc:Fallback>
            <p:pic>
              <p:nvPicPr>
                <p:cNvPr id="134150" name="Ink 134149">
                  <a:extLst>
                    <a:ext uri="{FF2B5EF4-FFF2-40B4-BE49-F238E27FC236}">
                      <a16:creationId xmlns:a16="http://schemas.microsoft.com/office/drawing/2014/main" id="{D18EE49C-5DF9-0161-ED23-5D7D9E9192E6}"/>
                    </a:ext>
                  </a:extLst>
                </p:cNvPr>
                <p:cNvPicPr/>
                <p:nvPr/>
              </p:nvPicPr>
              <p:blipFill>
                <a:blip r:embed="rId110"/>
                <a:stretch>
                  <a:fillRect/>
                </a:stretch>
              </p:blipFill>
              <p:spPr>
                <a:xfrm>
                  <a:off x="8037223" y="6356255"/>
                  <a:ext cx="937440" cy="43488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134151" name="Ink 134150">
                  <a:extLst>
                    <a:ext uri="{FF2B5EF4-FFF2-40B4-BE49-F238E27FC236}">
                      <a16:creationId xmlns:a16="http://schemas.microsoft.com/office/drawing/2014/main" id="{0763D553-CD66-DC1C-F57C-180EDD75E284}"/>
                    </a:ext>
                  </a:extLst>
                </p14:cNvPr>
                <p14:cNvContentPartPr/>
                <p14:nvPr/>
              </p14:nvContentPartPr>
              <p14:xfrm>
                <a:off x="8397943" y="6352655"/>
                <a:ext cx="2880" cy="81000"/>
              </p14:xfrm>
            </p:contentPart>
          </mc:Choice>
          <mc:Fallback>
            <p:pic>
              <p:nvPicPr>
                <p:cNvPr id="134151" name="Ink 134150">
                  <a:extLst>
                    <a:ext uri="{FF2B5EF4-FFF2-40B4-BE49-F238E27FC236}">
                      <a16:creationId xmlns:a16="http://schemas.microsoft.com/office/drawing/2014/main" id="{0763D553-CD66-DC1C-F57C-180EDD75E284}"/>
                    </a:ext>
                  </a:extLst>
                </p:cNvPr>
                <p:cNvPicPr/>
                <p:nvPr/>
              </p:nvPicPr>
              <p:blipFill>
                <a:blip r:embed="rId112"/>
                <a:stretch>
                  <a:fillRect/>
                </a:stretch>
              </p:blipFill>
              <p:spPr>
                <a:xfrm>
                  <a:off x="8391823" y="6346535"/>
                  <a:ext cx="15120" cy="9324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134152" name="Ink 134151">
                  <a:extLst>
                    <a:ext uri="{FF2B5EF4-FFF2-40B4-BE49-F238E27FC236}">
                      <a16:creationId xmlns:a16="http://schemas.microsoft.com/office/drawing/2014/main" id="{26DD3F26-6E27-6767-20BC-ED877E1281D7}"/>
                    </a:ext>
                  </a:extLst>
                </p14:cNvPr>
                <p14:cNvContentPartPr/>
                <p14:nvPr/>
              </p14:nvContentPartPr>
              <p14:xfrm>
                <a:off x="8283103" y="6583415"/>
                <a:ext cx="62280" cy="120240"/>
              </p14:xfrm>
            </p:contentPart>
          </mc:Choice>
          <mc:Fallback>
            <p:pic>
              <p:nvPicPr>
                <p:cNvPr id="134152" name="Ink 134151">
                  <a:extLst>
                    <a:ext uri="{FF2B5EF4-FFF2-40B4-BE49-F238E27FC236}">
                      <a16:creationId xmlns:a16="http://schemas.microsoft.com/office/drawing/2014/main" id="{26DD3F26-6E27-6767-20BC-ED877E1281D7}"/>
                    </a:ext>
                  </a:extLst>
                </p:cNvPr>
                <p:cNvPicPr/>
                <p:nvPr/>
              </p:nvPicPr>
              <p:blipFill>
                <a:blip r:embed="rId114"/>
                <a:stretch>
                  <a:fillRect/>
                </a:stretch>
              </p:blipFill>
              <p:spPr>
                <a:xfrm>
                  <a:off x="8276983" y="6577295"/>
                  <a:ext cx="74520" cy="132480"/>
                </a:xfrm>
                <a:prstGeom prst="rect">
                  <a:avLst/>
                </a:prstGeom>
              </p:spPr>
            </p:pic>
          </mc:Fallback>
        </mc:AlternateContent>
      </p:grpSp>
      <p:grpSp>
        <p:nvGrpSpPr>
          <p:cNvPr id="134172" name="Group 134171">
            <a:extLst>
              <a:ext uri="{FF2B5EF4-FFF2-40B4-BE49-F238E27FC236}">
                <a16:creationId xmlns:a16="http://schemas.microsoft.com/office/drawing/2014/main" id="{62805C8A-E5EA-8B45-D945-F733167482EF}"/>
              </a:ext>
            </a:extLst>
          </p:cNvPr>
          <p:cNvGrpSpPr/>
          <p:nvPr/>
        </p:nvGrpSpPr>
        <p:grpSpPr>
          <a:xfrm>
            <a:off x="9567223" y="3204455"/>
            <a:ext cx="2179800" cy="1446120"/>
            <a:chOff x="9567223" y="3204455"/>
            <a:chExt cx="2179800" cy="1446120"/>
          </a:xfrm>
        </p:grpSpPr>
        <mc:AlternateContent xmlns:mc="http://schemas.openxmlformats.org/markup-compatibility/2006">
          <mc:Choice xmlns:p14="http://schemas.microsoft.com/office/powerpoint/2010/main" Requires="p14">
            <p:contentPart p14:bwMode="auto" r:id="rId115">
              <p14:nvContentPartPr>
                <p14:cNvPr id="134154" name="Ink 134153">
                  <a:extLst>
                    <a:ext uri="{FF2B5EF4-FFF2-40B4-BE49-F238E27FC236}">
                      <a16:creationId xmlns:a16="http://schemas.microsoft.com/office/drawing/2014/main" id="{8CA63617-297D-09AA-BBD7-9176FC43D2FE}"/>
                    </a:ext>
                  </a:extLst>
                </p14:cNvPr>
                <p14:cNvContentPartPr/>
                <p14:nvPr/>
              </p14:nvContentPartPr>
              <p14:xfrm>
                <a:off x="9768823" y="3209855"/>
                <a:ext cx="167760" cy="239040"/>
              </p14:xfrm>
            </p:contentPart>
          </mc:Choice>
          <mc:Fallback>
            <p:pic>
              <p:nvPicPr>
                <p:cNvPr id="134154" name="Ink 134153">
                  <a:extLst>
                    <a:ext uri="{FF2B5EF4-FFF2-40B4-BE49-F238E27FC236}">
                      <a16:creationId xmlns:a16="http://schemas.microsoft.com/office/drawing/2014/main" id="{8CA63617-297D-09AA-BBD7-9176FC43D2FE}"/>
                    </a:ext>
                  </a:extLst>
                </p:cNvPr>
                <p:cNvPicPr/>
                <p:nvPr/>
              </p:nvPicPr>
              <p:blipFill>
                <a:blip r:embed="rId116"/>
                <a:stretch>
                  <a:fillRect/>
                </a:stretch>
              </p:blipFill>
              <p:spPr>
                <a:xfrm>
                  <a:off x="9762703" y="3203735"/>
                  <a:ext cx="18000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134155" name="Ink 134154">
                  <a:extLst>
                    <a:ext uri="{FF2B5EF4-FFF2-40B4-BE49-F238E27FC236}">
                      <a16:creationId xmlns:a16="http://schemas.microsoft.com/office/drawing/2014/main" id="{E785F013-E877-92B4-DF3D-3F176B94908A}"/>
                    </a:ext>
                  </a:extLst>
                </p14:cNvPr>
                <p14:cNvContentPartPr/>
                <p14:nvPr/>
              </p14:nvContentPartPr>
              <p14:xfrm>
                <a:off x="9956743" y="3532415"/>
                <a:ext cx="49680" cy="160560"/>
              </p14:xfrm>
            </p:contentPart>
          </mc:Choice>
          <mc:Fallback>
            <p:pic>
              <p:nvPicPr>
                <p:cNvPr id="134155" name="Ink 134154">
                  <a:extLst>
                    <a:ext uri="{FF2B5EF4-FFF2-40B4-BE49-F238E27FC236}">
                      <a16:creationId xmlns:a16="http://schemas.microsoft.com/office/drawing/2014/main" id="{E785F013-E877-92B4-DF3D-3F176B94908A}"/>
                    </a:ext>
                  </a:extLst>
                </p:cNvPr>
                <p:cNvPicPr/>
                <p:nvPr/>
              </p:nvPicPr>
              <p:blipFill>
                <a:blip r:embed="rId118"/>
                <a:stretch>
                  <a:fillRect/>
                </a:stretch>
              </p:blipFill>
              <p:spPr>
                <a:xfrm>
                  <a:off x="9950623" y="3526295"/>
                  <a:ext cx="6192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134156" name="Ink 134155">
                  <a:extLst>
                    <a:ext uri="{FF2B5EF4-FFF2-40B4-BE49-F238E27FC236}">
                      <a16:creationId xmlns:a16="http://schemas.microsoft.com/office/drawing/2014/main" id="{924D58CC-CEFD-6A6D-7C52-560E5C2978FD}"/>
                    </a:ext>
                  </a:extLst>
                </p14:cNvPr>
                <p14:cNvContentPartPr/>
                <p14:nvPr/>
              </p14:nvContentPartPr>
              <p14:xfrm>
                <a:off x="10149703" y="3386255"/>
                <a:ext cx="12960" cy="4320"/>
              </p14:xfrm>
            </p:contentPart>
          </mc:Choice>
          <mc:Fallback>
            <p:pic>
              <p:nvPicPr>
                <p:cNvPr id="134156" name="Ink 134155">
                  <a:extLst>
                    <a:ext uri="{FF2B5EF4-FFF2-40B4-BE49-F238E27FC236}">
                      <a16:creationId xmlns:a16="http://schemas.microsoft.com/office/drawing/2014/main" id="{924D58CC-CEFD-6A6D-7C52-560E5C2978FD}"/>
                    </a:ext>
                  </a:extLst>
                </p:cNvPr>
                <p:cNvPicPr/>
                <p:nvPr/>
              </p:nvPicPr>
              <p:blipFill>
                <a:blip r:embed="rId120"/>
                <a:stretch>
                  <a:fillRect/>
                </a:stretch>
              </p:blipFill>
              <p:spPr>
                <a:xfrm>
                  <a:off x="10143583" y="3380135"/>
                  <a:ext cx="25200" cy="1656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134157" name="Ink 134156">
                  <a:extLst>
                    <a:ext uri="{FF2B5EF4-FFF2-40B4-BE49-F238E27FC236}">
                      <a16:creationId xmlns:a16="http://schemas.microsoft.com/office/drawing/2014/main" id="{393FEF0B-B1DD-1C15-F006-B6F5AEBD4DA7}"/>
                    </a:ext>
                  </a:extLst>
                </p14:cNvPr>
                <p14:cNvContentPartPr/>
                <p14:nvPr/>
              </p14:nvContentPartPr>
              <p14:xfrm>
                <a:off x="10309903" y="3204455"/>
                <a:ext cx="181800" cy="262800"/>
              </p14:xfrm>
            </p:contentPart>
          </mc:Choice>
          <mc:Fallback>
            <p:pic>
              <p:nvPicPr>
                <p:cNvPr id="134157" name="Ink 134156">
                  <a:extLst>
                    <a:ext uri="{FF2B5EF4-FFF2-40B4-BE49-F238E27FC236}">
                      <a16:creationId xmlns:a16="http://schemas.microsoft.com/office/drawing/2014/main" id="{393FEF0B-B1DD-1C15-F006-B6F5AEBD4DA7}"/>
                    </a:ext>
                  </a:extLst>
                </p:cNvPr>
                <p:cNvPicPr/>
                <p:nvPr/>
              </p:nvPicPr>
              <p:blipFill>
                <a:blip r:embed="rId122"/>
                <a:stretch>
                  <a:fillRect/>
                </a:stretch>
              </p:blipFill>
              <p:spPr>
                <a:xfrm>
                  <a:off x="10303783" y="3198335"/>
                  <a:ext cx="194040" cy="27504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134158" name="Ink 134157">
                  <a:extLst>
                    <a:ext uri="{FF2B5EF4-FFF2-40B4-BE49-F238E27FC236}">
                      <a16:creationId xmlns:a16="http://schemas.microsoft.com/office/drawing/2014/main" id="{4330ADFC-0763-29A1-16DC-4BAFEBBAE839}"/>
                    </a:ext>
                  </a:extLst>
                </p14:cNvPr>
                <p14:cNvContentPartPr/>
                <p14:nvPr/>
              </p14:nvContentPartPr>
              <p14:xfrm>
                <a:off x="10578823" y="3464375"/>
                <a:ext cx="363600" cy="118440"/>
              </p14:xfrm>
            </p:contentPart>
          </mc:Choice>
          <mc:Fallback>
            <p:pic>
              <p:nvPicPr>
                <p:cNvPr id="134158" name="Ink 134157">
                  <a:extLst>
                    <a:ext uri="{FF2B5EF4-FFF2-40B4-BE49-F238E27FC236}">
                      <a16:creationId xmlns:a16="http://schemas.microsoft.com/office/drawing/2014/main" id="{4330ADFC-0763-29A1-16DC-4BAFEBBAE839}"/>
                    </a:ext>
                  </a:extLst>
                </p:cNvPr>
                <p:cNvPicPr/>
                <p:nvPr/>
              </p:nvPicPr>
              <p:blipFill>
                <a:blip r:embed="rId124"/>
                <a:stretch>
                  <a:fillRect/>
                </a:stretch>
              </p:blipFill>
              <p:spPr>
                <a:xfrm>
                  <a:off x="10572703" y="3458255"/>
                  <a:ext cx="37584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134159" name="Ink 134158">
                  <a:extLst>
                    <a:ext uri="{FF2B5EF4-FFF2-40B4-BE49-F238E27FC236}">
                      <a16:creationId xmlns:a16="http://schemas.microsoft.com/office/drawing/2014/main" id="{EE38A37C-3020-8ECB-A2E4-4375466A988E}"/>
                    </a:ext>
                  </a:extLst>
                </p14:cNvPr>
                <p14:cNvContentPartPr/>
                <p14:nvPr/>
              </p14:nvContentPartPr>
              <p14:xfrm>
                <a:off x="9567223" y="3622055"/>
                <a:ext cx="1737720" cy="227160"/>
              </p14:xfrm>
            </p:contentPart>
          </mc:Choice>
          <mc:Fallback>
            <p:pic>
              <p:nvPicPr>
                <p:cNvPr id="134159" name="Ink 134158">
                  <a:extLst>
                    <a:ext uri="{FF2B5EF4-FFF2-40B4-BE49-F238E27FC236}">
                      <a16:creationId xmlns:a16="http://schemas.microsoft.com/office/drawing/2014/main" id="{EE38A37C-3020-8ECB-A2E4-4375466A988E}"/>
                    </a:ext>
                  </a:extLst>
                </p:cNvPr>
                <p:cNvPicPr/>
                <p:nvPr/>
              </p:nvPicPr>
              <p:blipFill>
                <a:blip r:embed="rId126"/>
                <a:stretch>
                  <a:fillRect/>
                </a:stretch>
              </p:blipFill>
              <p:spPr>
                <a:xfrm>
                  <a:off x="9561103" y="3615935"/>
                  <a:ext cx="174996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134160" name="Ink 134159">
                  <a:extLst>
                    <a:ext uri="{FF2B5EF4-FFF2-40B4-BE49-F238E27FC236}">
                      <a16:creationId xmlns:a16="http://schemas.microsoft.com/office/drawing/2014/main" id="{6A1614E0-7964-2DF6-3E51-62C131C93D31}"/>
                    </a:ext>
                  </a:extLst>
                </p14:cNvPr>
                <p14:cNvContentPartPr/>
                <p14:nvPr/>
              </p14:nvContentPartPr>
              <p14:xfrm>
                <a:off x="9661543" y="3913295"/>
                <a:ext cx="62280" cy="449280"/>
              </p14:xfrm>
            </p:contentPart>
          </mc:Choice>
          <mc:Fallback>
            <p:pic>
              <p:nvPicPr>
                <p:cNvPr id="134160" name="Ink 134159">
                  <a:extLst>
                    <a:ext uri="{FF2B5EF4-FFF2-40B4-BE49-F238E27FC236}">
                      <a16:creationId xmlns:a16="http://schemas.microsoft.com/office/drawing/2014/main" id="{6A1614E0-7964-2DF6-3E51-62C131C93D31}"/>
                    </a:ext>
                  </a:extLst>
                </p:cNvPr>
                <p:cNvPicPr/>
                <p:nvPr/>
              </p:nvPicPr>
              <p:blipFill>
                <a:blip r:embed="rId128"/>
                <a:stretch>
                  <a:fillRect/>
                </a:stretch>
              </p:blipFill>
              <p:spPr>
                <a:xfrm>
                  <a:off x="9655423" y="3907175"/>
                  <a:ext cx="74520" cy="46152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134161" name="Ink 134160">
                  <a:extLst>
                    <a:ext uri="{FF2B5EF4-FFF2-40B4-BE49-F238E27FC236}">
                      <a16:creationId xmlns:a16="http://schemas.microsoft.com/office/drawing/2014/main" id="{34D31759-E3CD-3C86-3065-BEDEE021F9CD}"/>
                    </a:ext>
                  </a:extLst>
                </p14:cNvPr>
                <p14:cNvContentPartPr/>
                <p14:nvPr/>
              </p14:nvContentPartPr>
              <p14:xfrm>
                <a:off x="9738583" y="3915815"/>
                <a:ext cx="88560" cy="466560"/>
              </p14:xfrm>
            </p:contentPart>
          </mc:Choice>
          <mc:Fallback>
            <p:pic>
              <p:nvPicPr>
                <p:cNvPr id="134161" name="Ink 134160">
                  <a:extLst>
                    <a:ext uri="{FF2B5EF4-FFF2-40B4-BE49-F238E27FC236}">
                      <a16:creationId xmlns:a16="http://schemas.microsoft.com/office/drawing/2014/main" id="{34D31759-E3CD-3C86-3065-BEDEE021F9CD}"/>
                    </a:ext>
                  </a:extLst>
                </p:cNvPr>
                <p:cNvPicPr/>
                <p:nvPr/>
              </p:nvPicPr>
              <p:blipFill>
                <a:blip r:embed="rId130"/>
                <a:stretch>
                  <a:fillRect/>
                </a:stretch>
              </p:blipFill>
              <p:spPr>
                <a:xfrm>
                  <a:off x="9732463" y="3909695"/>
                  <a:ext cx="100800" cy="47880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134162" name="Ink 134161">
                  <a:extLst>
                    <a:ext uri="{FF2B5EF4-FFF2-40B4-BE49-F238E27FC236}">
                      <a16:creationId xmlns:a16="http://schemas.microsoft.com/office/drawing/2014/main" id="{740B08A2-50AB-9F76-3D90-A4F9A5605EF1}"/>
                    </a:ext>
                  </a:extLst>
                </p14:cNvPr>
                <p14:cNvContentPartPr/>
                <p14:nvPr/>
              </p14:nvContentPartPr>
              <p14:xfrm>
                <a:off x="9952423" y="4045775"/>
                <a:ext cx="152640" cy="197640"/>
              </p14:xfrm>
            </p:contentPart>
          </mc:Choice>
          <mc:Fallback>
            <p:pic>
              <p:nvPicPr>
                <p:cNvPr id="134162" name="Ink 134161">
                  <a:extLst>
                    <a:ext uri="{FF2B5EF4-FFF2-40B4-BE49-F238E27FC236}">
                      <a16:creationId xmlns:a16="http://schemas.microsoft.com/office/drawing/2014/main" id="{740B08A2-50AB-9F76-3D90-A4F9A5605EF1}"/>
                    </a:ext>
                  </a:extLst>
                </p:cNvPr>
                <p:cNvPicPr/>
                <p:nvPr/>
              </p:nvPicPr>
              <p:blipFill>
                <a:blip r:embed="rId132"/>
                <a:stretch>
                  <a:fillRect/>
                </a:stretch>
              </p:blipFill>
              <p:spPr>
                <a:xfrm>
                  <a:off x="9946303" y="4039655"/>
                  <a:ext cx="16488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134163" name="Ink 134162">
                  <a:extLst>
                    <a:ext uri="{FF2B5EF4-FFF2-40B4-BE49-F238E27FC236}">
                      <a16:creationId xmlns:a16="http://schemas.microsoft.com/office/drawing/2014/main" id="{C52416EF-8775-5645-27A8-FE16D9EF1485}"/>
                    </a:ext>
                  </a:extLst>
                </p14:cNvPr>
                <p14:cNvContentPartPr/>
                <p14:nvPr/>
              </p14:nvContentPartPr>
              <p14:xfrm>
                <a:off x="10057903" y="4295615"/>
                <a:ext cx="87480" cy="212400"/>
              </p14:xfrm>
            </p:contentPart>
          </mc:Choice>
          <mc:Fallback>
            <p:pic>
              <p:nvPicPr>
                <p:cNvPr id="134163" name="Ink 134162">
                  <a:extLst>
                    <a:ext uri="{FF2B5EF4-FFF2-40B4-BE49-F238E27FC236}">
                      <a16:creationId xmlns:a16="http://schemas.microsoft.com/office/drawing/2014/main" id="{C52416EF-8775-5645-27A8-FE16D9EF1485}"/>
                    </a:ext>
                  </a:extLst>
                </p:cNvPr>
                <p:cNvPicPr/>
                <p:nvPr/>
              </p:nvPicPr>
              <p:blipFill>
                <a:blip r:embed="rId134"/>
                <a:stretch>
                  <a:fillRect/>
                </a:stretch>
              </p:blipFill>
              <p:spPr>
                <a:xfrm>
                  <a:off x="10051783" y="4289495"/>
                  <a:ext cx="9972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134164" name="Ink 134163">
                  <a:extLst>
                    <a:ext uri="{FF2B5EF4-FFF2-40B4-BE49-F238E27FC236}">
                      <a16:creationId xmlns:a16="http://schemas.microsoft.com/office/drawing/2014/main" id="{D98ACBC9-4724-E88D-402F-1E6798F21349}"/>
                    </a:ext>
                  </a:extLst>
                </p14:cNvPr>
                <p14:cNvContentPartPr/>
                <p14:nvPr/>
              </p14:nvContentPartPr>
              <p14:xfrm>
                <a:off x="10205863" y="4015175"/>
                <a:ext cx="42480" cy="399240"/>
              </p14:xfrm>
            </p:contentPart>
          </mc:Choice>
          <mc:Fallback>
            <p:pic>
              <p:nvPicPr>
                <p:cNvPr id="134164" name="Ink 134163">
                  <a:extLst>
                    <a:ext uri="{FF2B5EF4-FFF2-40B4-BE49-F238E27FC236}">
                      <a16:creationId xmlns:a16="http://schemas.microsoft.com/office/drawing/2014/main" id="{D98ACBC9-4724-E88D-402F-1E6798F21349}"/>
                    </a:ext>
                  </a:extLst>
                </p:cNvPr>
                <p:cNvPicPr/>
                <p:nvPr/>
              </p:nvPicPr>
              <p:blipFill>
                <a:blip r:embed="rId136"/>
                <a:stretch>
                  <a:fillRect/>
                </a:stretch>
              </p:blipFill>
              <p:spPr>
                <a:xfrm>
                  <a:off x="10199743" y="4009055"/>
                  <a:ext cx="54720" cy="41148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134165" name="Ink 134164">
                  <a:extLst>
                    <a:ext uri="{FF2B5EF4-FFF2-40B4-BE49-F238E27FC236}">
                      <a16:creationId xmlns:a16="http://schemas.microsoft.com/office/drawing/2014/main" id="{3A7CBD06-7B26-C2D1-EB8E-261BBF6655F3}"/>
                    </a:ext>
                  </a:extLst>
                </p14:cNvPr>
                <p14:cNvContentPartPr/>
                <p14:nvPr/>
              </p14:nvContentPartPr>
              <p14:xfrm>
                <a:off x="10284703" y="4030655"/>
                <a:ext cx="79920" cy="520920"/>
              </p14:xfrm>
            </p:contentPart>
          </mc:Choice>
          <mc:Fallback>
            <p:pic>
              <p:nvPicPr>
                <p:cNvPr id="134165" name="Ink 134164">
                  <a:extLst>
                    <a:ext uri="{FF2B5EF4-FFF2-40B4-BE49-F238E27FC236}">
                      <a16:creationId xmlns:a16="http://schemas.microsoft.com/office/drawing/2014/main" id="{3A7CBD06-7B26-C2D1-EB8E-261BBF6655F3}"/>
                    </a:ext>
                  </a:extLst>
                </p:cNvPr>
                <p:cNvPicPr/>
                <p:nvPr/>
              </p:nvPicPr>
              <p:blipFill>
                <a:blip r:embed="rId138"/>
                <a:stretch>
                  <a:fillRect/>
                </a:stretch>
              </p:blipFill>
              <p:spPr>
                <a:xfrm>
                  <a:off x="10278583" y="4024535"/>
                  <a:ext cx="92160" cy="53316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134166" name="Ink 134165">
                  <a:extLst>
                    <a:ext uri="{FF2B5EF4-FFF2-40B4-BE49-F238E27FC236}">
                      <a16:creationId xmlns:a16="http://schemas.microsoft.com/office/drawing/2014/main" id="{485B8016-3CDF-DB01-7ECA-FCD9A2CB6F96}"/>
                    </a:ext>
                  </a:extLst>
                </p14:cNvPr>
                <p14:cNvContentPartPr/>
                <p14:nvPr/>
              </p14:nvContentPartPr>
              <p14:xfrm>
                <a:off x="10524823" y="3967655"/>
                <a:ext cx="122400" cy="523800"/>
              </p14:xfrm>
            </p:contentPart>
          </mc:Choice>
          <mc:Fallback>
            <p:pic>
              <p:nvPicPr>
                <p:cNvPr id="134166" name="Ink 134165">
                  <a:extLst>
                    <a:ext uri="{FF2B5EF4-FFF2-40B4-BE49-F238E27FC236}">
                      <a16:creationId xmlns:a16="http://schemas.microsoft.com/office/drawing/2014/main" id="{485B8016-3CDF-DB01-7ECA-FCD9A2CB6F96}"/>
                    </a:ext>
                  </a:extLst>
                </p:cNvPr>
                <p:cNvPicPr/>
                <p:nvPr/>
              </p:nvPicPr>
              <p:blipFill>
                <a:blip r:embed="rId140"/>
                <a:stretch>
                  <a:fillRect/>
                </a:stretch>
              </p:blipFill>
              <p:spPr>
                <a:xfrm>
                  <a:off x="10518703" y="3961535"/>
                  <a:ext cx="134640" cy="53604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134167" name="Ink 134166">
                  <a:extLst>
                    <a:ext uri="{FF2B5EF4-FFF2-40B4-BE49-F238E27FC236}">
                      <a16:creationId xmlns:a16="http://schemas.microsoft.com/office/drawing/2014/main" id="{BDCD1ED3-C432-6E05-ABAA-78E1618AACED}"/>
                    </a:ext>
                  </a:extLst>
                </p14:cNvPr>
                <p14:cNvContentPartPr/>
                <p14:nvPr/>
              </p14:nvContentPartPr>
              <p14:xfrm>
                <a:off x="10624903" y="3942455"/>
                <a:ext cx="151920" cy="560520"/>
              </p14:xfrm>
            </p:contentPart>
          </mc:Choice>
          <mc:Fallback>
            <p:pic>
              <p:nvPicPr>
                <p:cNvPr id="134167" name="Ink 134166">
                  <a:extLst>
                    <a:ext uri="{FF2B5EF4-FFF2-40B4-BE49-F238E27FC236}">
                      <a16:creationId xmlns:a16="http://schemas.microsoft.com/office/drawing/2014/main" id="{BDCD1ED3-C432-6E05-ABAA-78E1618AACED}"/>
                    </a:ext>
                  </a:extLst>
                </p:cNvPr>
                <p:cNvPicPr/>
                <p:nvPr/>
              </p:nvPicPr>
              <p:blipFill>
                <a:blip r:embed="rId142"/>
                <a:stretch>
                  <a:fillRect/>
                </a:stretch>
              </p:blipFill>
              <p:spPr>
                <a:xfrm>
                  <a:off x="10618783" y="3936335"/>
                  <a:ext cx="164160" cy="57276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134168" name="Ink 134167">
                  <a:extLst>
                    <a:ext uri="{FF2B5EF4-FFF2-40B4-BE49-F238E27FC236}">
                      <a16:creationId xmlns:a16="http://schemas.microsoft.com/office/drawing/2014/main" id="{35297C86-55C3-F209-E85B-A1714651B391}"/>
                    </a:ext>
                  </a:extLst>
                </p14:cNvPr>
                <p14:cNvContentPartPr/>
                <p14:nvPr/>
              </p14:nvContentPartPr>
              <p14:xfrm>
                <a:off x="10811743" y="4042175"/>
                <a:ext cx="174240" cy="236520"/>
              </p14:xfrm>
            </p:contentPart>
          </mc:Choice>
          <mc:Fallback>
            <p:pic>
              <p:nvPicPr>
                <p:cNvPr id="134168" name="Ink 134167">
                  <a:extLst>
                    <a:ext uri="{FF2B5EF4-FFF2-40B4-BE49-F238E27FC236}">
                      <a16:creationId xmlns:a16="http://schemas.microsoft.com/office/drawing/2014/main" id="{35297C86-55C3-F209-E85B-A1714651B391}"/>
                    </a:ext>
                  </a:extLst>
                </p:cNvPr>
                <p:cNvPicPr/>
                <p:nvPr/>
              </p:nvPicPr>
              <p:blipFill>
                <a:blip r:embed="rId144"/>
                <a:stretch>
                  <a:fillRect/>
                </a:stretch>
              </p:blipFill>
              <p:spPr>
                <a:xfrm>
                  <a:off x="10805623" y="4036055"/>
                  <a:ext cx="18648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134169" name="Ink 134168">
                  <a:extLst>
                    <a:ext uri="{FF2B5EF4-FFF2-40B4-BE49-F238E27FC236}">
                      <a16:creationId xmlns:a16="http://schemas.microsoft.com/office/drawing/2014/main" id="{E43C70FB-D162-43C6-2255-3AE830A7189D}"/>
                    </a:ext>
                  </a:extLst>
                </p14:cNvPr>
                <p14:cNvContentPartPr/>
                <p14:nvPr/>
              </p14:nvContentPartPr>
              <p14:xfrm>
                <a:off x="11047543" y="4261055"/>
                <a:ext cx="409320" cy="155880"/>
              </p14:xfrm>
            </p:contentPart>
          </mc:Choice>
          <mc:Fallback>
            <p:pic>
              <p:nvPicPr>
                <p:cNvPr id="134169" name="Ink 134168">
                  <a:extLst>
                    <a:ext uri="{FF2B5EF4-FFF2-40B4-BE49-F238E27FC236}">
                      <a16:creationId xmlns:a16="http://schemas.microsoft.com/office/drawing/2014/main" id="{E43C70FB-D162-43C6-2255-3AE830A7189D}"/>
                    </a:ext>
                  </a:extLst>
                </p:cNvPr>
                <p:cNvPicPr/>
                <p:nvPr/>
              </p:nvPicPr>
              <p:blipFill>
                <a:blip r:embed="rId146"/>
                <a:stretch>
                  <a:fillRect/>
                </a:stretch>
              </p:blipFill>
              <p:spPr>
                <a:xfrm>
                  <a:off x="11041423" y="4254935"/>
                  <a:ext cx="42156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134170" name="Ink 134169">
                  <a:extLst>
                    <a:ext uri="{FF2B5EF4-FFF2-40B4-BE49-F238E27FC236}">
                      <a16:creationId xmlns:a16="http://schemas.microsoft.com/office/drawing/2014/main" id="{92B79D01-E242-AAAE-8A67-D5445607466F}"/>
                    </a:ext>
                  </a:extLst>
                </p14:cNvPr>
                <p14:cNvContentPartPr/>
                <p14:nvPr/>
              </p14:nvContentPartPr>
              <p14:xfrm>
                <a:off x="11364343" y="3992855"/>
                <a:ext cx="168120" cy="565560"/>
              </p14:xfrm>
            </p:contentPart>
          </mc:Choice>
          <mc:Fallback>
            <p:pic>
              <p:nvPicPr>
                <p:cNvPr id="134170" name="Ink 134169">
                  <a:extLst>
                    <a:ext uri="{FF2B5EF4-FFF2-40B4-BE49-F238E27FC236}">
                      <a16:creationId xmlns:a16="http://schemas.microsoft.com/office/drawing/2014/main" id="{92B79D01-E242-AAAE-8A67-D5445607466F}"/>
                    </a:ext>
                  </a:extLst>
                </p:cNvPr>
                <p:cNvPicPr/>
                <p:nvPr/>
              </p:nvPicPr>
              <p:blipFill>
                <a:blip r:embed="rId148"/>
                <a:stretch>
                  <a:fillRect/>
                </a:stretch>
              </p:blipFill>
              <p:spPr>
                <a:xfrm>
                  <a:off x="11358223" y="3986735"/>
                  <a:ext cx="180360" cy="57780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134171" name="Ink 134170">
                  <a:extLst>
                    <a:ext uri="{FF2B5EF4-FFF2-40B4-BE49-F238E27FC236}">
                      <a16:creationId xmlns:a16="http://schemas.microsoft.com/office/drawing/2014/main" id="{DECC14BE-4731-4D30-F7E2-D64CBC58F768}"/>
                    </a:ext>
                  </a:extLst>
                </p14:cNvPr>
                <p14:cNvContentPartPr/>
                <p14:nvPr/>
              </p14:nvContentPartPr>
              <p14:xfrm>
                <a:off x="11383423" y="4019495"/>
                <a:ext cx="363600" cy="631080"/>
              </p14:xfrm>
            </p:contentPart>
          </mc:Choice>
          <mc:Fallback>
            <p:pic>
              <p:nvPicPr>
                <p:cNvPr id="134171" name="Ink 134170">
                  <a:extLst>
                    <a:ext uri="{FF2B5EF4-FFF2-40B4-BE49-F238E27FC236}">
                      <a16:creationId xmlns:a16="http://schemas.microsoft.com/office/drawing/2014/main" id="{DECC14BE-4731-4D30-F7E2-D64CBC58F768}"/>
                    </a:ext>
                  </a:extLst>
                </p:cNvPr>
                <p:cNvPicPr/>
                <p:nvPr/>
              </p:nvPicPr>
              <p:blipFill>
                <a:blip r:embed="rId150"/>
                <a:stretch>
                  <a:fillRect/>
                </a:stretch>
              </p:blipFill>
              <p:spPr>
                <a:xfrm>
                  <a:off x="11377303" y="4013375"/>
                  <a:ext cx="375840" cy="643320"/>
                </a:xfrm>
                <a:prstGeom prst="rect">
                  <a:avLst/>
                </a:prstGeom>
              </p:spPr>
            </p:pic>
          </mc:Fallback>
        </mc:AlternateContent>
      </p:grpSp>
      <p:grpSp>
        <p:nvGrpSpPr>
          <p:cNvPr id="134177" name="Group 134176">
            <a:extLst>
              <a:ext uri="{FF2B5EF4-FFF2-40B4-BE49-F238E27FC236}">
                <a16:creationId xmlns:a16="http://schemas.microsoft.com/office/drawing/2014/main" id="{8FA1B973-213E-824F-FAC7-91D6F5EDB75F}"/>
              </a:ext>
            </a:extLst>
          </p:cNvPr>
          <p:cNvGrpSpPr/>
          <p:nvPr/>
        </p:nvGrpSpPr>
        <p:grpSpPr>
          <a:xfrm>
            <a:off x="4043023" y="5487215"/>
            <a:ext cx="250200" cy="259200"/>
            <a:chOff x="4043023" y="5487215"/>
            <a:chExt cx="250200" cy="259200"/>
          </a:xfrm>
        </p:grpSpPr>
        <mc:AlternateContent xmlns:mc="http://schemas.openxmlformats.org/markup-compatibility/2006">
          <mc:Choice xmlns:p14="http://schemas.microsoft.com/office/powerpoint/2010/main" Requires="p14">
            <p:contentPart p14:bwMode="auto" r:id="rId151">
              <p14:nvContentPartPr>
                <p14:cNvPr id="134173" name="Ink 134172">
                  <a:extLst>
                    <a:ext uri="{FF2B5EF4-FFF2-40B4-BE49-F238E27FC236}">
                      <a16:creationId xmlns:a16="http://schemas.microsoft.com/office/drawing/2014/main" id="{553FE293-8101-C784-1393-6B4DE726D897}"/>
                    </a:ext>
                  </a:extLst>
                </p14:cNvPr>
                <p14:cNvContentPartPr/>
                <p14:nvPr/>
              </p14:nvContentPartPr>
              <p14:xfrm>
                <a:off x="4069303" y="5611055"/>
                <a:ext cx="14760" cy="135360"/>
              </p14:xfrm>
            </p:contentPart>
          </mc:Choice>
          <mc:Fallback>
            <p:pic>
              <p:nvPicPr>
                <p:cNvPr id="134173" name="Ink 134172">
                  <a:extLst>
                    <a:ext uri="{FF2B5EF4-FFF2-40B4-BE49-F238E27FC236}">
                      <a16:creationId xmlns:a16="http://schemas.microsoft.com/office/drawing/2014/main" id="{553FE293-8101-C784-1393-6B4DE726D897}"/>
                    </a:ext>
                  </a:extLst>
                </p:cNvPr>
                <p:cNvPicPr/>
                <p:nvPr/>
              </p:nvPicPr>
              <p:blipFill>
                <a:blip r:embed="rId152"/>
                <a:stretch>
                  <a:fillRect/>
                </a:stretch>
              </p:blipFill>
              <p:spPr>
                <a:xfrm>
                  <a:off x="4063183" y="5604935"/>
                  <a:ext cx="2700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134174" name="Ink 134173">
                  <a:extLst>
                    <a:ext uri="{FF2B5EF4-FFF2-40B4-BE49-F238E27FC236}">
                      <a16:creationId xmlns:a16="http://schemas.microsoft.com/office/drawing/2014/main" id="{7479B221-29B6-06E1-3130-89C06B435C8D}"/>
                    </a:ext>
                  </a:extLst>
                </p14:cNvPr>
                <p14:cNvContentPartPr/>
                <p14:nvPr/>
              </p14:nvContentPartPr>
              <p14:xfrm>
                <a:off x="4043023" y="5487215"/>
                <a:ext cx="50040" cy="25920"/>
              </p14:xfrm>
            </p:contentPart>
          </mc:Choice>
          <mc:Fallback>
            <p:pic>
              <p:nvPicPr>
                <p:cNvPr id="134174" name="Ink 134173">
                  <a:extLst>
                    <a:ext uri="{FF2B5EF4-FFF2-40B4-BE49-F238E27FC236}">
                      <a16:creationId xmlns:a16="http://schemas.microsoft.com/office/drawing/2014/main" id="{7479B221-29B6-06E1-3130-89C06B435C8D}"/>
                    </a:ext>
                  </a:extLst>
                </p:cNvPr>
                <p:cNvPicPr/>
                <p:nvPr/>
              </p:nvPicPr>
              <p:blipFill>
                <a:blip r:embed="rId154"/>
                <a:stretch>
                  <a:fillRect/>
                </a:stretch>
              </p:blipFill>
              <p:spPr>
                <a:xfrm>
                  <a:off x="4036903" y="5481095"/>
                  <a:ext cx="6228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134175" name="Ink 134174">
                  <a:extLst>
                    <a:ext uri="{FF2B5EF4-FFF2-40B4-BE49-F238E27FC236}">
                      <a16:creationId xmlns:a16="http://schemas.microsoft.com/office/drawing/2014/main" id="{512752FB-18FE-B15F-2D87-8B6E444362F2}"/>
                    </a:ext>
                  </a:extLst>
                </p14:cNvPr>
                <p14:cNvContentPartPr/>
                <p14:nvPr/>
              </p14:nvContentPartPr>
              <p14:xfrm>
                <a:off x="4261183" y="5599895"/>
                <a:ext cx="17640" cy="131040"/>
              </p14:xfrm>
            </p:contentPart>
          </mc:Choice>
          <mc:Fallback>
            <p:pic>
              <p:nvPicPr>
                <p:cNvPr id="134175" name="Ink 134174">
                  <a:extLst>
                    <a:ext uri="{FF2B5EF4-FFF2-40B4-BE49-F238E27FC236}">
                      <a16:creationId xmlns:a16="http://schemas.microsoft.com/office/drawing/2014/main" id="{512752FB-18FE-B15F-2D87-8B6E444362F2}"/>
                    </a:ext>
                  </a:extLst>
                </p:cNvPr>
                <p:cNvPicPr/>
                <p:nvPr/>
              </p:nvPicPr>
              <p:blipFill>
                <a:blip r:embed="rId156"/>
                <a:stretch>
                  <a:fillRect/>
                </a:stretch>
              </p:blipFill>
              <p:spPr>
                <a:xfrm>
                  <a:off x="4255063" y="5593775"/>
                  <a:ext cx="2988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134176" name="Ink 134175">
                  <a:extLst>
                    <a:ext uri="{FF2B5EF4-FFF2-40B4-BE49-F238E27FC236}">
                      <a16:creationId xmlns:a16="http://schemas.microsoft.com/office/drawing/2014/main" id="{8E4988ED-7AE7-3DE4-9603-218E1970D26D}"/>
                    </a:ext>
                  </a:extLst>
                </p14:cNvPr>
                <p14:cNvContentPartPr/>
                <p14:nvPr/>
              </p14:nvContentPartPr>
              <p14:xfrm>
                <a:off x="4254703" y="5488655"/>
                <a:ext cx="38520" cy="34200"/>
              </p14:xfrm>
            </p:contentPart>
          </mc:Choice>
          <mc:Fallback>
            <p:pic>
              <p:nvPicPr>
                <p:cNvPr id="134176" name="Ink 134175">
                  <a:extLst>
                    <a:ext uri="{FF2B5EF4-FFF2-40B4-BE49-F238E27FC236}">
                      <a16:creationId xmlns:a16="http://schemas.microsoft.com/office/drawing/2014/main" id="{8E4988ED-7AE7-3DE4-9603-218E1970D26D}"/>
                    </a:ext>
                  </a:extLst>
                </p:cNvPr>
                <p:cNvPicPr/>
                <p:nvPr/>
              </p:nvPicPr>
              <p:blipFill>
                <a:blip r:embed="rId158"/>
                <a:stretch>
                  <a:fillRect/>
                </a:stretch>
              </p:blipFill>
              <p:spPr>
                <a:xfrm>
                  <a:off x="4248583" y="5482535"/>
                  <a:ext cx="50760" cy="46440"/>
                </a:xfrm>
                <a:prstGeom prst="rect">
                  <a:avLst/>
                </a:prstGeom>
              </p:spPr>
            </p:pic>
          </mc:Fallback>
        </mc:AlternateContent>
      </p:grpSp>
      <p:grpSp>
        <p:nvGrpSpPr>
          <p:cNvPr id="134181" name="Group 134180">
            <a:extLst>
              <a:ext uri="{FF2B5EF4-FFF2-40B4-BE49-F238E27FC236}">
                <a16:creationId xmlns:a16="http://schemas.microsoft.com/office/drawing/2014/main" id="{3BC09886-2C93-4A12-C20C-ACE26B88DA1C}"/>
              </a:ext>
            </a:extLst>
          </p:cNvPr>
          <p:cNvGrpSpPr/>
          <p:nvPr/>
        </p:nvGrpSpPr>
        <p:grpSpPr>
          <a:xfrm>
            <a:off x="5371063" y="5402975"/>
            <a:ext cx="34560" cy="275040"/>
            <a:chOff x="5371063" y="5402975"/>
            <a:chExt cx="34560" cy="275040"/>
          </a:xfrm>
        </p:grpSpPr>
        <mc:AlternateContent xmlns:mc="http://schemas.openxmlformats.org/markup-compatibility/2006">
          <mc:Choice xmlns:p14="http://schemas.microsoft.com/office/powerpoint/2010/main" Requires="p14">
            <p:contentPart p14:bwMode="auto" r:id="rId159">
              <p14:nvContentPartPr>
                <p14:cNvPr id="134178" name="Ink 134177">
                  <a:extLst>
                    <a:ext uri="{FF2B5EF4-FFF2-40B4-BE49-F238E27FC236}">
                      <a16:creationId xmlns:a16="http://schemas.microsoft.com/office/drawing/2014/main" id="{7FC0308D-3A03-DACE-CACD-0FDDC5FEE995}"/>
                    </a:ext>
                  </a:extLst>
                </p14:cNvPr>
                <p14:cNvContentPartPr/>
                <p14:nvPr/>
              </p14:nvContentPartPr>
              <p14:xfrm>
                <a:off x="5371063" y="5496215"/>
                <a:ext cx="24480" cy="181800"/>
              </p14:xfrm>
            </p:contentPart>
          </mc:Choice>
          <mc:Fallback>
            <p:pic>
              <p:nvPicPr>
                <p:cNvPr id="134178" name="Ink 134177">
                  <a:extLst>
                    <a:ext uri="{FF2B5EF4-FFF2-40B4-BE49-F238E27FC236}">
                      <a16:creationId xmlns:a16="http://schemas.microsoft.com/office/drawing/2014/main" id="{7FC0308D-3A03-DACE-CACD-0FDDC5FEE995}"/>
                    </a:ext>
                  </a:extLst>
                </p:cNvPr>
                <p:cNvPicPr/>
                <p:nvPr/>
              </p:nvPicPr>
              <p:blipFill>
                <a:blip r:embed="rId160"/>
                <a:stretch>
                  <a:fillRect/>
                </a:stretch>
              </p:blipFill>
              <p:spPr>
                <a:xfrm>
                  <a:off x="5364943" y="5490095"/>
                  <a:ext cx="3672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134179" name="Ink 134178">
                  <a:extLst>
                    <a:ext uri="{FF2B5EF4-FFF2-40B4-BE49-F238E27FC236}">
                      <a16:creationId xmlns:a16="http://schemas.microsoft.com/office/drawing/2014/main" id="{3C6A0526-AE58-EA52-E57F-622DF61B71AB}"/>
                    </a:ext>
                  </a:extLst>
                </p14:cNvPr>
                <p14:cNvContentPartPr/>
                <p14:nvPr/>
              </p14:nvContentPartPr>
              <p14:xfrm>
                <a:off x="5371063" y="5402975"/>
                <a:ext cx="34560" cy="32040"/>
              </p14:xfrm>
            </p:contentPart>
          </mc:Choice>
          <mc:Fallback>
            <p:pic>
              <p:nvPicPr>
                <p:cNvPr id="134179" name="Ink 134178">
                  <a:extLst>
                    <a:ext uri="{FF2B5EF4-FFF2-40B4-BE49-F238E27FC236}">
                      <a16:creationId xmlns:a16="http://schemas.microsoft.com/office/drawing/2014/main" id="{3C6A0526-AE58-EA52-E57F-622DF61B71AB}"/>
                    </a:ext>
                  </a:extLst>
                </p:cNvPr>
                <p:cNvPicPr/>
                <p:nvPr/>
              </p:nvPicPr>
              <p:blipFill>
                <a:blip r:embed="rId162"/>
                <a:stretch>
                  <a:fillRect/>
                </a:stretch>
              </p:blipFill>
              <p:spPr>
                <a:xfrm>
                  <a:off x="5364943" y="5396855"/>
                  <a:ext cx="46800" cy="44280"/>
                </a:xfrm>
                <a:prstGeom prst="rect">
                  <a:avLst/>
                </a:prstGeom>
              </p:spPr>
            </p:pic>
          </mc:Fallback>
        </mc:AlternateContent>
      </p:grpSp>
      <p:grpSp>
        <p:nvGrpSpPr>
          <p:cNvPr id="134183" name="Group 134182">
            <a:extLst>
              <a:ext uri="{FF2B5EF4-FFF2-40B4-BE49-F238E27FC236}">
                <a16:creationId xmlns:a16="http://schemas.microsoft.com/office/drawing/2014/main" id="{8F3DCD65-2971-B1F6-A222-89F3FD4A3A7E}"/>
              </a:ext>
            </a:extLst>
          </p:cNvPr>
          <p:cNvGrpSpPr/>
          <p:nvPr/>
        </p:nvGrpSpPr>
        <p:grpSpPr>
          <a:xfrm>
            <a:off x="6158023" y="5437175"/>
            <a:ext cx="39600" cy="246960"/>
            <a:chOff x="6158023" y="5437175"/>
            <a:chExt cx="39600" cy="246960"/>
          </a:xfrm>
        </p:grpSpPr>
        <mc:AlternateContent xmlns:mc="http://schemas.openxmlformats.org/markup-compatibility/2006">
          <mc:Choice xmlns:p14="http://schemas.microsoft.com/office/powerpoint/2010/main" Requires="p14">
            <p:contentPart p14:bwMode="auto" r:id="rId163">
              <p14:nvContentPartPr>
                <p14:cNvPr id="134180" name="Ink 134179">
                  <a:extLst>
                    <a:ext uri="{FF2B5EF4-FFF2-40B4-BE49-F238E27FC236}">
                      <a16:creationId xmlns:a16="http://schemas.microsoft.com/office/drawing/2014/main" id="{C1ACD72F-159F-1716-186D-C21D8B06E56C}"/>
                    </a:ext>
                  </a:extLst>
                </p14:cNvPr>
                <p14:cNvContentPartPr/>
                <p14:nvPr/>
              </p14:nvContentPartPr>
              <p14:xfrm>
                <a:off x="6158023" y="5526455"/>
                <a:ext cx="9000" cy="157680"/>
              </p14:xfrm>
            </p:contentPart>
          </mc:Choice>
          <mc:Fallback>
            <p:pic>
              <p:nvPicPr>
                <p:cNvPr id="134180" name="Ink 134179">
                  <a:extLst>
                    <a:ext uri="{FF2B5EF4-FFF2-40B4-BE49-F238E27FC236}">
                      <a16:creationId xmlns:a16="http://schemas.microsoft.com/office/drawing/2014/main" id="{C1ACD72F-159F-1716-186D-C21D8B06E56C}"/>
                    </a:ext>
                  </a:extLst>
                </p:cNvPr>
                <p:cNvPicPr/>
                <p:nvPr/>
              </p:nvPicPr>
              <p:blipFill>
                <a:blip r:embed="rId164"/>
                <a:stretch>
                  <a:fillRect/>
                </a:stretch>
              </p:blipFill>
              <p:spPr>
                <a:xfrm>
                  <a:off x="6151903" y="5520335"/>
                  <a:ext cx="2124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134182" name="Ink 134181">
                  <a:extLst>
                    <a:ext uri="{FF2B5EF4-FFF2-40B4-BE49-F238E27FC236}">
                      <a16:creationId xmlns:a16="http://schemas.microsoft.com/office/drawing/2014/main" id="{2B888CBB-E08C-CAD5-A122-3A6372FCC8CC}"/>
                    </a:ext>
                  </a:extLst>
                </p14:cNvPr>
                <p14:cNvContentPartPr/>
                <p14:nvPr/>
              </p14:nvContentPartPr>
              <p14:xfrm>
                <a:off x="6182863" y="5437175"/>
                <a:ext cx="14760" cy="7920"/>
              </p14:xfrm>
            </p:contentPart>
          </mc:Choice>
          <mc:Fallback>
            <p:pic>
              <p:nvPicPr>
                <p:cNvPr id="134182" name="Ink 134181">
                  <a:extLst>
                    <a:ext uri="{FF2B5EF4-FFF2-40B4-BE49-F238E27FC236}">
                      <a16:creationId xmlns:a16="http://schemas.microsoft.com/office/drawing/2014/main" id="{2B888CBB-E08C-CAD5-A122-3A6372FCC8CC}"/>
                    </a:ext>
                  </a:extLst>
                </p:cNvPr>
                <p:cNvPicPr/>
                <p:nvPr/>
              </p:nvPicPr>
              <p:blipFill>
                <a:blip r:embed="rId166"/>
                <a:stretch>
                  <a:fillRect/>
                </a:stretch>
              </p:blipFill>
              <p:spPr>
                <a:xfrm>
                  <a:off x="6176743" y="5431055"/>
                  <a:ext cx="27000" cy="20160"/>
                </a:xfrm>
                <a:prstGeom prst="rect">
                  <a:avLst/>
                </a:prstGeom>
              </p:spPr>
            </p:pic>
          </mc:Fallback>
        </mc:AlternateContent>
      </p:grpSp>
      <p:grpSp>
        <p:nvGrpSpPr>
          <p:cNvPr id="134186" name="Group 134185">
            <a:extLst>
              <a:ext uri="{FF2B5EF4-FFF2-40B4-BE49-F238E27FC236}">
                <a16:creationId xmlns:a16="http://schemas.microsoft.com/office/drawing/2014/main" id="{69D72899-D19C-DD71-5B61-5F859F7659FC}"/>
              </a:ext>
            </a:extLst>
          </p:cNvPr>
          <p:cNvGrpSpPr/>
          <p:nvPr/>
        </p:nvGrpSpPr>
        <p:grpSpPr>
          <a:xfrm>
            <a:off x="3242023" y="6049895"/>
            <a:ext cx="65880" cy="297000"/>
            <a:chOff x="3242023" y="6049895"/>
            <a:chExt cx="65880" cy="297000"/>
          </a:xfrm>
        </p:grpSpPr>
        <mc:AlternateContent xmlns:mc="http://schemas.openxmlformats.org/markup-compatibility/2006">
          <mc:Choice xmlns:p14="http://schemas.microsoft.com/office/powerpoint/2010/main" Requires="p14">
            <p:contentPart p14:bwMode="auto" r:id="rId167">
              <p14:nvContentPartPr>
                <p14:cNvPr id="134184" name="Ink 134183">
                  <a:extLst>
                    <a:ext uri="{FF2B5EF4-FFF2-40B4-BE49-F238E27FC236}">
                      <a16:creationId xmlns:a16="http://schemas.microsoft.com/office/drawing/2014/main" id="{EF41DA90-1E7C-8101-17EE-BB05EE52749F}"/>
                    </a:ext>
                  </a:extLst>
                </p14:cNvPr>
                <p14:cNvContentPartPr/>
                <p14:nvPr/>
              </p14:nvContentPartPr>
              <p14:xfrm>
                <a:off x="3242023" y="6193175"/>
                <a:ext cx="18000" cy="153720"/>
              </p14:xfrm>
            </p:contentPart>
          </mc:Choice>
          <mc:Fallback>
            <p:pic>
              <p:nvPicPr>
                <p:cNvPr id="134184" name="Ink 134183">
                  <a:extLst>
                    <a:ext uri="{FF2B5EF4-FFF2-40B4-BE49-F238E27FC236}">
                      <a16:creationId xmlns:a16="http://schemas.microsoft.com/office/drawing/2014/main" id="{EF41DA90-1E7C-8101-17EE-BB05EE52749F}"/>
                    </a:ext>
                  </a:extLst>
                </p:cNvPr>
                <p:cNvPicPr/>
                <p:nvPr/>
              </p:nvPicPr>
              <p:blipFill>
                <a:blip r:embed="rId168"/>
                <a:stretch>
                  <a:fillRect/>
                </a:stretch>
              </p:blipFill>
              <p:spPr>
                <a:xfrm>
                  <a:off x="3235903" y="6187055"/>
                  <a:ext cx="3024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34185" name="Ink 134184">
                  <a:extLst>
                    <a:ext uri="{FF2B5EF4-FFF2-40B4-BE49-F238E27FC236}">
                      <a16:creationId xmlns:a16="http://schemas.microsoft.com/office/drawing/2014/main" id="{AFC641EE-93DC-586F-BA33-8DC064D39A2B}"/>
                    </a:ext>
                  </a:extLst>
                </p14:cNvPr>
                <p14:cNvContentPartPr/>
                <p14:nvPr/>
              </p14:nvContentPartPr>
              <p14:xfrm>
                <a:off x="3242023" y="6049895"/>
                <a:ext cx="65880" cy="45720"/>
              </p14:xfrm>
            </p:contentPart>
          </mc:Choice>
          <mc:Fallback>
            <p:pic>
              <p:nvPicPr>
                <p:cNvPr id="134185" name="Ink 134184">
                  <a:extLst>
                    <a:ext uri="{FF2B5EF4-FFF2-40B4-BE49-F238E27FC236}">
                      <a16:creationId xmlns:a16="http://schemas.microsoft.com/office/drawing/2014/main" id="{AFC641EE-93DC-586F-BA33-8DC064D39A2B}"/>
                    </a:ext>
                  </a:extLst>
                </p:cNvPr>
                <p:cNvPicPr/>
                <p:nvPr/>
              </p:nvPicPr>
              <p:blipFill>
                <a:blip r:embed="rId170"/>
                <a:stretch>
                  <a:fillRect/>
                </a:stretch>
              </p:blipFill>
              <p:spPr>
                <a:xfrm>
                  <a:off x="3235903" y="6043775"/>
                  <a:ext cx="78120" cy="57960"/>
                </a:xfrm>
                <a:prstGeom prst="rect">
                  <a:avLst/>
                </a:prstGeom>
              </p:spPr>
            </p:pic>
          </mc:Fallback>
        </mc:AlternateContent>
      </p:grpSp>
      <p:grpSp>
        <p:nvGrpSpPr>
          <p:cNvPr id="134195" name="Group 134194">
            <a:extLst>
              <a:ext uri="{FF2B5EF4-FFF2-40B4-BE49-F238E27FC236}">
                <a16:creationId xmlns:a16="http://schemas.microsoft.com/office/drawing/2014/main" id="{7AF191EF-7FE4-C645-1B11-70BED4D19922}"/>
              </a:ext>
            </a:extLst>
          </p:cNvPr>
          <p:cNvGrpSpPr/>
          <p:nvPr/>
        </p:nvGrpSpPr>
        <p:grpSpPr>
          <a:xfrm>
            <a:off x="4424983" y="6072575"/>
            <a:ext cx="66240" cy="184680"/>
            <a:chOff x="4424983" y="6072575"/>
            <a:chExt cx="66240" cy="184680"/>
          </a:xfrm>
        </p:grpSpPr>
        <mc:AlternateContent xmlns:mc="http://schemas.openxmlformats.org/markup-compatibility/2006">
          <mc:Choice xmlns:p14="http://schemas.microsoft.com/office/powerpoint/2010/main" Requires="p14">
            <p:contentPart p14:bwMode="auto" r:id="rId171">
              <p14:nvContentPartPr>
                <p14:cNvPr id="134187" name="Ink 134186">
                  <a:extLst>
                    <a:ext uri="{FF2B5EF4-FFF2-40B4-BE49-F238E27FC236}">
                      <a16:creationId xmlns:a16="http://schemas.microsoft.com/office/drawing/2014/main" id="{207010B4-62DC-D90F-B2A9-35D44CC2F3E0}"/>
                    </a:ext>
                  </a:extLst>
                </p14:cNvPr>
                <p14:cNvContentPartPr/>
                <p14:nvPr/>
              </p14:nvContentPartPr>
              <p14:xfrm>
                <a:off x="4424983" y="6137015"/>
                <a:ext cx="28080" cy="120240"/>
              </p14:xfrm>
            </p:contentPart>
          </mc:Choice>
          <mc:Fallback>
            <p:pic>
              <p:nvPicPr>
                <p:cNvPr id="134187" name="Ink 134186">
                  <a:extLst>
                    <a:ext uri="{FF2B5EF4-FFF2-40B4-BE49-F238E27FC236}">
                      <a16:creationId xmlns:a16="http://schemas.microsoft.com/office/drawing/2014/main" id="{207010B4-62DC-D90F-B2A9-35D44CC2F3E0}"/>
                    </a:ext>
                  </a:extLst>
                </p:cNvPr>
                <p:cNvPicPr/>
                <p:nvPr/>
              </p:nvPicPr>
              <p:blipFill>
                <a:blip r:embed="rId172"/>
                <a:stretch>
                  <a:fillRect/>
                </a:stretch>
              </p:blipFill>
              <p:spPr>
                <a:xfrm>
                  <a:off x="4418863" y="6130895"/>
                  <a:ext cx="4032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34188" name="Ink 134187">
                  <a:extLst>
                    <a:ext uri="{FF2B5EF4-FFF2-40B4-BE49-F238E27FC236}">
                      <a16:creationId xmlns:a16="http://schemas.microsoft.com/office/drawing/2014/main" id="{110D6679-AEAD-0407-C5E2-3D832245268A}"/>
                    </a:ext>
                  </a:extLst>
                </p14:cNvPr>
                <p14:cNvContentPartPr/>
                <p14:nvPr/>
              </p14:nvContentPartPr>
              <p14:xfrm>
                <a:off x="4427503" y="6072575"/>
                <a:ext cx="63720" cy="25560"/>
              </p14:xfrm>
            </p:contentPart>
          </mc:Choice>
          <mc:Fallback>
            <p:pic>
              <p:nvPicPr>
                <p:cNvPr id="134188" name="Ink 134187">
                  <a:extLst>
                    <a:ext uri="{FF2B5EF4-FFF2-40B4-BE49-F238E27FC236}">
                      <a16:creationId xmlns:a16="http://schemas.microsoft.com/office/drawing/2014/main" id="{110D6679-AEAD-0407-C5E2-3D832245268A}"/>
                    </a:ext>
                  </a:extLst>
                </p:cNvPr>
                <p:cNvPicPr/>
                <p:nvPr/>
              </p:nvPicPr>
              <p:blipFill>
                <a:blip r:embed="rId174"/>
                <a:stretch>
                  <a:fillRect/>
                </a:stretch>
              </p:blipFill>
              <p:spPr>
                <a:xfrm>
                  <a:off x="4421383" y="6066455"/>
                  <a:ext cx="75960" cy="37800"/>
                </a:xfrm>
                <a:prstGeom prst="rect">
                  <a:avLst/>
                </a:prstGeom>
              </p:spPr>
            </p:pic>
          </mc:Fallback>
        </mc:AlternateContent>
      </p:grpSp>
      <p:grpSp>
        <p:nvGrpSpPr>
          <p:cNvPr id="134194" name="Group 134193">
            <a:extLst>
              <a:ext uri="{FF2B5EF4-FFF2-40B4-BE49-F238E27FC236}">
                <a16:creationId xmlns:a16="http://schemas.microsoft.com/office/drawing/2014/main" id="{6DA6C8F9-77F1-6197-5CDE-9D4CE39DE145}"/>
              </a:ext>
            </a:extLst>
          </p:cNvPr>
          <p:cNvGrpSpPr/>
          <p:nvPr/>
        </p:nvGrpSpPr>
        <p:grpSpPr>
          <a:xfrm>
            <a:off x="5763463" y="6095255"/>
            <a:ext cx="118800" cy="236520"/>
            <a:chOff x="5763463" y="6095255"/>
            <a:chExt cx="118800" cy="236520"/>
          </a:xfrm>
        </p:grpSpPr>
        <mc:AlternateContent xmlns:mc="http://schemas.openxmlformats.org/markup-compatibility/2006">
          <mc:Choice xmlns:p14="http://schemas.microsoft.com/office/powerpoint/2010/main" Requires="p14">
            <p:contentPart p14:bwMode="auto" r:id="rId175">
              <p14:nvContentPartPr>
                <p14:cNvPr id="134189" name="Ink 134188">
                  <a:extLst>
                    <a:ext uri="{FF2B5EF4-FFF2-40B4-BE49-F238E27FC236}">
                      <a16:creationId xmlns:a16="http://schemas.microsoft.com/office/drawing/2014/main" id="{2054A2E8-67E2-714B-40AC-B59386D21D93}"/>
                    </a:ext>
                  </a:extLst>
                </p14:cNvPr>
                <p14:cNvContentPartPr/>
                <p14:nvPr/>
              </p14:nvContentPartPr>
              <p14:xfrm>
                <a:off x="5763463" y="6168695"/>
                <a:ext cx="16560" cy="163080"/>
              </p14:xfrm>
            </p:contentPart>
          </mc:Choice>
          <mc:Fallback>
            <p:pic>
              <p:nvPicPr>
                <p:cNvPr id="134189" name="Ink 134188">
                  <a:extLst>
                    <a:ext uri="{FF2B5EF4-FFF2-40B4-BE49-F238E27FC236}">
                      <a16:creationId xmlns:a16="http://schemas.microsoft.com/office/drawing/2014/main" id="{2054A2E8-67E2-714B-40AC-B59386D21D93}"/>
                    </a:ext>
                  </a:extLst>
                </p:cNvPr>
                <p:cNvPicPr/>
                <p:nvPr/>
              </p:nvPicPr>
              <p:blipFill>
                <a:blip r:embed="rId176"/>
                <a:stretch>
                  <a:fillRect/>
                </a:stretch>
              </p:blipFill>
              <p:spPr>
                <a:xfrm>
                  <a:off x="5757343" y="6162575"/>
                  <a:ext cx="2880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34190" name="Ink 134189">
                  <a:extLst>
                    <a:ext uri="{FF2B5EF4-FFF2-40B4-BE49-F238E27FC236}">
                      <a16:creationId xmlns:a16="http://schemas.microsoft.com/office/drawing/2014/main" id="{2E1F7D60-8F96-98DC-2E7B-C71FDD5446EB}"/>
                    </a:ext>
                  </a:extLst>
                </p14:cNvPr>
                <p14:cNvContentPartPr/>
                <p14:nvPr/>
              </p14:nvContentPartPr>
              <p14:xfrm>
                <a:off x="5809903" y="6095255"/>
                <a:ext cx="72360" cy="14400"/>
              </p14:xfrm>
            </p:contentPart>
          </mc:Choice>
          <mc:Fallback>
            <p:pic>
              <p:nvPicPr>
                <p:cNvPr id="134190" name="Ink 134189">
                  <a:extLst>
                    <a:ext uri="{FF2B5EF4-FFF2-40B4-BE49-F238E27FC236}">
                      <a16:creationId xmlns:a16="http://schemas.microsoft.com/office/drawing/2014/main" id="{2E1F7D60-8F96-98DC-2E7B-C71FDD5446EB}"/>
                    </a:ext>
                  </a:extLst>
                </p:cNvPr>
                <p:cNvPicPr/>
                <p:nvPr/>
              </p:nvPicPr>
              <p:blipFill>
                <a:blip r:embed="rId178"/>
                <a:stretch>
                  <a:fillRect/>
                </a:stretch>
              </p:blipFill>
              <p:spPr>
                <a:xfrm>
                  <a:off x="5803783" y="6089135"/>
                  <a:ext cx="84600" cy="26640"/>
                </a:xfrm>
                <a:prstGeom prst="rect">
                  <a:avLst/>
                </a:prstGeom>
              </p:spPr>
            </p:pic>
          </mc:Fallback>
        </mc:AlternateContent>
      </p:grpSp>
      <p:grpSp>
        <p:nvGrpSpPr>
          <p:cNvPr id="134193" name="Group 134192">
            <a:extLst>
              <a:ext uri="{FF2B5EF4-FFF2-40B4-BE49-F238E27FC236}">
                <a16:creationId xmlns:a16="http://schemas.microsoft.com/office/drawing/2014/main" id="{E5CFF4F9-018B-E356-6174-06A2B7EC533C}"/>
              </a:ext>
            </a:extLst>
          </p:cNvPr>
          <p:cNvGrpSpPr/>
          <p:nvPr/>
        </p:nvGrpSpPr>
        <p:grpSpPr>
          <a:xfrm>
            <a:off x="7024903" y="6068975"/>
            <a:ext cx="35280" cy="268920"/>
            <a:chOff x="7024903" y="6068975"/>
            <a:chExt cx="35280" cy="268920"/>
          </a:xfrm>
        </p:grpSpPr>
        <mc:AlternateContent xmlns:mc="http://schemas.openxmlformats.org/markup-compatibility/2006">
          <mc:Choice xmlns:p14="http://schemas.microsoft.com/office/powerpoint/2010/main" Requires="p14">
            <p:contentPart p14:bwMode="auto" r:id="rId179">
              <p14:nvContentPartPr>
                <p14:cNvPr id="134191" name="Ink 134190">
                  <a:extLst>
                    <a:ext uri="{FF2B5EF4-FFF2-40B4-BE49-F238E27FC236}">
                      <a16:creationId xmlns:a16="http://schemas.microsoft.com/office/drawing/2014/main" id="{51A89E88-6B03-FE07-DC46-8ACF83F2376E}"/>
                    </a:ext>
                  </a:extLst>
                </p14:cNvPr>
                <p14:cNvContentPartPr/>
                <p14:nvPr/>
              </p14:nvContentPartPr>
              <p14:xfrm>
                <a:off x="7024903" y="6151775"/>
                <a:ext cx="18000" cy="186120"/>
              </p14:xfrm>
            </p:contentPart>
          </mc:Choice>
          <mc:Fallback>
            <p:pic>
              <p:nvPicPr>
                <p:cNvPr id="134191" name="Ink 134190">
                  <a:extLst>
                    <a:ext uri="{FF2B5EF4-FFF2-40B4-BE49-F238E27FC236}">
                      <a16:creationId xmlns:a16="http://schemas.microsoft.com/office/drawing/2014/main" id="{51A89E88-6B03-FE07-DC46-8ACF83F2376E}"/>
                    </a:ext>
                  </a:extLst>
                </p:cNvPr>
                <p:cNvPicPr/>
                <p:nvPr/>
              </p:nvPicPr>
              <p:blipFill>
                <a:blip r:embed="rId180"/>
                <a:stretch>
                  <a:fillRect/>
                </a:stretch>
              </p:blipFill>
              <p:spPr>
                <a:xfrm>
                  <a:off x="7018783" y="6145655"/>
                  <a:ext cx="3024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34192" name="Ink 134191">
                  <a:extLst>
                    <a:ext uri="{FF2B5EF4-FFF2-40B4-BE49-F238E27FC236}">
                      <a16:creationId xmlns:a16="http://schemas.microsoft.com/office/drawing/2014/main" id="{2212A281-17F3-9BC7-A4A7-8E4DB5B4C12E}"/>
                    </a:ext>
                  </a:extLst>
                </p14:cNvPr>
                <p14:cNvContentPartPr/>
                <p14:nvPr/>
              </p14:nvContentPartPr>
              <p14:xfrm>
                <a:off x="7045783" y="6068975"/>
                <a:ext cx="14400" cy="12960"/>
              </p14:xfrm>
            </p:contentPart>
          </mc:Choice>
          <mc:Fallback>
            <p:pic>
              <p:nvPicPr>
                <p:cNvPr id="134192" name="Ink 134191">
                  <a:extLst>
                    <a:ext uri="{FF2B5EF4-FFF2-40B4-BE49-F238E27FC236}">
                      <a16:creationId xmlns:a16="http://schemas.microsoft.com/office/drawing/2014/main" id="{2212A281-17F3-9BC7-A4A7-8E4DB5B4C12E}"/>
                    </a:ext>
                  </a:extLst>
                </p:cNvPr>
                <p:cNvPicPr/>
                <p:nvPr/>
              </p:nvPicPr>
              <p:blipFill>
                <a:blip r:embed="rId182"/>
                <a:stretch>
                  <a:fillRect/>
                </a:stretch>
              </p:blipFill>
              <p:spPr>
                <a:xfrm>
                  <a:off x="7039663" y="6062855"/>
                  <a:ext cx="26640" cy="25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83">
            <p14:nvContentPartPr>
              <p14:cNvPr id="134196" name="Ink 134195">
                <a:extLst>
                  <a:ext uri="{FF2B5EF4-FFF2-40B4-BE49-F238E27FC236}">
                    <a16:creationId xmlns:a16="http://schemas.microsoft.com/office/drawing/2014/main" id="{3364CEB6-9E6B-F412-17F6-6734E7AEB1B1}"/>
                  </a:ext>
                </a:extLst>
              </p14:cNvPr>
              <p14:cNvContentPartPr/>
              <p14:nvPr/>
            </p14:nvContentPartPr>
            <p14:xfrm>
              <a:off x="3545863" y="4522775"/>
              <a:ext cx="360" cy="360"/>
            </p14:xfrm>
          </p:contentPart>
        </mc:Choice>
        <mc:Fallback>
          <p:pic>
            <p:nvPicPr>
              <p:cNvPr id="134196" name="Ink 134195">
                <a:extLst>
                  <a:ext uri="{FF2B5EF4-FFF2-40B4-BE49-F238E27FC236}">
                    <a16:creationId xmlns:a16="http://schemas.microsoft.com/office/drawing/2014/main" id="{3364CEB6-9E6B-F412-17F6-6734E7AEB1B1}"/>
                  </a:ext>
                </a:extLst>
              </p:cNvPr>
              <p:cNvPicPr/>
              <p:nvPr/>
            </p:nvPicPr>
            <p:blipFill>
              <a:blip r:embed="rId184"/>
              <a:stretch>
                <a:fillRect/>
              </a:stretch>
            </p:blipFill>
            <p:spPr>
              <a:xfrm>
                <a:off x="3539743" y="4516655"/>
                <a:ext cx="12600" cy="12600"/>
              </a:xfrm>
              <a:prstGeom prst="rect">
                <a:avLst/>
              </a:prstGeom>
            </p:spPr>
          </p:pic>
        </mc:Fallback>
      </mc:AlternateContent>
    </p:spTree>
    <p:extLst>
      <p:ext uri="{BB962C8B-B14F-4D97-AF65-F5344CB8AC3E}">
        <p14:creationId xmlns:p14="http://schemas.microsoft.com/office/powerpoint/2010/main" val="2332690433"/>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34147">
                                            <p:txEl>
                                              <p:pRg st="0" end="0"/>
                                            </p:txEl>
                                          </p:spTgt>
                                        </p:tgtEl>
                                        <p:attrNameLst>
                                          <p:attrName>style.visibility</p:attrName>
                                        </p:attrNameLst>
                                      </p:cBhvr>
                                      <p:to>
                                        <p:strVal val="visible"/>
                                      </p:to>
                                    </p:set>
                                    <p:animEffect transition="in" filter="randombar(vertical)">
                                      <p:cBhvr>
                                        <p:cTn id="13" dur="500"/>
                                        <p:tgtEl>
                                          <p:spTgt spid="134147">
                                            <p:txEl>
                                              <p:pRg st="0" end="0"/>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autoUpdateAnimBg="0"/>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147" name="Rectangle 3"/>
          <p:cNvSpPr>
            <a:spLocks noGrp="1" noChangeArrowheads="1"/>
          </p:cNvSpPr>
          <p:nvPr>
            <p:ph type="body" sz="quarter" idx="13"/>
          </p:nvPr>
        </p:nvSpPr>
        <p:spPr>
          <a:xfrm>
            <a:off x="471340" y="996884"/>
            <a:ext cx="11312165" cy="5507611"/>
          </a:xfrm>
          <a:noFill/>
          <a:ln w="38100" cmpd="dbl">
            <a:noFill/>
            <a:miter lim="800000"/>
            <a:headEnd/>
            <a:tailEnd/>
          </a:ln>
        </p:spPr>
        <p:txBody>
          <a:bodyPr>
            <a:noAutofit/>
          </a:bodyPr>
          <a:lstStyle/>
          <a:p>
            <a:pPr algn="just" eaLnBrk="1" hangingPunct="1">
              <a:lnSpc>
                <a:spcPct val="150000"/>
              </a:lnSpc>
              <a:spcBef>
                <a:spcPts val="0"/>
              </a:spcBef>
              <a:buFont typeface="Wingdings" panose="05000000000000000000" pitchFamily="2" charset="2"/>
              <a:buChar char="Ø"/>
            </a:pPr>
            <a:r>
              <a:rPr lang="en-US" altLang="en-US" sz="2400" dirty="0">
                <a:latin typeface="+mn-lt"/>
                <a:ea typeface="Verdana" pitchFamily="34" charset="0"/>
                <a:cs typeface="Verdana" pitchFamily="34" charset="0"/>
              </a:rPr>
              <a:t>The </a:t>
            </a:r>
            <a:r>
              <a:rPr lang="en-US" altLang="en-US" sz="2400" u="sng" dirty="0">
                <a:latin typeface="+mn-lt"/>
                <a:ea typeface="Verdana" pitchFamily="34" charset="0"/>
                <a:cs typeface="Verdana" pitchFamily="34" charset="0"/>
              </a:rPr>
              <a:t>sign</a:t>
            </a:r>
            <a:r>
              <a:rPr lang="en-US" altLang="en-US" sz="2400" dirty="0">
                <a:latin typeface="+mn-lt"/>
                <a:ea typeface="Verdana" pitchFamily="34" charset="0"/>
                <a:cs typeface="Verdana" pitchFamily="34" charset="0"/>
              </a:rPr>
              <a:t> of ‘r’ denotes the nature of   relationship </a:t>
            </a:r>
          </a:p>
          <a:p>
            <a:pPr algn="just" eaLnBrk="1" hangingPunct="1">
              <a:lnSpc>
                <a:spcPct val="150000"/>
              </a:lnSpc>
              <a:spcBef>
                <a:spcPts val="0"/>
              </a:spcBef>
              <a:buFont typeface="Wingdings" panose="05000000000000000000" pitchFamily="2" charset="2"/>
              <a:buChar char="Ø"/>
            </a:pPr>
            <a:r>
              <a:rPr lang="en-US" altLang="en-US" sz="2400" dirty="0">
                <a:latin typeface="+mn-lt"/>
                <a:ea typeface="Verdana" pitchFamily="34" charset="0"/>
                <a:cs typeface="Verdana" pitchFamily="34" charset="0"/>
              </a:rPr>
              <a:t>The </a:t>
            </a:r>
            <a:r>
              <a:rPr lang="en-US" altLang="en-US" sz="2400" u="sng" dirty="0">
                <a:latin typeface="+mn-lt"/>
                <a:ea typeface="Verdana" pitchFamily="34" charset="0"/>
                <a:cs typeface="Verdana" pitchFamily="34" charset="0"/>
              </a:rPr>
              <a:t>value</a:t>
            </a:r>
            <a:r>
              <a:rPr lang="en-US" altLang="en-US" sz="2400" dirty="0">
                <a:latin typeface="+mn-lt"/>
                <a:ea typeface="Verdana" pitchFamily="34" charset="0"/>
                <a:cs typeface="Verdana" pitchFamily="34" charset="0"/>
              </a:rPr>
              <a:t> of ‘r’ denotes the strength of relationship.</a:t>
            </a:r>
          </a:p>
          <a:p>
            <a:pPr algn="just">
              <a:lnSpc>
                <a:spcPct val="150000"/>
              </a:lnSpc>
              <a:spcBef>
                <a:spcPts val="0"/>
              </a:spcBef>
              <a:buFont typeface="Wingdings" pitchFamily="2" charset="2"/>
              <a:buChar char="Ø"/>
            </a:pPr>
            <a:r>
              <a:rPr lang="en-US" altLang="en-US" sz="2400" dirty="0">
                <a:latin typeface="+mn-lt"/>
              </a:rPr>
              <a:t>If the sign is +</a:t>
            </a:r>
            <a:r>
              <a:rPr lang="en-US" altLang="en-US" sz="2400" dirty="0" err="1">
                <a:latin typeface="+mn-lt"/>
              </a:rPr>
              <a:t>ve</a:t>
            </a:r>
            <a:r>
              <a:rPr lang="en-US" altLang="en-US" sz="2400" dirty="0">
                <a:latin typeface="+mn-lt"/>
              </a:rPr>
              <a:t>,  this means the relation is direct (an increase in one variable is associated with an increase in the other variable and a decrease in one variable is related with a decrease in the other variable).</a:t>
            </a:r>
          </a:p>
          <a:p>
            <a:pPr algn="just">
              <a:lnSpc>
                <a:spcPct val="150000"/>
              </a:lnSpc>
              <a:spcBef>
                <a:spcPts val="0"/>
              </a:spcBef>
              <a:buFont typeface="Wingdings" pitchFamily="2" charset="2"/>
              <a:buChar char="Ø"/>
            </a:pPr>
            <a:r>
              <a:rPr lang="en-US" altLang="en-US" sz="2400" dirty="0">
                <a:solidFill>
                  <a:srgbClr val="0000FF"/>
                </a:solidFill>
                <a:latin typeface="+mn-lt"/>
              </a:rPr>
              <a:t>If the sign is -</a:t>
            </a:r>
            <a:r>
              <a:rPr lang="en-US" altLang="en-US" sz="2400" dirty="0" err="1">
                <a:solidFill>
                  <a:srgbClr val="0000FF"/>
                </a:solidFill>
                <a:latin typeface="+mn-lt"/>
              </a:rPr>
              <a:t>ve</a:t>
            </a:r>
            <a:r>
              <a:rPr lang="en-US" altLang="en-US" sz="2400" dirty="0">
                <a:solidFill>
                  <a:srgbClr val="0000FF"/>
                </a:solidFill>
                <a:latin typeface="+mn-lt"/>
              </a:rPr>
              <a:t> this means an inverse or indirect relationship (an increase in one variable is related with a decrease in the other).</a:t>
            </a:r>
          </a:p>
          <a:p>
            <a:pPr algn="just">
              <a:lnSpc>
                <a:spcPct val="150000"/>
              </a:lnSpc>
              <a:spcBef>
                <a:spcPts val="0"/>
              </a:spcBef>
              <a:buFont typeface="Wingdings" pitchFamily="2" charset="2"/>
              <a:buChar char="Ø"/>
            </a:pPr>
            <a:r>
              <a:rPr lang="en-US" altLang="en-US" sz="2400" dirty="0">
                <a:latin typeface="+mn-lt"/>
                <a:ea typeface="Verdana" pitchFamily="34" charset="0"/>
                <a:cs typeface="Verdana" pitchFamily="34" charset="0"/>
              </a:rPr>
              <a:t>The value of r ranges between ( -1) and ( +1), i.e., </a:t>
            </a:r>
            <a:r>
              <a:rPr lang="en-US" altLang="en-US" sz="2400" dirty="0">
                <a:solidFill>
                  <a:srgbClr val="0000FF"/>
                </a:solidFill>
                <a:latin typeface="+mn-lt"/>
                <a:ea typeface="Verdana" pitchFamily="34" charset="0"/>
                <a:cs typeface="Verdana" pitchFamily="34" charset="0"/>
              </a:rPr>
              <a:t>  </a:t>
            </a:r>
            <a:r>
              <a:rPr lang="en-US" altLang="en-US" sz="2400" dirty="0">
                <a:solidFill>
                  <a:srgbClr val="FF0000"/>
                </a:solidFill>
                <a:latin typeface="+mn-lt"/>
                <a:ea typeface="Verdana" pitchFamily="34" charset="0"/>
                <a:cs typeface="Verdana" pitchFamily="34" charset="0"/>
              </a:rPr>
              <a:t>-1 ≤ r ≤ +1</a:t>
            </a:r>
          </a:p>
          <a:p>
            <a:pPr algn="just">
              <a:lnSpc>
                <a:spcPct val="150000"/>
              </a:lnSpc>
              <a:spcBef>
                <a:spcPts val="0"/>
              </a:spcBef>
              <a:buFont typeface="Wingdings" pitchFamily="2" charset="2"/>
              <a:buChar char="Ø"/>
            </a:pPr>
            <a:r>
              <a:rPr lang="en-US" altLang="en-US" sz="2400" dirty="0">
                <a:latin typeface="+mn-lt"/>
                <a:ea typeface="Verdana" pitchFamily="34" charset="0"/>
                <a:cs typeface="Verdana" pitchFamily="34" charset="0"/>
              </a:rPr>
              <a:t>The value of r denotes the strength of the relationship as illustrated by the following diagram.</a:t>
            </a:r>
          </a:p>
          <a:p>
            <a:pPr algn="just">
              <a:lnSpc>
                <a:spcPct val="150000"/>
              </a:lnSpc>
              <a:spcBef>
                <a:spcPts val="0"/>
              </a:spcBef>
              <a:buFont typeface="Wingdings" pitchFamily="2" charset="2"/>
              <a:buChar char="Ø"/>
            </a:pPr>
            <a:endParaRPr lang="en-US" altLang="en-US" sz="2400" dirty="0">
              <a:solidFill>
                <a:srgbClr val="0000FF"/>
              </a:solidFill>
              <a:latin typeface="+mn-lt"/>
            </a:endParaRPr>
          </a:p>
          <a:p>
            <a:pPr eaLnBrk="1" hangingPunct="1">
              <a:lnSpc>
                <a:spcPct val="150000"/>
              </a:lnSpc>
              <a:buFont typeface="Courier New" panose="02070309020205020404" pitchFamily="49" charset="0"/>
              <a:buChar char="o"/>
            </a:pPr>
            <a:endParaRPr lang="en-US" altLang="en-US" sz="2400" dirty="0">
              <a:latin typeface="+mn-lt"/>
              <a:ea typeface="Verdana" pitchFamily="34" charset="0"/>
              <a:cs typeface="Verdana" pitchFamily="34" charset="0"/>
            </a:endParaRPr>
          </a:p>
        </p:txBody>
      </p:sp>
      <p:sp>
        <p:nvSpPr>
          <p:cNvPr id="2" name="Title 2">
            <a:extLst>
              <a:ext uri="{FF2B5EF4-FFF2-40B4-BE49-F238E27FC236}">
                <a16:creationId xmlns:a16="http://schemas.microsoft.com/office/drawing/2014/main" id="{0E99AE52-8EA1-F431-F532-1885D2A7AD9E}"/>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600" b="1" dirty="0">
                <a:solidFill>
                  <a:schemeClr val="bg1"/>
                </a:solidFill>
                <a:latin typeface="+mn-lt"/>
                <a:cs typeface="Helvetica" panose="020B0604020202020204" pitchFamily="34" charset="0"/>
              </a:rPr>
              <a:t>Karl Pearson’s Correlation coefficient</a:t>
            </a:r>
          </a:p>
        </p:txBody>
      </p:sp>
    </p:spTree>
    <p:extLst>
      <p:ext uri="{BB962C8B-B14F-4D97-AF65-F5344CB8AC3E}">
        <p14:creationId xmlns:p14="http://schemas.microsoft.com/office/powerpoint/2010/main" val="1098862856"/>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134147">
                                            <p:txEl>
                                              <p:pRg st="0" end="0"/>
                                            </p:txEl>
                                          </p:spTgt>
                                        </p:tgtEl>
                                        <p:attrNameLst>
                                          <p:attrName>style.visibility</p:attrName>
                                        </p:attrNameLst>
                                      </p:cBhvr>
                                      <p:to>
                                        <p:strVal val="visible"/>
                                      </p:to>
                                    </p:set>
                                    <p:animEffect transition="in" filter="randombar(vertical)">
                                      <p:cBhvr>
                                        <p:cTn id="13" dur="500"/>
                                        <p:tgtEl>
                                          <p:spTgt spid="13414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5" fill="hold" grpId="0" nodeType="clickEffect">
                                  <p:stCondLst>
                                    <p:cond delay="0"/>
                                  </p:stCondLst>
                                  <p:childTnLst>
                                    <p:set>
                                      <p:cBhvr>
                                        <p:cTn id="17" dur="1" fill="hold">
                                          <p:stCondLst>
                                            <p:cond delay="0"/>
                                          </p:stCondLst>
                                        </p:cTn>
                                        <p:tgtEl>
                                          <p:spTgt spid="134147">
                                            <p:txEl>
                                              <p:pRg st="1" end="1"/>
                                            </p:txEl>
                                          </p:spTgt>
                                        </p:tgtEl>
                                        <p:attrNameLst>
                                          <p:attrName>style.visibility</p:attrName>
                                        </p:attrNameLst>
                                      </p:cBhvr>
                                      <p:to>
                                        <p:strVal val="visible"/>
                                      </p:to>
                                    </p:set>
                                    <p:animEffect transition="in" filter="randombar(vertical)">
                                      <p:cBhvr>
                                        <p:cTn id="18" dur="500"/>
                                        <p:tgtEl>
                                          <p:spTgt spid="134147">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5" fill="hold" grpId="0" nodeType="clickEffect">
                                  <p:stCondLst>
                                    <p:cond delay="0"/>
                                  </p:stCondLst>
                                  <p:childTnLst>
                                    <p:set>
                                      <p:cBhvr>
                                        <p:cTn id="22" dur="1" fill="hold">
                                          <p:stCondLst>
                                            <p:cond delay="0"/>
                                          </p:stCondLst>
                                        </p:cTn>
                                        <p:tgtEl>
                                          <p:spTgt spid="134147">
                                            <p:txEl>
                                              <p:pRg st="2" end="2"/>
                                            </p:txEl>
                                          </p:spTgt>
                                        </p:tgtEl>
                                        <p:attrNameLst>
                                          <p:attrName>style.visibility</p:attrName>
                                        </p:attrNameLst>
                                      </p:cBhvr>
                                      <p:to>
                                        <p:strVal val="visible"/>
                                      </p:to>
                                    </p:set>
                                    <p:animEffect transition="in" filter="randombar(vertical)">
                                      <p:cBhvr>
                                        <p:cTn id="23" dur="500"/>
                                        <p:tgtEl>
                                          <p:spTgt spid="13414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5" fill="hold" grpId="0" nodeType="clickEffect">
                                  <p:stCondLst>
                                    <p:cond delay="0"/>
                                  </p:stCondLst>
                                  <p:childTnLst>
                                    <p:set>
                                      <p:cBhvr>
                                        <p:cTn id="27" dur="1" fill="hold">
                                          <p:stCondLst>
                                            <p:cond delay="0"/>
                                          </p:stCondLst>
                                        </p:cTn>
                                        <p:tgtEl>
                                          <p:spTgt spid="134147">
                                            <p:txEl>
                                              <p:pRg st="3" end="3"/>
                                            </p:txEl>
                                          </p:spTgt>
                                        </p:tgtEl>
                                        <p:attrNameLst>
                                          <p:attrName>style.visibility</p:attrName>
                                        </p:attrNameLst>
                                      </p:cBhvr>
                                      <p:to>
                                        <p:strVal val="visible"/>
                                      </p:to>
                                    </p:set>
                                    <p:animEffect transition="in" filter="randombar(vertical)">
                                      <p:cBhvr>
                                        <p:cTn id="28" dur="500"/>
                                        <p:tgtEl>
                                          <p:spTgt spid="134147">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5" fill="hold" grpId="0" nodeType="clickEffect">
                                  <p:stCondLst>
                                    <p:cond delay="0"/>
                                  </p:stCondLst>
                                  <p:childTnLst>
                                    <p:set>
                                      <p:cBhvr>
                                        <p:cTn id="32" dur="1" fill="hold">
                                          <p:stCondLst>
                                            <p:cond delay="0"/>
                                          </p:stCondLst>
                                        </p:cTn>
                                        <p:tgtEl>
                                          <p:spTgt spid="134147">
                                            <p:txEl>
                                              <p:pRg st="4" end="4"/>
                                            </p:txEl>
                                          </p:spTgt>
                                        </p:tgtEl>
                                        <p:attrNameLst>
                                          <p:attrName>style.visibility</p:attrName>
                                        </p:attrNameLst>
                                      </p:cBhvr>
                                      <p:to>
                                        <p:strVal val="visible"/>
                                      </p:to>
                                    </p:set>
                                    <p:animEffect transition="in" filter="randombar(vertical)">
                                      <p:cBhvr>
                                        <p:cTn id="33" dur="500"/>
                                        <p:tgtEl>
                                          <p:spTgt spid="134147">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5" fill="hold" grpId="0" nodeType="clickEffect">
                                  <p:stCondLst>
                                    <p:cond delay="0"/>
                                  </p:stCondLst>
                                  <p:childTnLst>
                                    <p:set>
                                      <p:cBhvr>
                                        <p:cTn id="37" dur="1" fill="hold">
                                          <p:stCondLst>
                                            <p:cond delay="0"/>
                                          </p:stCondLst>
                                        </p:cTn>
                                        <p:tgtEl>
                                          <p:spTgt spid="134147">
                                            <p:txEl>
                                              <p:pRg st="5" end="5"/>
                                            </p:txEl>
                                          </p:spTgt>
                                        </p:tgtEl>
                                        <p:attrNameLst>
                                          <p:attrName>style.visibility</p:attrName>
                                        </p:attrNameLst>
                                      </p:cBhvr>
                                      <p:to>
                                        <p:strVal val="visible"/>
                                      </p:to>
                                    </p:set>
                                    <p:animEffect transition="in" filter="randombar(vertical)">
                                      <p:cBhvr>
                                        <p:cTn id="38" dur="500"/>
                                        <p:tgtEl>
                                          <p:spTgt spid="1341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autoUpdateAnimBg="0"/>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560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33" y="1138481"/>
            <a:ext cx="12161838" cy="53810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pic>
      <p:sp>
        <p:nvSpPr>
          <p:cNvPr id="2" name="Title 2">
            <a:extLst>
              <a:ext uri="{FF2B5EF4-FFF2-40B4-BE49-F238E27FC236}">
                <a16:creationId xmlns:a16="http://schemas.microsoft.com/office/drawing/2014/main" id="{61EFEBD7-056A-8F36-544C-45F0427BA888}"/>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2800" b="1" dirty="0">
                <a:solidFill>
                  <a:schemeClr val="bg1"/>
                </a:solidFill>
                <a:latin typeface="Helvetica Neue"/>
                <a:cs typeface="Helvetica" panose="020B0604020202020204" pitchFamily="34" charset="0"/>
              </a:rPr>
              <a:t>Karl Pearson’s Correlation coefficient</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073C7430-CED4-ED4F-A24A-5830B942BF4F}"/>
                  </a:ext>
                </a:extLst>
              </p14:cNvPr>
              <p14:cNvContentPartPr/>
              <p14:nvPr/>
            </p14:nvContentPartPr>
            <p14:xfrm>
              <a:off x="13199623" y="5139455"/>
              <a:ext cx="14400" cy="30600"/>
            </p14:xfrm>
          </p:contentPart>
        </mc:Choice>
        <mc:Fallback>
          <p:pic>
            <p:nvPicPr>
              <p:cNvPr id="3" name="Ink 2">
                <a:extLst>
                  <a:ext uri="{FF2B5EF4-FFF2-40B4-BE49-F238E27FC236}">
                    <a16:creationId xmlns:a16="http://schemas.microsoft.com/office/drawing/2014/main" id="{073C7430-CED4-ED4F-A24A-5830B942BF4F}"/>
                  </a:ext>
                </a:extLst>
              </p:cNvPr>
              <p:cNvPicPr/>
              <p:nvPr/>
            </p:nvPicPr>
            <p:blipFill>
              <a:blip r:embed="rId4"/>
              <a:stretch>
                <a:fillRect/>
              </a:stretch>
            </p:blipFill>
            <p:spPr>
              <a:xfrm>
                <a:off x="13193503" y="5133335"/>
                <a:ext cx="26640" cy="42840"/>
              </a:xfrm>
              <a:prstGeom prst="rect">
                <a:avLst/>
              </a:prstGeom>
            </p:spPr>
          </p:pic>
        </mc:Fallback>
      </mc:AlternateContent>
    </p:spTree>
    <p:extLst>
      <p:ext uri="{BB962C8B-B14F-4D97-AF65-F5344CB8AC3E}">
        <p14:creationId xmlns:p14="http://schemas.microsoft.com/office/powerpoint/2010/main" val="1051380482"/>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5604"/>
                                        </p:tgtEl>
                                        <p:attrNameLst>
                                          <p:attrName>style.visibility</p:attrName>
                                        </p:attrNameLst>
                                      </p:cBhvr>
                                      <p:to>
                                        <p:strVal val="visible"/>
                                      </p:to>
                                    </p:set>
                                    <p:anim calcmode="lin" valueType="num">
                                      <p:cBhvr>
                                        <p:cTn id="13" dur="500" fill="hold"/>
                                        <p:tgtEl>
                                          <p:spTgt spid="25604"/>
                                        </p:tgtEl>
                                        <p:attrNameLst>
                                          <p:attrName>ppt_w</p:attrName>
                                        </p:attrNameLst>
                                      </p:cBhvr>
                                      <p:tavLst>
                                        <p:tav tm="0">
                                          <p:val>
                                            <p:fltVal val="0"/>
                                          </p:val>
                                        </p:tav>
                                        <p:tav tm="100000">
                                          <p:val>
                                            <p:strVal val="#ppt_w"/>
                                          </p:val>
                                        </p:tav>
                                      </p:tavLst>
                                    </p:anim>
                                    <p:anim calcmode="lin" valueType="num">
                                      <p:cBhvr>
                                        <p:cTn id="14" dur="500" fill="hold"/>
                                        <p:tgtEl>
                                          <p:spTgt spid="2560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Rectangle 3"/>
          <p:cNvSpPr txBox="1">
            <a:spLocks noChangeArrowheads="1"/>
          </p:cNvSpPr>
          <p:nvPr/>
        </p:nvSpPr>
        <p:spPr>
          <a:xfrm>
            <a:off x="525328" y="1090494"/>
            <a:ext cx="10835793" cy="619038"/>
          </a:xfrm>
          <a:prstGeom prst="rect">
            <a:avLst/>
          </a:prstGeom>
          <a:noFill/>
          <a:ln w="38100" cmpd="dbl">
            <a:noFill/>
            <a:miter lim="800000"/>
            <a:headEnd/>
            <a:tailEnd/>
          </a:ln>
        </p:spPr>
        <p:txBody>
          <a:bodyPr>
            <a:normAutofit lnSpcReduction="10000"/>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63919" indent="-263919" defTabSz="1055679">
              <a:lnSpc>
                <a:spcPct val="150000"/>
              </a:lnSpc>
              <a:spcBef>
                <a:spcPts val="1154"/>
              </a:spcBef>
              <a:buClrTx/>
              <a:buBlip>
                <a:blip r:embed="rId2"/>
              </a:buBlip>
            </a:pPr>
            <a:r>
              <a:rPr lang="en-US" altLang="en-US" sz="2771" b="1" dirty="0">
                <a:solidFill>
                  <a:srgbClr val="0000CC"/>
                </a:solidFill>
                <a:latin typeface="Helvetic Neue"/>
                <a:ea typeface="Verdana" pitchFamily="34" charset="0"/>
                <a:cs typeface="Verdana" pitchFamily="34" charset="0"/>
              </a:rPr>
              <a:t> r = - 1 </a:t>
            </a:r>
            <a:r>
              <a:rPr lang="en-US" altLang="en-US" sz="2771" b="1" dirty="0">
                <a:solidFill>
                  <a:srgbClr val="0000CC"/>
                </a:solidFill>
                <a:latin typeface="Helvetic Neue"/>
                <a:ea typeface="Verdana" pitchFamily="34" charset="0"/>
                <a:cs typeface="Verdana" pitchFamily="34" charset="0"/>
                <a:sym typeface="Symbol" panose="05050102010706020507" pitchFamily="18" charset="2"/>
              </a:rPr>
              <a:t> Perfect negative correlation</a:t>
            </a:r>
            <a:endParaRPr lang="en-US" altLang="en-US" sz="2771" b="1" dirty="0">
              <a:solidFill>
                <a:srgbClr val="0000CC"/>
              </a:solidFill>
              <a:latin typeface="Helvetic Neue"/>
              <a:ea typeface="Verdana" pitchFamily="34" charset="0"/>
              <a:cs typeface="Verdana" pitchFamily="34" charset="0"/>
            </a:endParaRPr>
          </a:p>
        </p:txBody>
      </p:sp>
      <p:sp>
        <p:nvSpPr>
          <p:cNvPr id="5" name="Rectangle 3"/>
          <p:cNvSpPr txBox="1">
            <a:spLocks noChangeArrowheads="1"/>
          </p:cNvSpPr>
          <p:nvPr/>
        </p:nvSpPr>
        <p:spPr>
          <a:xfrm>
            <a:off x="531325" y="1672334"/>
            <a:ext cx="10835793" cy="619038"/>
          </a:xfrm>
          <a:prstGeom prst="rect">
            <a:avLst/>
          </a:prstGeom>
          <a:noFill/>
          <a:ln w="38100" cmpd="dbl">
            <a:noFill/>
            <a:miter lim="800000"/>
            <a:headEnd/>
            <a:tailEnd/>
          </a:ln>
        </p:spPr>
        <p:txBody>
          <a:bodyPr>
            <a:normAutofit lnSpcReduction="10000"/>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63919" indent="-263919" defTabSz="1055679">
              <a:lnSpc>
                <a:spcPct val="150000"/>
              </a:lnSpc>
              <a:spcBef>
                <a:spcPts val="1154"/>
              </a:spcBef>
              <a:buClrTx/>
              <a:buBlip>
                <a:blip r:embed="rId2"/>
              </a:buBlip>
            </a:pPr>
            <a:r>
              <a:rPr lang="en-US" altLang="en-US" sz="2771" b="1" dirty="0">
                <a:solidFill>
                  <a:prstClr val="black"/>
                </a:solidFill>
                <a:latin typeface="Helvetic Neue"/>
                <a:ea typeface="Verdana" pitchFamily="34" charset="0"/>
                <a:cs typeface="Verdana" pitchFamily="34" charset="0"/>
              </a:rPr>
              <a:t> - 0.99 to - 0.76  </a:t>
            </a:r>
            <a:r>
              <a:rPr lang="en-US" altLang="en-US" sz="2771" b="1" dirty="0">
                <a:solidFill>
                  <a:prstClr val="black"/>
                </a:solidFill>
                <a:latin typeface="Helvetic Neue"/>
                <a:ea typeface="Verdana" pitchFamily="34" charset="0"/>
                <a:cs typeface="Verdana" pitchFamily="34" charset="0"/>
                <a:sym typeface="Symbol" panose="05050102010706020507" pitchFamily="18" charset="2"/>
              </a:rPr>
              <a:t> Strong negative correlation</a:t>
            </a:r>
            <a:endParaRPr lang="en-US" altLang="en-US" sz="2771" b="1" dirty="0">
              <a:solidFill>
                <a:prstClr val="black"/>
              </a:solidFill>
              <a:latin typeface="Helvetic Neue"/>
              <a:ea typeface="Verdana" pitchFamily="34" charset="0"/>
              <a:cs typeface="Verdana" pitchFamily="34" charset="0"/>
            </a:endParaRPr>
          </a:p>
        </p:txBody>
      </p:sp>
      <p:sp>
        <p:nvSpPr>
          <p:cNvPr id="6" name="Rectangle 3"/>
          <p:cNvSpPr txBox="1">
            <a:spLocks noChangeArrowheads="1"/>
          </p:cNvSpPr>
          <p:nvPr/>
        </p:nvSpPr>
        <p:spPr>
          <a:xfrm>
            <a:off x="555317" y="2290167"/>
            <a:ext cx="10835793" cy="619038"/>
          </a:xfrm>
          <a:prstGeom prst="rect">
            <a:avLst/>
          </a:prstGeom>
          <a:noFill/>
          <a:ln w="38100" cmpd="dbl">
            <a:noFill/>
            <a:miter lim="800000"/>
            <a:headEnd/>
            <a:tailEnd/>
          </a:ln>
        </p:spPr>
        <p:txBody>
          <a:bodyPr>
            <a:normAutofit fontScale="92500"/>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63919" indent="-263919" defTabSz="1055679">
              <a:lnSpc>
                <a:spcPct val="150000"/>
              </a:lnSpc>
              <a:spcBef>
                <a:spcPts val="1154"/>
              </a:spcBef>
              <a:buClrTx/>
              <a:buBlip>
                <a:blip r:embed="rId2"/>
              </a:buBlip>
            </a:pPr>
            <a:r>
              <a:rPr lang="en-US" altLang="en-US" sz="2771" b="1" dirty="0">
                <a:solidFill>
                  <a:prstClr val="black"/>
                </a:solidFill>
                <a:latin typeface="Helvetic Neue"/>
                <a:ea typeface="Verdana" pitchFamily="34" charset="0"/>
                <a:cs typeface="Verdana" pitchFamily="34" charset="0"/>
              </a:rPr>
              <a:t> - 0.75 to - 0.26  </a:t>
            </a:r>
            <a:r>
              <a:rPr lang="en-US" altLang="en-US" sz="2771" b="1" dirty="0">
                <a:solidFill>
                  <a:prstClr val="black"/>
                </a:solidFill>
                <a:latin typeface="Helvetic Neue"/>
                <a:ea typeface="Verdana" pitchFamily="34" charset="0"/>
                <a:cs typeface="Verdana" pitchFamily="34" charset="0"/>
                <a:sym typeface="Symbol" panose="05050102010706020507" pitchFamily="18" charset="2"/>
              </a:rPr>
              <a:t> Intermediate (Moderate) negative correlation</a:t>
            </a:r>
            <a:endParaRPr lang="en-US" altLang="en-US" sz="2771" b="1" dirty="0">
              <a:solidFill>
                <a:prstClr val="black"/>
              </a:solidFill>
              <a:latin typeface="Helvetic Neue"/>
              <a:ea typeface="Verdana" pitchFamily="34" charset="0"/>
              <a:cs typeface="Verdana" pitchFamily="34" charset="0"/>
            </a:endParaRPr>
          </a:p>
        </p:txBody>
      </p:sp>
      <p:sp>
        <p:nvSpPr>
          <p:cNvPr id="7" name="Rectangle 3"/>
          <p:cNvSpPr txBox="1">
            <a:spLocks noChangeArrowheads="1"/>
          </p:cNvSpPr>
          <p:nvPr/>
        </p:nvSpPr>
        <p:spPr>
          <a:xfrm>
            <a:off x="561315" y="2854014"/>
            <a:ext cx="10835793" cy="619038"/>
          </a:xfrm>
          <a:prstGeom prst="rect">
            <a:avLst/>
          </a:prstGeom>
          <a:noFill/>
          <a:ln w="38100" cmpd="dbl">
            <a:noFill/>
            <a:miter lim="800000"/>
            <a:headEnd/>
            <a:tailEnd/>
          </a:ln>
        </p:spPr>
        <p:txBody>
          <a:bodyPr>
            <a:normAutofit lnSpcReduction="10000"/>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63919" indent="-263919" defTabSz="1055679">
              <a:lnSpc>
                <a:spcPct val="150000"/>
              </a:lnSpc>
              <a:spcBef>
                <a:spcPts val="1154"/>
              </a:spcBef>
              <a:buClrTx/>
              <a:buBlip>
                <a:blip r:embed="rId2"/>
              </a:buBlip>
            </a:pPr>
            <a:r>
              <a:rPr lang="en-US" altLang="en-US" sz="2771" b="1" dirty="0">
                <a:solidFill>
                  <a:prstClr val="black"/>
                </a:solidFill>
                <a:latin typeface="Helvetic Neue"/>
                <a:ea typeface="Verdana" pitchFamily="34" charset="0"/>
                <a:cs typeface="Verdana" pitchFamily="34" charset="0"/>
              </a:rPr>
              <a:t> - 0.25 to 0  </a:t>
            </a:r>
            <a:r>
              <a:rPr lang="en-US" altLang="en-US" sz="2771" b="1" dirty="0">
                <a:solidFill>
                  <a:prstClr val="black"/>
                </a:solidFill>
                <a:latin typeface="Helvetic Neue"/>
                <a:ea typeface="Verdana" pitchFamily="34" charset="0"/>
                <a:cs typeface="Verdana" pitchFamily="34" charset="0"/>
                <a:sym typeface="Symbol" panose="05050102010706020507" pitchFamily="18" charset="2"/>
              </a:rPr>
              <a:t> Weak negative correlation</a:t>
            </a:r>
            <a:endParaRPr lang="en-US" altLang="en-US" sz="2771" b="1" dirty="0">
              <a:solidFill>
                <a:prstClr val="black"/>
              </a:solidFill>
              <a:latin typeface="Helvetic Neue"/>
              <a:ea typeface="Verdana" pitchFamily="34" charset="0"/>
              <a:cs typeface="Verdana" pitchFamily="34" charset="0"/>
            </a:endParaRPr>
          </a:p>
        </p:txBody>
      </p:sp>
      <p:sp>
        <p:nvSpPr>
          <p:cNvPr id="8" name="Rectangle 3"/>
          <p:cNvSpPr txBox="1">
            <a:spLocks noChangeArrowheads="1"/>
          </p:cNvSpPr>
          <p:nvPr/>
        </p:nvSpPr>
        <p:spPr>
          <a:xfrm>
            <a:off x="567312" y="3435858"/>
            <a:ext cx="10835793" cy="619038"/>
          </a:xfrm>
          <a:prstGeom prst="rect">
            <a:avLst/>
          </a:prstGeom>
          <a:noFill/>
          <a:ln w="38100" cmpd="dbl">
            <a:noFill/>
            <a:miter lim="800000"/>
            <a:headEnd/>
            <a:tailEnd/>
          </a:ln>
        </p:spPr>
        <p:txBody>
          <a:bodyPr>
            <a:normAutofit lnSpcReduction="10000"/>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63919" indent="-263919" defTabSz="1055679">
              <a:lnSpc>
                <a:spcPct val="150000"/>
              </a:lnSpc>
              <a:spcBef>
                <a:spcPts val="1154"/>
              </a:spcBef>
              <a:buClrTx/>
              <a:buBlip>
                <a:blip r:embed="rId2"/>
              </a:buBlip>
            </a:pPr>
            <a:r>
              <a:rPr lang="en-US" altLang="en-US" sz="2771" b="1" dirty="0">
                <a:solidFill>
                  <a:prstClr val="black"/>
                </a:solidFill>
                <a:latin typeface="Helvetic Neue"/>
                <a:ea typeface="Verdana" pitchFamily="34" charset="0"/>
                <a:cs typeface="Verdana" pitchFamily="34" charset="0"/>
              </a:rPr>
              <a:t> </a:t>
            </a:r>
            <a:r>
              <a:rPr lang="en-US" altLang="en-US" sz="2771" b="1" dirty="0">
                <a:solidFill>
                  <a:srgbClr val="006600"/>
                </a:solidFill>
                <a:latin typeface="Helvetic Neue"/>
                <a:ea typeface="Verdana" pitchFamily="34" charset="0"/>
                <a:cs typeface="Verdana" pitchFamily="34" charset="0"/>
              </a:rPr>
              <a:t>r = 0 </a:t>
            </a:r>
            <a:r>
              <a:rPr lang="en-US" altLang="en-US" sz="2771" b="1" dirty="0">
                <a:solidFill>
                  <a:srgbClr val="006600"/>
                </a:solidFill>
                <a:latin typeface="Helvetic Neue"/>
                <a:ea typeface="Verdana" pitchFamily="34" charset="0"/>
                <a:cs typeface="Verdana" pitchFamily="34" charset="0"/>
                <a:sym typeface="Symbol" panose="05050102010706020507" pitchFamily="18" charset="2"/>
              </a:rPr>
              <a:t> Zero correlation</a:t>
            </a:r>
            <a:endParaRPr lang="en-US" altLang="en-US" sz="2771" b="1" dirty="0">
              <a:solidFill>
                <a:srgbClr val="006600"/>
              </a:solidFill>
              <a:latin typeface="Helvetic Neue"/>
              <a:ea typeface="Verdana" pitchFamily="34" charset="0"/>
              <a:cs typeface="Verdana" pitchFamily="34" charset="0"/>
            </a:endParaRPr>
          </a:p>
        </p:txBody>
      </p:sp>
      <p:sp>
        <p:nvSpPr>
          <p:cNvPr id="9" name="Rectangle 3"/>
          <p:cNvSpPr txBox="1">
            <a:spLocks noChangeArrowheads="1"/>
          </p:cNvSpPr>
          <p:nvPr/>
        </p:nvSpPr>
        <p:spPr>
          <a:xfrm>
            <a:off x="549320" y="3975709"/>
            <a:ext cx="10835793" cy="619038"/>
          </a:xfrm>
          <a:prstGeom prst="rect">
            <a:avLst/>
          </a:prstGeom>
          <a:noFill/>
          <a:ln w="38100" cmpd="dbl">
            <a:noFill/>
            <a:miter lim="800000"/>
            <a:headEnd/>
            <a:tailEnd/>
          </a:ln>
        </p:spPr>
        <p:txBody>
          <a:bodyPr>
            <a:normAutofit lnSpcReduction="10000"/>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63919" indent="-263919" defTabSz="1055679">
              <a:lnSpc>
                <a:spcPct val="150000"/>
              </a:lnSpc>
              <a:spcBef>
                <a:spcPts val="1154"/>
              </a:spcBef>
              <a:buClrTx/>
              <a:buBlip>
                <a:blip r:embed="rId2"/>
              </a:buBlip>
            </a:pPr>
            <a:r>
              <a:rPr lang="en-US" altLang="en-US" sz="2771" b="1" dirty="0">
                <a:solidFill>
                  <a:prstClr val="black"/>
                </a:solidFill>
                <a:latin typeface="Helvetic Neue"/>
                <a:ea typeface="Verdana" pitchFamily="34" charset="0"/>
                <a:cs typeface="Verdana" pitchFamily="34" charset="0"/>
              </a:rPr>
              <a:t> 0 to 0.25 </a:t>
            </a:r>
            <a:r>
              <a:rPr lang="en-US" altLang="en-US" sz="2771" b="1" dirty="0">
                <a:solidFill>
                  <a:prstClr val="black"/>
                </a:solidFill>
                <a:latin typeface="Helvetic Neue"/>
                <a:ea typeface="Verdana" pitchFamily="34" charset="0"/>
                <a:cs typeface="Verdana" pitchFamily="34" charset="0"/>
                <a:sym typeface="Symbol" panose="05050102010706020507" pitchFamily="18" charset="2"/>
              </a:rPr>
              <a:t> Weak positive correlation</a:t>
            </a:r>
            <a:endParaRPr lang="en-US" altLang="en-US" sz="2771" b="1" dirty="0">
              <a:solidFill>
                <a:prstClr val="black"/>
              </a:solidFill>
              <a:latin typeface="Helvetic Neue"/>
              <a:ea typeface="Verdana" pitchFamily="34" charset="0"/>
              <a:cs typeface="Verdana" pitchFamily="34" charset="0"/>
            </a:endParaRPr>
          </a:p>
        </p:txBody>
      </p:sp>
      <p:sp>
        <p:nvSpPr>
          <p:cNvPr id="10" name="Rectangle 3"/>
          <p:cNvSpPr txBox="1">
            <a:spLocks noChangeArrowheads="1"/>
          </p:cNvSpPr>
          <p:nvPr/>
        </p:nvSpPr>
        <p:spPr>
          <a:xfrm>
            <a:off x="555317" y="4539553"/>
            <a:ext cx="10835793" cy="619038"/>
          </a:xfrm>
          <a:prstGeom prst="rect">
            <a:avLst/>
          </a:prstGeom>
          <a:noFill/>
          <a:ln w="38100" cmpd="dbl">
            <a:noFill/>
            <a:miter lim="800000"/>
            <a:headEnd/>
            <a:tailEnd/>
          </a:ln>
        </p:spPr>
        <p:txBody>
          <a:bodyPr>
            <a:normAutofit lnSpcReduction="10000"/>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63919" indent="-263919" defTabSz="1055679">
              <a:lnSpc>
                <a:spcPct val="150000"/>
              </a:lnSpc>
              <a:spcBef>
                <a:spcPts val="1154"/>
              </a:spcBef>
              <a:buClrTx/>
              <a:buBlip>
                <a:blip r:embed="rId2"/>
              </a:buBlip>
            </a:pPr>
            <a:r>
              <a:rPr lang="en-US" altLang="en-US" sz="2771" b="1" dirty="0">
                <a:solidFill>
                  <a:prstClr val="black"/>
                </a:solidFill>
                <a:latin typeface="Helvetic Neue"/>
                <a:ea typeface="Verdana" pitchFamily="34" charset="0"/>
                <a:cs typeface="Verdana" pitchFamily="34" charset="0"/>
              </a:rPr>
              <a:t> 0.26 to 0.75 </a:t>
            </a:r>
            <a:r>
              <a:rPr lang="en-US" altLang="en-US" sz="2771" b="1" dirty="0">
                <a:solidFill>
                  <a:prstClr val="black"/>
                </a:solidFill>
                <a:latin typeface="Helvetic Neue"/>
                <a:ea typeface="Verdana" pitchFamily="34" charset="0"/>
                <a:cs typeface="Verdana" pitchFamily="34" charset="0"/>
                <a:sym typeface="Symbol" panose="05050102010706020507" pitchFamily="18" charset="2"/>
              </a:rPr>
              <a:t> Intermediate (Moderate) positive correlation</a:t>
            </a:r>
            <a:endParaRPr lang="en-US" altLang="en-US" sz="2771" b="1" dirty="0">
              <a:solidFill>
                <a:prstClr val="black"/>
              </a:solidFill>
              <a:latin typeface="Helvetic Neue"/>
              <a:ea typeface="Verdana" pitchFamily="34" charset="0"/>
              <a:cs typeface="Verdana" pitchFamily="34" charset="0"/>
            </a:endParaRPr>
          </a:p>
        </p:txBody>
      </p:sp>
      <p:sp>
        <p:nvSpPr>
          <p:cNvPr id="11" name="Rectangle 3"/>
          <p:cNvSpPr txBox="1">
            <a:spLocks noChangeArrowheads="1"/>
          </p:cNvSpPr>
          <p:nvPr/>
        </p:nvSpPr>
        <p:spPr>
          <a:xfrm>
            <a:off x="579310" y="5157386"/>
            <a:ext cx="10835793" cy="619038"/>
          </a:xfrm>
          <a:prstGeom prst="rect">
            <a:avLst/>
          </a:prstGeom>
          <a:noFill/>
          <a:ln w="38100" cmpd="dbl">
            <a:noFill/>
            <a:miter lim="800000"/>
            <a:headEnd/>
            <a:tailEnd/>
          </a:ln>
        </p:spPr>
        <p:txBody>
          <a:bodyPr>
            <a:normAutofit lnSpcReduction="10000"/>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63919" indent="-263919" defTabSz="1055679">
              <a:lnSpc>
                <a:spcPct val="150000"/>
              </a:lnSpc>
              <a:spcBef>
                <a:spcPts val="1154"/>
              </a:spcBef>
              <a:buClrTx/>
              <a:buBlip>
                <a:blip r:embed="rId2"/>
              </a:buBlip>
            </a:pPr>
            <a:r>
              <a:rPr lang="en-US" altLang="en-US" sz="2771" b="1" dirty="0">
                <a:solidFill>
                  <a:prstClr val="black"/>
                </a:solidFill>
                <a:latin typeface="Helvetic Neue"/>
                <a:ea typeface="Verdana" pitchFamily="34" charset="0"/>
                <a:cs typeface="Verdana" pitchFamily="34" charset="0"/>
              </a:rPr>
              <a:t> 0.76 to 0.99 </a:t>
            </a:r>
            <a:r>
              <a:rPr lang="en-US" altLang="en-US" sz="2771" b="1" dirty="0">
                <a:solidFill>
                  <a:prstClr val="black"/>
                </a:solidFill>
                <a:latin typeface="Helvetic Neue"/>
                <a:ea typeface="Verdana" pitchFamily="34" charset="0"/>
                <a:cs typeface="Verdana" pitchFamily="34" charset="0"/>
                <a:sym typeface="Symbol" panose="05050102010706020507" pitchFamily="18" charset="2"/>
              </a:rPr>
              <a:t> Strong positive correlation</a:t>
            </a:r>
            <a:endParaRPr lang="en-US" altLang="en-US" sz="2771" b="1" dirty="0">
              <a:solidFill>
                <a:prstClr val="black"/>
              </a:solidFill>
              <a:latin typeface="Helvetic Neue"/>
              <a:ea typeface="Verdana" pitchFamily="34" charset="0"/>
              <a:cs typeface="Verdana" pitchFamily="34" charset="0"/>
            </a:endParaRPr>
          </a:p>
        </p:txBody>
      </p:sp>
      <p:sp>
        <p:nvSpPr>
          <p:cNvPr id="12" name="Rectangle 3"/>
          <p:cNvSpPr txBox="1">
            <a:spLocks noChangeArrowheads="1"/>
          </p:cNvSpPr>
          <p:nvPr/>
        </p:nvSpPr>
        <p:spPr>
          <a:xfrm>
            <a:off x="591304" y="5799211"/>
            <a:ext cx="10835793" cy="619038"/>
          </a:xfrm>
          <a:prstGeom prst="rect">
            <a:avLst/>
          </a:prstGeom>
          <a:noFill/>
          <a:ln w="38100" cmpd="dbl">
            <a:noFill/>
            <a:miter lim="800000"/>
            <a:headEnd/>
            <a:tailEnd/>
          </a:ln>
        </p:spPr>
        <p:txBody>
          <a:bodyPr>
            <a:normAutofit lnSpcReduction="10000"/>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263919" indent="-263919" defTabSz="1055679">
              <a:lnSpc>
                <a:spcPct val="150000"/>
              </a:lnSpc>
              <a:spcBef>
                <a:spcPts val="1154"/>
              </a:spcBef>
              <a:buClrTx/>
              <a:buBlip>
                <a:blip r:embed="rId2"/>
              </a:buBlip>
            </a:pPr>
            <a:r>
              <a:rPr lang="en-US" altLang="en-US" sz="2771" b="1" dirty="0">
                <a:solidFill>
                  <a:prstClr val="black"/>
                </a:solidFill>
                <a:latin typeface="Helvetic Neue"/>
                <a:ea typeface="Verdana" pitchFamily="34" charset="0"/>
                <a:cs typeface="Verdana" pitchFamily="34" charset="0"/>
              </a:rPr>
              <a:t> </a:t>
            </a:r>
            <a:r>
              <a:rPr lang="en-US" altLang="en-US" sz="2771" b="1" dirty="0">
                <a:solidFill>
                  <a:srgbClr val="FF0000"/>
                </a:solidFill>
                <a:latin typeface="Helvetic Neue"/>
                <a:ea typeface="Verdana" pitchFamily="34" charset="0"/>
                <a:cs typeface="Verdana" pitchFamily="34" charset="0"/>
              </a:rPr>
              <a:t>r = + 1 </a:t>
            </a:r>
            <a:r>
              <a:rPr lang="en-US" altLang="en-US" sz="2771" b="1" dirty="0">
                <a:solidFill>
                  <a:srgbClr val="FF0000"/>
                </a:solidFill>
                <a:latin typeface="Helvetic Neue"/>
                <a:ea typeface="Verdana" pitchFamily="34" charset="0"/>
                <a:cs typeface="Verdana" pitchFamily="34" charset="0"/>
                <a:sym typeface="Symbol" panose="05050102010706020507" pitchFamily="18" charset="2"/>
              </a:rPr>
              <a:t> Perfect positive correlation</a:t>
            </a:r>
            <a:endParaRPr lang="en-US" altLang="en-US" sz="2771" b="1" dirty="0">
              <a:solidFill>
                <a:srgbClr val="FF0000"/>
              </a:solidFill>
              <a:latin typeface="Helvetic Neue"/>
              <a:ea typeface="Verdana" pitchFamily="34" charset="0"/>
              <a:cs typeface="Verdana" pitchFamily="34" charset="0"/>
            </a:endParaRPr>
          </a:p>
        </p:txBody>
      </p:sp>
      <p:sp>
        <p:nvSpPr>
          <p:cNvPr id="2" name="Title 2">
            <a:extLst>
              <a:ext uri="{FF2B5EF4-FFF2-40B4-BE49-F238E27FC236}">
                <a16:creationId xmlns:a16="http://schemas.microsoft.com/office/drawing/2014/main" id="{DBABA7E8-FF6D-2537-DBEE-4FDD7BF6987E}"/>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200" b="1" dirty="0">
                <a:solidFill>
                  <a:schemeClr val="bg1"/>
                </a:solidFill>
                <a:latin typeface="+mn-lt"/>
                <a:cs typeface="Helvetica" panose="020B0604020202020204" pitchFamily="34" charset="0"/>
              </a:rPr>
              <a:t>Karl Pearson’s Correlation coefficient</a:t>
            </a:r>
          </a:p>
        </p:txBody>
      </p:sp>
    </p:spTree>
    <p:extLst>
      <p:ext uri="{BB962C8B-B14F-4D97-AF65-F5344CB8AC3E}">
        <p14:creationId xmlns:p14="http://schemas.microsoft.com/office/powerpoint/2010/main" val="365433055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randombar(vertical)">
                                      <p:cBhvr>
                                        <p:cTn id="13" dur="500"/>
                                        <p:tgtEl>
                                          <p:spTgt spid="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5"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randombar(vertical)">
                                      <p:cBhvr>
                                        <p:cTn id="18" dur="500"/>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5"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randombar(vertical)">
                                      <p:cBhvr>
                                        <p:cTn id="23" dur="500"/>
                                        <p:tgtEl>
                                          <p:spTgt spid="6">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5" fill="hold" grpId="0" nodeType="click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randombar(vertical)">
                                      <p:cBhvr>
                                        <p:cTn id="28" dur="500"/>
                                        <p:tgtEl>
                                          <p:spTgt spid="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5" fill="hold" grpId="0"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Effect transition="in" filter="randombar(vertical)">
                                      <p:cBhvr>
                                        <p:cTn id="33" dur="500"/>
                                        <p:tgtEl>
                                          <p:spTgt spid="8">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5" fill="hold" grpId="0" nodeType="clickEffect">
                                  <p:stCondLst>
                                    <p:cond delay="0"/>
                                  </p:stCondLst>
                                  <p:childTnLst>
                                    <p:set>
                                      <p:cBhvr>
                                        <p:cTn id="37" dur="1" fill="hold">
                                          <p:stCondLst>
                                            <p:cond delay="0"/>
                                          </p:stCondLst>
                                        </p:cTn>
                                        <p:tgtEl>
                                          <p:spTgt spid="9">
                                            <p:txEl>
                                              <p:pRg st="0" end="0"/>
                                            </p:txEl>
                                          </p:spTgt>
                                        </p:tgtEl>
                                        <p:attrNameLst>
                                          <p:attrName>style.visibility</p:attrName>
                                        </p:attrNameLst>
                                      </p:cBhvr>
                                      <p:to>
                                        <p:strVal val="visible"/>
                                      </p:to>
                                    </p:set>
                                    <p:animEffect transition="in" filter="randombar(vertical)">
                                      <p:cBhvr>
                                        <p:cTn id="38" dur="500"/>
                                        <p:tgtEl>
                                          <p:spTgt spid="9">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5" fill="hold" grpId="0" nodeType="clickEffect">
                                  <p:stCondLst>
                                    <p:cond delay="0"/>
                                  </p:stCondLst>
                                  <p:childTnLst>
                                    <p:set>
                                      <p:cBhvr>
                                        <p:cTn id="42" dur="1" fill="hold">
                                          <p:stCondLst>
                                            <p:cond delay="0"/>
                                          </p:stCondLst>
                                        </p:cTn>
                                        <p:tgtEl>
                                          <p:spTgt spid="10">
                                            <p:txEl>
                                              <p:pRg st="0" end="0"/>
                                            </p:txEl>
                                          </p:spTgt>
                                        </p:tgtEl>
                                        <p:attrNameLst>
                                          <p:attrName>style.visibility</p:attrName>
                                        </p:attrNameLst>
                                      </p:cBhvr>
                                      <p:to>
                                        <p:strVal val="visible"/>
                                      </p:to>
                                    </p:set>
                                    <p:animEffect transition="in" filter="randombar(vertical)">
                                      <p:cBhvr>
                                        <p:cTn id="43" dur="500"/>
                                        <p:tgtEl>
                                          <p:spTgt spid="10">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5" fill="hold" grpId="0" nodeType="clickEffect">
                                  <p:stCondLst>
                                    <p:cond delay="0"/>
                                  </p:stCondLst>
                                  <p:childTnLst>
                                    <p:set>
                                      <p:cBhvr>
                                        <p:cTn id="47" dur="1" fill="hold">
                                          <p:stCondLst>
                                            <p:cond delay="0"/>
                                          </p:stCondLst>
                                        </p:cTn>
                                        <p:tgtEl>
                                          <p:spTgt spid="11">
                                            <p:txEl>
                                              <p:pRg st="0" end="0"/>
                                            </p:txEl>
                                          </p:spTgt>
                                        </p:tgtEl>
                                        <p:attrNameLst>
                                          <p:attrName>style.visibility</p:attrName>
                                        </p:attrNameLst>
                                      </p:cBhvr>
                                      <p:to>
                                        <p:strVal val="visible"/>
                                      </p:to>
                                    </p:set>
                                    <p:animEffect transition="in" filter="randombar(vertical)">
                                      <p:cBhvr>
                                        <p:cTn id="48" dur="500"/>
                                        <p:tgtEl>
                                          <p:spTgt spid="11">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4" presetClass="entr" presetSubtype="5" fill="hold" grpId="0" nodeType="clickEffect">
                                  <p:stCondLst>
                                    <p:cond delay="0"/>
                                  </p:stCondLst>
                                  <p:childTnLst>
                                    <p:set>
                                      <p:cBhvr>
                                        <p:cTn id="52" dur="1" fill="hold">
                                          <p:stCondLst>
                                            <p:cond delay="0"/>
                                          </p:stCondLst>
                                        </p:cTn>
                                        <p:tgtEl>
                                          <p:spTgt spid="12">
                                            <p:txEl>
                                              <p:pRg st="0" end="0"/>
                                            </p:txEl>
                                          </p:spTgt>
                                        </p:tgtEl>
                                        <p:attrNameLst>
                                          <p:attrName>style.visibility</p:attrName>
                                        </p:attrNameLst>
                                      </p:cBhvr>
                                      <p:to>
                                        <p:strVal val="visible"/>
                                      </p:to>
                                    </p:set>
                                    <p:animEffect transition="in" filter="randombar(vertical)">
                                      <p:cBhvr>
                                        <p:cTn id="53"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build="p" autoUpdateAnimBg="0"/>
      <p:bldP spid="6" grpId="0" build="p" autoUpdateAnimBg="0"/>
      <p:bldP spid="7" grpId="0" build="p" autoUpdateAnimBg="0"/>
      <p:bldP spid="8" grpId="0" build="p" autoUpdateAnimBg="0"/>
      <p:bldP spid="9" grpId="0" build="p" autoUpdateAnimBg="0"/>
      <p:bldP spid="10" grpId="0" build="p" autoUpdateAnimBg="0"/>
      <p:bldP spid="11" grpId="0" build="p" autoUpdateAnimBg="0"/>
      <p:bldP spid="12" grpId="0" build="p" autoUpdateAnimBg="0"/>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5" name="Group 317"/>
          <p:cNvGraphicFramePr>
            <a:graphicFrameLocks/>
          </p:cNvGraphicFramePr>
          <p:nvPr/>
        </p:nvGraphicFramePr>
        <p:xfrm>
          <a:off x="1955515" y="1492025"/>
          <a:ext cx="8490061" cy="3332831"/>
        </p:xfrm>
        <a:graphic>
          <a:graphicData uri="http://schemas.openxmlformats.org/drawingml/2006/table">
            <a:tbl>
              <a:tblPr rtl="1"/>
              <a:tblGrid>
                <a:gridCol w="3139929">
                  <a:extLst>
                    <a:ext uri="{9D8B030D-6E8A-4147-A177-3AD203B41FA5}">
                      <a16:colId xmlns:a16="http://schemas.microsoft.com/office/drawing/2014/main" val="20000"/>
                    </a:ext>
                  </a:extLst>
                </a:gridCol>
                <a:gridCol w="2769322">
                  <a:extLst>
                    <a:ext uri="{9D8B030D-6E8A-4147-A177-3AD203B41FA5}">
                      <a16:colId xmlns:a16="http://schemas.microsoft.com/office/drawing/2014/main" val="20001"/>
                    </a:ext>
                  </a:extLst>
                </a:gridCol>
                <a:gridCol w="2580810">
                  <a:extLst>
                    <a:ext uri="{9D8B030D-6E8A-4147-A177-3AD203B41FA5}">
                      <a16:colId xmlns:a16="http://schemas.microsoft.com/office/drawing/2014/main" val="20002"/>
                    </a:ext>
                  </a:extLst>
                </a:gridCol>
              </a:tblGrid>
              <a:tr h="533400">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Helvetica Neue"/>
                          <a:ea typeface="SimSun" pitchFamily="2" charset="-122"/>
                          <a:cs typeface="Arial" pitchFamily="34" charset="0"/>
                        </a:rPr>
                        <a:t>Weight (Kg)</a:t>
                      </a:r>
                      <a:endParaRPr kumimoji="0" lang="en-US" sz="2400" b="0" i="0" u="none" strike="noStrike" cap="none" normalizeH="0" baseline="0" dirty="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Helvetica Neue"/>
                          <a:ea typeface="SimSun" pitchFamily="2" charset="-122"/>
                          <a:cs typeface="Arial" pitchFamily="34" charset="0"/>
                        </a:rPr>
                        <a:t>Age (yrs)</a:t>
                      </a:r>
                      <a:endParaRPr kumimoji="0" lang="en-US" sz="2400" b="0" i="0" u="none" strike="noStrike" cap="none" normalizeH="0" baseline="0" dirty="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Helvetica Neue"/>
                          <a:ea typeface="SimSun" pitchFamily="2" charset="-122"/>
                          <a:cs typeface="Arial" pitchFamily="34" charset="0"/>
                        </a:rPr>
                        <a:t>Serial No</a:t>
                      </a:r>
                      <a:endParaRPr kumimoji="0" lang="en-US" sz="2400" b="0" i="0" u="none" strike="noStrike" cap="none" normalizeH="0" baseline="0" dirty="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939">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12</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7</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1</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0939">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8</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6</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2</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0939">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12</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8</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3</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3550">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10</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5</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4</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0939">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11</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6</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5</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92125">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Helvetica Neue"/>
                          <a:ea typeface="SimSun" pitchFamily="2" charset="-122"/>
                          <a:cs typeface="Arial" pitchFamily="34" charset="0"/>
                        </a:rPr>
                        <a:t>13</a:t>
                      </a:r>
                      <a:endParaRPr kumimoji="0" lang="en-US" sz="2400" b="0" i="0" u="none" strike="noStrike" cap="none" normalizeH="0" baseline="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Helvetica Neue"/>
                          <a:ea typeface="SimSun" pitchFamily="2" charset="-122"/>
                          <a:cs typeface="Arial" pitchFamily="34" charset="0"/>
                        </a:rPr>
                        <a:t>9</a:t>
                      </a:r>
                      <a:endParaRPr kumimoji="0" lang="en-US" sz="2400" b="0" i="0" u="none" strike="noStrike" cap="none" normalizeH="0" baseline="0" dirty="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3683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Helvetica Neue"/>
                          <a:ea typeface="SimSun" pitchFamily="2" charset="-122"/>
                          <a:cs typeface="Arial" pitchFamily="34" charset="0"/>
                        </a:rPr>
                        <a:t>6</a:t>
                      </a:r>
                      <a:endParaRPr kumimoji="0" lang="en-US" sz="2400" b="0" i="0" u="none" strike="noStrike" cap="none" normalizeH="0" baseline="0" dirty="0">
                        <a:ln>
                          <a:noFill/>
                        </a:ln>
                        <a:solidFill>
                          <a:schemeClr val="tx1"/>
                        </a:solidFill>
                        <a:effectLst/>
                        <a:latin typeface="Helvetica Neue"/>
                        <a:cs typeface="Times New Roman" pitchFamily="18" charset="0"/>
                      </a:endParaRPr>
                    </a:p>
                  </a:txBody>
                  <a:tcPr marL="121630" marR="1216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 name="Title 2">
            <a:extLst>
              <a:ext uri="{FF2B5EF4-FFF2-40B4-BE49-F238E27FC236}">
                <a16:creationId xmlns:a16="http://schemas.microsoft.com/office/drawing/2014/main" id="{E5955D99-9454-8749-B7CE-4579320DD8E5}"/>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200" b="1" dirty="0">
                <a:solidFill>
                  <a:schemeClr val="bg1"/>
                </a:solidFill>
                <a:latin typeface="+mn-lt"/>
                <a:cs typeface="Helvetica" panose="020B0604020202020204" pitchFamily="34" charset="0"/>
              </a:rPr>
              <a:t>Karl Pearson’s Correlation coefficient</a:t>
            </a:r>
          </a:p>
        </p:txBody>
      </p:sp>
    </p:spTree>
    <p:extLst>
      <p:ext uri="{BB962C8B-B14F-4D97-AF65-F5344CB8AC3E}">
        <p14:creationId xmlns:p14="http://schemas.microsoft.com/office/powerpoint/2010/main" val="3595602424"/>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6" name="Group 431"/>
          <p:cNvGraphicFramePr>
            <a:graphicFrameLocks/>
          </p:cNvGraphicFramePr>
          <p:nvPr/>
        </p:nvGraphicFramePr>
        <p:xfrm>
          <a:off x="946618" y="1493904"/>
          <a:ext cx="10430214" cy="4777266"/>
        </p:xfrm>
        <a:graphic>
          <a:graphicData uri="http://schemas.openxmlformats.org/drawingml/2006/table">
            <a:tbl>
              <a:tblPr rtl="1"/>
              <a:tblGrid>
                <a:gridCol w="2028154">
                  <a:extLst>
                    <a:ext uri="{9D8B030D-6E8A-4147-A177-3AD203B41FA5}">
                      <a16:colId xmlns:a16="http://schemas.microsoft.com/office/drawing/2014/main" val="20000"/>
                    </a:ext>
                  </a:extLst>
                </a:gridCol>
                <a:gridCol w="1647706">
                  <a:extLst>
                    <a:ext uri="{9D8B030D-6E8A-4147-A177-3AD203B41FA5}">
                      <a16:colId xmlns:a16="http://schemas.microsoft.com/office/drawing/2014/main" val="20001"/>
                    </a:ext>
                  </a:extLst>
                </a:gridCol>
                <a:gridCol w="1716414">
                  <a:extLst>
                    <a:ext uri="{9D8B030D-6E8A-4147-A177-3AD203B41FA5}">
                      <a16:colId xmlns:a16="http://schemas.microsoft.com/office/drawing/2014/main" val="20002"/>
                    </a:ext>
                  </a:extLst>
                </a:gridCol>
                <a:gridCol w="1716415">
                  <a:extLst>
                    <a:ext uri="{9D8B030D-6E8A-4147-A177-3AD203B41FA5}">
                      <a16:colId xmlns:a16="http://schemas.microsoft.com/office/drawing/2014/main" val="20003"/>
                    </a:ext>
                  </a:extLst>
                </a:gridCol>
                <a:gridCol w="2080962">
                  <a:extLst>
                    <a:ext uri="{9D8B030D-6E8A-4147-A177-3AD203B41FA5}">
                      <a16:colId xmlns:a16="http://schemas.microsoft.com/office/drawing/2014/main" val="20004"/>
                    </a:ext>
                  </a:extLst>
                </a:gridCol>
                <a:gridCol w="1240563">
                  <a:extLst>
                    <a:ext uri="{9D8B030D-6E8A-4147-A177-3AD203B41FA5}">
                      <a16:colId xmlns:a16="http://schemas.microsoft.com/office/drawing/2014/main" val="20005"/>
                    </a:ext>
                  </a:extLst>
                </a:gridCol>
              </a:tblGrid>
              <a:tr h="1188714">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Y</a:t>
                      </a:r>
                      <a:r>
                        <a:rPr kumimoji="0" lang="en-US" sz="2400" b="1" i="0" u="none" strike="noStrike" cap="none" normalizeH="0" baseline="30000" dirty="0">
                          <a:ln>
                            <a:noFill/>
                          </a:ln>
                          <a:solidFill>
                            <a:schemeClr val="tx1"/>
                          </a:solidFill>
                          <a:effectLst/>
                          <a:latin typeface="Arial" pitchFamily="34" charset="0"/>
                          <a:ea typeface="SimSun" pitchFamily="2" charset="-122"/>
                          <a:cs typeface="Arial" pitchFamily="34" charset="0"/>
                        </a:rPr>
                        <a:t>2</a:t>
                      </a:r>
                      <a:endParaRPr kumimoji="0" lang="en-US"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X</a:t>
                      </a:r>
                      <a:r>
                        <a:rPr kumimoji="0" lang="en-US" sz="2400" b="1" i="0" u="none" strike="noStrike" cap="none" normalizeH="0" baseline="30000" dirty="0">
                          <a:ln>
                            <a:noFill/>
                          </a:ln>
                          <a:solidFill>
                            <a:schemeClr val="tx1"/>
                          </a:solidFill>
                          <a:effectLst/>
                          <a:latin typeface="Arial" pitchFamily="34" charset="0"/>
                          <a:ea typeface="SimSun" pitchFamily="2" charset="-122"/>
                          <a:cs typeface="Arial" pitchFamily="34" charset="0"/>
                        </a:rPr>
                        <a:t>2</a:t>
                      </a:r>
                      <a:endParaRPr kumimoji="0" lang="en-US"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XY</a:t>
                      </a:r>
                      <a:endParaRPr kumimoji="0" lang="en-US"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254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err="1">
                          <a:ln>
                            <a:noFill/>
                          </a:ln>
                          <a:solidFill>
                            <a:schemeClr val="tx1"/>
                          </a:solidFill>
                          <a:effectLst/>
                          <a:latin typeface="Arial" pitchFamily="34" charset="0"/>
                          <a:ea typeface="SimSun" pitchFamily="2" charset="-122"/>
                          <a:cs typeface="Arial" pitchFamily="34" charset="0"/>
                        </a:rPr>
                        <a:t>Wt</a:t>
                      </a: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 (Kg) </a:t>
                      </a:r>
                      <a:r>
                        <a:rPr kumimoji="0" lang="arn-CL" sz="2400" b="1" i="0" u="none" strike="noStrike" cap="none" normalizeH="0" baseline="0" dirty="0">
                          <a:ln>
                            <a:noFill/>
                          </a:ln>
                          <a:solidFill>
                            <a:schemeClr val="tx1"/>
                          </a:solidFill>
                          <a:effectLst/>
                          <a:latin typeface="Arial" pitchFamily="34" charset="0"/>
                          <a:ea typeface="SimSun" pitchFamily="2" charset="-122"/>
                          <a:cs typeface="Arial" pitchFamily="34" charset="0"/>
                        </a:rPr>
                        <a:t>(</a:t>
                      </a: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Y</a:t>
                      </a:r>
                      <a:r>
                        <a:rPr kumimoji="0" lang="arn-CL" sz="2400" b="1" i="0" u="none" strike="noStrike" cap="none" normalizeH="0" baseline="0" dirty="0">
                          <a:ln>
                            <a:noFill/>
                          </a:ln>
                          <a:solidFill>
                            <a:schemeClr val="tx1"/>
                          </a:solidFill>
                          <a:effectLst/>
                          <a:latin typeface="Arial" pitchFamily="34" charset="0"/>
                          <a:ea typeface="SimSun" pitchFamily="2" charset="-122"/>
                          <a:cs typeface="Arial" pitchFamily="34" charset="0"/>
                        </a:rPr>
                        <a:t>)</a:t>
                      </a:r>
                      <a:endParaRPr kumimoji="0" lang="ar-SA"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254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 Age (</a:t>
                      </a:r>
                      <a:r>
                        <a:rPr kumimoji="0" lang="en-US" sz="2400" b="1" i="0" u="none" strike="noStrike" cap="none" normalizeH="0" baseline="0" dirty="0" err="1">
                          <a:ln>
                            <a:noFill/>
                          </a:ln>
                          <a:solidFill>
                            <a:schemeClr val="tx1"/>
                          </a:solidFill>
                          <a:effectLst/>
                          <a:latin typeface="Arial" pitchFamily="34" charset="0"/>
                          <a:ea typeface="SimSun" pitchFamily="2" charset="-122"/>
                          <a:cs typeface="Arial" pitchFamily="34" charset="0"/>
                        </a:rPr>
                        <a:t>yrs</a:t>
                      </a: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 </a:t>
                      </a:r>
                      <a:r>
                        <a:rPr kumimoji="0" lang="arn-CL" sz="2400" b="1" i="0" u="none" strike="noStrike" cap="none" normalizeH="0" baseline="0" dirty="0">
                          <a:ln>
                            <a:noFill/>
                          </a:ln>
                          <a:solidFill>
                            <a:schemeClr val="tx1"/>
                          </a:solidFill>
                          <a:effectLst/>
                          <a:latin typeface="Arial" pitchFamily="34" charset="0"/>
                          <a:ea typeface="SimSun" pitchFamily="2" charset="-122"/>
                          <a:cs typeface="Arial" pitchFamily="34" charset="0"/>
                        </a:rPr>
                        <a:t>(</a:t>
                      </a: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X)</a:t>
                      </a:r>
                      <a:endParaRPr kumimoji="0" lang="ar-SA"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254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err="1">
                          <a:ln>
                            <a:noFill/>
                          </a:ln>
                          <a:solidFill>
                            <a:schemeClr val="tx1"/>
                          </a:solidFill>
                          <a:effectLst/>
                          <a:latin typeface="Arial" pitchFamily="34" charset="0"/>
                          <a:ea typeface="SimSun" pitchFamily="2" charset="-122"/>
                          <a:cs typeface="Arial" pitchFamily="34" charset="0"/>
                        </a:rPr>
                        <a:t>Sl</a:t>
                      </a: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 no.</a:t>
                      </a:r>
                      <a:endParaRPr kumimoji="0" lang="en-US"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0933">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144</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49</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84</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12</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7</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1</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0933">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64</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36</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48</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8</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6</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2</a:t>
                      </a:r>
                      <a:endParaRPr kumimoji="0" lang="en-US"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0933">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144</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64</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96</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12</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8</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3</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0933">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100</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25</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50</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10</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5</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4</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0933">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121</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36</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66</a:t>
                      </a:r>
                      <a:endParaRPr kumimoji="0" lang="en-US"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11</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6</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5</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60933">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169</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81</a:t>
                      </a:r>
                      <a:endParaRPr kumimoji="0" lang="en-US"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117</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13</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9</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a:ln>
                            <a:noFill/>
                          </a:ln>
                          <a:solidFill>
                            <a:schemeClr val="tx1"/>
                          </a:solidFill>
                          <a:effectLst/>
                          <a:latin typeface="Arial" pitchFamily="34" charset="0"/>
                          <a:ea typeface="SimSun" pitchFamily="2" charset="-122"/>
                          <a:cs typeface="Arial" pitchFamily="34" charset="0"/>
                        </a:rPr>
                        <a:t>6</a:t>
                      </a:r>
                      <a:endParaRPr kumimoji="0" lang="en-US" sz="2400" b="1" i="0" u="none" strike="noStrike" cap="none" normalizeH="0" baseline="0">
                        <a:ln>
                          <a:noFill/>
                        </a:ln>
                        <a:solidFill>
                          <a:schemeClr val="tx1"/>
                        </a:solidFill>
                        <a:effectLst/>
                        <a:latin typeface="Arial" pitchFamily="34" charset="0"/>
                        <a:cs typeface="Arial" pitchFamily="34" charset="0"/>
                      </a:endParaRPr>
                    </a:p>
                  </a:txBody>
                  <a:tcPr marL="121620" marR="1216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822954">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∑Y</a:t>
                      </a:r>
                      <a:r>
                        <a:rPr kumimoji="0" lang="en-US" sz="2400" b="1" i="0" u="none" strike="noStrike" cap="none" normalizeH="0" baseline="30000" dirty="0">
                          <a:ln>
                            <a:noFill/>
                          </a:ln>
                          <a:solidFill>
                            <a:schemeClr val="tx1"/>
                          </a:solidFill>
                          <a:effectLst/>
                          <a:latin typeface="Arial" pitchFamily="34" charset="0"/>
                          <a:ea typeface="SimSun" pitchFamily="2" charset="-122"/>
                          <a:cs typeface="Arial" pitchFamily="34" charset="0"/>
                        </a:rPr>
                        <a:t>2</a:t>
                      </a: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 742</a:t>
                      </a:r>
                      <a:endParaRPr kumimoji="0" lang="en-US"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∑X</a:t>
                      </a:r>
                      <a:r>
                        <a:rPr kumimoji="0" lang="en-US" sz="2400" b="1" i="0" u="none" strike="noStrike" cap="none" normalizeH="0" baseline="30000" dirty="0">
                          <a:ln>
                            <a:noFill/>
                          </a:ln>
                          <a:solidFill>
                            <a:schemeClr val="tx1"/>
                          </a:solidFill>
                          <a:effectLst/>
                          <a:latin typeface="Arial" pitchFamily="34" charset="0"/>
                          <a:ea typeface="SimSun" pitchFamily="2" charset="-122"/>
                          <a:cs typeface="Arial" pitchFamily="34" charset="0"/>
                        </a:rPr>
                        <a:t>2</a:t>
                      </a: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 291</a:t>
                      </a:r>
                      <a:endParaRPr kumimoji="0" lang="en-US"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∑XY= 461</a:t>
                      </a:r>
                      <a:endParaRPr kumimoji="0" lang="en-US"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∑Y=66</a:t>
                      </a:r>
                      <a:endParaRPr kumimoji="0" lang="en-US"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 ∑X=41</a:t>
                      </a:r>
                      <a:endParaRPr kumimoji="0" lang="en-US"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1"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Arial" pitchFamily="34" charset="0"/>
                          <a:ea typeface="SimSun" pitchFamily="2" charset="-122"/>
                          <a:cs typeface="Arial" pitchFamily="34" charset="0"/>
                        </a:rPr>
                        <a:t>Total</a:t>
                      </a:r>
                      <a:endParaRPr kumimoji="0" lang="en-US" sz="2400" b="1" i="0" u="none" strike="noStrike" cap="none" normalizeH="0" baseline="0" dirty="0">
                        <a:ln>
                          <a:noFill/>
                        </a:ln>
                        <a:solidFill>
                          <a:schemeClr val="tx1"/>
                        </a:solidFill>
                        <a:effectLst/>
                        <a:latin typeface="Arial" pitchFamily="34" charset="0"/>
                        <a:cs typeface="Arial" pitchFamily="34" charset="0"/>
                      </a:endParaRPr>
                    </a:p>
                  </a:txBody>
                  <a:tcPr marL="121620" marR="121620"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Title 2">
            <a:extLst>
              <a:ext uri="{FF2B5EF4-FFF2-40B4-BE49-F238E27FC236}">
                <a16:creationId xmlns:a16="http://schemas.microsoft.com/office/drawing/2014/main" id="{D7A8AC2A-1F7D-FC31-8860-F10BE98D3DE3}"/>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200" b="1" dirty="0">
                <a:solidFill>
                  <a:schemeClr val="bg1"/>
                </a:solidFill>
                <a:latin typeface="+mn-lt"/>
                <a:cs typeface="Helvetica" panose="020B0604020202020204" pitchFamily="34" charset="0"/>
              </a:rPr>
              <a:t>Karl Pearson’s Correlation coefficient</a:t>
            </a:r>
          </a:p>
        </p:txBody>
      </p:sp>
    </p:spTree>
    <p:extLst>
      <p:ext uri="{BB962C8B-B14F-4D97-AF65-F5344CB8AC3E}">
        <p14:creationId xmlns:p14="http://schemas.microsoft.com/office/powerpoint/2010/main" val="990886309"/>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3"/>
          <p:cNvSpPr txBox="1">
            <a:spLocks noChangeArrowheads="1"/>
          </p:cNvSpPr>
          <p:nvPr/>
        </p:nvSpPr>
        <p:spPr bwMode="auto">
          <a:xfrm>
            <a:off x="893691" y="5192954"/>
            <a:ext cx="10556707" cy="830967"/>
          </a:xfrm>
          <a:prstGeom prst="rect">
            <a:avLst/>
          </a:prstGeom>
          <a:noFill/>
          <a:ln w="38100" cmpd="dbl">
            <a:noFill/>
            <a:miter lim="800000"/>
            <a:headEnd/>
            <a:tailEnd/>
          </a:ln>
        </p:spPr>
        <p:txBody>
          <a:bodyPr lIns="109433" tIns="54717" rIns="109433" bIns="54717"/>
          <a:lstStyle>
            <a:lvl1pPr marL="342900" indent="-342900">
              <a:spcBef>
                <a:spcPct val="20000"/>
              </a:spcBef>
              <a:buClr>
                <a:schemeClr val="tx2"/>
              </a:buClr>
              <a:buSzPct val="65000"/>
              <a:buFont typeface="Monotype Sorts" pitchFamily="2" charset="2"/>
              <a:buChar char="n"/>
              <a:defRPr kumimoji="1" sz="2800">
                <a:solidFill>
                  <a:schemeClr val="tx1"/>
                </a:solidFill>
                <a:latin typeface="Arial" charset="0"/>
              </a:defRPr>
            </a:lvl1pPr>
            <a:lvl2pPr marL="742950" indent="-285750">
              <a:spcBef>
                <a:spcPct val="20000"/>
              </a:spcBef>
              <a:buClr>
                <a:schemeClr val="tx2"/>
              </a:buClr>
              <a:buChar char="–"/>
              <a:defRPr kumimoji="1" sz="2400">
                <a:solidFill>
                  <a:schemeClr val="tx1"/>
                </a:solidFill>
                <a:latin typeface="Arial" charset="0"/>
              </a:defRPr>
            </a:lvl2pPr>
            <a:lvl3pPr marL="1143000" indent="-228600">
              <a:spcBef>
                <a:spcPct val="20000"/>
              </a:spcBef>
              <a:buClr>
                <a:schemeClr val="tx2"/>
              </a:buClr>
              <a:buSzPct val="75000"/>
              <a:buFont typeface="Monotype Sorts" pitchFamily="2" charset="2"/>
              <a:buChar char="&lt;"/>
              <a:defRPr kumimoji="1" sz="2000">
                <a:solidFill>
                  <a:schemeClr val="tx1"/>
                </a:solidFill>
                <a:latin typeface="Arial" charset="0"/>
              </a:defRPr>
            </a:lvl3pPr>
            <a:lvl4pPr marL="1600200" indent="-228600">
              <a:spcBef>
                <a:spcPct val="20000"/>
              </a:spcBef>
              <a:buClr>
                <a:schemeClr val="tx2"/>
              </a:buClr>
              <a:buChar char="–"/>
              <a:defRPr kumimoji="1" sz="2000">
                <a:solidFill>
                  <a:schemeClr val="tx1"/>
                </a:solidFill>
                <a:latin typeface="Arial" charset="0"/>
              </a:defRPr>
            </a:lvl4pPr>
            <a:lvl5pPr marL="2057400" indent="-228600">
              <a:spcBef>
                <a:spcPct val="20000"/>
              </a:spcBef>
              <a:buClr>
                <a:schemeClr val="tx2"/>
              </a:buClr>
              <a:buChar char="–"/>
              <a:defRPr kumimoji="1" sz="1600">
                <a:solidFill>
                  <a:schemeClr val="tx1"/>
                </a:solidFill>
                <a:latin typeface="Arial" charset="0"/>
              </a:defRPr>
            </a:lvl5pPr>
            <a:lvl6pPr marL="2514600" indent="-228600" eaLnBrk="0" fontAlgn="base" hangingPunct="0">
              <a:spcBef>
                <a:spcPct val="20000"/>
              </a:spcBef>
              <a:spcAft>
                <a:spcPct val="0"/>
              </a:spcAft>
              <a:buClr>
                <a:schemeClr val="tx2"/>
              </a:buClr>
              <a:buChar char="–"/>
              <a:defRPr kumimoji="1" sz="1600">
                <a:solidFill>
                  <a:schemeClr val="tx1"/>
                </a:solidFill>
                <a:latin typeface="Arial" charset="0"/>
              </a:defRPr>
            </a:lvl6pPr>
            <a:lvl7pPr marL="2971800" indent="-228600" eaLnBrk="0" fontAlgn="base" hangingPunct="0">
              <a:spcBef>
                <a:spcPct val="20000"/>
              </a:spcBef>
              <a:spcAft>
                <a:spcPct val="0"/>
              </a:spcAft>
              <a:buClr>
                <a:schemeClr val="tx2"/>
              </a:buClr>
              <a:buChar char="–"/>
              <a:defRPr kumimoji="1" sz="1600">
                <a:solidFill>
                  <a:schemeClr val="tx1"/>
                </a:solidFill>
                <a:latin typeface="Arial" charset="0"/>
              </a:defRPr>
            </a:lvl7pPr>
            <a:lvl8pPr marL="3429000" indent="-228600" eaLnBrk="0" fontAlgn="base" hangingPunct="0">
              <a:spcBef>
                <a:spcPct val="20000"/>
              </a:spcBef>
              <a:spcAft>
                <a:spcPct val="0"/>
              </a:spcAft>
              <a:buClr>
                <a:schemeClr val="tx2"/>
              </a:buClr>
              <a:buChar char="–"/>
              <a:defRPr kumimoji="1" sz="1600">
                <a:solidFill>
                  <a:schemeClr val="tx1"/>
                </a:solidFill>
                <a:latin typeface="Arial" charset="0"/>
              </a:defRPr>
            </a:lvl8pPr>
            <a:lvl9pPr marL="3886200" indent="-228600" eaLnBrk="0" fontAlgn="base" hangingPunct="0">
              <a:spcBef>
                <a:spcPct val="20000"/>
              </a:spcBef>
              <a:spcAft>
                <a:spcPct val="0"/>
              </a:spcAft>
              <a:buClr>
                <a:schemeClr val="tx2"/>
              </a:buClr>
              <a:buChar char="–"/>
              <a:defRPr kumimoji="1" sz="1600">
                <a:solidFill>
                  <a:schemeClr val="tx1"/>
                </a:solidFill>
                <a:latin typeface="Arial" charset="0"/>
              </a:defRPr>
            </a:lvl9pPr>
          </a:lstStyle>
          <a:p>
            <a:pPr marL="0" indent="0" defTabSz="837718">
              <a:spcBef>
                <a:spcPct val="50000"/>
              </a:spcBef>
              <a:buClr>
                <a:srgbClr val="44546A"/>
              </a:buClr>
              <a:buNone/>
            </a:pPr>
            <a:r>
              <a:rPr lang="en-US" altLang="en-US" sz="3500" kern="1200" dirty="0">
                <a:solidFill>
                  <a:srgbClr val="FF0000"/>
                </a:solidFill>
                <a:latin typeface="+mn-lt"/>
                <a:ea typeface="+mn-ea"/>
                <a:cs typeface="+mn-cs"/>
              </a:rPr>
              <a:t>r</a:t>
            </a:r>
            <a:r>
              <a:rPr lang="en-US" altLang="en-US" sz="3500" kern="1200" dirty="0">
                <a:solidFill>
                  <a:prstClr val="black"/>
                </a:solidFill>
                <a:latin typeface="+mn-lt"/>
                <a:ea typeface="+mn-ea"/>
                <a:cs typeface="+mn-cs"/>
              </a:rPr>
              <a:t> = 0.759  (Positive (Direct) strong correlation)</a:t>
            </a:r>
          </a:p>
        </p:txBody>
      </p:sp>
      <mc:AlternateContent xmlns:mc="http://schemas.openxmlformats.org/markup-compatibility/2006" xmlns:a14="http://schemas.microsoft.com/office/drawing/2010/main">
        <mc:Choice Requires="a14">
          <p:sp>
            <p:nvSpPr>
              <p:cNvPr id="9" name="TextBox 8"/>
              <p:cNvSpPr txBox="1"/>
              <p:nvPr/>
            </p:nvSpPr>
            <p:spPr>
              <a:xfrm>
                <a:off x="1221464" y="1217547"/>
                <a:ext cx="9692012" cy="1567865"/>
              </a:xfrm>
              <a:prstGeom prst="rect">
                <a:avLst/>
              </a:prstGeom>
              <a:noFill/>
            </p:spPr>
            <p:txBody>
              <a:bodyPr wrap="none" lIns="0" tIns="0" rIns="0" bIns="0" rtlCol="0">
                <a:spAutoFit/>
              </a:bodyPr>
              <a:lstStyle/>
              <a:p>
                <a:pPr defTabSz="837718">
                  <a:buClrTx/>
                </a:pPr>
                <a14:m>
                  <m:oMathPara xmlns:m="http://schemas.openxmlformats.org/officeDocument/2006/math">
                    <m:oMathParaPr>
                      <m:jc m:val="centerGroup"/>
                    </m:oMathParaPr>
                    <m:oMath xmlns:m="http://schemas.openxmlformats.org/officeDocument/2006/math">
                      <m:r>
                        <a:rPr lang="en-IN" sz="4330" b="0" i="1" kern="1200">
                          <a:solidFill>
                            <a:prstClr val="black"/>
                          </a:solidFill>
                          <a:latin typeface="Cambria Math" panose="02040503050406030204" pitchFamily="18" charset="0"/>
                          <a:ea typeface="+mn-ea"/>
                          <a:cs typeface="+mn-cs"/>
                        </a:rPr>
                        <m:t>𝑟</m:t>
                      </m:r>
                      <m:r>
                        <a:rPr lang="en-IN" sz="4330" b="0" i="1" kern="1200">
                          <a:solidFill>
                            <a:prstClr val="black"/>
                          </a:solidFill>
                          <a:latin typeface="Cambria Math" panose="02040503050406030204" pitchFamily="18" charset="0"/>
                          <a:ea typeface="+mn-ea"/>
                          <a:cs typeface="+mn-cs"/>
                        </a:rPr>
                        <m:t>=</m:t>
                      </m:r>
                      <m:f>
                        <m:fPr>
                          <m:ctrlPr>
                            <a:rPr lang="en-IN" sz="4330" i="1" kern="1200">
                              <a:solidFill>
                                <a:prstClr val="black"/>
                              </a:solidFill>
                              <a:latin typeface="Cambria Math" panose="02040503050406030204" pitchFamily="18" charset="0"/>
                              <a:ea typeface="+mn-ea"/>
                              <a:cs typeface="+mn-cs"/>
                            </a:rPr>
                          </m:ctrlPr>
                        </m:fPr>
                        <m:num>
                          <m:r>
                            <a:rPr lang="en-IN" sz="4330" b="0" i="1" kern="1200">
                              <a:solidFill>
                                <a:prstClr val="black"/>
                              </a:solidFill>
                              <a:latin typeface="Cambria Math" panose="02040503050406030204" pitchFamily="18" charset="0"/>
                              <a:ea typeface="+mn-ea"/>
                              <a:cs typeface="+mn-cs"/>
                            </a:rPr>
                            <m:t>𝑛</m:t>
                          </m:r>
                          <m:nary>
                            <m:naryPr>
                              <m:chr m:val="∑"/>
                              <m:subHide m:val="on"/>
                              <m:supHide m:val="on"/>
                              <m:ctrlPr>
                                <a:rPr lang="en-IN" sz="4330" i="1" kern="1200" smtClean="0">
                                  <a:solidFill>
                                    <a:prstClr val="black"/>
                                  </a:solidFill>
                                  <a:latin typeface="Cambria Math" panose="02040503050406030204" pitchFamily="18" charset="0"/>
                                  <a:ea typeface="+mn-ea"/>
                                  <a:cs typeface="+mn-cs"/>
                                </a:rPr>
                              </m:ctrlPr>
                            </m:naryPr>
                            <m:sub/>
                            <m:sup/>
                            <m:e>
                              <m:r>
                                <a:rPr lang="en-IN" sz="4330" b="0" i="1" kern="1200">
                                  <a:solidFill>
                                    <a:prstClr val="black"/>
                                  </a:solidFill>
                                  <a:latin typeface="Cambria Math" panose="02040503050406030204" pitchFamily="18" charset="0"/>
                                  <a:ea typeface="+mn-ea"/>
                                  <a:cs typeface="+mn-cs"/>
                                </a:rPr>
                                <m:t>𝑋𝑌</m:t>
                              </m:r>
                              <m:r>
                                <a:rPr lang="en-IN" sz="4330" b="0" i="1" kern="1200">
                                  <a:solidFill>
                                    <a:prstClr val="black"/>
                                  </a:solidFill>
                                  <a:latin typeface="Cambria Math" panose="02040503050406030204" pitchFamily="18" charset="0"/>
                                  <a:ea typeface="+mn-ea"/>
                                  <a:cs typeface="+mn-cs"/>
                                </a:rPr>
                                <m:t>−(</m:t>
                              </m:r>
                              <m:nary>
                                <m:naryPr>
                                  <m:chr m:val="∑"/>
                                  <m:subHide m:val="on"/>
                                  <m:supHide m:val="on"/>
                                  <m:ctrlPr>
                                    <a:rPr lang="en-IN" sz="4330" i="1" kern="1200">
                                      <a:solidFill>
                                        <a:prstClr val="black"/>
                                      </a:solidFill>
                                      <a:latin typeface="Cambria Math" panose="02040503050406030204" pitchFamily="18" charset="0"/>
                                      <a:ea typeface="+mn-ea"/>
                                      <a:cs typeface="+mn-cs"/>
                                    </a:rPr>
                                  </m:ctrlPr>
                                </m:naryPr>
                                <m:sub/>
                                <m:sup/>
                                <m:e>
                                  <m:r>
                                    <a:rPr lang="en-IN" sz="4330" b="0" i="1" kern="1200">
                                      <a:solidFill>
                                        <a:prstClr val="black"/>
                                      </a:solidFill>
                                      <a:latin typeface="Cambria Math" panose="02040503050406030204" pitchFamily="18" charset="0"/>
                                      <a:ea typeface="+mn-ea"/>
                                      <a:cs typeface="+mn-cs"/>
                                    </a:rPr>
                                    <m:t>𝑋</m:t>
                                  </m:r>
                                  <m:r>
                                    <a:rPr lang="en-IN" sz="4330" b="0" i="1" kern="1200">
                                      <a:solidFill>
                                        <a:prstClr val="black"/>
                                      </a:solidFill>
                                      <a:latin typeface="Cambria Math" panose="02040503050406030204" pitchFamily="18" charset="0"/>
                                      <a:ea typeface="+mn-ea"/>
                                      <a:cs typeface="+mn-cs"/>
                                    </a:rPr>
                                    <m:t>)(</m:t>
                                  </m:r>
                                  <m:nary>
                                    <m:naryPr>
                                      <m:chr m:val="∑"/>
                                      <m:subHide m:val="on"/>
                                      <m:supHide m:val="on"/>
                                      <m:ctrlPr>
                                        <a:rPr lang="en-IN" sz="4330" i="1" kern="1200">
                                          <a:solidFill>
                                            <a:prstClr val="black"/>
                                          </a:solidFill>
                                          <a:latin typeface="Cambria Math" panose="02040503050406030204" pitchFamily="18" charset="0"/>
                                          <a:ea typeface="+mn-ea"/>
                                          <a:cs typeface="+mn-cs"/>
                                        </a:rPr>
                                      </m:ctrlPr>
                                    </m:naryPr>
                                    <m:sub/>
                                    <m:sup/>
                                    <m:e>
                                      <m:r>
                                        <a:rPr lang="en-IN" sz="4330" b="0" i="1" kern="1200">
                                          <a:solidFill>
                                            <a:prstClr val="black"/>
                                          </a:solidFill>
                                          <a:latin typeface="Cambria Math" panose="02040503050406030204" pitchFamily="18" charset="0"/>
                                          <a:ea typeface="+mn-ea"/>
                                          <a:cs typeface="+mn-cs"/>
                                        </a:rPr>
                                        <m:t>𝑌</m:t>
                                      </m:r>
                                      <m:r>
                                        <a:rPr lang="en-IN" sz="4330" b="0" i="1" kern="1200">
                                          <a:solidFill>
                                            <a:prstClr val="black"/>
                                          </a:solidFill>
                                          <a:latin typeface="Cambria Math" panose="02040503050406030204" pitchFamily="18" charset="0"/>
                                          <a:ea typeface="+mn-ea"/>
                                          <a:cs typeface="+mn-cs"/>
                                        </a:rPr>
                                        <m:t>)</m:t>
                                      </m:r>
                                    </m:e>
                                  </m:nary>
                                </m:e>
                              </m:nary>
                            </m:e>
                          </m:nary>
                        </m:num>
                        <m:den>
                          <m:rad>
                            <m:radPr>
                              <m:degHide m:val="on"/>
                              <m:ctrlPr>
                                <a:rPr lang="en-IN" sz="4330" i="1" kern="1200">
                                  <a:solidFill>
                                    <a:prstClr val="black"/>
                                  </a:solidFill>
                                  <a:latin typeface="Cambria Math" panose="02040503050406030204" pitchFamily="18" charset="0"/>
                                  <a:ea typeface="+mn-ea"/>
                                  <a:cs typeface="+mn-cs"/>
                                </a:rPr>
                              </m:ctrlPr>
                            </m:radPr>
                            <m:deg/>
                            <m:e>
                              <m:r>
                                <a:rPr lang="en-IN" sz="4330" b="0" i="1" kern="1200">
                                  <a:solidFill>
                                    <a:prstClr val="black"/>
                                  </a:solidFill>
                                  <a:latin typeface="Cambria Math" panose="02040503050406030204" pitchFamily="18" charset="0"/>
                                  <a:ea typeface="+mn-ea"/>
                                  <a:cs typeface="+mn-cs"/>
                                </a:rPr>
                                <m:t>𝑛</m:t>
                              </m:r>
                              <m:nary>
                                <m:naryPr>
                                  <m:chr m:val="∑"/>
                                  <m:subHide m:val="on"/>
                                  <m:supHide m:val="on"/>
                                  <m:ctrlPr>
                                    <a:rPr lang="en-IN" sz="4330" i="1" kern="1200">
                                      <a:solidFill>
                                        <a:prstClr val="black"/>
                                      </a:solidFill>
                                      <a:latin typeface="Cambria Math" panose="02040503050406030204" pitchFamily="18" charset="0"/>
                                      <a:ea typeface="+mn-ea"/>
                                      <a:cs typeface="+mn-cs"/>
                                    </a:rPr>
                                  </m:ctrlPr>
                                </m:naryPr>
                                <m:sub/>
                                <m:sup/>
                                <m:e>
                                  <m:sSup>
                                    <m:sSupPr>
                                      <m:ctrlPr>
                                        <a:rPr lang="en-IN" sz="4330" i="1" kern="1200">
                                          <a:solidFill>
                                            <a:prstClr val="black"/>
                                          </a:solidFill>
                                          <a:latin typeface="Cambria Math" panose="02040503050406030204" pitchFamily="18" charset="0"/>
                                          <a:ea typeface="+mn-ea"/>
                                          <a:cs typeface="+mn-cs"/>
                                        </a:rPr>
                                      </m:ctrlPr>
                                    </m:sSupPr>
                                    <m:e>
                                      <m:r>
                                        <a:rPr lang="en-IN" sz="4330" b="0" i="1" kern="1200">
                                          <a:solidFill>
                                            <a:prstClr val="black"/>
                                          </a:solidFill>
                                          <a:latin typeface="Cambria Math" panose="02040503050406030204" pitchFamily="18" charset="0"/>
                                          <a:ea typeface="+mn-ea"/>
                                          <a:cs typeface="+mn-cs"/>
                                        </a:rPr>
                                        <m:t>𝑋</m:t>
                                      </m:r>
                                    </m:e>
                                    <m:sup>
                                      <m:r>
                                        <a:rPr lang="en-IN" sz="4330" b="0" i="1" kern="1200">
                                          <a:solidFill>
                                            <a:prstClr val="black"/>
                                          </a:solidFill>
                                          <a:latin typeface="Cambria Math" panose="02040503050406030204" pitchFamily="18" charset="0"/>
                                          <a:ea typeface="+mn-ea"/>
                                          <a:cs typeface="+mn-cs"/>
                                        </a:rPr>
                                        <m:t>2</m:t>
                                      </m:r>
                                    </m:sup>
                                  </m:sSup>
                                  <m:r>
                                    <a:rPr lang="en-IN" sz="4330" b="0" i="1" kern="1200">
                                      <a:solidFill>
                                        <a:prstClr val="black"/>
                                      </a:solidFill>
                                      <a:latin typeface="Cambria Math" panose="02040503050406030204" pitchFamily="18" charset="0"/>
                                      <a:ea typeface="+mn-ea"/>
                                      <a:cs typeface="+mn-cs"/>
                                    </a:rPr>
                                    <m:t>−</m:t>
                                  </m:r>
                                  <m:sSup>
                                    <m:sSupPr>
                                      <m:ctrlPr>
                                        <a:rPr lang="en-IN" sz="4330" i="1" kern="1200">
                                          <a:solidFill>
                                            <a:prstClr val="black"/>
                                          </a:solidFill>
                                          <a:latin typeface="Cambria Math" panose="02040503050406030204" pitchFamily="18" charset="0"/>
                                          <a:ea typeface="+mn-ea"/>
                                          <a:cs typeface="+mn-cs"/>
                                        </a:rPr>
                                      </m:ctrlPr>
                                    </m:sSupPr>
                                    <m:e>
                                      <m:d>
                                        <m:dPr>
                                          <m:ctrlPr>
                                            <a:rPr lang="en-IN" sz="4330" i="1" kern="1200">
                                              <a:solidFill>
                                                <a:prstClr val="black"/>
                                              </a:solidFill>
                                              <a:latin typeface="Cambria Math" panose="02040503050406030204" pitchFamily="18" charset="0"/>
                                              <a:ea typeface="+mn-ea"/>
                                              <a:cs typeface="+mn-cs"/>
                                            </a:rPr>
                                          </m:ctrlPr>
                                        </m:dPr>
                                        <m:e>
                                          <m:nary>
                                            <m:naryPr>
                                              <m:chr m:val="∑"/>
                                              <m:subHide m:val="on"/>
                                              <m:supHide m:val="on"/>
                                              <m:ctrlPr>
                                                <a:rPr lang="en-IN" sz="4330" i="1" kern="1200">
                                                  <a:solidFill>
                                                    <a:prstClr val="black"/>
                                                  </a:solidFill>
                                                  <a:latin typeface="Cambria Math" panose="02040503050406030204" pitchFamily="18" charset="0"/>
                                                  <a:ea typeface="+mn-ea"/>
                                                  <a:cs typeface="+mn-cs"/>
                                                </a:rPr>
                                              </m:ctrlPr>
                                            </m:naryPr>
                                            <m:sub/>
                                            <m:sup/>
                                            <m:e>
                                              <m:r>
                                                <a:rPr lang="en-IN" sz="4330" b="0" i="1" kern="1200">
                                                  <a:solidFill>
                                                    <a:prstClr val="black"/>
                                                  </a:solidFill>
                                                  <a:latin typeface="Cambria Math" panose="02040503050406030204" pitchFamily="18" charset="0"/>
                                                  <a:ea typeface="+mn-ea"/>
                                                  <a:cs typeface="+mn-cs"/>
                                                </a:rPr>
                                                <m:t>𝑋</m:t>
                                              </m:r>
                                            </m:e>
                                          </m:nary>
                                        </m:e>
                                      </m:d>
                                    </m:e>
                                    <m:sup>
                                      <m:r>
                                        <a:rPr lang="en-IN" sz="4330" b="0" i="1" kern="1200">
                                          <a:solidFill>
                                            <a:prstClr val="black"/>
                                          </a:solidFill>
                                          <a:latin typeface="Cambria Math" panose="02040503050406030204" pitchFamily="18" charset="0"/>
                                          <a:ea typeface="+mn-ea"/>
                                          <a:cs typeface="+mn-cs"/>
                                        </a:rPr>
                                        <m:t>2</m:t>
                                      </m:r>
                                    </m:sup>
                                  </m:sSup>
                                </m:e>
                              </m:nary>
                            </m:e>
                          </m:rad>
                          <m:rad>
                            <m:radPr>
                              <m:degHide m:val="on"/>
                              <m:ctrlPr>
                                <a:rPr lang="en-IN" sz="4330" i="1" kern="1200">
                                  <a:solidFill>
                                    <a:prstClr val="black"/>
                                  </a:solidFill>
                                  <a:latin typeface="Cambria Math" panose="02040503050406030204" pitchFamily="18" charset="0"/>
                                  <a:ea typeface="+mn-ea"/>
                                  <a:cs typeface="+mn-cs"/>
                                </a:rPr>
                              </m:ctrlPr>
                            </m:radPr>
                            <m:deg/>
                            <m:e>
                              <m:r>
                                <a:rPr lang="en-IN" sz="4330" b="0" i="1" kern="1200">
                                  <a:solidFill>
                                    <a:prstClr val="black"/>
                                  </a:solidFill>
                                  <a:latin typeface="Cambria Math" panose="02040503050406030204" pitchFamily="18" charset="0"/>
                                  <a:ea typeface="+mn-ea"/>
                                  <a:cs typeface="+mn-cs"/>
                                </a:rPr>
                                <m:t>𝑛</m:t>
                              </m:r>
                              <m:nary>
                                <m:naryPr>
                                  <m:chr m:val="∑"/>
                                  <m:subHide m:val="on"/>
                                  <m:supHide m:val="on"/>
                                  <m:ctrlPr>
                                    <a:rPr lang="en-IN" sz="4330" i="1" kern="1200">
                                      <a:solidFill>
                                        <a:prstClr val="black"/>
                                      </a:solidFill>
                                      <a:latin typeface="Cambria Math" panose="02040503050406030204" pitchFamily="18" charset="0"/>
                                      <a:ea typeface="+mn-ea"/>
                                      <a:cs typeface="+mn-cs"/>
                                    </a:rPr>
                                  </m:ctrlPr>
                                </m:naryPr>
                                <m:sub/>
                                <m:sup/>
                                <m:e>
                                  <m:sSup>
                                    <m:sSupPr>
                                      <m:ctrlPr>
                                        <a:rPr lang="en-IN" sz="4330" i="1" kern="1200">
                                          <a:solidFill>
                                            <a:prstClr val="black"/>
                                          </a:solidFill>
                                          <a:latin typeface="Cambria Math" panose="02040503050406030204" pitchFamily="18" charset="0"/>
                                          <a:ea typeface="+mn-ea"/>
                                          <a:cs typeface="+mn-cs"/>
                                        </a:rPr>
                                      </m:ctrlPr>
                                    </m:sSupPr>
                                    <m:e>
                                      <m:r>
                                        <a:rPr lang="en-IN" sz="4330" b="0" i="1" kern="1200">
                                          <a:solidFill>
                                            <a:prstClr val="black"/>
                                          </a:solidFill>
                                          <a:latin typeface="Cambria Math" panose="02040503050406030204" pitchFamily="18" charset="0"/>
                                          <a:ea typeface="+mn-ea"/>
                                          <a:cs typeface="+mn-cs"/>
                                        </a:rPr>
                                        <m:t>𝑌</m:t>
                                      </m:r>
                                    </m:e>
                                    <m:sup>
                                      <m:r>
                                        <a:rPr lang="en-IN" sz="4330" b="0" i="1" kern="1200">
                                          <a:solidFill>
                                            <a:prstClr val="black"/>
                                          </a:solidFill>
                                          <a:latin typeface="Cambria Math" panose="02040503050406030204" pitchFamily="18" charset="0"/>
                                          <a:ea typeface="+mn-ea"/>
                                          <a:cs typeface="+mn-cs"/>
                                        </a:rPr>
                                        <m:t>2</m:t>
                                      </m:r>
                                    </m:sup>
                                  </m:sSup>
                                  <m:r>
                                    <a:rPr lang="en-IN" sz="4330" b="0" i="1" kern="1200">
                                      <a:solidFill>
                                        <a:prstClr val="black"/>
                                      </a:solidFill>
                                      <a:latin typeface="Cambria Math" panose="02040503050406030204" pitchFamily="18" charset="0"/>
                                      <a:ea typeface="+mn-ea"/>
                                      <a:cs typeface="+mn-cs"/>
                                    </a:rPr>
                                    <m:t>−</m:t>
                                  </m:r>
                                  <m:sSup>
                                    <m:sSupPr>
                                      <m:ctrlPr>
                                        <a:rPr lang="en-IN" sz="4330" i="1" kern="1200">
                                          <a:solidFill>
                                            <a:prstClr val="black"/>
                                          </a:solidFill>
                                          <a:latin typeface="Cambria Math" panose="02040503050406030204" pitchFamily="18" charset="0"/>
                                          <a:ea typeface="+mn-ea"/>
                                          <a:cs typeface="+mn-cs"/>
                                        </a:rPr>
                                      </m:ctrlPr>
                                    </m:sSupPr>
                                    <m:e>
                                      <m:d>
                                        <m:dPr>
                                          <m:ctrlPr>
                                            <a:rPr lang="en-IN" sz="4330" i="1" kern="1200">
                                              <a:solidFill>
                                                <a:prstClr val="black"/>
                                              </a:solidFill>
                                              <a:latin typeface="Cambria Math" panose="02040503050406030204" pitchFamily="18" charset="0"/>
                                              <a:ea typeface="+mn-ea"/>
                                              <a:cs typeface="+mn-cs"/>
                                            </a:rPr>
                                          </m:ctrlPr>
                                        </m:dPr>
                                        <m:e>
                                          <m:nary>
                                            <m:naryPr>
                                              <m:chr m:val="∑"/>
                                              <m:subHide m:val="on"/>
                                              <m:supHide m:val="on"/>
                                              <m:ctrlPr>
                                                <a:rPr lang="en-IN" sz="4330" i="1" kern="1200">
                                                  <a:solidFill>
                                                    <a:prstClr val="black"/>
                                                  </a:solidFill>
                                                  <a:latin typeface="Cambria Math" panose="02040503050406030204" pitchFamily="18" charset="0"/>
                                                  <a:ea typeface="+mn-ea"/>
                                                  <a:cs typeface="+mn-cs"/>
                                                </a:rPr>
                                              </m:ctrlPr>
                                            </m:naryPr>
                                            <m:sub/>
                                            <m:sup/>
                                            <m:e>
                                              <m:r>
                                                <a:rPr lang="en-IN" sz="4330" b="0" i="1" kern="1200">
                                                  <a:solidFill>
                                                    <a:prstClr val="black"/>
                                                  </a:solidFill>
                                                  <a:latin typeface="Cambria Math" panose="02040503050406030204" pitchFamily="18" charset="0"/>
                                                  <a:ea typeface="+mn-ea"/>
                                                  <a:cs typeface="+mn-cs"/>
                                                </a:rPr>
                                                <m:t>𝑌</m:t>
                                              </m:r>
                                            </m:e>
                                          </m:nary>
                                        </m:e>
                                      </m:d>
                                    </m:e>
                                    <m:sup>
                                      <m:r>
                                        <a:rPr lang="en-IN" sz="4330" b="0" i="1" kern="1200">
                                          <a:solidFill>
                                            <a:prstClr val="black"/>
                                          </a:solidFill>
                                          <a:latin typeface="Cambria Math" panose="02040503050406030204" pitchFamily="18" charset="0"/>
                                          <a:ea typeface="+mn-ea"/>
                                          <a:cs typeface="+mn-cs"/>
                                        </a:rPr>
                                        <m:t>2</m:t>
                                      </m:r>
                                    </m:sup>
                                  </m:sSup>
                                </m:e>
                              </m:nary>
                            </m:e>
                          </m:rad>
                        </m:den>
                      </m:f>
                    </m:oMath>
                  </m:oMathPara>
                </a14:m>
                <a:endParaRPr lang="en-IN" sz="4330" kern="1200" dirty="0">
                  <a:solidFill>
                    <a:prstClr val="black"/>
                  </a:solidFill>
                  <a:latin typeface="Calibri"/>
                  <a:ea typeface="+mn-ea"/>
                  <a:cs typeface="+mn-cs"/>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221464" y="1217547"/>
                <a:ext cx="9692012" cy="1567865"/>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213201" y="3339391"/>
                <a:ext cx="9433736" cy="1531445"/>
              </a:xfrm>
              <a:prstGeom prst="rect">
                <a:avLst/>
              </a:prstGeom>
              <a:noFill/>
            </p:spPr>
            <p:txBody>
              <a:bodyPr wrap="none" lIns="0" tIns="0" rIns="0" bIns="0" rtlCol="0">
                <a:spAutoFit/>
              </a:bodyPr>
              <a:lstStyle/>
              <a:p>
                <a:pPr defTabSz="837718">
                  <a:buClrTx/>
                </a:pPr>
                <a14:m>
                  <m:oMathPara xmlns:m="http://schemas.openxmlformats.org/officeDocument/2006/math">
                    <m:oMathParaPr>
                      <m:jc m:val="centerGroup"/>
                    </m:oMathParaPr>
                    <m:oMath xmlns:m="http://schemas.openxmlformats.org/officeDocument/2006/math">
                      <m:r>
                        <a:rPr lang="en-IN" sz="4330" i="1" kern="1200">
                          <a:solidFill>
                            <a:prstClr val="black"/>
                          </a:solidFill>
                          <a:latin typeface="Cambria Math" panose="02040503050406030204" pitchFamily="18" charset="0"/>
                          <a:ea typeface="+mn-ea"/>
                          <a:cs typeface="+mn-cs"/>
                        </a:rPr>
                        <m:t>𝑟</m:t>
                      </m:r>
                      <m:r>
                        <a:rPr lang="en-IN" sz="4330" i="1" kern="1200">
                          <a:solidFill>
                            <a:prstClr val="black"/>
                          </a:solidFill>
                          <a:latin typeface="Cambria Math" panose="02040503050406030204" pitchFamily="18" charset="0"/>
                          <a:ea typeface="+mn-ea"/>
                          <a:cs typeface="+mn-cs"/>
                        </a:rPr>
                        <m:t>=</m:t>
                      </m:r>
                      <m:f>
                        <m:fPr>
                          <m:ctrlPr>
                            <a:rPr lang="en-IN" sz="4330" i="1" kern="1200">
                              <a:solidFill>
                                <a:prstClr val="black"/>
                              </a:solidFill>
                              <a:latin typeface="Cambria Math" panose="02040503050406030204" pitchFamily="18" charset="0"/>
                              <a:ea typeface="+mn-ea"/>
                              <a:cs typeface="+mn-cs"/>
                            </a:rPr>
                          </m:ctrlPr>
                        </m:fPr>
                        <m:num>
                          <m:r>
                            <a:rPr lang="en-IN" sz="4330" i="1" kern="1200">
                              <a:solidFill>
                                <a:prstClr val="black"/>
                              </a:solidFill>
                              <a:latin typeface="Cambria Math" panose="02040503050406030204" pitchFamily="18" charset="0"/>
                              <a:ea typeface="+mn-ea"/>
                              <a:cs typeface="+mn-cs"/>
                            </a:rPr>
                            <m:t>6∗461−41∗66</m:t>
                          </m:r>
                        </m:num>
                        <m:den>
                          <m:rad>
                            <m:radPr>
                              <m:degHide m:val="on"/>
                              <m:ctrlPr>
                                <a:rPr lang="en-IN" sz="4330" i="1" kern="1200">
                                  <a:solidFill>
                                    <a:prstClr val="black"/>
                                  </a:solidFill>
                                  <a:latin typeface="Cambria Math" panose="02040503050406030204" pitchFamily="18" charset="0"/>
                                  <a:ea typeface="+mn-ea"/>
                                  <a:cs typeface="+mn-cs"/>
                                </a:rPr>
                              </m:ctrlPr>
                            </m:radPr>
                            <m:deg/>
                            <m:e>
                              <m:r>
                                <a:rPr lang="en-IN" sz="4330" i="1" kern="1200">
                                  <a:solidFill>
                                    <a:prstClr val="black"/>
                                  </a:solidFill>
                                  <a:latin typeface="Cambria Math" panose="02040503050406030204" pitchFamily="18" charset="0"/>
                                  <a:ea typeface="+mn-ea"/>
                                  <a:cs typeface="+mn-cs"/>
                                </a:rPr>
                                <m:t>6∗291−(</m:t>
                              </m:r>
                              <m:sSup>
                                <m:sSupPr>
                                  <m:ctrlPr>
                                    <a:rPr lang="en-IN" sz="4330" i="1" kern="1200">
                                      <a:solidFill>
                                        <a:prstClr val="black"/>
                                      </a:solidFill>
                                      <a:latin typeface="Cambria Math" panose="02040503050406030204" pitchFamily="18" charset="0"/>
                                      <a:ea typeface="+mn-ea"/>
                                      <a:cs typeface="+mn-cs"/>
                                    </a:rPr>
                                  </m:ctrlPr>
                                </m:sSupPr>
                                <m:e>
                                  <m:r>
                                    <a:rPr lang="en-IN" sz="4330" i="1" kern="1200">
                                      <a:solidFill>
                                        <a:prstClr val="black"/>
                                      </a:solidFill>
                                      <a:latin typeface="Cambria Math" panose="02040503050406030204" pitchFamily="18" charset="0"/>
                                      <a:ea typeface="+mn-ea"/>
                                      <a:cs typeface="+mn-cs"/>
                                    </a:rPr>
                                    <m:t>41)</m:t>
                                  </m:r>
                                </m:e>
                                <m:sup>
                                  <m:r>
                                    <a:rPr lang="en-IN" sz="4330" i="1" kern="1200">
                                      <a:solidFill>
                                        <a:prstClr val="black"/>
                                      </a:solidFill>
                                      <a:latin typeface="Cambria Math" panose="02040503050406030204" pitchFamily="18" charset="0"/>
                                      <a:ea typeface="+mn-ea"/>
                                      <a:cs typeface="+mn-cs"/>
                                    </a:rPr>
                                    <m:t>2</m:t>
                                  </m:r>
                                </m:sup>
                              </m:sSup>
                            </m:e>
                          </m:rad>
                          <m:rad>
                            <m:radPr>
                              <m:degHide m:val="on"/>
                              <m:ctrlPr>
                                <a:rPr lang="en-IN" sz="4330" i="1" kern="1200">
                                  <a:solidFill>
                                    <a:prstClr val="black"/>
                                  </a:solidFill>
                                  <a:latin typeface="Cambria Math" panose="02040503050406030204" pitchFamily="18" charset="0"/>
                                  <a:ea typeface="+mn-ea"/>
                                  <a:cs typeface="+mn-cs"/>
                                </a:rPr>
                              </m:ctrlPr>
                            </m:radPr>
                            <m:deg/>
                            <m:e>
                              <m:r>
                                <a:rPr lang="en-IN" sz="4330" i="1" kern="1200">
                                  <a:solidFill>
                                    <a:prstClr val="black"/>
                                  </a:solidFill>
                                  <a:latin typeface="Cambria Math" panose="02040503050406030204" pitchFamily="18" charset="0"/>
                                  <a:ea typeface="+mn-ea"/>
                                  <a:cs typeface="+mn-cs"/>
                                </a:rPr>
                                <m:t>6∗742−(</m:t>
                              </m:r>
                              <m:sSup>
                                <m:sSupPr>
                                  <m:ctrlPr>
                                    <a:rPr lang="en-IN" sz="4330" i="1" kern="1200">
                                      <a:solidFill>
                                        <a:prstClr val="black"/>
                                      </a:solidFill>
                                      <a:latin typeface="Cambria Math" panose="02040503050406030204" pitchFamily="18" charset="0"/>
                                      <a:ea typeface="+mn-ea"/>
                                      <a:cs typeface="+mn-cs"/>
                                    </a:rPr>
                                  </m:ctrlPr>
                                </m:sSupPr>
                                <m:e>
                                  <m:r>
                                    <a:rPr lang="en-IN" sz="4330" i="1" kern="1200">
                                      <a:solidFill>
                                        <a:prstClr val="black"/>
                                      </a:solidFill>
                                      <a:latin typeface="Cambria Math" panose="02040503050406030204" pitchFamily="18" charset="0"/>
                                      <a:ea typeface="+mn-ea"/>
                                      <a:cs typeface="+mn-cs"/>
                                    </a:rPr>
                                    <m:t>66)</m:t>
                                  </m:r>
                                </m:e>
                                <m:sup>
                                  <m:r>
                                    <a:rPr lang="en-IN" sz="4330" i="1" kern="1200">
                                      <a:solidFill>
                                        <a:prstClr val="black"/>
                                      </a:solidFill>
                                      <a:latin typeface="Cambria Math" panose="02040503050406030204" pitchFamily="18" charset="0"/>
                                      <a:ea typeface="+mn-ea"/>
                                      <a:cs typeface="+mn-cs"/>
                                    </a:rPr>
                                    <m:t>2</m:t>
                                  </m:r>
                                </m:sup>
                              </m:sSup>
                            </m:e>
                          </m:rad>
                        </m:den>
                      </m:f>
                    </m:oMath>
                  </m:oMathPara>
                </a14:m>
                <a:endParaRPr lang="en-IN" sz="4330" kern="1200" dirty="0">
                  <a:solidFill>
                    <a:prstClr val="black"/>
                  </a:solidFill>
                  <a:latin typeface="Calibri"/>
                  <a:ea typeface="+mn-ea"/>
                  <a:cs typeface="+mn-cs"/>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1213201" y="3339391"/>
                <a:ext cx="9433736" cy="1531445"/>
              </a:xfrm>
              <a:prstGeom prst="rect">
                <a:avLst/>
              </a:prstGeom>
              <a:blipFill>
                <a:blip r:embed="rId3"/>
                <a:stretch>
                  <a:fillRect/>
                </a:stretch>
              </a:blipFill>
            </p:spPr>
            <p:txBody>
              <a:bodyPr/>
              <a:lstStyle/>
              <a:p>
                <a:r>
                  <a:rPr lang="en-IN">
                    <a:noFill/>
                  </a:rPr>
                  <a:t> </a:t>
                </a:r>
              </a:p>
            </p:txBody>
          </p:sp>
        </mc:Fallback>
      </mc:AlternateContent>
      <p:sp>
        <p:nvSpPr>
          <p:cNvPr id="2" name="Title 2">
            <a:extLst>
              <a:ext uri="{FF2B5EF4-FFF2-40B4-BE49-F238E27FC236}">
                <a16:creationId xmlns:a16="http://schemas.microsoft.com/office/drawing/2014/main" id="{708DD34A-D03A-C7BA-D40A-5254C09BDE96}"/>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200" b="1" dirty="0">
                <a:solidFill>
                  <a:schemeClr val="bg1"/>
                </a:solidFill>
                <a:latin typeface="+mn-lt"/>
                <a:cs typeface="Helvetica" panose="020B0604020202020204" pitchFamily="34" charset="0"/>
              </a:rPr>
              <a:t>Karl Pearson’s Correlation coefficient</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7E139EE4-7122-D774-8217-2C4D640C1A9C}"/>
                  </a:ext>
                </a:extLst>
              </p14:cNvPr>
              <p14:cNvContentPartPr/>
              <p14:nvPr/>
            </p14:nvContentPartPr>
            <p14:xfrm>
              <a:off x="854143" y="5874935"/>
              <a:ext cx="8559360" cy="499320"/>
            </p14:xfrm>
          </p:contentPart>
        </mc:Choice>
        <mc:Fallback>
          <p:pic>
            <p:nvPicPr>
              <p:cNvPr id="3" name="Ink 2">
                <a:extLst>
                  <a:ext uri="{FF2B5EF4-FFF2-40B4-BE49-F238E27FC236}">
                    <a16:creationId xmlns:a16="http://schemas.microsoft.com/office/drawing/2014/main" id="{7E139EE4-7122-D774-8217-2C4D640C1A9C}"/>
                  </a:ext>
                </a:extLst>
              </p:cNvPr>
              <p:cNvPicPr/>
              <p:nvPr/>
            </p:nvPicPr>
            <p:blipFill>
              <a:blip r:embed="rId5"/>
              <a:stretch>
                <a:fillRect/>
              </a:stretch>
            </p:blipFill>
            <p:spPr>
              <a:xfrm>
                <a:off x="848023" y="5868815"/>
                <a:ext cx="8571600" cy="511560"/>
              </a:xfrm>
              <a:prstGeom prst="rect">
                <a:avLst/>
              </a:prstGeom>
            </p:spPr>
          </p:pic>
        </mc:Fallback>
      </mc:AlternateContent>
    </p:spTree>
    <p:extLst>
      <p:ext uri="{BB962C8B-B14F-4D97-AF65-F5344CB8AC3E}">
        <p14:creationId xmlns:p14="http://schemas.microsoft.com/office/powerpoint/2010/main" val="2514711689"/>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5" fill="hold" grpId="0"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randombar(vertical)">
                                      <p:cBhvr>
                                        <p:cTn id="13" dur="500"/>
                                        <p:tgtEl>
                                          <p:spTgt spid="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P spid="9" grpId="0"/>
      <p:bldP spid="10"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3" name="Rectangle 6"/>
          <p:cNvSpPr>
            <a:spLocks noChangeArrowheads="1"/>
          </p:cNvSpPr>
          <p:nvPr/>
        </p:nvSpPr>
        <p:spPr bwMode="auto">
          <a:xfrm>
            <a:off x="597849" y="1240951"/>
            <a:ext cx="10480759" cy="429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108678" tIns="54339" rIns="108678" bIns="54339">
            <a:spAutoFit/>
          </a:bodyPr>
          <a:lstStyle>
            <a:lvl1pPr>
              <a:spcBef>
                <a:spcPct val="20000"/>
              </a:spcBef>
              <a:buClr>
                <a:schemeClr val="tx2"/>
              </a:buClr>
              <a:buSzPct val="65000"/>
              <a:buFont typeface="Monotype Sorts" pitchFamily="2" charset="2"/>
              <a:buChar char="n"/>
              <a:defRPr kumimoji="1" sz="2800">
                <a:solidFill>
                  <a:schemeClr val="tx1"/>
                </a:solidFill>
                <a:latin typeface="Arial" charset="0"/>
              </a:defRPr>
            </a:lvl1pPr>
            <a:lvl2pPr marL="742950" indent="-285750">
              <a:spcBef>
                <a:spcPct val="20000"/>
              </a:spcBef>
              <a:buClr>
                <a:schemeClr val="tx2"/>
              </a:buClr>
              <a:buChar char="–"/>
              <a:defRPr kumimoji="1" sz="2400">
                <a:solidFill>
                  <a:schemeClr val="tx1"/>
                </a:solidFill>
                <a:latin typeface="Arial" charset="0"/>
              </a:defRPr>
            </a:lvl2pPr>
            <a:lvl3pPr marL="1143000" indent="-228600">
              <a:spcBef>
                <a:spcPct val="20000"/>
              </a:spcBef>
              <a:buClr>
                <a:schemeClr val="tx2"/>
              </a:buClr>
              <a:buSzPct val="75000"/>
              <a:buFont typeface="Monotype Sorts" pitchFamily="2" charset="2"/>
              <a:buChar char="&lt;"/>
              <a:defRPr kumimoji="1" sz="2000">
                <a:solidFill>
                  <a:schemeClr val="tx1"/>
                </a:solidFill>
                <a:latin typeface="Arial" charset="0"/>
              </a:defRPr>
            </a:lvl3pPr>
            <a:lvl4pPr marL="1600200" indent="-228600">
              <a:spcBef>
                <a:spcPct val="20000"/>
              </a:spcBef>
              <a:buClr>
                <a:schemeClr val="tx2"/>
              </a:buClr>
              <a:buChar char="–"/>
              <a:defRPr kumimoji="1" sz="2000">
                <a:solidFill>
                  <a:schemeClr val="tx1"/>
                </a:solidFill>
                <a:latin typeface="Arial" charset="0"/>
              </a:defRPr>
            </a:lvl4pPr>
            <a:lvl5pPr marL="2057400" indent="-228600">
              <a:spcBef>
                <a:spcPct val="20000"/>
              </a:spcBef>
              <a:buClr>
                <a:schemeClr val="tx2"/>
              </a:buClr>
              <a:buChar char="–"/>
              <a:defRPr kumimoji="1" sz="1600">
                <a:solidFill>
                  <a:schemeClr val="tx1"/>
                </a:solidFill>
                <a:latin typeface="Arial" charset="0"/>
              </a:defRPr>
            </a:lvl5pPr>
            <a:lvl6pPr marL="2514600" indent="-228600" eaLnBrk="0" fontAlgn="base" hangingPunct="0">
              <a:spcBef>
                <a:spcPct val="20000"/>
              </a:spcBef>
              <a:spcAft>
                <a:spcPct val="0"/>
              </a:spcAft>
              <a:buClr>
                <a:schemeClr val="tx2"/>
              </a:buClr>
              <a:buChar char="–"/>
              <a:defRPr kumimoji="1" sz="1600">
                <a:solidFill>
                  <a:schemeClr val="tx1"/>
                </a:solidFill>
                <a:latin typeface="Arial" charset="0"/>
              </a:defRPr>
            </a:lvl6pPr>
            <a:lvl7pPr marL="2971800" indent="-228600" eaLnBrk="0" fontAlgn="base" hangingPunct="0">
              <a:spcBef>
                <a:spcPct val="20000"/>
              </a:spcBef>
              <a:spcAft>
                <a:spcPct val="0"/>
              </a:spcAft>
              <a:buClr>
                <a:schemeClr val="tx2"/>
              </a:buClr>
              <a:buChar char="–"/>
              <a:defRPr kumimoji="1" sz="1600">
                <a:solidFill>
                  <a:schemeClr val="tx1"/>
                </a:solidFill>
                <a:latin typeface="Arial" charset="0"/>
              </a:defRPr>
            </a:lvl7pPr>
            <a:lvl8pPr marL="3429000" indent="-228600" eaLnBrk="0" fontAlgn="base" hangingPunct="0">
              <a:spcBef>
                <a:spcPct val="20000"/>
              </a:spcBef>
              <a:spcAft>
                <a:spcPct val="0"/>
              </a:spcAft>
              <a:buClr>
                <a:schemeClr val="tx2"/>
              </a:buClr>
              <a:buChar char="–"/>
              <a:defRPr kumimoji="1" sz="1600">
                <a:solidFill>
                  <a:schemeClr val="tx1"/>
                </a:solidFill>
                <a:latin typeface="Arial" charset="0"/>
              </a:defRPr>
            </a:lvl8pPr>
            <a:lvl9pPr marL="3886200" indent="-228600" eaLnBrk="0" fontAlgn="base" hangingPunct="0">
              <a:spcBef>
                <a:spcPct val="20000"/>
              </a:spcBef>
              <a:spcAft>
                <a:spcPct val="0"/>
              </a:spcAft>
              <a:buClr>
                <a:schemeClr val="tx2"/>
              </a:buClr>
              <a:buChar char="–"/>
              <a:defRPr kumimoji="1" sz="1600">
                <a:solidFill>
                  <a:schemeClr val="tx1"/>
                </a:solidFill>
                <a:latin typeface="Arial" charset="0"/>
              </a:defRPr>
            </a:lvl9pPr>
          </a:lstStyle>
          <a:p>
            <a:pPr defTabSz="837718">
              <a:spcBef>
                <a:spcPct val="0"/>
              </a:spcBef>
              <a:buClrTx/>
              <a:buSzTx/>
              <a:buNone/>
            </a:pPr>
            <a:r>
              <a:rPr kumimoji="0" lang="en-US" altLang="en-US" sz="2078" b="1" kern="1200" dirty="0">
                <a:solidFill>
                  <a:prstClr val="black"/>
                </a:solidFill>
                <a:latin typeface="Helvetica Neue"/>
                <a:ea typeface="+mn-ea"/>
                <a:cs typeface="+mn-cs"/>
              </a:rPr>
              <a:t>Example: Relationship between anxiety and test Scores</a:t>
            </a:r>
          </a:p>
        </p:txBody>
      </p:sp>
      <p:graphicFrame>
        <p:nvGraphicFramePr>
          <p:cNvPr id="5" name="Group 65"/>
          <p:cNvGraphicFramePr>
            <a:graphicFrameLocks/>
          </p:cNvGraphicFramePr>
          <p:nvPr/>
        </p:nvGraphicFramePr>
        <p:xfrm>
          <a:off x="911263" y="1769793"/>
          <a:ext cx="10480758" cy="4625382"/>
        </p:xfrm>
        <a:graphic>
          <a:graphicData uri="http://schemas.openxmlformats.org/drawingml/2006/table">
            <a:tbl>
              <a:tblPr/>
              <a:tblGrid>
                <a:gridCol w="2133522">
                  <a:extLst>
                    <a:ext uri="{9D8B030D-6E8A-4147-A177-3AD203B41FA5}">
                      <a16:colId xmlns:a16="http://schemas.microsoft.com/office/drawing/2014/main" val="20000"/>
                    </a:ext>
                  </a:extLst>
                </a:gridCol>
                <a:gridCol w="1940951">
                  <a:extLst>
                    <a:ext uri="{9D8B030D-6E8A-4147-A177-3AD203B41FA5}">
                      <a16:colId xmlns:a16="http://schemas.microsoft.com/office/drawing/2014/main" val="20001"/>
                    </a:ext>
                  </a:extLst>
                </a:gridCol>
                <a:gridCol w="2173561">
                  <a:extLst>
                    <a:ext uri="{9D8B030D-6E8A-4147-A177-3AD203B41FA5}">
                      <a16:colId xmlns:a16="http://schemas.microsoft.com/office/drawing/2014/main" val="20002"/>
                    </a:ext>
                  </a:extLst>
                </a:gridCol>
                <a:gridCol w="2173561">
                  <a:extLst>
                    <a:ext uri="{9D8B030D-6E8A-4147-A177-3AD203B41FA5}">
                      <a16:colId xmlns:a16="http://schemas.microsoft.com/office/drawing/2014/main" val="20003"/>
                    </a:ext>
                  </a:extLst>
                </a:gridCol>
                <a:gridCol w="2059163">
                  <a:extLst>
                    <a:ext uri="{9D8B030D-6E8A-4147-A177-3AD203B41FA5}">
                      <a16:colId xmlns:a16="http://schemas.microsoft.com/office/drawing/2014/main" val="20004"/>
                    </a:ext>
                  </a:extLst>
                </a:gridCol>
              </a:tblGrid>
              <a:tr h="904320">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1" i="0" u="none" strike="noStrike" cap="none" normalizeH="0" baseline="0" dirty="0">
                          <a:ln>
                            <a:noFill/>
                          </a:ln>
                          <a:solidFill>
                            <a:schemeClr val="tx1"/>
                          </a:solidFill>
                          <a:effectLst/>
                          <a:latin typeface="Arial" pitchFamily="34" charset="0"/>
                          <a:cs typeface="Arial" pitchFamily="34" charset="0"/>
                        </a:rPr>
                        <a:t>Anxiety </a:t>
                      </a:r>
                    </a:p>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1" i="0" u="none" strike="noStrike" cap="none" normalizeH="0" baseline="0" dirty="0">
                          <a:ln>
                            <a:noFill/>
                          </a:ln>
                          <a:solidFill>
                            <a:schemeClr val="tx1"/>
                          </a:solidFill>
                          <a:effectLst/>
                          <a:latin typeface="Arial" pitchFamily="34" charset="0"/>
                          <a:cs typeface="Arial" pitchFamily="34" charset="0"/>
                        </a:rPr>
                        <a:t>(X)</a:t>
                      </a:r>
                    </a:p>
                  </a:txBody>
                  <a:tcPr marL="121618" marR="121618"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400" b="1" i="0" u="none" strike="noStrike" cap="none" normalizeH="0" baseline="0" dirty="0">
                          <a:ln>
                            <a:noFill/>
                          </a:ln>
                          <a:solidFill>
                            <a:schemeClr val="tx1"/>
                          </a:solidFill>
                          <a:effectLst/>
                          <a:latin typeface="Arial" pitchFamily="34" charset="0"/>
                          <a:cs typeface="Arial" pitchFamily="34" charset="0"/>
                        </a:rPr>
                        <a:t>Test score (Y)</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X</a:t>
                      </a:r>
                      <a:r>
                        <a:rPr kumimoji="0" lang="en-US" sz="2800" b="1" i="0" u="none" strike="noStrike" cap="none" normalizeH="0" baseline="30000">
                          <a:ln>
                            <a:noFill/>
                          </a:ln>
                          <a:solidFill>
                            <a:schemeClr val="tx1"/>
                          </a:solidFill>
                          <a:effectLst/>
                          <a:latin typeface="Arial" pitchFamily="34" charset="0"/>
                          <a:cs typeface="Arial" pitchFamily="34" charset="0"/>
                        </a:rPr>
                        <a:t>2</a:t>
                      </a:r>
                      <a:endParaRPr kumimoji="0" lang="en-US" sz="2800" b="1" i="0" u="none" strike="noStrike" cap="none" normalizeH="0" baseline="0">
                        <a:ln>
                          <a:noFill/>
                        </a:ln>
                        <a:solidFill>
                          <a:schemeClr val="tx1"/>
                        </a:solidFill>
                        <a:effectLst/>
                        <a:latin typeface="Arial" pitchFamily="34" charset="0"/>
                        <a:cs typeface="Arial" pitchFamily="34" charset="0"/>
                      </a:endParaRP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Y</a:t>
                      </a:r>
                      <a:r>
                        <a:rPr kumimoji="0" lang="en-US" sz="2800" b="1" i="0" u="none" strike="noStrike" cap="none" normalizeH="0" baseline="30000">
                          <a:ln>
                            <a:noFill/>
                          </a:ln>
                          <a:solidFill>
                            <a:schemeClr val="tx1"/>
                          </a:solidFill>
                          <a:effectLst/>
                          <a:latin typeface="Arial" pitchFamily="34" charset="0"/>
                          <a:cs typeface="Arial" pitchFamily="34" charset="0"/>
                        </a:rPr>
                        <a:t>2</a:t>
                      </a:r>
                      <a:endParaRPr kumimoji="0" lang="en-US" sz="2800" b="1" i="0" u="none" strike="noStrike" cap="none" normalizeH="0" baseline="0">
                        <a:ln>
                          <a:noFill/>
                        </a:ln>
                        <a:solidFill>
                          <a:schemeClr val="tx1"/>
                        </a:solidFill>
                        <a:effectLst/>
                        <a:latin typeface="Arial" pitchFamily="34" charset="0"/>
                        <a:cs typeface="Arial" pitchFamily="34" charset="0"/>
                      </a:endParaRP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dirty="0">
                          <a:ln>
                            <a:noFill/>
                          </a:ln>
                          <a:solidFill>
                            <a:schemeClr val="tx1"/>
                          </a:solidFill>
                          <a:effectLst/>
                          <a:latin typeface="Arial" pitchFamily="34" charset="0"/>
                          <a:cs typeface="Arial" pitchFamily="34" charset="0"/>
                        </a:rPr>
                        <a:t>XY</a:t>
                      </a:r>
                    </a:p>
                  </a:txBody>
                  <a:tcPr marL="121618" marR="121618"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142">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10</a:t>
                      </a:r>
                    </a:p>
                  </a:txBody>
                  <a:tcPr marL="121618" marR="121618"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2</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100</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4</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20</a:t>
                      </a:r>
                    </a:p>
                  </a:txBody>
                  <a:tcPr marL="121618" marR="121618"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142">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8</a:t>
                      </a:r>
                    </a:p>
                  </a:txBody>
                  <a:tcPr marL="121618" marR="121618"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3</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64</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9</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24</a:t>
                      </a:r>
                    </a:p>
                  </a:txBody>
                  <a:tcPr marL="121618" marR="121618"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142">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2</a:t>
                      </a:r>
                    </a:p>
                  </a:txBody>
                  <a:tcPr marL="121618" marR="121618"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9</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4</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81</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18</a:t>
                      </a:r>
                    </a:p>
                  </a:txBody>
                  <a:tcPr marL="121618" marR="121618"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8142">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1</a:t>
                      </a:r>
                    </a:p>
                  </a:txBody>
                  <a:tcPr marL="121618" marR="121618"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7</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1</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dirty="0">
                          <a:ln>
                            <a:noFill/>
                          </a:ln>
                          <a:solidFill>
                            <a:schemeClr val="tx1"/>
                          </a:solidFill>
                          <a:effectLst/>
                          <a:latin typeface="Arial" pitchFamily="34" charset="0"/>
                          <a:cs typeface="Arial" pitchFamily="34" charset="0"/>
                        </a:rPr>
                        <a:t>49</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7</a:t>
                      </a:r>
                    </a:p>
                  </a:txBody>
                  <a:tcPr marL="121618" marR="121618"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8142">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5</a:t>
                      </a:r>
                    </a:p>
                  </a:txBody>
                  <a:tcPr marL="121618" marR="121618"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6</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25</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36</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30</a:t>
                      </a:r>
                    </a:p>
                  </a:txBody>
                  <a:tcPr marL="121618" marR="121618"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142">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6</a:t>
                      </a:r>
                    </a:p>
                  </a:txBody>
                  <a:tcPr marL="121618" marR="121618"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5</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36</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25</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30</a:t>
                      </a:r>
                    </a:p>
                  </a:txBody>
                  <a:tcPr marL="121618" marR="121618"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12210">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dirty="0">
                          <a:ln>
                            <a:noFill/>
                          </a:ln>
                          <a:solidFill>
                            <a:schemeClr val="tx1"/>
                          </a:solidFill>
                          <a:effectLst/>
                          <a:latin typeface="Arial" pitchFamily="34" charset="0"/>
                          <a:cs typeface="Arial" pitchFamily="34" charset="0"/>
                        </a:rPr>
                        <a:t>∑X = 32</a:t>
                      </a:r>
                    </a:p>
                  </a:txBody>
                  <a:tcPr marL="121618" marR="121618" marT="45711" marB="457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dirty="0">
                          <a:ln>
                            <a:noFill/>
                          </a:ln>
                          <a:solidFill>
                            <a:schemeClr val="tx1"/>
                          </a:solidFill>
                          <a:effectLst/>
                          <a:latin typeface="Arial" pitchFamily="34" charset="0"/>
                          <a:cs typeface="Arial" pitchFamily="34" charset="0"/>
                        </a:rPr>
                        <a:t>∑Y = 32</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∑X</a:t>
                      </a:r>
                      <a:r>
                        <a:rPr kumimoji="0" lang="en-US" sz="2800" b="1" i="0" u="none" strike="noStrike" cap="none" normalizeH="0" baseline="30000">
                          <a:ln>
                            <a:noFill/>
                          </a:ln>
                          <a:solidFill>
                            <a:schemeClr val="tx1"/>
                          </a:solidFill>
                          <a:effectLst/>
                          <a:latin typeface="Arial" pitchFamily="34" charset="0"/>
                          <a:cs typeface="Arial" pitchFamily="34" charset="0"/>
                        </a:rPr>
                        <a:t>2</a:t>
                      </a:r>
                      <a:r>
                        <a:rPr kumimoji="0" lang="en-US" sz="2800" b="1" i="0" u="none" strike="noStrike" cap="none" normalizeH="0" baseline="0">
                          <a:ln>
                            <a:noFill/>
                          </a:ln>
                          <a:solidFill>
                            <a:schemeClr val="tx1"/>
                          </a:solidFill>
                          <a:effectLst/>
                          <a:latin typeface="Arial" pitchFamily="34" charset="0"/>
                          <a:cs typeface="Arial" pitchFamily="34" charset="0"/>
                        </a:rPr>
                        <a:t> = 230</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a:ln>
                            <a:noFill/>
                          </a:ln>
                          <a:solidFill>
                            <a:schemeClr val="tx1"/>
                          </a:solidFill>
                          <a:effectLst/>
                          <a:latin typeface="Arial" pitchFamily="34" charset="0"/>
                          <a:cs typeface="Arial" pitchFamily="34" charset="0"/>
                        </a:rPr>
                        <a:t>∑Y</a:t>
                      </a:r>
                      <a:r>
                        <a:rPr kumimoji="0" lang="en-US" sz="2800" b="1" i="0" u="none" strike="noStrike" cap="none" normalizeH="0" baseline="30000">
                          <a:ln>
                            <a:noFill/>
                          </a:ln>
                          <a:solidFill>
                            <a:schemeClr val="tx1"/>
                          </a:solidFill>
                          <a:effectLst/>
                          <a:latin typeface="Arial" pitchFamily="34" charset="0"/>
                          <a:cs typeface="Arial" pitchFamily="34" charset="0"/>
                        </a:rPr>
                        <a:t>2</a:t>
                      </a:r>
                      <a:r>
                        <a:rPr kumimoji="0" lang="en-US" sz="2800" b="1" i="0" u="none" strike="noStrike" cap="none" normalizeH="0" baseline="0">
                          <a:ln>
                            <a:noFill/>
                          </a:ln>
                          <a:solidFill>
                            <a:schemeClr val="tx1"/>
                          </a:solidFill>
                          <a:effectLst/>
                          <a:latin typeface="Arial" pitchFamily="34" charset="0"/>
                          <a:cs typeface="Arial" pitchFamily="34" charset="0"/>
                        </a:rPr>
                        <a:t> = 204</a:t>
                      </a:r>
                    </a:p>
                  </a:txBody>
                  <a:tcPr marL="121618" marR="121618" marT="45711" marB="4571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1"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800" b="1" i="0" u="none" strike="noStrike" cap="none" normalizeH="0" baseline="0" dirty="0">
                          <a:ln>
                            <a:noFill/>
                          </a:ln>
                          <a:solidFill>
                            <a:schemeClr val="tx1"/>
                          </a:solidFill>
                          <a:effectLst/>
                          <a:latin typeface="Arial" pitchFamily="34" charset="0"/>
                          <a:cs typeface="Arial" pitchFamily="34" charset="0"/>
                        </a:rPr>
                        <a:t>∑XY= 129</a:t>
                      </a:r>
                      <a:endParaRPr kumimoji="0" lang="en-US" sz="2800" b="1" i="0" u="none" strike="noStrike" cap="none" normalizeH="0" baseline="30000" dirty="0">
                        <a:ln>
                          <a:noFill/>
                        </a:ln>
                        <a:solidFill>
                          <a:schemeClr val="tx1"/>
                        </a:solidFill>
                        <a:effectLst/>
                        <a:latin typeface="Arial" pitchFamily="34" charset="0"/>
                        <a:cs typeface="Arial" pitchFamily="34" charset="0"/>
                      </a:endParaRPr>
                    </a:p>
                  </a:txBody>
                  <a:tcPr marL="121618" marR="121618" marT="45711" marB="457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 name="Title 2">
            <a:extLst>
              <a:ext uri="{FF2B5EF4-FFF2-40B4-BE49-F238E27FC236}">
                <a16:creationId xmlns:a16="http://schemas.microsoft.com/office/drawing/2014/main" id="{F7C2529D-96EE-A97E-DEA1-BD661D63EB1A}"/>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810" b="1" dirty="0">
                <a:solidFill>
                  <a:schemeClr val="bg1"/>
                </a:solidFill>
                <a:latin typeface="+mn-lt"/>
                <a:cs typeface="Helvetica" panose="020B0604020202020204" pitchFamily="34" charset="0"/>
              </a:rPr>
              <a:t>Karl Pearson’s Correlation coefficient</a:t>
            </a:r>
          </a:p>
        </p:txBody>
      </p:sp>
    </p:spTree>
    <p:extLst>
      <p:ext uri="{BB962C8B-B14F-4D97-AF65-F5344CB8AC3E}">
        <p14:creationId xmlns:p14="http://schemas.microsoft.com/office/powerpoint/2010/main" val="2777192122"/>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0963"/>
                                        </p:tgtEl>
                                        <p:attrNameLst>
                                          <p:attrName>style.visibility</p:attrName>
                                        </p:attrNameLst>
                                      </p:cBhvr>
                                      <p:to>
                                        <p:strVal val="visible"/>
                                      </p:to>
                                    </p:set>
                                    <p:animEffect transition="in" filter="wipe(left)">
                                      <p:cBhvr>
                                        <p:cTn id="13" dur="500"/>
                                        <p:tgtEl>
                                          <p:spTgt spid="40963"/>
                                        </p:tgtEl>
                                      </p:cBhvr>
                                    </p:animEffect>
                                  </p:childTnLst>
                                </p:cTn>
                              </p:par>
                              <p:par>
                                <p:cTn id="14" presetID="22" presetClass="entr" presetSubtype="8"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686557" y="3407821"/>
            <a:ext cx="10901554" cy="1664474"/>
          </a:xfrm>
          <a:prstGeom prst="rect">
            <a:avLst/>
          </a:prstGeom>
        </p:spPr>
      </p:pic>
      <mc:AlternateContent xmlns:mc="http://schemas.openxmlformats.org/markup-compatibility/2006" xmlns:a14="http://schemas.microsoft.com/office/drawing/2010/main">
        <mc:Choice Requires="a14">
          <p:sp>
            <p:nvSpPr>
              <p:cNvPr id="15" name="TextBox 14"/>
              <p:cNvSpPr txBox="1"/>
              <p:nvPr/>
            </p:nvSpPr>
            <p:spPr>
              <a:xfrm>
                <a:off x="1221464" y="1332712"/>
                <a:ext cx="9564157" cy="1567865"/>
              </a:xfrm>
              <a:prstGeom prst="rect">
                <a:avLst/>
              </a:prstGeom>
              <a:noFill/>
            </p:spPr>
            <p:txBody>
              <a:bodyPr wrap="none" lIns="0" tIns="0" rIns="0" bIns="0" rtlCol="0">
                <a:spAutoFit/>
              </a:bodyPr>
              <a:lstStyle/>
              <a:p>
                <a:pPr defTabSz="837718">
                  <a:buClrTx/>
                </a:pPr>
                <a14:m>
                  <m:oMathPara xmlns:m="http://schemas.openxmlformats.org/officeDocument/2006/math">
                    <m:oMathParaPr>
                      <m:jc m:val="centerGroup"/>
                    </m:oMathParaPr>
                    <m:oMath xmlns:m="http://schemas.openxmlformats.org/officeDocument/2006/math">
                      <m:r>
                        <a:rPr lang="en-IN" sz="4330" i="1" kern="1200">
                          <a:solidFill>
                            <a:prstClr val="black"/>
                          </a:solidFill>
                          <a:latin typeface="Cambria Math" panose="02040503050406030204" pitchFamily="18" charset="0"/>
                          <a:ea typeface="+mn-ea"/>
                          <a:cs typeface="+mn-cs"/>
                        </a:rPr>
                        <m:t>𝑟</m:t>
                      </m:r>
                      <m:r>
                        <a:rPr lang="en-IN" sz="4330" i="1" kern="1200">
                          <a:solidFill>
                            <a:prstClr val="black"/>
                          </a:solidFill>
                          <a:latin typeface="Cambria Math" panose="02040503050406030204" pitchFamily="18" charset="0"/>
                          <a:ea typeface="+mn-ea"/>
                          <a:cs typeface="+mn-cs"/>
                        </a:rPr>
                        <m:t>=</m:t>
                      </m:r>
                      <m:f>
                        <m:fPr>
                          <m:ctrlPr>
                            <a:rPr lang="en-IN" sz="4330" i="1" kern="1200">
                              <a:solidFill>
                                <a:prstClr val="black"/>
                              </a:solidFill>
                              <a:latin typeface="Cambria Math" panose="02040503050406030204" pitchFamily="18" charset="0"/>
                              <a:ea typeface="+mn-ea"/>
                              <a:cs typeface="+mn-cs"/>
                            </a:rPr>
                          </m:ctrlPr>
                        </m:fPr>
                        <m:num>
                          <m:r>
                            <a:rPr lang="en-IN" sz="4330" i="1" kern="1200">
                              <a:solidFill>
                                <a:prstClr val="black"/>
                              </a:solidFill>
                              <a:latin typeface="Cambria Math" panose="02040503050406030204" pitchFamily="18" charset="0"/>
                              <a:ea typeface="+mn-ea"/>
                              <a:cs typeface="+mn-cs"/>
                            </a:rPr>
                            <m:t>𝑛</m:t>
                          </m:r>
                          <m:nary>
                            <m:naryPr>
                              <m:chr m:val="∑"/>
                              <m:subHide m:val="on"/>
                              <m:supHide m:val="on"/>
                              <m:ctrlPr>
                                <a:rPr lang="en-IN" sz="4330" i="1" kern="1200">
                                  <a:solidFill>
                                    <a:prstClr val="black"/>
                                  </a:solidFill>
                                  <a:latin typeface="Cambria Math" panose="02040503050406030204" pitchFamily="18" charset="0"/>
                                  <a:ea typeface="+mn-ea"/>
                                  <a:cs typeface="+mn-cs"/>
                                </a:rPr>
                              </m:ctrlPr>
                            </m:naryPr>
                            <m:sub/>
                            <m:sup/>
                            <m:e>
                              <m:r>
                                <a:rPr lang="en-IN" sz="4330" i="1" kern="1200">
                                  <a:solidFill>
                                    <a:prstClr val="black"/>
                                  </a:solidFill>
                                  <a:latin typeface="Cambria Math" panose="02040503050406030204" pitchFamily="18" charset="0"/>
                                  <a:ea typeface="+mn-ea"/>
                                  <a:cs typeface="+mn-cs"/>
                                </a:rPr>
                                <m:t>𝑋𝑌</m:t>
                              </m:r>
                              <m:r>
                                <a:rPr lang="en-IN" sz="4330" i="1" kern="1200">
                                  <a:solidFill>
                                    <a:prstClr val="black"/>
                                  </a:solidFill>
                                  <a:latin typeface="Cambria Math" panose="02040503050406030204" pitchFamily="18" charset="0"/>
                                  <a:ea typeface="+mn-ea"/>
                                  <a:cs typeface="+mn-cs"/>
                                </a:rPr>
                                <m:t>−(</m:t>
                              </m:r>
                              <m:nary>
                                <m:naryPr>
                                  <m:chr m:val="∑"/>
                                  <m:subHide m:val="on"/>
                                  <m:supHide m:val="on"/>
                                  <m:ctrlPr>
                                    <a:rPr lang="en-IN" sz="4330" i="1" kern="1200">
                                      <a:solidFill>
                                        <a:prstClr val="black"/>
                                      </a:solidFill>
                                      <a:latin typeface="Cambria Math" panose="02040503050406030204" pitchFamily="18" charset="0"/>
                                      <a:ea typeface="+mn-ea"/>
                                      <a:cs typeface="+mn-cs"/>
                                    </a:rPr>
                                  </m:ctrlPr>
                                </m:naryPr>
                                <m:sub/>
                                <m:sup/>
                                <m:e>
                                  <m:r>
                                    <a:rPr lang="en-IN" sz="4330" i="1" kern="1200">
                                      <a:solidFill>
                                        <a:prstClr val="black"/>
                                      </a:solidFill>
                                      <a:latin typeface="Cambria Math" panose="02040503050406030204" pitchFamily="18" charset="0"/>
                                      <a:ea typeface="+mn-ea"/>
                                      <a:cs typeface="+mn-cs"/>
                                    </a:rPr>
                                    <m:t>𝑋</m:t>
                                  </m:r>
                                  <m:r>
                                    <a:rPr lang="en-IN" sz="4330" i="1" kern="1200">
                                      <a:solidFill>
                                        <a:prstClr val="black"/>
                                      </a:solidFill>
                                      <a:latin typeface="Cambria Math" panose="02040503050406030204" pitchFamily="18" charset="0"/>
                                      <a:ea typeface="+mn-ea"/>
                                      <a:cs typeface="+mn-cs"/>
                                    </a:rPr>
                                    <m:t>)(</m:t>
                                  </m:r>
                                  <m:nary>
                                    <m:naryPr>
                                      <m:chr m:val="∑"/>
                                      <m:subHide m:val="on"/>
                                      <m:supHide m:val="on"/>
                                      <m:ctrlPr>
                                        <a:rPr lang="en-IN" sz="4330" i="1" kern="1200">
                                          <a:solidFill>
                                            <a:prstClr val="black"/>
                                          </a:solidFill>
                                          <a:latin typeface="Cambria Math" panose="02040503050406030204" pitchFamily="18" charset="0"/>
                                          <a:ea typeface="+mn-ea"/>
                                          <a:cs typeface="+mn-cs"/>
                                        </a:rPr>
                                      </m:ctrlPr>
                                    </m:naryPr>
                                    <m:sub/>
                                    <m:sup/>
                                    <m:e>
                                      <m:r>
                                        <a:rPr lang="en-IN" sz="4330" i="1" kern="1200">
                                          <a:solidFill>
                                            <a:prstClr val="black"/>
                                          </a:solidFill>
                                          <a:latin typeface="Cambria Math" panose="02040503050406030204" pitchFamily="18" charset="0"/>
                                          <a:ea typeface="+mn-ea"/>
                                          <a:cs typeface="+mn-cs"/>
                                        </a:rPr>
                                        <m:t>𝑌</m:t>
                                      </m:r>
                                      <m:r>
                                        <a:rPr lang="en-IN" sz="4330" i="1" kern="1200">
                                          <a:solidFill>
                                            <a:prstClr val="black"/>
                                          </a:solidFill>
                                          <a:latin typeface="Cambria Math" panose="02040503050406030204" pitchFamily="18" charset="0"/>
                                          <a:ea typeface="+mn-ea"/>
                                          <a:cs typeface="+mn-cs"/>
                                        </a:rPr>
                                        <m:t>)</m:t>
                                      </m:r>
                                    </m:e>
                                  </m:nary>
                                </m:e>
                              </m:nary>
                            </m:e>
                          </m:nary>
                        </m:num>
                        <m:den>
                          <m:rad>
                            <m:radPr>
                              <m:degHide m:val="on"/>
                              <m:ctrlPr>
                                <a:rPr lang="en-IN" sz="4330" i="1" kern="1200">
                                  <a:solidFill>
                                    <a:prstClr val="black"/>
                                  </a:solidFill>
                                  <a:latin typeface="Cambria Math" panose="02040503050406030204" pitchFamily="18" charset="0"/>
                                  <a:ea typeface="+mn-ea"/>
                                  <a:cs typeface="+mn-cs"/>
                                </a:rPr>
                              </m:ctrlPr>
                            </m:radPr>
                            <m:deg/>
                            <m:e>
                              <m:r>
                                <a:rPr lang="en-IN" sz="4330" i="1" kern="1200">
                                  <a:solidFill>
                                    <a:prstClr val="black"/>
                                  </a:solidFill>
                                  <a:latin typeface="Cambria Math" panose="02040503050406030204" pitchFamily="18" charset="0"/>
                                  <a:ea typeface="+mn-ea"/>
                                  <a:cs typeface="+mn-cs"/>
                                </a:rPr>
                                <m:t>𝑛</m:t>
                              </m:r>
                              <m:nary>
                                <m:naryPr>
                                  <m:chr m:val="∑"/>
                                  <m:subHide m:val="on"/>
                                  <m:supHide m:val="on"/>
                                  <m:ctrlPr>
                                    <a:rPr lang="en-IN" sz="4330" i="1" kern="1200">
                                      <a:solidFill>
                                        <a:prstClr val="black"/>
                                      </a:solidFill>
                                      <a:latin typeface="Cambria Math" panose="02040503050406030204" pitchFamily="18" charset="0"/>
                                      <a:ea typeface="+mn-ea"/>
                                      <a:cs typeface="+mn-cs"/>
                                    </a:rPr>
                                  </m:ctrlPr>
                                </m:naryPr>
                                <m:sub/>
                                <m:sup/>
                                <m:e>
                                  <m:sSup>
                                    <m:sSupPr>
                                      <m:ctrlPr>
                                        <a:rPr lang="en-IN" sz="4330" i="1" kern="1200">
                                          <a:solidFill>
                                            <a:prstClr val="black"/>
                                          </a:solidFill>
                                          <a:latin typeface="Cambria Math" panose="02040503050406030204" pitchFamily="18" charset="0"/>
                                          <a:ea typeface="+mn-ea"/>
                                          <a:cs typeface="+mn-cs"/>
                                        </a:rPr>
                                      </m:ctrlPr>
                                    </m:sSupPr>
                                    <m:e>
                                      <m:r>
                                        <a:rPr lang="en-IN" sz="4330" i="1" kern="1200">
                                          <a:solidFill>
                                            <a:prstClr val="black"/>
                                          </a:solidFill>
                                          <a:latin typeface="Cambria Math" panose="02040503050406030204" pitchFamily="18" charset="0"/>
                                          <a:ea typeface="+mn-ea"/>
                                          <a:cs typeface="+mn-cs"/>
                                        </a:rPr>
                                        <m:t>𝑋</m:t>
                                      </m:r>
                                    </m:e>
                                    <m:sup>
                                      <m:r>
                                        <a:rPr lang="en-IN" sz="4330" i="1" kern="1200">
                                          <a:solidFill>
                                            <a:prstClr val="black"/>
                                          </a:solidFill>
                                          <a:latin typeface="Cambria Math" panose="02040503050406030204" pitchFamily="18" charset="0"/>
                                          <a:ea typeface="+mn-ea"/>
                                          <a:cs typeface="+mn-cs"/>
                                        </a:rPr>
                                        <m:t>2</m:t>
                                      </m:r>
                                    </m:sup>
                                  </m:sSup>
                                  <m:r>
                                    <a:rPr lang="en-IN" sz="4330" i="1" kern="1200">
                                      <a:solidFill>
                                        <a:prstClr val="black"/>
                                      </a:solidFill>
                                      <a:latin typeface="Cambria Math" panose="02040503050406030204" pitchFamily="18" charset="0"/>
                                      <a:ea typeface="+mn-ea"/>
                                      <a:cs typeface="+mn-cs"/>
                                    </a:rPr>
                                    <m:t>−</m:t>
                                  </m:r>
                                  <m:sSup>
                                    <m:sSupPr>
                                      <m:ctrlPr>
                                        <a:rPr lang="en-IN" sz="4330" i="1" kern="1200">
                                          <a:solidFill>
                                            <a:prstClr val="black"/>
                                          </a:solidFill>
                                          <a:latin typeface="Cambria Math" panose="02040503050406030204" pitchFamily="18" charset="0"/>
                                          <a:ea typeface="+mn-ea"/>
                                          <a:cs typeface="+mn-cs"/>
                                        </a:rPr>
                                      </m:ctrlPr>
                                    </m:sSupPr>
                                    <m:e>
                                      <m:d>
                                        <m:dPr>
                                          <m:ctrlPr>
                                            <a:rPr lang="en-IN" sz="4330" i="1" kern="1200">
                                              <a:solidFill>
                                                <a:prstClr val="black"/>
                                              </a:solidFill>
                                              <a:latin typeface="Cambria Math" panose="02040503050406030204" pitchFamily="18" charset="0"/>
                                              <a:ea typeface="+mn-ea"/>
                                              <a:cs typeface="+mn-cs"/>
                                            </a:rPr>
                                          </m:ctrlPr>
                                        </m:dPr>
                                        <m:e>
                                          <m:nary>
                                            <m:naryPr>
                                              <m:chr m:val="∑"/>
                                              <m:subHide m:val="on"/>
                                              <m:supHide m:val="on"/>
                                              <m:ctrlPr>
                                                <a:rPr lang="en-IN" sz="4330" i="1" kern="1200">
                                                  <a:solidFill>
                                                    <a:prstClr val="black"/>
                                                  </a:solidFill>
                                                  <a:latin typeface="Cambria Math" panose="02040503050406030204" pitchFamily="18" charset="0"/>
                                                  <a:ea typeface="+mn-ea"/>
                                                  <a:cs typeface="+mn-cs"/>
                                                </a:rPr>
                                              </m:ctrlPr>
                                            </m:naryPr>
                                            <m:sub/>
                                            <m:sup/>
                                            <m:e>
                                              <m:r>
                                                <a:rPr lang="en-IN" sz="4330" i="1" kern="1200">
                                                  <a:solidFill>
                                                    <a:prstClr val="black"/>
                                                  </a:solidFill>
                                                  <a:latin typeface="Cambria Math" panose="02040503050406030204" pitchFamily="18" charset="0"/>
                                                  <a:ea typeface="+mn-ea"/>
                                                  <a:cs typeface="+mn-cs"/>
                                                </a:rPr>
                                                <m:t>𝑋</m:t>
                                              </m:r>
                                            </m:e>
                                          </m:nary>
                                        </m:e>
                                      </m:d>
                                    </m:e>
                                    <m:sup>
                                      <m:r>
                                        <a:rPr lang="en-IN" sz="4330" i="1" kern="1200">
                                          <a:solidFill>
                                            <a:prstClr val="black"/>
                                          </a:solidFill>
                                          <a:latin typeface="Cambria Math" panose="02040503050406030204" pitchFamily="18" charset="0"/>
                                          <a:ea typeface="+mn-ea"/>
                                          <a:cs typeface="+mn-cs"/>
                                        </a:rPr>
                                        <m:t>2</m:t>
                                      </m:r>
                                    </m:sup>
                                  </m:sSup>
                                </m:e>
                              </m:nary>
                            </m:e>
                          </m:rad>
                          <m:rad>
                            <m:radPr>
                              <m:degHide m:val="on"/>
                              <m:ctrlPr>
                                <a:rPr lang="en-IN" sz="4330" i="1" kern="1200">
                                  <a:solidFill>
                                    <a:prstClr val="black"/>
                                  </a:solidFill>
                                  <a:latin typeface="Cambria Math" panose="02040503050406030204" pitchFamily="18" charset="0"/>
                                  <a:ea typeface="+mn-ea"/>
                                  <a:cs typeface="+mn-cs"/>
                                </a:rPr>
                              </m:ctrlPr>
                            </m:radPr>
                            <m:deg/>
                            <m:e>
                              <m:r>
                                <a:rPr lang="en-IN" sz="4330" i="1" kern="1200">
                                  <a:solidFill>
                                    <a:prstClr val="black"/>
                                  </a:solidFill>
                                  <a:latin typeface="Cambria Math" panose="02040503050406030204" pitchFamily="18" charset="0"/>
                                  <a:ea typeface="+mn-ea"/>
                                  <a:cs typeface="+mn-cs"/>
                                </a:rPr>
                                <m:t>𝑛</m:t>
                              </m:r>
                              <m:nary>
                                <m:naryPr>
                                  <m:chr m:val="∑"/>
                                  <m:subHide m:val="on"/>
                                  <m:supHide m:val="on"/>
                                  <m:ctrlPr>
                                    <a:rPr lang="en-IN" sz="4330" i="1" kern="1200">
                                      <a:solidFill>
                                        <a:prstClr val="black"/>
                                      </a:solidFill>
                                      <a:latin typeface="Cambria Math" panose="02040503050406030204" pitchFamily="18" charset="0"/>
                                      <a:ea typeface="+mn-ea"/>
                                      <a:cs typeface="+mn-cs"/>
                                    </a:rPr>
                                  </m:ctrlPr>
                                </m:naryPr>
                                <m:sub/>
                                <m:sup/>
                                <m:e>
                                  <m:sSup>
                                    <m:sSupPr>
                                      <m:ctrlPr>
                                        <a:rPr lang="en-IN" sz="4330" i="1" kern="1200">
                                          <a:solidFill>
                                            <a:prstClr val="black"/>
                                          </a:solidFill>
                                          <a:latin typeface="Cambria Math" panose="02040503050406030204" pitchFamily="18" charset="0"/>
                                          <a:ea typeface="+mn-ea"/>
                                          <a:cs typeface="+mn-cs"/>
                                        </a:rPr>
                                      </m:ctrlPr>
                                    </m:sSupPr>
                                    <m:e>
                                      <m:r>
                                        <a:rPr lang="en-IN" sz="4330" i="1" kern="1200">
                                          <a:solidFill>
                                            <a:prstClr val="black"/>
                                          </a:solidFill>
                                          <a:latin typeface="Cambria Math" panose="02040503050406030204" pitchFamily="18" charset="0"/>
                                          <a:ea typeface="+mn-ea"/>
                                          <a:cs typeface="+mn-cs"/>
                                        </a:rPr>
                                        <m:t>𝑌</m:t>
                                      </m:r>
                                    </m:e>
                                    <m:sup>
                                      <m:r>
                                        <a:rPr lang="en-IN" sz="4330" i="1" kern="1200">
                                          <a:solidFill>
                                            <a:prstClr val="black"/>
                                          </a:solidFill>
                                          <a:latin typeface="Cambria Math" panose="02040503050406030204" pitchFamily="18" charset="0"/>
                                          <a:ea typeface="+mn-ea"/>
                                          <a:cs typeface="+mn-cs"/>
                                        </a:rPr>
                                        <m:t>2</m:t>
                                      </m:r>
                                    </m:sup>
                                  </m:sSup>
                                  <m:r>
                                    <a:rPr lang="en-IN" sz="4330" i="1" kern="1200">
                                      <a:solidFill>
                                        <a:prstClr val="black"/>
                                      </a:solidFill>
                                      <a:latin typeface="Cambria Math" panose="02040503050406030204" pitchFamily="18" charset="0"/>
                                      <a:ea typeface="+mn-ea"/>
                                      <a:cs typeface="+mn-cs"/>
                                    </a:rPr>
                                    <m:t>−</m:t>
                                  </m:r>
                                  <m:sSup>
                                    <m:sSupPr>
                                      <m:ctrlPr>
                                        <a:rPr lang="en-IN" sz="4330" i="1" kern="1200">
                                          <a:solidFill>
                                            <a:prstClr val="black"/>
                                          </a:solidFill>
                                          <a:latin typeface="Cambria Math" panose="02040503050406030204" pitchFamily="18" charset="0"/>
                                          <a:ea typeface="+mn-ea"/>
                                          <a:cs typeface="+mn-cs"/>
                                        </a:rPr>
                                      </m:ctrlPr>
                                    </m:sSupPr>
                                    <m:e>
                                      <m:d>
                                        <m:dPr>
                                          <m:ctrlPr>
                                            <a:rPr lang="en-IN" sz="4330" i="1" kern="1200">
                                              <a:solidFill>
                                                <a:prstClr val="black"/>
                                              </a:solidFill>
                                              <a:latin typeface="Cambria Math" panose="02040503050406030204" pitchFamily="18" charset="0"/>
                                              <a:ea typeface="+mn-ea"/>
                                              <a:cs typeface="+mn-cs"/>
                                            </a:rPr>
                                          </m:ctrlPr>
                                        </m:dPr>
                                        <m:e>
                                          <m:nary>
                                            <m:naryPr>
                                              <m:chr m:val="∑"/>
                                              <m:subHide m:val="on"/>
                                              <m:supHide m:val="on"/>
                                              <m:ctrlPr>
                                                <a:rPr lang="en-IN" sz="4330" i="1" kern="1200">
                                                  <a:solidFill>
                                                    <a:prstClr val="black"/>
                                                  </a:solidFill>
                                                  <a:latin typeface="Cambria Math" panose="02040503050406030204" pitchFamily="18" charset="0"/>
                                                  <a:ea typeface="+mn-ea"/>
                                                  <a:cs typeface="+mn-cs"/>
                                                </a:rPr>
                                              </m:ctrlPr>
                                            </m:naryPr>
                                            <m:sub/>
                                            <m:sup/>
                                            <m:e>
                                              <m:r>
                                                <a:rPr lang="en-IN" sz="4330" i="1" kern="1200">
                                                  <a:solidFill>
                                                    <a:prstClr val="black"/>
                                                  </a:solidFill>
                                                  <a:latin typeface="Cambria Math" panose="02040503050406030204" pitchFamily="18" charset="0"/>
                                                  <a:ea typeface="+mn-ea"/>
                                                  <a:cs typeface="+mn-cs"/>
                                                </a:rPr>
                                                <m:t>𝑌</m:t>
                                              </m:r>
                                            </m:e>
                                          </m:nary>
                                        </m:e>
                                      </m:d>
                                    </m:e>
                                    <m:sup>
                                      <m:r>
                                        <a:rPr lang="en-IN" sz="4330" i="1" kern="1200">
                                          <a:solidFill>
                                            <a:prstClr val="black"/>
                                          </a:solidFill>
                                          <a:latin typeface="Cambria Math" panose="02040503050406030204" pitchFamily="18" charset="0"/>
                                          <a:ea typeface="+mn-ea"/>
                                          <a:cs typeface="+mn-cs"/>
                                        </a:rPr>
                                        <m:t>2</m:t>
                                      </m:r>
                                    </m:sup>
                                  </m:sSup>
                                </m:e>
                              </m:nary>
                            </m:e>
                          </m:rad>
                        </m:den>
                      </m:f>
                    </m:oMath>
                  </m:oMathPara>
                </a14:m>
                <a:endParaRPr lang="en-IN" sz="4330" kern="1200" dirty="0">
                  <a:solidFill>
                    <a:prstClr val="black"/>
                  </a:solidFill>
                  <a:latin typeface="Calibri"/>
                  <a:ea typeface="+mn-ea"/>
                  <a:cs typeface="+mn-cs"/>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1221464" y="1332712"/>
                <a:ext cx="9564157" cy="1567865"/>
              </a:xfrm>
              <a:prstGeom prst="rect">
                <a:avLst/>
              </a:prstGeom>
              <a:blipFill>
                <a:blip r:embed="rId3"/>
                <a:stretch>
                  <a:fillRect/>
                </a:stretch>
              </a:blipFill>
            </p:spPr>
            <p:txBody>
              <a:bodyPr/>
              <a:lstStyle/>
              <a:p>
                <a:r>
                  <a:rPr lang="en-IN">
                    <a:noFill/>
                  </a:rPr>
                  <a:t> </a:t>
                </a:r>
              </a:p>
            </p:txBody>
          </p:sp>
        </mc:Fallback>
      </mc:AlternateContent>
      <p:sp>
        <p:nvSpPr>
          <p:cNvPr id="16" name="Rectangle 3"/>
          <p:cNvSpPr txBox="1">
            <a:spLocks noChangeArrowheads="1"/>
          </p:cNvSpPr>
          <p:nvPr/>
        </p:nvSpPr>
        <p:spPr bwMode="auto">
          <a:xfrm>
            <a:off x="867456" y="5355407"/>
            <a:ext cx="10539756" cy="880580"/>
          </a:xfrm>
          <a:prstGeom prst="rect">
            <a:avLst/>
          </a:prstGeom>
          <a:noFill/>
          <a:ln w="38100" cmpd="dbl">
            <a:noFill/>
            <a:miter lim="800000"/>
            <a:headEnd/>
            <a:tailEnd/>
          </a:ln>
        </p:spPr>
        <p:txBody>
          <a:bodyPr lIns="109433" tIns="54717" rIns="109433" bIns="54717"/>
          <a:lstStyle>
            <a:lvl1pPr marL="342900" indent="-342900">
              <a:spcBef>
                <a:spcPct val="20000"/>
              </a:spcBef>
              <a:buClr>
                <a:schemeClr val="tx2"/>
              </a:buClr>
              <a:buSzPct val="65000"/>
              <a:buFont typeface="Monotype Sorts" pitchFamily="2" charset="2"/>
              <a:buChar char="n"/>
              <a:defRPr kumimoji="1" sz="2800">
                <a:solidFill>
                  <a:schemeClr val="tx1"/>
                </a:solidFill>
                <a:latin typeface="Arial" charset="0"/>
              </a:defRPr>
            </a:lvl1pPr>
            <a:lvl2pPr marL="742950" indent="-285750">
              <a:spcBef>
                <a:spcPct val="20000"/>
              </a:spcBef>
              <a:buClr>
                <a:schemeClr val="tx2"/>
              </a:buClr>
              <a:buChar char="–"/>
              <a:defRPr kumimoji="1" sz="2400">
                <a:solidFill>
                  <a:schemeClr val="tx1"/>
                </a:solidFill>
                <a:latin typeface="Arial" charset="0"/>
              </a:defRPr>
            </a:lvl2pPr>
            <a:lvl3pPr marL="1143000" indent="-228600">
              <a:spcBef>
                <a:spcPct val="20000"/>
              </a:spcBef>
              <a:buClr>
                <a:schemeClr val="tx2"/>
              </a:buClr>
              <a:buSzPct val="75000"/>
              <a:buFont typeface="Monotype Sorts" pitchFamily="2" charset="2"/>
              <a:buChar char="&lt;"/>
              <a:defRPr kumimoji="1" sz="2000">
                <a:solidFill>
                  <a:schemeClr val="tx1"/>
                </a:solidFill>
                <a:latin typeface="Arial" charset="0"/>
              </a:defRPr>
            </a:lvl3pPr>
            <a:lvl4pPr marL="1600200" indent="-228600">
              <a:spcBef>
                <a:spcPct val="20000"/>
              </a:spcBef>
              <a:buClr>
                <a:schemeClr val="tx2"/>
              </a:buClr>
              <a:buChar char="–"/>
              <a:defRPr kumimoji="1" sz="2000">
                <a:solidFill>
                  <a:schemeClr val="tx1"/>
                </a:solidFill>
                <a:latin typeface="Arial" charset="0"/>
              </a:defRPr>
            </a:lvl4pPr>
            <a:lvl5pPr marL="2057400" indent="-228600">
              <a:spcBef>
                <a:spcPct val="20000"/>
              </a:spcBef>
              <a:buClr>
                <a:schemeClr val="tx2"/>
              </a:buClr>
              <a:buChar char="–"/>
              <a:defRPr kumimoji="1" sz="1600">
                <a:solidFill>
                  <a:schemeClr val="tx1"/>
                </a:solidFill>
                <a:latin typeface="Arial" charset="0"/>
              </a:defRPr>
            </a:lvl5pPr>
            <a:lvl6pPr marL="2514600" indent="-228600" eaLnBrk="0" fontAlgn="base" hangingPunct="0">
              <a:spcBef>
                <a:spcPct val="20000"/>
              </a:spcBef>
              <a:spcAft>
                <a:spcPct val="0"/>
              </a:spcAft>
              <a:buClr>
                <a:schemeClr val="tx2"/>
              </a:buClr>
              <a:buChar char="–"/>
              <a:defRPr kumimoji="1" sz="1600">
                <a:solidFill>
                  <a:schemeClr val="tx1"/>
                </a:solidFill>
                <a:latin typeface="Arial" charset="0"/>
              </a:defRPr>
            </a:lvl6pPr>
            <a:lvl7pPr marL="2971800" indent="-228600" eaLnBrk="0" fontAlgn="base" hangingPunct="0">
              <a:spcBef>
                <a:spcPct val="20000"/>
              </a:spcBef>
              <a:spcAft>
                <a:spcPct val="0"/>
              </a:spcAft>
              <a:buClr>
                <a:schemeClr val="tx2"/>
              </a:buClr>
              <a:buChar char="–"/>
              <a:defRPr kumimoji="1" sz="1600">
                <a:solidFill>
                  <a:schemeClr val="tx1"/>
                </a:solidFill>
                <a:latin typeface="Arial" charset="0"/>
              </a:defRPr>
            </a:lvl7pPr>
            <a:lvl8pPr marL="3429000" indent="-228600" eaLnBrk="0" fontAlgn="base" hangingPunct="0">
              <a:spcBef>
                <a:spcPct val="20000"/>
              </a:spcBef>
              <a:spcAft>
                <a:spcPct val="0"/>
              </a:spcAft>
              <a:buClr>
                <a:schemeClr val="tx2"/>
              </a:buClr>
              <a:buChar char="–"/>
              <a:defRPr kumimoji="1" sz="1600">
                <a:solidFill>
                  <a:schemeClr val="tx1"/>
                </a:solidFill>
                <a:latin typeface="Arial" charset="0"/>
              </a:defRPr>
            </a:lvl8pPr>
            <a:lvl9pPr marL="3886200" indent="-228600" eaLnBrk="0" fontAlgn="base" hangingPunct="0">
              <a:spcBef>
                <a:spcPct val="20000"/>
              </a:spcBef>
              <a:spcAft>
                <a:spcPct val="0"/>
              </a:spcAft>
              <a:buClr>
                <a:schemeClr val="tx2"/>
              </a:buClr>
              <a:buChar char="–"/>
              <a:defRPr kumimoji="1" sz="1600">
                <a:solidFill>
                  <a:schemeClr val="tx1"/>
                </a:solidFill>
                <a:latin typeface="Arial" charset="0"/>
              </a:defRPr>
            </a:lvl9pPr>
          </a:lstStyle>
          <a:p>
            <a:pPr marL="0" indent="0" defTabSz="837718">
              <a:spcBef>
                <a:spcPct val="50000"/>
              </a:spcBef>
              <a:buClr>
                <a:srgbClr val="44546A"/>
              </a:buClr>
              <a:buNone/>
            </a:pPr>
            <a:r>
              <a:rPr lang="en-US" altLang="en-US" sz="3500" b="1" kern="1200" dirty="0">
                <a:solidFill>
                  <a:srgbClr val="FF0000"/>
                </a:solidFill>
                <a:latin typeface="Helvetica Neue"/>
                <a:ea typeface="+mn-ea"/>
                <a:cs typeface="+mn-cs"/>
              </a:rPr>
              <a:t>r</a:t>
            </a:r>
            <a:r>
              <a:rPr lang="en-US" altLang="en-US" sz="3500" b="1" kern="1200" dirty="0">
                <a:solidFill>
                  <a:prstClr val="black"/>
                </a:solidFill>
                <a:latin typeface="Helvetica Neue"/>
                <a:ea typeface="+mn-ea"/>
                <a:cs typeface="+mn-cs"/>
              </a:rPr>
              <a:t> = - 0.94  (Negative (Indirect) strong correlation )</a:t>
            </a:r>
          </a:p>
          <a:p>
            <a:pPr marL="296917" indent="-296917" defTabSz="837718">
              <a:lnSpc>
                <a:spcPct val="90000"/>
              </a:lnSpc>
              <a:buClr>
                <a:srgbClr val="99FF33"/>
              </a:buClr>
              <a:buSzPct val="45000"/>
              <a:buNone/>
            </a:pPr>
            <a:endParaRPr lang="en-US" altLang="en-US" sz="3500" b="1" kern="1200" dirty="0">
              <a:solidFill>
                <a:prstClr val="black"/>
              </a:solidFill>
              <a:latin typeface="Helvetica Neue"/>
              <a:ea typeface="+mn-ea"/>
              <a:cs typeface="+mn-cs"/>
            </a:endParaRPr>
          </a:p>
        </p:txBody>
      </p:sp>
      <p:sp>
        <p:nvSpPr>
          <p:cNvPr id="2" name="Title 2">
            <a:extLst>
              <a:ext uri="{FF2B5EF4-FFF2-40B4-BE49-F238E27FC236}">
                <a16:creationId xmlns:a16="http://schemas.microsoft.com/office/drawing/2014/main" id="{5A1DD177-E009-A5EC-B23E-04B0C57B9EFA}"/>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200" b="1" dirty="0">
                <a:solidFill>
                  <a:schemeClr val="bg1"/>
                </a:solidFill>
                <a:latin typeface="+mn-lt"/>
                <a:cs typeface="Helvetica" panose="020B0604020202020204" pitchFamily="34" charset="0"/>
              </a:rPr>
              <a:t>Karl Pearson’s Correlation coefficient</a:t>
            </a:r>
          </a:p>
        </p:txBody>
      </p:sp>
    </p:spTree>
    <p:extLst>
      <p:ext uri="{BB962C8B-B14F-4D97-AF65-F5344CB8AC3E}">
        <p14:creationId xmlns:p14="http://schemas.microsoft.com/office/powerpoint/2010/main" val="504819706"/>
      </p:ext>
    </p:extLst>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randombar(vertical)">
                                      <p:cBhvr>
                                        <p:cTn id="12" dur="500"/>
                                        <p:tgtEl>
                                          <p:spTgt spid="16">
                                            <p:txEl>
                                              <p:pRg st="0" end="0"/>
                                            </p:txEl>
                                          </p:spTgt>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0-#ppt_w/2"/>
                                          </p:val>
                                        </p:tav>
                                        <p:tav tm="100000">
                                          <p:val>
                                            <p:strVal val="#ppt_x"/>
                                          </p:val>
                                        </p:tav>
                                      </p:tavLst>
                                    </p:anim>
                                    <p:anim calcmode="lin" valueType="num">
                                      <p:cBhvr additive="base">
                                        <p:cTn id="1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build="p" autoUpdateAnimBg="0"/>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85C7B-9612-D856-AE5E-C372AB391252}"/>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5D892C86-CDE0-361B-3808-A41B650CAF23}"/>
              </a:ext>
            </a:extLst>
          </p:cNvPr>
          <p:cNvCxnSpPr/>
          <p:nvPr/>
        </p:nvCxnSpPr>
        <p:spPr>
          <a:xfrm flipV="1">
            <a:off x="2893283" y="2567445"/>
            <a:ext cx="0" cy="363521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C9A5242-E39E-789B-91D9-663BAC05D24D}"/>
              </a:ext>
            </a:extLst>
          </p:cNvPr>
          <p:cNvCxnSpPr/>
          <p:nvPr/>
        </p:nvCxnSpPr>
        <p:spPr>
          <a:xfrm>
            <a:off x="2893284" y="6206602"/>
            <a:ext cx="5801337" cy="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id="{FBB07BE7-E155-34D6-8BA3-D0101D224FFB}"/>
              </a:ext>
            </a:extLst>
          </p:cNvPr>
          <p:cNvSpPr txBox="1">
            <a:spLocks noChangeArrowheads="1"/>
          </p:cNvSpPr>
          <p:nvPr/>
        </p:nvSpPr>
        <p:spPr bwMode="auto">
          <a:xfrm>
            <a:off x="8770759" y="5869996"/>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0000FF"/>
                </a:solidFill>
                <a:latin typeface="Helvetica Neue"/>
                <a:ea typeface="+mn-ea"/>
                <a:cs typeface="+mn-cs"/>
              </a:rPr>
              <a:t>X</a:t>
            </a:r>
            <a:endParaRPr lang="en-US" altLang="en-US" sz="3810" b="1" i="1" kern="1200" dirty="0">
              <a:solidFill>
                <a:srgbClr val="0000FF"/>
              </a:solidFill>
              <a:latin typeface="Helvetica Neue"/>
              <a:ea typeface="+mn-ea"/>
              <a:cs typeface="+mn-cs"/>
            </a:endParaRPr>
          </a:p>
        </p:txBody>
      </p:sp>
      <p:sp>
        <p:nvSpPr>
          <p:cNvPr id="10" name="Text Box 2">
            <a:extLst>
              <a:ext uri="{FF2B5EF4-FFF2-40B4-BE49-F238E27FC236}">
                <a16:creationId xmlns:a16="http://schemas.microsoft.com/office/drawing/2014/main" id="{DB67DA22-B783-43EB-76B8-7B744A15EBEE}"/>
              </a:ext>
            </a:extLst>
          </p:cNvPr>
          <p:cNvSpPr txBox="1">
            <a:spLocks noChangeArrowheads="1"/>
          </p:cNvSpPr>
          <p:nvPr/>
        </p:nvSpPr>
        <p:spPr bwMode="auto">
          <a:xfrm>
            <a:off x="2474551" y="1848477"/>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FF0000"/>
                </a:solidFill>
                <a:latin typeface="Helvetica Neue"/>
                <a:ea typeface="+mn-ea"/>
                <a:cs typeface="+mn-cs"/>
              </a:rPr>
              <a:t>Y</a:t>
            </a:r>
            <a:endParaRPr lang="en-US" altLang="en-US" sz="3810" b="1" i="1" kern="1200" dirty="0">
              <a:solidFill>
                <a:srgbClr val="FF0000"/>
              </a:solidFill>
              <a:latin typeface="Helvetica Neue"/>
              <a:ea typeface="+mn-ea"/>
              <a:cs typeface="+mn-cs"/>
            </a:endParaRPr>
          </a:p>
        </p:txBody>
      </p:sp>
      <p:sp>
        <p:nvSpPr>
          <p:cNvPr id="25" name="Oval 24">
            <a:extLst>
              <a:ext uri="{FF2B5EF4-FFF2-40B4-BE49-F238E27FC236}">
                <a16:creationId xmlns:a16="http://schemas.microsoft.com/office/drawing/2014/main" id="{A424C74A-97CC-B8A8-A758-0E4279B60A24}"/>
              </a:ext>
            </a:extLst>
          </p:cNvPr>
          <p:cNvSpPr/>
          <p:nvPr/>
        </p:nvSpPr>
        <p:spPr>
          <a:xfrm flipH="1" flipV="1">
            <a:off x="6711617" y="504755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7" name="Oval 26">
            <a:extLst>
              <a:ext uri="{FF2B5EF4-FFF2-40B4-BE49-F238E27FC236}">
                <a16:creationId xmlns:a16="http://schemas.microsoft.com/office/drawing/2014/main" id="{14BE4DC8-AEC4-91D1-82E2-E49591542AC0}"/>
              </a:ext>
            </a:extLst>
          </p:cNvPr>
          <p:cNvSpPr/>
          <p:nvPr/>
        </p:nvSpPr>
        <p:spPr>
          <a:xfrm flipH="1" flipV="1">
            <a:off x="6167006" y="471038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8" name="Oval 27">
            <a:extLst>
              <a:ext uri="{FF2B5EF4-FFF2-40B4-BE49-F238E27FC236}">
                <a16:creationId xmlns:a16="http://schemas.microsoft.com/office/drawing/2014/main" id="{2189550F-5D69-537D-6375-0842333D4618}"/>
              </a:ext>
            </a:extLst>
          </p:cNvPr>
          <p:cNvSpPr/>
          <p:nvPr/>
        </p:nvSpPr>
        <p:spPr>
          <a:xfrm flipH="1" flipV="1">
            <a:off x="4722771" y="378948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9" name="Oval 28">
            <a:extLst>
              <a:ext uri="{FF2B5EF4-FFF2-40B4-BE49-F238E27FC236}">
                <a16:creationId xmlns:a16="http://schemas.microsoft.com/office/drawing/2014/main" id="{1B4381C9-2CEA-0F99-9671-2EC6282A3380}"/>
              </a:ext>
            </a:extLst>
          </p:cNvPr>
          <p:cNvSpPr/>
          <p:nvPr/>
        </p:nvSpPr>
        <p:spPr>
          <a:xfrm flipH="1" flipV="1">
            <a:off x="4246993" y="351559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1" name="Oval 30">
            <a:extLst>
              <a:ext uri="{FF2B5EF4-FFF2-40B4-BE49-F238E27FC236}">
                <a16:creationId xmlns:a16="http://schemas.microsoft.com/office/drawing/2014/main" id="{7A7BFCBB-11FD-CA7F-B730-0294BBEF8220}"/>
              </a:ext>
            </a:extLst>
          </p:cNvPr>
          <p:cNvSpPr/>
          <p:nvPr/>
        </p:nvSpPr>
        <p:spPr>
          <a:xfrm flipH="1" flipV="1">
            <a:off x="3771422" y="320566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2" name="Oval 31">
            <a:extLst>
              <a:ext uri="{FF2B5EF4-FFF2-40B4-BE49-F238E27FC236}">
                <a16:creationId xmlns:a16="http://schemas.microsoft.com/office/drawing/2014/main" id="{FCBA7F45-7AFC-0BEC-E01E-DF4ACB35618B}"/>
              </a:ext>
            </a:extLst>
          </p:cNvPr>
          <p:cNvSpPr/>
          <p:nvPr/>
        </p:nvSpPr>
        <p:spPr>
          <a:xfrm flipH="1" flipV="1">
            <a:off x="7400360" y="546698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4" name="Oval 33">
            <a:extLst>
              <a:ext uri="{FF2B5EF4-FFF2-40B4-BE49-F238E27FC236}">
                <a16:creationId xmlns:a16="http://schemas.microsoft.com/office/drawing/2014/main" id="{D2D08FD5-8875-8B7C-B7D4-E730880FD970}"/>
              </a:ext>
            </a:extLst>
          </p:cNvPr>
          <p:cNvSpPr/>
          <p:nvPr/>
        </p:nvSpPr>
        <p:spPr>
          <a:xfrm flipH="1" flipV="1">
            <a:off x="8009007" y="585257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5" name="Oval 34">
            <a:extLst>
              <a:ext uri="{FF2B5EF4-FFF2-40B4-BE49-F238E27FC236}">
                <a16:creationId xmlns:a16="http://schemas.microsoft.com/office/drawing/2014/main" id="{D7AA3F25-252C-088F-37CA-BB4C5F4769B2}"/>
              </a:ext>
            </a:extLst>
          </p:cNvPr>
          <p:cNvSpPr/>
          <p:nvPr/>
        </p:nvSpPr>
        <p:spPr>
          <a:xfrm flipH="1" flipV="1">
            <a:off x="5204601" y="408003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6" name="Oval 35">
            <a:extLst>
              <a:ext uri="{FF2B5EF4-FFF2-40B4-BE49-F238E27FC236}">
                <a16:creationId xmlns:a16="http://schemas.microsoft.com/office/drawing/2014/main" id="{5923516A-422D-1E11-5D49-B4233F263B11}"/>
              </a:ext>
            </a:extLst>
          </p:cNvPr>
          <p:cNvSpPr/>
          <p:nvPr/>
        </p:nvSpPr>
        <p:spPr>
          <a:xfrm flipH="1" flipV="1">
            <a:off x="5725747" y="442926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7" name="Oval 36">
            <a:extLst>
              <a:ext uri="{FF2B5EF4-FFF2-40B4-BE49-F238E27FC236}">
                <a16:creationId xmlns:a16="http://schemas.microsoft.com/office/drawing/2014/main" id="{D53ED1A7-D432-53F8-E57E-AC6E4155F809}"/>
              </a:ext>
            </a:extLst>
          </p:cNvPr>
          <p:cNvSpPr/>
          <p:nvPr/>
        </p:nvSpPr>
        <p:spPr>
          <a:xfrm flipH="1" flipV="1">
            <a:off x="3340698" y="293618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 name="Title 2">
            <a:extLst>
              <a:ext uri="{FF2B5EF4-FFF2-40B4-BE49-F238E27FC236}">
                <a16:creationId xmlns:a16="http://schemas.microsoft.com/office/drawing/2014/main" id="{A08A6DAE-6FEB-EA64-A8E5-D24DBF1CF1E6}"/>
              </a:ext>
            </a:extLst>
          </p:cNvPr>
          <p:cNvSpPr txBox="1">
            <a:spLocks/>
          </p:cNvSpPr>
          <p:nvPr/>
        </p:nvSpPr>
        <p:spPr>
          <a:xfrm>
            <a:off x="2036190" y="1193040"/>
            <a:ext cx="9200857" cy="57187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117" b="1" dirty="0">
                <a:solidFill>
                  <a:prstClr val="black"/>
                </a:solidFill>
                <a:latin typeface="Helvetica Neue"/>
                <a:cs typeface="Helvetica" panose="020B0604020202020204" pitchFamily="34" charset="0"/>
              </a:rPr>
              <a:t>Fig 1: Perfect negative correlation: </a:t>
            </a:r>
            <a:r>
              <a:rPr lang="en-US" sz="3117" b="1" dirty="0">
                <a:solidFill>
                  <a:srgbClr val="C00000"/>
                </a:solidFill>
                <a:latin typeface="Helvetica Neue"/>
                <a:cs typeface="Helvetica" panose="020B0604020202020204" pitchFamily="34" charset="0"/>
              </a:rPr>
              <a:t>r = – 1 </a:t>
            </a:r>
          </a:p>
        </p:txBody>
      </p:sp>
    </p:spTree>
    <p:extLst>
      <p:ext uri="{BB962C8B-B14F-4D97-AF65-F5344CB8AC3E}">
        <p14:creationId xmlns:p14="http://schemas.microsoft.com/office/powerpoint/2010/main" val="408575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8"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1+#ppt_w/2"/>
                                          </p:val>
                                        </p:tav>
                                        <p:tav tm="100000">
                                          <p:val>
                                            <p:strVal val="#ppt_x"/>
                                          </p:val>
                                        </p:tav>
                                      </p:tavLst>
                                    </p:anim>
                                    <p:anim calcmode="lin" valueType="num">
                                      <p:cBhvr additive="base">
                                        <p:cTn id="28" dur="500" fill="hold"/>
                                        <p:tgtEl>
                                          <p:spTgt spid="4"/>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p:cTn id="31" dur="500" fill="hold"/>
                                        <p:tgtEl>
                                          <p:spTgt spid="37"/>
                                        </p:tgtEl>
                                        <p:attrNameLst>
                                          <p:attrName>ppt_w</p:attrName>
                                        </p:attrNameLst>
                                      </p:cBhvr>
                                      <p:tavLst>
                                        <p:tav tm="0">
                                          <p:val>
                                            <p:fltVal val="0"/>
                                          </p:val>
                                        </p:tav>
                                        <p:tav tm="100000">
                                          <p:val>
                                            <p:strVal val="#ppt_w"/>
                                          </p:val>
                                        </p:tav>
                                      </p:tavLst>
                                    </p:anim>
                                    <p:anim calcmode="lin" valueType="num">
                                      <p:cBhvr>
                                        <p:cTn id="32" dur="500" fill="hold"/>
                                        <p:tgtEl>
                                          <p:spTgt spid="37"/>
                                        </p:tgtEl>
                                        <p:attrNameLst>
                                          <p:attrName>ppt_h</p:attrName>
                                        </p:attrNameLst>
                                      </p:cBhvr>
                                      <p:tavLst>
                                        <p:tav tm="0">
                                          <p:val>
                                            <p:fltVal val="0"/>
                                          </p:val>
                                        </p:tav>
                                        <p:tav tm="100000">
                                          <p:val>
                                            <p:strVal val="#ppt_h"/>
                                          </p:val>
                                        </p:tav>
                                      </p:tavLst>
                                    </p:anim>
                                    <p:animEffect transition="in" filter="fade">
                                      <p:cBhvr>
                                        <p:cTn id="33" dur="500"/>
                                        <p:tgtEl>
                                          <p:spTgt spid="37"/>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 calcmode="lin" valueType="num">
                                      <p:cBhvr>
                                        <p:cTn id="36" dur="500" fill="hold"/>
                                        <p:tgtEl>
                                          <p:spTgt spid="31"/>
                                        </p:tgtEl>
                                        <p:attrNameLst>
                                          <p:attrName>ppt_w</p:attrName>
                                        </p:attrNameLst>
                                      </p:cBhvr>
                                      <p:tavLst>
                                        <p:tav tm="0">
                                          <p:val>
                                            <p:fltVal val="0"/>
                                          </p:val>
                                        </p:tav>
                                        <p:tav tm="100000">
                                          <p:val>
                                            <p:strVal val="#ppt_w"/>
                                          </p:val>
                                        </p:tav>
                                      </p:tavLst>
                                    </p:anim>
                                    <p:anim calcmode="lin" valueType="num">
                                      <p:cBhvr>
                                        <p:cTn id="37" dur="500" fill="hold"/>
                                        <p:tgtEl>
                                          <p:spTgt spid="31"/>
                                        </p:tgtEl>
                                        <p:attrNameLst>
                                          <p:attrName>ppt_h</p:attrName>
                                        </p:attrNameLst>
                                      </p:cBhvr>
                                      <p:tavLst>
                                        <p:tav tm="0">
                                          <p:val>
                                            <p:fltVal val="0"/>
                                          </p:val>
                                        </p:tav>
                                        <p:tav tm="100000">
                                          <p:val>
                                            <p:strVal val="#ppt_h"/>
                                          </p:val>
                                        </p:tav>
                                      </p:tavLst>
                                    </p:anim>
                                    <p:animEffect transition="in" filter="fade">
                                      <p:cBhvr>
                                        <p:cTn id="38" dur="500"/>
                                        <p:tgtEl>
                                          <p:spTgt spid="31"/>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p:cTn id="41" dur="500" fill="hold"/>
                                        <p:tgtEl>
                                          <p:spTgt spid="29"/>
                                        </p:tgtEl>
                                        <p:attrNameLst>
                                          <p:attrName>ppt_w</p:attrName>
                                        </p:attrNameLst>
                                      </p:cBhvr>
                                      <p:tavLst>
                                        <p:tav tm="0">
                                          <p:val>
                                            <p:fltVal val="0"/>
                                          </p:val>
                                        </p:tav>
                                        <p:tav tm="100000">
                                          <p:val>
                                            <p:strVal val="#ppt_w"/>
                                          </p:val>
                                        </p:tav>
                                      </p:tavLst>
                                    </p:anim>
                                    <p:anim calcmode="lin" valueType="num">
                                      <p:cBhvr>
                                        <p:cTn id="42" dur="500" fill="hold"/>
                                        <p:tgtEl>
                                          <p:spTgt spid="29"/>
                                        </p:tgtEl>
                                        <p:attrNameLst>
                                          <p:attrName>ppt_h</p:attrName>
                                        </p:attrNameLst>
                                      </p:cBhvr>
                                      <p:tavLst>
                                        <p:tav tm="0">
                                          <p:val>
                                            <p:fltVal val="0"/>
                                          </p:val>
                                        </p:tav>
                                        <p:tav tm="100000">
                                          <p:val>
                                            <p:strVal val="#ppt_h"/>
                                          </p:val>
                                        </p:tav>
                                      </p:tavLst>
                                    </p:anim>
                                    <p:animEffect transition="in" filter="fade">
                                      <p:cBhvr>
                                        <p:cTn id="43" dur="500"/>
                                        <p:tgtEl>
                                          <p:spTgt spid="29"/>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 calcmode="lin" valueType="num">
                                      <p:cBhvr>
                                        <p:cTn id="46" dur="500" fill="hold"/>
                                        <p:tgtEl>
                                          <p:spTgt spid="28"/>
                                        </p:tgtEl>
                                        <p:attrNameLst>
                                          <p:attrName>ppt_w</p:attrName>
                                        </p:attrNameLst>
                                      </p:cBhvr>
                                      <p:tavLst>
                                        <p:tav tm="0">
                                          <p:val>
                                            <p:fltVal val="0"/>
                                          </p:val>
                                        </p:tav>
                                        <p:tav tm="100000">
                                          <p:val>
                                            <p:strVal val="#ppt_w"/>
                                          </p:val>
                                        </p:tav>
                                      </p:tavLst>
                                    </p:anim>
                                    <p:anim calcmode="lin" valueType="num">
                                      <p:cBhvr>
                                        <p:cTn id="47" dur="500" fill="hold"/>
                                        <p:tgtEl>
                                          <p:spTgt spid="28"/>
                                        </p:tgtEl>
                                        <p:attrNameLst>
                                          <p:attrName>ppt_h</p:attrName>
                                        </p:attrNameLst>
                                      </p:cBhvr>
                                      <p:tavLst>
                                        <p:tav tm="0">
                                          <p:val>
                                            <p:fltVal val="0"/>
                                          </p:val>
                                        </p:tav>
                                        <p:tav tm="100000">
                                          <p:val>
                                            <p:strVal val="#ppt_h"/>
                                          </p:val>
                                        </p:tav>
                                      </p:tavLst>
                                    </p:anim>
                                    <p:animEffect transition="in" filter="fade">
                                      <p:cBhvr>
                                        <p:cTn id="48" dur="500"/>
                                        <p:tgtEl>
                                          <p:spTgt spid="28"/>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 calcmode="lin" valueType="num">
                                      <p:cBhvr>
                                        <p:cTn id="51" dur="500" fill="hold"/>
                                        <p:tgtEl>
                                          <p:spTgt spid="35"/>
                                        </p:tgtEl>
                                        <p:attrNameLst>
                                          <p:attrName>ppt_w</p:attrName>
                                        </p:attrNameLst>
                                      </p:cBhvr>
                                      <p:tavLst>
                                        <p:tav tm="0">
                                          <p:val>
                                            <p:fltVal val="0"/>
                                          </p:val>
                                        </p:tav>
                                        <p:tav tm="100000">
                                          <p:val>
                                            <p:strVal val="#ppt_w"/>
                                          </p:val>
                                        </p:tav>
                                      </p:tavLst>
                                    </p:anim>
                                    <p:anim calcmode="lin" valueType="num">
                                      <p:cBhvr>
                                        <p:cTn id="52" dur="500" fill="hold"/>
                                        <p:tgtEl>
                                          <p:spTgt spid="35"/>
                                        </p:tgtEl>
                                        <p:attrNameLst>
                                          <p:attrName>ppt_h</p:attrName>
                                        </p:attrNameLst>
                                      </p:cBhvr>
                                      <p:tavLst>
                                        <p:tav tm="0">
                                          <p:val>
                                            <p:fltVal val="0"/>
                                          </p:val>
                                        </p:tav>
                                        <p:tav tm="100000">
                                          <p:val>
                                            <p:strVal val="#ppt_h"/>
                                          </p:val>
                                        </p:tav>
                                      </p:tavLst>
                                    </p:anim>
                                    <p:animEffect transition="in" filter="fade">
                                      <p:cBhvr>
                                        <p:cTn id="53" dur="500"/>
                                        <p:tgtEl>
                                          <p:spTgt spid="35"/>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 calcmode="lin" valueType="num">
                                      <p:cBhvr>
                                        <p:cTn id="56" dur="500" fill="hold"/>
                                        <p:tgtEl>
                                          <p:spTgt spid="36"/>
                                        </p:tgtEl>
                                        <p:attrNameLst>
                                          <p:attrName>ppt_w</p:attrName>
                                        </p:attrNameLst>
                                      </p:cBhvr>
                                      <p:tavLst>
                                        <p:tav tm="0">
                                          <p:val>
                                            <p:fltVal val="0"/>
                                          </p:val>
                                        </p:tav>
                                        <p:tav tm="100000">
                                          <p:val>
                                            <p:strVal val="#ppt_w"/>
                                          </p:val>
                                        </p:tav>
                                      </p:tavLst>
                                    </p:anim>
                                    <p:anim calcmode="lin" valueType="num">
                                      <p:cBhvr>
                                        <p:cTn id="57" dur="500" fill="hold"/>
                                        <p:tgtEl>
                                          <p:spTgt spid="36"/>
                                        </p:tgtEl>
                                        <p:attrNameLst>
                                          <p:attrName>ppt_h</p:attrName>
                                        </p:attrNameLst>
                                      </p:cBhvr>
                                      <p:tavLst>
                                        <p:tav tm="0">
                                          <p:val>
                                            <p:fltVal val="0"/>
                                          </p:val>
                                        </p:tav>
                                        <p:tav tm="100000">
                                          <p:val>
                                            <p:strVal val="#ppt_h"/>
                                          </p:val>
                                        </p:tav>
                                      </p:tavLst>
                                    </p:anim>
                                    <p:animEffect transition="in" filter="fade">
                                      <p:cBhvr>
                                        <p:cTn id="58" dur="500"/>
                                        <p:tgtEl>
                                          <p:spTgt spid="36"/>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 calcmode="lin" valueType="num">
                                      <p:cBhvr>
                                        <p:cTn id="61" dur="500" fill="hold"/>
                                        <p:tgtEl>
                                          <p:spTgt spid="27"/>
                                        </p:tgtEl>
                                        <p:attrNameLst>
                                          <p:attrName>ppt_w</p:attrName>
                                        </p:attrNameLst>
                                      </p:cBhvr>
                                      <p:tavLst>
                                        <p:tav tm="0">
                                          <p:val>
                                            <p:fltVal val="0"/>
                                          </p:val>
                                        </p:tav>
                                        <p:tav tm="100000">
                                          <p:val>
                                            <p:strVal val="#ppt_w"/>
                                          </p:val>
                                        </p:tav>
                                      </p:tavLst>
                                    </p:anim>
                                    <p:anim calcmode="lin" valueType="num">
                                      <p:cBhvr>
                                        <p:cTn id="62" dur="500" fill="hold"/>
                                        <p:tgtEl>
                                          <p:spTgt spid="27"/>
                                        </p:tgtEl>
                                        <p:attrNameLst>
                                          <p:attrName>ppt_h</p:attrName>
                                        </p:attrNameLst>
                                      </p:cBhvr>
                                      <p:tavLst>
                                        <p:tav tm="0">
                                          <p:val>
                                            <p:fltVal val="0"/>
                                          </p:val>
                                        </p:tav>
                                        <p:tav tm="100000">
                                          <p:val>
                                            <p:strVal val="#ppt_h"/>
                                          </p:val>
                                        </p:tav>
                                      </p:tavLst>
                                    </p:anim>
                                    <p:animEffect transition="in" filter="fade">
                                      <p:cBhvr>
                                        <p:cTn id="63" dur="500"/>
                                        <p:tgtEl>
                                          <p:spTgt spid="27"/>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 calcmode="lin" valueType="num">
                                      <p:cBhvr>
                                        <p:cTn id="66" dur="500" fill="hold"/>
                                        <p:tgtEl>
                                          <p:spTgt spid="25"/>
                                        </p:tgtEl>
                                        <p:attrNameLst>
                                          <p:attrName>ppt_w</p:attrName>
                                        </p:attrNameLst>
                                      </p:cBhvr>
                                      <p:tavLst>
                                        <p:tav tm="0">
                                          <p:val>
                                            <p:fltVal val="0"/>
                                          </p:val>
                                        </p:tav>
                                        <p:tav tm="100000">
                                          <p:val>
                                            <p:strVal val="#ppt_w"/>
                                          </p:val>
                                        </p:tav>
                                      </p:tavLst>
                                    </p:anim>
                                    <p:anim calcmode="lin" valueType="num">
                                      <p:cBhvr>
                                        <p:cTn id="67" dur="500" fill="hold"/>
                                        <p:tgtEl>
                                          <p:spTgt spid="25"/>
                                        </p:tgtEl>
                                        <p:attrNameLst>
                                          <p:attrName>ppt_h</p:attrName>
                                        </p:attrNameLst>
                                      </p:cBhvr>
                                      <p:tavLst>
                                        <p:tav tm="0">
                                          <p:val>
                                            <p:fltVal val="0"/>
                                          </p:val>
                                        </p:tav>
                                        <p:tav tm="100000">
                                          <p:val>
                                            <p:strVal val="#ppt_h"/>
                                          </p:val>
                                        </p:tav>
                                      </p:tavLst>
                                    </p:anim>
                                    <p:animEffect transition="in" filter="fade">
                                      <p:cBhvr>
                                        <p:cTn id="68" dur="500"/>
                                        <p:tgtEl>
                                          <p:spTgt spid="25"/>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p:cTn id="71" dur="500" fill="hold"/>
                                        <p:tgtEl>
                                          <p:spTgt spid="32"/>
                                        </p:tgtEl>
                                        <p:attrNameLst>
                                          <p:attrName>ppt_w</p:attrName>
                                        </p:attrNameLst>
                                      </p:cBhvr>
                                      <p:tavLst>
                                        <p:tav tm="0">
                                          <p:val>
                                            <p:fltVal val="0"/>
                                          </p:val>
                                        </p:tav>
                                        <p:tav tm="100000">
                                          <p:val>
                                            <p:strVal val="#ppt_w"/>
                                          </p:val>
                                        </p:tav>
                                      </p:tavLst>
                                    </p:anim>
                                    <p:anim calcmode="lin" valueType="num">
                                      <p:cBhvr>
                                        <p:cTn id="72" dur="500" fill="hold"/>
                                        <p:tgtEl>
                                          <p:spTgt spid="32"/>
                                        </p:tgtEl>
                                        <p:attrNameLst>
                                          <p:attrName>ppt_h</p:attrName>
                                        </p:attrNameLst>
                                      </p:cBhvr>
                                      <p:tavLst>
                                        <p:tav tm="0">
                                          <p:val>
                                            <p:fltVal val="0"/>
                                          </p:val>
                                        </p:tav>
                                        <p:tav tm="100000">
                                          <p:val>
                                            <p:strVal val="#ppt_h"/>
                                          </p:val>
                                        </p:tav>
                                      </p:tavLst>
                                    </p:anim>
                                    <p:animEffect transition="in" filter="fade">
                                      <p:cBhvr>
                                        <p:cTn id="73" dur="500"/>
                                        <p:tgtEl>
                                          <p:spTgt spid="32"/>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 calcmode="lin" valueType="num">
                                      <p:cBhvr>
                                        <p:cTn id="76" dur="500" fill="hold"/>
                                        <p:tgtEl>
                                          <p:spTgt spid="34"/>
                                        </p:tgtEl>
                                        <p:attrNameLst>
                                          <p:attrName>ppt_w</p:attrName>
                                        </p:attrNameLst>
                                      </p:cBhvr>
                                      <p:tavLst>
                                        <p:tav tm="0">
                                          <p:val>
                                            <p:fltVal val="0"/>
                                          </p:val>
                                        </p:tav>
                                        <p:tav tm="100000">
                                          <p:val>
                                            <p:strVal val="#ppt_w"/>
                                          </p:val>
                                        </p:tav>
                                      </p:tavLst>
                                    </p:anim>
                                    <p:anim calcmode="lin" valueType="num">
                                      <p:cBhvr>
                                        <p:cTn id="77" dur="500" fill="hold"/>
                                        <p:tgtEl>
                                          <p:spTgt spid="34"/>
                                        </p:tgtEl>
                                        <p:attrNameLst>
                                          <p:attrName>ppt_h</p:attrName>
                                        </p:attrNameLst>
                                      </p:cBhvr>
                                      <p:tavLst>
                                        <p:tav tm="0">
                                          <p:val>
                                            <p:fltVal val="0"/>
                                          </p:val>
                                        </p:tav>
                                        <p:tav tm="100000">
                                          <p:val>
                                            <p:strVal val="#ppt_h"/>
                                          </p:val>
                                        </p:tav>
                                      </p:tavLst>
                                    </p:anim>
                                    <p:animEffect transition="in" filter="fade">
                                      <p:cBhvr>
                                        <p:cTn id="7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5" grpId="0" animBg="1"/>
      <p:bldP spid="27" grpId="0" animBg="1"/>
      <p:bldP spid="28" grpId="0" animBg="1"/>
      <p:bldP spid="29" grpId="0" animBg="1"/>
      <p:bldP spid="31" grpId="0" animBg="1"/>
      <p:bldP spid="32" grpId="0" animBg="1"/>
      <p:bldP spid="34" grpId="0" animBg="1"/>
      <p:bldP spid="35" grpId="0" animBg="1"/>
      <p:bldP spid="36" grpId="0" animBg="1"/>
      <p:bldP spid="37" grpId="0" animBg="1"/>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46CBB-F449-1DCC-6C56-09A962C92F72}"/>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D6369C17-05B5-8DAD-AE82-D0A7025C4C2D}"/>
              </a:ext>
            </a:extLst>
          </p:cNvPr>
          <p:cNvCxnSpPr/>
          <p:nvPr/>
        </p:nvCxnSpPr>
        <p:spPr>
          <a:xfrm flipV="1">
            <a:off x="2893283" y="2610830"/>
            <a:ext cx="0" cy="363521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603FD4B-A3BF-FEC0-5165-4CE10B70EB33}"/>
              </a:ext>
            </a:extLst>
          </p:cNvPr>
          <p:cNvCxnSpPr/>
          <p:nvPr/>
        </p:nvCxnSpPr>
        <p:spPr>
          <a:xfrm>
            <a:off x="2893284" y="6249987"/>
            <a:ext cx="5801337" cy="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id="{DD4219F4-7E29-FD5E-428F-247F4C6C7D1D}"/>
              </a:ext>
            </a:extLst>
          </p:cNvPr>
          <p:cNvSpPr txBox="1">
            <a:spLocks noChangeArrowheads="1"/>
          </p:cNvSpPr>
          <p:nvPr/>
        </p:nvSpPr>
        <p:spPr bwMode="auto">
          <a:xfrm>
            <a:off x="8770759" y="5913381"/>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0000FF"/>
                </a:solidFill>
                <a:latin typeface="Helvetica Neue"/>
                <a:ea typeface="+mn-ea"/>
                <a:cs typeface="+mn-cs"/>
              </a:rPr>
              <a:t>X</a:t>
            </a:r>
            <a:endParaRPr lang="en-US" altLang="en-US" sz="3810" b="1" i="1" kern="1200" dirty="0">
              <a:solidFill>
                <a:srgbClr val="0000FF"/>
              </a:solidFill>
              <a:latin typeface="Helvetica Neue"/>
              <a:ea typeface="+mn-ea"/>
              <a:cs typeface="+mn-cs"/>
            </a:endParaRPr>
          </a:p>
        </p:txBody>
      </p:sp>
      <p:sp>
        <p:nvSpPr>
          <p:cNvPr id="10" name="Text Box 2">
            <a:extLst>
              <a:ext uri="{FF2B5EF4-FFF2-40B4-BE49-F238E27FC236}">
                <a16:creationId xmlns:a16="http://schemas.microsoft.com/office/drawing/2014/main" id="{2903BC5E-3855-E027-EB70-6178297FE8C1}"/>
              </a:ext>
            </a:extLst>
          </p:cNvPr>
          <p:cNvSpPr txBox="1">
            <a:spLocks noChangeArrowheads="1"/>
          </p:cNvSpPr>
          <p:nvPr/>
        </p:nvSpPr>
        <p:spPr bwMode="auto">
          <a:xfrm>
            <a:off x="2474551" y="1891862"/>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FF0000"/>
                </a:solidFill>
                <a:latin typeface="Helvetica Neue"/>
                <a:ea typeface="+mn-ea"/>
                <a:cs typeface="+mn-cs"/>
              </a:rPr>
              <a:t>Y</a:t>
            </a:r>
            <a:endParaRPr lang="en-US" altLang="en-US" sz="3810" b="1" i="1" kern="1200" dirty="0">
              <a:solidFill>
                <a:srgbClr val="FF0000"/>
              </a:solidFill>
              <a:latin typeface="Helvetica Neue"/>
              <a:ea typeface="+mn-ea"/>
              <a:cs typeface="+mn-cs"/>
            </a:endParaRPr>
          </a:p>
        </p:txBody>
      </p:sp>
      <p:sp>
        <p:nvSpPr>
          <p:cNvPr id="11" name="Oval 10">
            <a:extLst>
              <a:ext uri="{FF2B5EF4-FFF2-40B4-BE49-F238E27FC236}">
                <a16:creationId xmlns:a16="http://schemas.microsoft.com/office/drawing/2014/main" id="{8DC089B1-BABE-C12C-F41C-3EF679061D0E}"/>
              </a:ext>
            </a:extLst>
          </p:cNvPr>
          <p:cNvSpPr/>
          <p:nvPr/>
        </p:nvSpPr>
        <p:spPr>
          <a:xfrm flipH="1" flipV="1">
            <a:off x="5123250" y="453517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5" name="Oval 24">
            <a:extLst>
              <a:ext uri="{FF2B5EF4-FFF2-40B4-BE49-F238E27FC236}">
                <a16:creationId xmlns:a16="http://schemas.microsoft.com/office/drawing/2014/main" id="{6010BC63-9F77-C593-5C88-03C4B25D381E}"/>
              </a:ext>
            </a:extLst>
          </p:cNvPr>
          <p:cNvSpPr/>
          <p:nvPr/>
        </p:nvSpPr>
        <p:spPr>
          <a:xfrm flipH="1" flipV="1">
            <a:off x="6711617" y="541632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6" name="Oval 25">
            <a:extLst>
              <a:ext uri="{FF2B5EF4-FFF2-40B4-BE49-F238E27FC236}">
                <a16:creationId xmlns:a16="http://schemas.microsoft.com/office/drawing/2014/main" id="{9A00C7C6-79E7-CC5B-58B9-E096A4123718}"/>
              </a:ext>
            </a:extLst>
          </p:cNvPr>
          <p:cNvSpPr/>
          <p:nvPr/>
        </p:nvSpPr>
        <p:spPr>
          <a:xfrm flipH="1" flipV="1">
            <a:off x="3800001" y="284697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7" name="Oval 26">
            <a:extLst>
              <a:ext uri="{FF2B5EF4-FFF2-40B4-BE49-F238E27FC236}">
                <a16:creationId xmlns:a16="http://schemas.microsoft.com/office/drawing/2014/main" id="{CE2B2445-5FCA-48C4-F6A6-9FA63DC465F5}"/>
              </a:ext>
            </a:extLst>
          </p:cNvPr>
          <p:cNvSpPr/>
          <p:nvPr/>
        </p:nvSpPr>
        <p:spPr>
          <a:xfrm flipH="1" flipV="1">
            <a:off x="6286315" y="450430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8" name="Oval 27">
            <a:extLst>
              <a:ext uri="{FF2B5EF4-FFF2-40B4-BE49-F238E27FC236}">
                <a16:creationId xmlns:a16="http://schemas.microsoft.com/office/drawing/2014/main" id="{0D6B384F-EB0C-6321-29DA-3A505CA08FBD}"/>
              </a:ext>
            </a:extLst>
          </p:cNvPr>
          <p:cNvSpPr/>
          <p:nvPr/>
        </p:nvSpPr>
        <p:spPr>
          <a:xfrm flipH="1" flipV="1">
            <a:off x="4896312" y="361594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9" name="Oval 28">
            <a:extLst>
              <a:ext uri="{FF2B5EF4-FFF2-40B4-BE49-F238E27FC236}">
                <a16:creationId xmlns:a16="http://schemas.microsoft.com/office/drawing/2014/main" id="{F72B7776-B347-1DD1-C344-A6026E15634C}"/>
              </a:ext>
            </a:extLst>
          </p:cNvPr>
          <p:cNvSpPr/>
          <p:nvPr/>
        </p:nvSpPr>
        <p:spPr>
          <a:xfrm flipH="1" flipV="1">
            <a:off x="4149376" y="390606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0" name="Oval 29">
            <a:extLst>
              <a:ext uri="{FF2B5EF4-FFF2-40B4-BE49-F238E27FC236}">
                <a16:creationId xmlns:a16="http://schemas.microsoft.com/office/drawing/2014/main" id="{817D07B8-4E65-06DF-B4AB-DC6E72B55EE1}"/>
              </a:ext>
            </a:extLst>
          </p:cNvPr>
          <p:cNvSpPr/>
          <p:nvPr/>
        </p:nvSpPr>
        <p:spPr>
          <a:xfrm flipH="1" flipV="1">
            <a:off x="5444155" y="478949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1" name="Oval 30">
            <a:extLst>
              <a:ext uri="{FF2B5EF4-FFF2-40B4-BE49-F238E27FC236}">
                <a16:creationId xmlns:a16="http://schemas.microsoft.com/office/drawing/2014/main" id="{FDFCBFC1-75A8-D7DF-144B-E8E1CE395644}"/>
              </a:ext>
            </a:extLst>
          </p:cNvPr>
          <p:cNvSpPr/>
          <p:nvPr/>
        </p:nvSpPr>
        <p:spPr>
          <a:xfrm flipH="1" flipV="1">
            <a:off x="3684652" y="344428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2" name="Oval 31">
            <a:extLst>
              <a:ext uri="{FF2B5EF4-FFF2-40B4-BE49-F238E27FC236}">
                <a16:creationId xmlns:a16="http://schemas.microsoft.com/office/drawing/2014/main" id="{A9821AF1-C942-7522-C82A-39E63FCD67FB}"/>
              </a:ext>
            </a:extLst>
          </p:cNvPr>
          <p:cNvSpPr/>
          <p:nvPr/>
        </p:nvSpPr>
        <p:spPr>
          <a:xfrm flipH="1" flipV="1">
            <a:off x="7400360" y="551036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3" name="Oval 32">
            <a:extLst>
              <a:ext uri="{FF2B5EF4-FFF2-40B4-BE49-F238E27FC236}">
                <a16:creationId xmlns:a16="http://schemas.microsoft.com/office/drawing/2014/main" id="{F1FAA135-88A6-8697-CEED-01C30180ECDD}"/>
              </a:ext>
            </a:extLst>
          </p:cNvPr>
          <p:cNvSpPr/>
          <p:nvPr/>
        </p:nvSpPr>
        <p:spPr>
          <a:xfrm flipH="1" flipV="1">
            <a:off x="6303420" y="494479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4" name="Oval 33">
            <a:extLst>
              <a:ext uri="{FF2B5EF4-FFF2-40B4-BE49-F238E27FC236}">
                <a16:creationId xmlns:a16="http://schemas.microsoft.com/office/drawing/2014/main" id="{25B21582-F197-8DEA-2B04-7E9871973736}"/>
              </a:ext>
            </a:extLst>
          </p:cNvPr>
          <p:cNvSpPr/>
          <p:nvPr/>
        </p:nvSpPr>
        <p:spPr>
          <a:xfrm flipH="1" flipV="1">
            <a:off x="8009007" y="589595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5" name="Oval 34">
            <a:extLst>
              <a:ext uri="{FF2B5EF4-FFF2-40B4-BE49-F238E27FC236}">
                <a16:creationId xmlns:a16="http://schemas.microsoft.com/office/drawing/2014/main" id="{23FB8873-C49C-CDE6-BCC9-30E375B864DF}"/>
              </a:ext>
            </a:extLst>
          </p:cNvPr>
          <p:cNvSpPr/>
          <p:nvPr/>
        </p:nvSpPr>
        <p:spPr>
          <a:xfrm flipH="1" flipV="1">
            <a:off x="5508298" y="393903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6" name="Oval 35">
            <a:extLst>
              <a:ext uri="{FF2B5EF4-FFF2-40B4-BE49-F238E27FC236}">
                <a16:creationId xmlns:a16="http://schemas.microsoft.com/office/drawing/2014/main" id="{1DA2265F-5A45-19D5-6A84-C2E491B2BB19}"/>
              </a:ext>
            </a:extLst>
          </p:cNvPr>
          <p:cNvSpPr/>
          <p:nvPr/>
        </p:nvSpPr>
        <p:spPr>
          <a:xfrm flipH="1" flipV="1">
            <a:off x="5931827" y="412557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7" name="Oval 36">
            <a:extLst>
              <a:ext uri="{FF2B5EF4-FFF2-40B4-BE49-F238E27FC236}">
                <a16:creationId xmlns:a16="http://schemas.microsoft.com/office/drawing/2014/main" id="{E4E582C7-7680-C29C-C008-C44F0FF362B1}"/>
              </a:ext>
            </a:extLst>
          </p:cNvPr>
          <p:cNvSpPr/>
          <p:nvPr/>
        </p:nvSpPr>
        <p:spPr>
          <a:xfrm flipH="1" flipV="1">
            <a:off x="3340698" y="297957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 name="Oval 1">
            <a:extLst>
              <a:ext uri="{FF2B5EF4-FFF2-40B4-BE49-F238E27FC236}">
                <a16:creationId xmlns:a16="http://schemas.microsoft.com/office/drawing/2014/main" id="{EEA7913F-0AC6-1519-09EB-551AB790F985}"/>
              </a:ext>
            </a:extLst>
          </p:cNvPr>
          <p:cNvSpPr/>
          <p:nvPr/>
        </p:nvSpPr>
        <p:spPr>
          <a:xfrm flipH="1" flipV="1">
            <a:off x="4420050" y="309824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 name="Oval 3">
            <a:extLst>
              <a:ext uri="{FF2B5EF4-FFF2-40B4-BE49-F238E27FC236}">
                <a16:creationId xmlns:a16="http://schemas.microsoft.com/office/drawing/2014/main" id="{DD4007B7-5F32-40F6-3C9C-13A3EAA81654}"/>
              </a:ext>
            </a:extLst>
          </p:cNvPr>
          <p:cNvSpPr/>
          <p:nvPr/>
        </p:nvSpPr>
        <p:spPr>
          <a:xfrm flipH="1" flipV="1">
            <a:off x="6999393" y="481645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 name="Oval 4">
            <a:extLst>
              <a:ext uri="{FF2B5EF4-FFF2-40B4-BE49-F238E27FC236}">
                <a16:creationId xmlns:a16="http://schemas.microsoft.com/office/drawing/2014/main" id="{4D20BCF3-1192-1749-027E-891C4E5CCD62}"/>
              </a:ext>
            </a:extLst>
          </p:cNvPr>
          <p:cNvSpPr/>
          <p:nvPr/>
        </p:nvSpPr>
        <p:spPr>
          <a:xfrm flipH="1" flipV="1">
            <a:off x="4691205" y="420074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6" name="Oval 5">
            <a:extLst>
              <a:ext uri="{FF2B5EF4-FFF2-40B4-BE49-F238E27FC236}">
                <a16:creationId xmlns:a16="http://schemas.microsoft.com/office/drawing/2014/main" id="{EFB76CA6-CD70-15B6-0C2C-70B36660DAF1}"/>
              </a:ext>
            </a:extLst>
          </p:cNvPr>
          <p:cNvSpPr/>
          <p:nvPr/>
        </p:nvSpPr>
        <p:spPr>
          <a:xfrm flipH="1" flipV="1">
            <a:off x="5825584" y="521431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2" name="Title 2">
            <a:extLst>
              <a:ext uri="{FF2B5EF4-FFF2-40B4-BE49-F238E27FC236}">
                <a16:creationId xmlns:a16="http://schemas.microsoft.com/office/drawing/2014/main" id="{0686C17B-6A51-7009-FA87-AAC24B781763}"/>
              </a:ext>
            </a:extLst>
          </p:cNvPr>
          <p:cNvSpPr txBox="1">
            <a:spLocks/>
          </p:cNvSpPr>
          <p:nvPr/>
        </p:nvSpPr>
        <p:spPr>
          <a:xfrm>
            <a:off x="398958" y="1244242"/>
            <a:ext cx="10838089" cy="520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117" b="1" dirty="0">
                <a:solidFill>
                  <a:prstClr val="black"/>
                </a:solidFill>
                <a:latin typeface="Helvetica Neue"/>
                <a:cs typeface="Helvetica" panose="020B0604020202020204" pitchFamily="34" charset="0"/>
              </a:rPr>
              <a:t>Fig 2: Strong negative correlation: </a:t>
            </a:r>
            <a:r>
              <a:rPr lang="en-US" sz="3117" b="1" dirty="0">
                <a:solidFill>
                  <a:srgbClr val="C00000"/>
                </a:solidFill>
                <a:latin typeface="Helvetica Neue"/>
                <a:cs typeface="Helvetica" panose="020B0604020202020204" pitchFamily="34" charset="0"/>
              </a:rPr>
              <a:t>– 0.99 ≤ r &lt; – 0.75 </a:t>
            </a: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8B617317-0B3F-A3FC-B321-34D875D4171F}"/>
                  </a:ext>
                </a:extLst>
              </p14:cNvPr>
              <p14:cNvContentPartPr/>
              <p14:nvPr/>
            </p14:nvContentPartPr>
            <p14:xfrm>
              <a:off x="7276903" y="1677695"/>
              <a:ext cx="3220200" cy="380880"/>
            </p14:xfrm>
          </p:contentPart>
        </mc:Choice>
        <mc:Fallback>
          <p:pic>
            <p:nvPicPr>
              <p:cNvPr id="3" name="Ink 2">
                <a:extLst>
                  <a:ext uri="{FF2B5EF4-FFF2-40B4-BE49-F238E27FC236}">
                    <a16:creationId xmlns:a16="http://schemas.microsoft.com/office/drawing/2014/main" id="{8B617317-0B3F-A3FC-B321-34D875D4171F}"/>
                  </a:ext>
                </a:extLst>
              </p:cNvPr>
              <p:cNvPicPr/>
              <p:nvPr/>
            </p:nvPicPr>
            <p:blipFill>
              <a:blip r:embed="rId5"/>
              <a:stretch>
                <a:fillRect/>
              </a:stretch>
            </p:blipFill>
            <p:spPr>
              <a:xfrm>
                <a:off x="7270783" y="1671575"/>
                <a:ext cx="3232440" cy="393120"/>
              </a:xfrm>
              <a:prstGeom prst="rect">
                <a:avLst/>
              </a:prstGeom>
            </p:spPr>
          </p:pic>
        </mc:Fallback>
      </mc:AlternateContent>
    </p:spTree>
    <p:extLst>
      <p:ext uri="{BB962C8B-B14F-4D97-AF65-F5344CB8AC3E}">
        <p14:creationId xmlns:p14="http://schemas.microsoft.com/office/powerpoint/2010/main" val="2624387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8"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1+#ppt_w/2"/>
                                          </p:val>
                                        </p:tav>
                                        <p:tav tm="100000">
                                          <p:val>
                                            <p:strVal val="#ppt_x"/>
                                          </p:val>
                                        </p:tav>
                                      </p:tavLst>
                                    </p:anim>
                                    <p:anim calcmode="lin" valueType="num">
                                      <p:cBhvr additive="base">
                                        <p:cTn id="28" dur="500" fill="hold"/>
                                        <p:tgtEl>
                                          <p:spTgt spid="12"/>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p:cTn id="31" dur="500" fill="hold"/>
                                        <p:tgtEl>
                                          <p:spTgt spid="37"/>
                                        </p:tgtEl>
                                        <p:attrNameLst>
                                          <p:attrName>ppt_w</p:attrName>
                                        </p:attrNameLst>
                                      </p:cBhvr>
                                      <p:tavLst>
                                        <p:tav tm="0">
                                          <p:val>
                                            <p:fltVal val="0"/>
                                          </p:val>
                                        </p:tav>
                                        <p:tav tm="100000">
                                          <p:val>
                                            <p:strVal val="#ppt_w"/>
                                          </p:val>
                                        </p:tav>
                                      </p:tavLst>
                                    </p:anim>
                                    <p:anim calcmode="lin" valueType="num">
                                      <p:cBhvr>
                                        <p:cTn id="32" dur="500" fill="hold"/>
                                        <p:tgtEl>
                                          <p:spTgt spid="37"/>
                                        </p:tgtEl>
                                        <p:attrNameLst>
                                          <p:attrName>ppt_h</p:attrName>
                                        </p:attrNameLst>
                                      </p:cBhvr>
                                      <p:tavLst>
                                        <p:tav tm="0">
                                          <p:val>
                                            <p:fltVal val="0"/>
                                          </p:val>
                                        </p:tav>
                                        <p:tav tm="100000">
                                          <p:val>
                                            <p:strVal val="#ppt_h"/>
                                          </p:val>
                                        </p:tav>
                                      </p:tavLst>
                                    </p:anim>
                                    <p:animEffect transition="in" filter="fade">
                                      <p:cBhvr>
                                        <p:cTn id="33" dur="500"/>
                                        <p:tgtEl>
                                          <p:spTgt spid="37"/>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 calcmode="lin" valueType="num">
                                      <p:cBhvr>
                                        <p:cTn id="36" dur="500" fill="hold"/>
                                        <p:tgtEl>
                                          <p:spTgt spid="31"/>
                                        </p:tgtEl>
                                        <p:attrNameLst>
                                          <p:attrName>ppt_w</p:attrName>
                                        </p:attrNameLst>
                                      </p:cBhvr>
                                      <p:tavLst>
                                        <p:tav tm="0">
                                          <p:val>
                                            <p:fltVal val="0"/>
                                          </p:val>
                                        </p:tav>
                                        <p:tav tm="100000">
                                          <p:val>
                                            <p:strVal val="#ppt_w"/>
                                          </p:val>
                                        </p:tav>
                                      </p:tavLst>
                                    </p:anim>
                                    <p:anim calcmode="lin" valueType="num">
                                      <p:cBhvr>
                                        <p:cTn id="37" dur="500" fill="hold"/>
                                        <p:tgtEl>
                                          <p:spTgt spid="31"/>
                                        </p:tgtEl>
                                        <p:attrNameLst>
                                          <p:attrName>ppt_h</p:attrName>
                                        </p:attrNameLst>
                                      </p:cBhvr>
                                      <p:tavLst>
                                        <p:tav tm="0">
                                          <p:val>
                                            <p:fltVal val="0"/>
                                          </p:val>
                                        </p:tav>
                                        <p:tav tm="100000">
                                          <p:val>
                                            <p:strVal val="#ppt_h"/>
                                          </p:val>
                                        </p:tav>
                                      </p:tavLst>
                                    </p:anim>
                                    <p:animEffect transition="in" filter="fade">
                                      <p:cBhvr>
                                        <p:cTn id="38" dur="500"/>
                                        <p:tgtEl>
                                          <p:spTgt spid="31"/>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 calcmode="lin" valueType="num">
                                      <p:cBhvr>
                                        <p:cTn id="41" dur="500" fill="hold"/>
                                        <p:tgtEl>
                                          <p:spTgt spid="26"/>
                                        </p:tgtEl>
                                        <p:attrNameLst>
                                          <p:attrName>ppt_w</p:attrName>
                                        </p:attrNameLst>
                                      </p:cBhvr>
                                      <p:tavLst>
                                        <p:tav tm="0">
                                          <p:val>
                                            <p:fltVal val="0"/>
                                          </p:val>
                                        </p:tav>
                                        <p:tav tm="100000">
                                          <p:val>
                                            <p:strVal val="#ppt_w"/>
                                          </p:val>
                                        </p:tav>
                                      </p:tavLst>
                                    </p:anim>
                                    <p:anim calcmode="lin" valueType="num">
                                      <p:cBhvr>
                                        <p:cTn id="42" dur="500" fill="hold"/>
                                        <p:tgtEl>
                                          <p:spTgt spid="26"/>
                                        </p:tgtEl>
                                        <p:attrNameLst>
                                          <p:attrName>ppt_h</p:attrName>
                                        </p:attrNameLst>
                                      </p:cBhvr>
                                      <p:tavLst>
                                        <p:tav tm="0">
                                          <p:val>
                                            <p:fltVal val="0"/>
                                          </p:val>
                                        </p:tav>
                                        <p:tav tm="100000">
                                          <p:val>
                                            <p:strVal val="#ppt_h"/>
                                          </p:val>
                                        </p:tav>
                                      </p:tavLst>
                                    </p:anim>
                                    <p:animEffect transition="in" filter="fade">
                                      <p:cBhvr>
                                        <p:cTn id="43" dur="500"/>
                                        <p:tgtEl>
                                          <p:spTgt spid="26"/>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
                                        </p:tgtEl>
                                        <p:attrNameLst>
                                          <p:attrName>style.visibility</p:attrName>
                                        </p:attrNameLst>
                                      </p:cBhvr>
                                      <p:to>
                                        <p:strVal val="visible"/>
                                      </p:to>
                                    </p:set>
                                    <p:anim calcmode="lin" valueType="num">
                                      <p:cBhvr>
                                        <p:cTn id="46" dur="500" fill="hold"/>
                                        <p:tgtEl>
                                          <p:spTgt spid="2"/>
                                        </p:tgtEl>
                                        <p:attrNameLst>
                                          <p:attrName>ppt_w</p:attrName>
                                        </p:attrNameLst>
                                      </p:cBhvr>
                                      <p:tavLst>
                                        <p:tav tm="0">
                                          <p:val>
                                            <p:fltVal val="0"/>
                                          </p:val>
                                        </p:tav>
                                        <p:tav tm="100000">
                                          <p:val>
                                            <p:strVal val="#ppt_w"/>
                                          </p:val>
                                        </p:tav>
                                      </p:tavLst>
                                    </p:anim>
                                    <p:anim calcmode="lin" valueType="num">
                                      <p:cBhvr>
                                        <p:cTn id="47" dur="500" fill="hold"/>
                                        <p:tgtEl>
                                          <p:spTgt spid="2"/>
                                        </p:tgtEl>
                                        <p:attrNameLst>
                                          <p:attrName>ppt_h</p:attrName>
                                        </p:attrNameLst>
                                      </p:cBhvr>
                                      <p:tavLst>
                                        <p:tav tm="0">
                                          <p:val>
                                            <p:fltVal val="0"/>
                                          </p:val>
                                        </p:tav>
                                        <p:tav tm="100000">
                                          <p:val>
                                            <p:strVal val="#ppt_h"/>
                                          </p:val>
                                        </p:tav>
                                      </p:tavLst>
                                    </p:anim>
                                    <p:animEffect transition="in" filter="fade">
                                      <p:cBhvr>
                                        <p:cTn id="48" dur="500"/>
                                        <p:tgtEl>
                                          <p:spTgt spid="2"/>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 calcmode="lin" valueType="num">
                                      <p:cBhvr>
                                        <p:cTn id="51" dur="500" fill="hold"/>
                                        <p:tgtEl>
                                          <p:spTgt spid="29"/>
                                        </p:tgtEl>
                                        <p:attrNameLst>
                                          <p:attrName>ppt_w</p:attrName>
                                        </p:attrNameLst>
                                      </p:cBhvr>
                                      <p:tavLst>
                                        <p:tav tm="0">
                                          <p:val>
                                            <p:fltVal val="0"/>
                                          </p:val>
                                        </p:tav>
                                        <p:tav tm="100000">
                                          <p:val>
                                            <p:strVal val="#ppt_w"/>
                                          </p:val>
                                        </p:tav>
                                      </p:tavLst>
                                    </p:anim>
                                    <p:anim calcmode="lin" valueType="num">
                                      <p:cBhvr>
                                        <p:cTn id="52" dur="500" fill="hold"/>
                                        <p:tgtEl>
                                          <p:spTgt spid="29"/>
                                        </p:tgtEl>
                                        <p:attrNameLst>
                                          <p:attrName>ppt_h</p:attrName>
                                        </p:attrNameLst>
                                      </p:cBhvr>
                                      <p:tavLst>
                                        <p:tav tm="0">
                                          <p:val>
                                            <p:fltVal val="0"/>
                                          </p:val>
                                        </p:tav>
                                        <p:tav tm="100000">
                                          <p:val>
                                            <p:strVal val="#ppt_h"/>
                                          </p:val>
                                        </p:tav>
                                      </p:tavLst>
                                    </p:anim>
                                    <p:animEffect transition="in" filter="fade">
                                      <p:cBhvr>
                                        <p:cTn id="53" dur="500"/>
                                        <p:tgtEl>
                                          <p:spTgt spid="29"/>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28"/>
                                        </p:tgtEl>
                                        <p:attrNameLst>
                                          <p:attrName>style.visibility</p:attrName>
                                        </p:attrNameLst>
                                      </p:cBhvr>
                                      <p:to>
                                        <p:strVal val="visible"/>
                                      </p:to>
                                    </p:set>
                                    <p:anim calcmode="lin" valueType="num">
                                      <p:cBhvr>
                                        <p:cTn id="56" dur="500" fill="hold"/>
                                        <p:tgtEl>
                                          <p:spTgt spid="28"/>
                                        </p:tgtEl>
                                        <p:attrNameLst>
                                          <p:attrName>ppt_w</p:attrName>
                                        </p:attrNameLst>
                                      </p:cBhvr>
                                      <p:tavLst>
                                        <p:tav tm="0">
                                          <p:val>
                                            <p:fltVal val="0"/>
                                          </p:val>
                                        </p:tav>
                                        <p:tav tm="100000">
                                          <p:val>
                                            <p:strVal val="#ppt_w"/>
                                          </p:val>
                                        </p:tav>
                                      </p:tavLst>
                                    </p:anim>
                                    <p:anim calcmode="lin" valueType="num">
                                      <p:cBhvr>
                                        <p:cTn id="57" dur="500" fill="hold"/>
                                        <p:tgtEl>
                                          <p:spTgt spid="28"/>
                                        </p:tgtEl>
                                        <p:attrNameLst>
                                          <p:attrName>ppt_h</p:attrName>
                                        </p:attrNameLst>
                                      </p:cBhvr>
                                      <p:tavLst>
                                        <p:tav tm="0">
                                          <p:val>
                                            <p:fltVal val="0"/>
                                          </p:val>
                                        </p:tav>
                                        <p:tav tm="100000">
                                          <p:val>
                                            <p:strVal val="#ppt_h"/>
                                          </p:val>
                                        </p:tav>
                                      </p:tavLst>
                                    </p:anim>
                                    <p:animEffect transition="in" filter="fade">
                                      <p:cBhvr>
                                        <p:cTn id="58" dur="500"/>
                                        <p:tgtEl>
                                          <p:spTgt spid="28"/>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p:cTn id="61" dur="500" fill="hold"/>
                                        <p:tgtEl>
                                          <p:spTgt spid="5"/>
                                        </p:tgtEl>
                                        <p:attrNameLst>
                                          <p:attrName>ppt_w</p:attrName>
                                        </p:attrNameLst>
                                      </p:cBhvr>
                                      <p:tavLst>
                                        <p:tav tm="0">
                                          <p:val>
                                            <p:fltVal val="0"/>
                                          </p:val>
                                        </p:tav>
                                        <p:tav tm="100000">
                                          <p:val>
                                            <p:strVal val="#ppt_w"/>
                                          </p:val>
                                        </p:tav>
                                      </p:tavLst>
                                    </p:anim>
                                    <p:anim calcmode="lin" valueType="num">
                                      <p:cBhvr>
                                        <p:cTn id="62" dur="500" fill="hold"/>
                                        <p:tgtEl>
                                          <p:spTgt spid="5"/>
                                        </p:tgtEl>
                                        <p:attrNameLst>
                                          <p:attrName>ppt_h</p:attrName>
                                        </p:attrNameLst>
                                      </p:cBhvr>
                                      <p:tavLst>
                                        <p:tav tm="0">
                                          <p:val>
                                            <p:fltVal val="0"/>
                                          </p:val>
                                        </p:tav>
                                        <p:tav tm="100000">
                                          <p:val>
                                            <p:strVal val="#ppt_h"/>
                                          </p:val>
                                        </p:tav>
                                      </p:tavLst>
                                    </p:anim>
                                    <p:animEffect transition="in" filter="fade">
                                      <p:cBhvr>
                                        <p:cTn id="63" dur="500"/>
                                        <p:tgtEl>
                                          <p:spTgt spid="5"/>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11"/>
                                        </p:tgtEl>
                                        <p:attrNameLst>
                                          <p:attrName>style.visibility</p:attrName>
                                        </p:attrNameLst>
                                      </p:cBhvr>
                                      <p:to>
                                        <p:strVal val="visible"/>
                                      </p:to>
                                    </p:set>
                                    <p:anim calcmode="lin" valueType="num">
                                      <p:cBhvr>
                                        <p:cTn id="66" dur="500" fill="hold"/>
                                        <p:tgtEl>
                                          <p:spTgt spid="11"/>
                                        </p:tgtEl>
                                        <p:attrNameLst>
                                          <p:attrName>ppt_w</p:attrName>
                                        </p:attrNameLst>
                                      </p:cBhvr>
                                      <p:tavLst>
                                        <p:tav tm="0">
                                          <p:val>
                                            <p:fltVal val="0"/>
                                          </p:val>
                                        </p:tav>
                                        <p:tav tm="100000">
                                          <p:val>
                                            <p:strVal val="#ppt_w"/>
                                          </p:val>
                                        </p:tav>
                                      </p:tavLst>
                                    </p:anim>
                                    <p:anim calcmode="lin" valueType="num">
                                      <p:cBhvr>
                                        <p:cTn id="67" dur="500" fill="hold"/>
                                        <p:tgtEl>
                                          <p:spTgt spid="11"/>
                                        </p:tgtEl>
                                        <p:attrNameLst>
                                          <p:attrName>ppt_h</p:attrName>
                                        </p:attrNameLst>
                                      </p:cBhvr>
                                      <p:tavLst>
                                        <p:tav tm="0">
                                          <p:val>
                                            <p:fltVal val="0"/>
                                          </p:val>
                                        </p:tav>
                                        <p:tav tm="100000">
                                          <p:val>
                                            <p:strVal val="#ppt_h"/>
                                          </p:val>
                                        </p:tav>
                                      </p:tavLst>
                                    </p:anim>
                                    <p:animEffect transition="in" filter="fade">
                                      <p:cBhvr>
                                        <p:cTn id="68" dur="500"/>
                                        <p:tgtEl>
                                          <p:spTgt spid="11"/>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35"/>
                                        </p:tgtEl>
                                        <p:attrNameLst>
                                          <p:attrName>style.visibility</p:attrName>
                                        </p:attrNameLst>
                                      </p:cBhvr>
                                      <p:to>
                                        <p:strVal val="visible"/>
                                      </p:to>
                                    </p:set>
                                    <p:anim calcmode="lin" valueType="num">
                                      <p:cBhvr>
                                        <p:cTn id="71" dur="500" fill="hold"/>
                                        <p:tgtEl>
                                          <p:spTgt spid="35"/>
                                        </p:tgtEl>
                                        <p:attrNameLst>
                                          <p:attrName>ppt_w</p:attrName>
                                        </p:attrNameLst>
                                      </p:cBhvr>
                                      <p:tavLst>
                                        <p:tav tm="0">
                                          <p:val>
                                            <p:fltVal val="0"/>
                                          </p:val>
                                        </p:tav>
                                        <p:tav tm="100000">
                                          <p:val>
                                            <p:strVal val="#ppt_w"/>
                                          </p:val>
                                        </p:tav>
                                      </p:tavLst>
                                    </p:anim>
                                    <p:anim calcmode="lin" valueType="num">
                                      <p:cBhvr>
                                        <p:cTn id="72" dur="500" fill="hold"/>
                                        <p:tgtEl>
                                          <p:spTgt spid="35"/>
                                        </p:tgtEl>
                                        <p:attrNameLst>
                                          <p:attrName>ppt_h</p:attrName>
                                        </p:attrNameLst>
                                      </p:cBhvr>
                                      <p:tavLst>
                                        <p:tav tm="0">
                                          <p:val>
                                            <p:fltVal val="0"/>
                                          </p:val>
                                        </p:tav>
                                        <p:tav tm="100000">
                                          <p:val>
                                            <p:strVal val="#ppt_h"/>
                                          </p:val>
                                        </p:tav>
                                      </p:tavLst>
                                    </p:anim>
                                    <p:animEffect transition="in" filter="fade">
                                      <p:cBhvr>
                                        <p:cTn id="73" dur="500"/>
                                        <p:tgtEl>
                                          <p:spTgt spid="35"/>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36"/>
                                        </p:tgtEl>
                                        <p:attrNameLst>
                                          <p:attrName>style.visibility</p:attrName>
                                        </p:attrNameLst>
                                      </p:cBhvr>
                                      <p:to>
                                        <p:strVal val="visible"/>
                                      </p:to>
                                    </p:set>
                                    <p:anim calcmode="lin" valueType="num">
                                      <p:cBhvr>
                                        <p:cTn id="76" dur="500" fill="hold"/>
                                        <p:tgtEl>
                                          <p:spTgt spid="36"/>
                                        </p:tgtEl>
                                        <p:attrNameLst>
                                          <p:attrName>ppt_w</p:attrName>
                                        </p:attrNameLst>
                                      </p:cBhvr>
                                      <p:tavLst>
                                        <p:tav tm="0">
                                          <p:val>
                                            <p:fltVal val="0"/>
                                          </p:val>
                                        </p:tav>
                                        <p:tav tm="100000">
                                          <p:val>
                                            <p:strVal val="#ppt_w"/>
                                          </p:val>
                                        </p:tav>
                                      </p:tavLst>
                                    </p:anim>
                                    <p:anim calcmode="lin" valueType="num">
                                      <p:cBhvr>
                                        <p:cTn id="77" dur="500" fill="hold"/>
                                        <p:tgtEl>
                                          <p:spTgt spid="36"/>
                                        </p:tgtEl>
                                        <p:attrNameLst>
                                          <p:attrName>ppt_h</p:attrName>
                                        </p:attrNameLst>
                                      </p:cBhvr>
                                      <p:tavLst>
                                        <p:tav tm="0">
                                          <p:val>
                                            <p:fltVal val="0"/>
                                          </p:val>
                                        </p:tav>
                                        <p:tav tm="100000">
                                          <p:val>
                                            <p:strVal val="#ppt_h"/>
                                          </p:val>
                                        </p:tav>
                                      </p:tavLst>
                                    </p:anim>
                                    <p:animEffect transition="in" filter="fade">
                                      <p:cBhvr>
                                        <p:cTn id="78" dur="500"/>
                                        <p:tgtEl>
                                          <p:spTgt spid="36"/>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 calcmode="lin" valueType="num">
                                      <p:cBhvr>
                                        <p:cTn id="81" dur="500" fill="hold"/>
                                        <p:tgtEl>
                                          <p:spTgt spid="27"/>
                                        </p:tgtEl>
                                        <p:attrNameLst>
                                          <p:attrName>ppt_w</p:attrName>
                                        </p:attrNameLst>
                                      </p:cBhvr>
                                      <p:tavLst>
                                        <p:tav tm="0">
                                          <p:val>
                                            <p:fltVal val="0"/>
                                          </p:val>
                                        </p:tav>
                                        <p:tav tm="100000">
                                          <p:val>
                                            <p:strVal val="#ppt_w"/>
                                          </p:val>
                                        </p:tav>
                                      </p:tavLst>
                                    </p:anim>
                                    <p:anim calcmode="lin" valueType="num">
                                      <p:cBhvr>
                                        <p:cTn id="82" dur="500" fill="hold"/>
                                        <p:tgtEl>
                                          <p:spTgt spid="27"/>
                                        </p:tgtEl>
                                        <p:attrNameLst>
                                          <p:attrName>ppt_h</p:attrName>
                                        </p:attrNameLst>
                                      </p:cBhvr>
                                      <p:tavLst>
                                        <p:tav tm="0">
                                          <p:val>
                                            <p:fltVal val="0"/>
                                          </p:val>
                                        </p:tav>
                                        <p:tav tm="100000">
                                          <p:val>
                                            <p:strVal val="#ppt_h"/>
                                          </p:val>
                                        </p:tav>
                                      </p:tavLst>
                                    </p:anim>
                                    <p:animEffect transition="in" filter="fade">
                                      <p:cBhvr>
                                        <p:cTn id="83" dur="500"/>
                                        <p:tgtEl>
                                          <p:spTgt spid="27"/>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 calcmode="lin" valueType="num">
                                      <p:cBhvr>
                                        <p:cTn id="86" dur="500" fill="hold"/>
                                        <p:tgtEl>
                                          <p:spTgt spid="30"/>
                                        </p:tgtEl>
                                        <p:attrNameLst>
                                          <p:attrName>ppt_w</p:attrName>
                                        </p:attrNameLst>
                                      </p:cBhvr>
                                      <p:tavLst>
                                        <p:tav tm="0">
                                          <p:val>
                                            <p:fltVal val="0"/>
                                          </p:val>
                                        </p:tav>
                                        <p:tav tm="100000">
                                          <p:val>
                                            <p:strVal val="#ppt_w"/>
                                          </p:val>
                                        </p:tav>
                                      </p:tavLst>
                                    </p:anim>
                                    <p:anim calcmode="lin" valueType="num">
                                      <p:cBhvr>
                                        <p:cTn id="87" dur="500" fill="hold"/>
                                        <p:tgtEl>
                                          <p:spTgt spid="30"/>
                                        </p:tgtEl>
                                        <p:attrNameLst>
                                          <p:attrName>ppt_h</p:attrName>
                                        </p:attrNameLst>
                                      </p:cBhvr>
                                      <p:tavLst>
                                        <p:tav tm="0">
                                          <p:val>
                                            <p:fltVal val="0"/>
                                          </p:val>
                                        </p:tav>
                                        <p:tav tm="100000">
                                          <p:val>
                                            <p:strVal val="#ppt_h"/>
                                          </p:val>
                                        </p:tav>
                                      </p:tavLst>
                                    </p:anim>
                                    <p:animEffect transition="in" filter="fade">
                                      <p:cBhvr>
                                        <p:cTn id="88" dur="500"/>
                                        <p:tgtEl>
                                          <p:spTgt spid="30"/>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6"/>
                                        </p:tgtEl>
                                        <p:attrNameLst>
                                          <p:attrName>style.visibility</p:attrName>
                                        </p:attrNameLst>
                                      </p:cBhvr>
                                      <p:to>
                                        <p:strVal val="visible"/>
                                      </p:to>
                                    </p:set>
                                    <p:anim calcmode="lin" valueType="num">
                                      <p:cBhvr>
                                        <p:cTn id="91" dur="500" fill="hold"/>
                                        <p:tgtEl>
                                          <p:spTgt spid="6"/>
                                        </p:tgtEl>
                                        <p:attrNameLst>
                                          <p:attrName>ppt_w</p:attrName>
                                        </p:attrNameLst>
                                      </p:cBhvr>
                                      <p:tavLst>
                                        <p:tav tm="0">
                                          <p:val>
                                            <p:fltVal val="0"/>
                                          </p:val>
                                        </p:tav>
                                        <p:tav tm="100000">
                                          <p:val>
                                            <p:strVal val="#ppt_w"/>
                                          </p:val>
                                        </p:tav>
                                      </p:tavLst>
                                    </p:anim>
                                    <p:anim calcmode="lin" valueType="num">
                                      <p:cBhvr>
                                        <p:cTn id="92" dur="500" fill="hold"/>
                                        <p:tgtEl>
                                          <p:spTgt spid="6"/>
                                        </p:tgtEl>
                                        <p:attrNameLst>
                                          <p:attrName>ppt_h</p:attrName>
                                        </p:attrNameLst>
                                      </p:cBhvr>
                                      <p:tavLst>
                                        <p:tav tm="0">
                                          <p:val>
                                            <p:fltVal val="0"/>
                                          </p:val>
                                        </p:tav>
                                        <p:tav tm="100000">
                                          <p:val>
                                            <p:strVal val="#ppt_h"/>
                                          </p:val>
                                        </p:tav>
                                      </p:tavLst>
                                    </p:anim>
                                    <p:animEffect transition="in" filter="fade">
                                      <p:cBhvr>
                                        <p:cTn id="93" dur="500"/>
                                        <p:tgtEl>
                                          <p:spTgt spid="6"/>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 calcmode="lin" valueType="num">
                                      <p:cBhvr>
                                        <p:cTn id="96" dur="500" fill="hold"/>
                                        <p:tgtEl>
                                          <p:spTgt spid="33"/>
                                        </p:tgtEl>
                                        <p:attrNameLst>
                                          <p:attrName>ppt_w</p:attrName>
                                        </p:attrNameLst>
                                      </p:cBhvr>
                                      <p:tavLst>
                                        <p:tav tm="0">
                                          <p:val>
                                            <p:fltVal val="0"/>
                                          </p:val>
                                        </p:tav>
                                        <p:tav tm="100000">
                                          <p:val>
                                            <p:strVal val="#ppt_w"/>
                                          </p:val>
                                        </p:tav>
                                      </p:tavLst>
                                    </p:anim>
                                    <p:anim calcmode="lin" valueType="num">
                                      <p:cBhvr>
                                        <p:cTn id="97" dur="500" fill="hold"/>
                                        <p:tgtEl>
                                          <p:spTgt spid="33"/>
                                        </p:tgtEl>
                                        <p:attrNameLst>
                                          <p:attrName>ppt_h</p:attrName>
                                        </p:attrNameLst>
                                      </p:cBhvr>
                                      <p:tavLst>
                                        <p:tav tm="0">
                                          <p:val>
                                            <p:fltVal val="0"/>
                                          </p:val>
                                        </p:tav>
                                        <p:tav tm="100000">
                                          <p:val>
                                            <p:strVal val="#ppt_h"/>
                                          </p:val>
                                        </p:tav>
                                      </p:tavLst>
                                    </p:anim>
                                    <p:animEffect transition="in" filter="fade">
                                      <p:cBhvr>
                                        <p:cTn id="98" dur="500"/>
                                        <p:tgtEl>
                                          <p:spTgt spid="33"/>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4"/>
                                        </p:tgtEl>
                                        <p:attrNameLst>
                                          <p:attrName>style.visibility</p:attrName>
                                        </p:attrNameLst>
                                      </p:cBhvr>
                                      <p:to>
                                        <p:strVal val="visible"/>
                                      </p:to>
                                    </p:set>
                                    <p:anim calcmode="lin" valueType="num">
                                      <p:cBhvr>
                                        <p:cTn id="101" dur="500" fill="hold"/>
                                        <p:tgtEl>
                                          <p:spTgt spid="4"/>
                                        </p:tgtEl>
                                        <p:attrNameLst>
                                          <p:attrName>ppt_w</p:attrName>
                                        </p:attrNameLst>
                                      </p:cBhvr>
                                      <p:tavLst>
                                        <p:tav tm="0">
                                          <p:val>
                                            <p:fltVal val="0"/>
                                          </p:val>
                                        </p:tav>
                                        <p:tav tm="100000">
                                          <p:val>
                                            <p:strVal val="#ppt_w"/>
                                          </p:val>
                                        </p:tav>
                                      </p:tavLst>
                                    </p:anim>
                                    <p:anim calcmode="lin" valueType="num">
                                      <p:cBhvr>
                                        <p:cTn id="102" dur="500" fill="hold"/>
                                        <p:tgtEl>
                                          <p:spTgt spid="4"/>
                                        </p:tgtEl>
                                        <p:attrNameLst>
                                          <p:attrName>ppt_h</p:attrName>
                                        </p:attrNameLst>
                                      </p:cBhvr>
                                      <p:tavLst>
                                        <p:tav tm="0">
                                          <p:val>
                                            <p:fltVal val="0"/>
                                          </p:val>
                                        </p:tav>
                                        <p:tav tm="100000">
                                          <p:val>
                                            <p:strVal val="#ppt_h"/>
                                          </p:val>
                                        </p:tav>
                                      </p:tavLst>
                                    </p:anim>
                                    <p:animEffect transition="in" filter="fade">
                                      <p:cBhvr>
                                        <p:cTn id="103" dur="500"/>
                                        <p:tgtEl>
                                          <p:spTgt spid="4"/>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25"/>
                                        </p:tgtEl>
                                        <p:attrNameLst>
                                          <p:attrName>style.visibility</p:attrName>
                                        </p:attrNameLst>
                                      </p:cBhvr>
                                      <p:to>
                                        <p:strVal val="visible"/>
                                      </p:to>
                                    </p:set>
                                    <p:anim calcmode="lin" valueType="num">
                                      <p:cBhvr>
                                        <p:cTn id="106" dur="500" fill="hold"/>
                                        <p:tgtEl>
                                          <p:spTgt spid="25"/>
                                        </p:tgtEl>
                                        <p:attrNameLst>
                                          <p:attrName>ppt_w</p:attrName>
                                        </p:attrNameLst>
                                      </p:cBhvr>
                                      <p:tavLst>
                                        <p:tav tm="0">
                                          <p:val>
                                            <p:fltVal val="0"/>
                                          </p:val>
                                        </p:tav>
                                        <p:tav tm="100000">
                                          <p:val>
                                            <p:strVal val="#ppt_w"/>
                                          </p:val>
                                        </p:tav>
                                      </p:tavLst>
                                    </p:anim>
                                    <p:anim calcmode="lin" valueType="num">
                                      <p:cBhvr>
                                        <p:cTn id="107" dur="500" fill="hold"/>
                                        <p:tgtEl>
                                          <p:spTgt spid="25"/>
                                        </p:tgtEl>
                                        <p:attrNameLst>
                                          <p:attrName>ppt_h</p:attrName>
                                        </p:attrNameLst>
                                      </p:cBhvr>
                                      <p:tavLst>
                                        <p:tav tm="0">
                                          <p:val>
                                            <p:fltVal val="0"/>
                                          </p:val>
                                        </p:tav>
                                        <p:tav tm="100000">
                                          <p:val>
                                            <p:strVal val="#ppt_h"/>
                                          </p:val>
                                        </p:tav>
                                      </p:tavLst>
                                    </p:anim>
                                    <p:animEffect transition="in" filter="fade">
                                      <p:cBhvr>
                                        <p:cTn id="108" dur="500"/>
                                        <p:tgtEl>
                                          <p:spTgt spid="25"/>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32"/>
                                        </p:tgtEl>
                                        <p:attrNameLst>
                                          <p:attrName>style.visibility</p:attrName>
                                        </p:attrNameLst>
                                      </p:cBhvr>
                                      <p:to>
                                        <p:strVal val="visible"/>
                                      </p:to>
                                    </p:set>
                                    <p:anim calcmode="lin" valueType="num">
                                      <p:cBhvr>
                                        <p:cTn id="111" dur="500" fill="hold"/>
                                        <p:tgtEl>
                                          <p:spTgt spid="32"/>
                                        </p:tgtEl>
                                        <p:attrNameLst>
                                          <p:attrName>ppt_w</p:attrName>
                                        </p:attrNameLst>
                                      </p:cBhvr>
                                      <p:tavLst>
                                        <p:tav tm="0">
                                          <p:val>
                                            <p:fltVal val="0"/>
                                          </p:val>
                                        </p:tav>
                                        <p:tav tm="100000">
                                          <p:val>
                                            <p:strVal val="#ppt_w"/>
                                          </p:val>
                                        </p:tav>
                                      </p:tavLst>
                                    </p:anim>
                                    <p:anim calcmode="lin" valueType="num">
                                      <p:cBhvr>
                                        <p:cTn id="112" dur="500" fill="hold"/>
                                        <p:tgtEl>
                                          <p:spTgt spid="32"/>
                                        </p:tgtEl>
                                        <p:attrNameLst>
                                          <p:attrName>ppt_h</p:attrName>
                                        </p:attrNameLst>
                                      </p:cBhvr>
                                      <p:tavLst>
                                        <p:tav tm="0">
                                          <p:val>
                                            <p:fltVal val="0"/>
                                          </p:val>
                                        </p:tav>
                                        <p:tav tm="100000">
                                          <p:val>
                                            <p:strVal val="#ppt_h"/>
                                          </p:val>
                                        </p:tav>
                                      </p:tavLst>
                                    </p:anim>
                                    <p:animEffect transition="in" filter="fade">
                                      <p:cBhvr>
                                        <p:cTn id="113" dur="500"/>
                                        <p:tgtEl>
                                          <p:spTgt spid="32"/>
                                        </p:tgtEl>
                                      </p:cBhvr>
                                    </p:animEffect>
                                  </p:childTnLst>
                                </p:cTn>
                              </p:par>
                              <p:par>
                                <p:cTn id="114" presetID="53" presetClass="entr" presetSubtype="16" fill="hold" grpId="0" nodeType="withEffect">
                                  <p:stCondLst>
                                    <p:cond delay="0"/>
                                  </p:stCondLst>
                                  <p:childTnLst>
                                    <p:set>
                                      <p:cBhvr>
                                        <p:cTn id="115" dur="1" fill="hold">
                                          <p:stCondLst>
                                            <p:cond delay="0"/>
                                          </p:stCondLst>
                                        </p:cTn>
                                        <p:tgtEl>
                                          <p:spTgt spid="34"/>
                                        </p:tgtEl>
                                        <p:attrNameLst>
                                          <p:attrName>style.visibility</p:attrName>
                                        </p:attrNameLst>
                                      </p:cBhvr>
                                      <p:to>
                                        <p:strVal val="visible"/>
                                      </p:to>
                                    </p:set>
                                    <p:anim calcmode="lin" valueType="num">
                                      <p:cBhvr>
                                        <p:cTn id="116" dur="500" fill="hold"/>
                                        <p:tgtEl>
                                          <p:spTgt spid="34"/>
                                        </p:tgtEl>
                                        <p:attrNameLst>
                                          <p:attrName>ppt_w</p:attrName>
                                        </p:attrNameLst>
                                      </p:cBhvr>
                                      <p:tavLst>
                                        <p:tav tm="0">
                                          <p:val>
                                            <p:fltVal val="0"/>
                                          </p:val>
                                        </p:tav>
                                        <p:tav tm="100000">
                                          <p:val>
                                            <p:strVal val="#ppt_w"/>
                                          </p:val>
                                        </p:tav>
                                      </p:tavLst>
                                    </p:anim>
                                    <p:anim calcmode="lin" valueType="num">
                                      <p:cBhvr>
                                        <p:cTn id="117" dur="500" fill="hold"/>
                                        <p:tgtEl>
                                          <p:spTgt spid="34"/>
                                        </p:tgtEl>
                                        <p:attrNameLst>
                                          <p:attrName>ppt_h</p:attrName>
                                        </p:attrNameLst>
                                      </p:cBhvr>
                                      <p:tavLst>
                                        <p:tav tm="0">
                                          <p:val>
                                            <p:fltVal val="0"/>
                                          </p:val>
                                        </p:tav>
                                        <p:tav tm="100000">
                                          <p:val>
                                            <p:strVal val="#ppt_h"/>
                                          </p:val>
                                        </p:tav>
                                      </p:tavLst>
                                    </p:anim>
                                    <p:animEffect transition="in" filter="fade">
                                      <p:cBhvr>
                                        <p:cTn id="11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2" grpId="0" animBg="1"/>
      <p:bldP spid="4" grpId="0" animBg="1"/>
      <p:bldP spid="5" grpId="0" animBg="1"/>
      <p:bldP spid="6" grpId="0" animBg="1"/>
      <p:bldP spid="1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DD407-10CA-9824-B560-73417745F4FE}"/>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E0A749C8-91FC-B272-EC2C-02790410588C}"/>
              </a:ext>
            </a:extLst>
          </p:cNvPr>
          <p:cNvCxnSpPr/>
          <p:nvPr/>
        </p:nvCxnSpPr>
        <p:spPr>
          <a:xfrm flipV="1">
            <a:off x="2893283" y="2578291"/>
            <a:ext cx="0" cy="363521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B7113A1-FF25-713C-5B07-D2645BF7293C}"/>
              </a:ext>
            </a:extLst>
          </p:cNvPr>
          <p:cNvCxnSpPr/>
          <p:nvPr/>
        </p:nvCxnSpPr>
        <p:spPr>
          <a:xfrm>
            <a:off x="2893284" y="6217448"/>
            <a:ext cx="5801337" cy="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id="{A8CFAA8A-41FD-A288-153C-D4DF6DB30C51}"/>
              </a:ext>
            </a:extLst>
          </p:cNvPr>
          <p:cNvSpPr txBox="1">
            <a:spLocks noChangeArrowheads="1"/>
          </p:cNvSpPr>
          <p:nvPr/>
        </p:nvSpPr>
        <p:spPr bwMode="auto">
          <a:xfrm>
            <a:off x="8770759" y="5880842"/>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0000FF"/>
                </a:solidFill>
                <a:latin typeface="Helvetica Neue"/>
                <a:ea typeface="+mn-ea"/>
                <a:cs typeface="+mn-cs"/>
              </a:rPr>
              <a:t>X</a:t>
            </a:r>
            <a:endParaRPr lang="en-US" altLang="en-US" sz="3810" b="1" i="1" kern="1200" dirty="0">
              <a:solidFill>
                <a:srgbClr val="0000FF"/>
              </a:solidFill>
              <a:latin typeface="Helvetica Neue"/>
              <a:ea typeface="+mn-ea"/>
              <a:cs typeface="+mn-cs"/>
            </a:endParaRPr>
          </a:p>
        </p:txBody>
      </p:sp>
      <p:sp>
        <p:nvSpPr>
          <p:cNvPr id="10" name="Text Box 2">
            <a:extLst>
              <a:ext uri="{FF2B5EF4-FFF2-40B4-BE49-F238E27FC236}">
                <a16:creationId xmlns:a16="http://schemas.microsoft.com/office/drawing/2014/main" id="{CFD68C94-E073-70C7-357C-178FB5E3C195}"/>
              </a:ext>
            </a:extLst>
          </p:cNvPr>
          <p:cNvSpPr txBox="1">
            <a:spLocks noChangeArrowheads="1"/>
          </p:cNvSpPr>
          <p:nvPr/>
        </p:nvSpPr>
        <p:spPr bwMode="auto">
          <a:xfrm>
            <a:off x="2474551" y="1913555"/>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FF0000"/>
                </a:solidFill>
                <a:latin typeface="Helvetica Neue"/>
                <a:ea typeface="+mn-ea"/>
                <a:cs typeface="+mn-cs"/>
              </a:rPr>
              <a:t>Y</a:t>
            </a:r>
            <a:endParaRPr lang="en-US" altLang="en-US" sz="3810" b="1" i="1" kern="1200" dirty="0">
              <a:solidFill>
                <a:srgbClr val="FF0000"/>
              </a:solidFill>
              <a:latin typeface="Helvetica Neue"/>
              <a:ea typeface="+mn-ea"/>
              <a:cs typeface="+mn-cs"/>
            </a:endParaRPr>
          </a:p>
        </p:txBody>
      </p:sp>
      <p:sp>
        <p:nvSpPr>
          <p:cNvPr id="11" name="Oval 10">
            <a:extLst>
              <a:ext uri="{FF2B5EF4-FFF2-40B4-BE49-F238E27FC236}">
                <a16:creationId xmlns:a16="http://schemas.microsoft.com/office/drawing/2014/main" id="{2BDBBA65-BCC0-11F3-192C-E02FEE789EB8}"/>
              </a:ext>
            </a:extLst>
          </p:cNvPr>
          <p:cNvSpPr/>
          <p:nvPr/>
        </p:nvSpPr>
        <p:spPr>
          <a:xfrm flipH="1" flipV="1">
            <a:off x="5123250" y="450263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5" name="Oval 24">
            <a:extLst>
              <a:ext uri="{FF2B5EF4-FFF2-40B4-BE49-F238E27FC236}">
                <a16:creationId xmlns:a16="http://schemas.microsoft.com/office/drawing/2014/main" id="{BE206746-77E7-083C-F65D-30A2AE0EA626}"/>
              </a:ext>
            </a:extLst>
          </p:cNvPr>
          <p:cNvSpPr/>
          <p:nvPr/>
        </p:nvSpPr>
        <p:spPr>
          <a:xfrm flipH="1" flipV="1">
            <a:off x="6711617" y="513432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6" name="Oval 25">
            <a:extLst>
              <a:ext uri="{FF2B5EF4-FFF2-40B4-BE49-F238E27FC236}">
                <a16:creationId xmlns:a16="http://schemas.microsoft.com/office/drawing/2014/main" id="{500455F3-4C4D-0E31-57FD-2D04EFA2AC3F}"/>
              </a:ext>
            </a:extLst>
          </p:cNvPr>
          <p:cNvSpPr/>
          <p:nvPr/>
        </p:nvSpPr>
        <p:spPr>
          <a:xfrm flipH="1" flipV="1">
            <a:off x="5210024" y="394245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7" name="Oval 26">
            <a:extLst>
              <a:ext uri="{FF2B5EF4-FFF2-40B4-BE49-F238E27FC236}">
                <a16:creationId xmlns:a16="http://schemas.microsoft.com/office/drawing/2014/main" id="{CAEC1804-49E9-F7FF-A886-86D5348B6DCA}"/>
              </a:ext>
            </a:extLst>
          </p:cNvPr>
          <p:cNvSpPr/>
          <p:nvPr/>
        </p:nvSpPr>
        <p:spPr>
          <a:xfrm flipH="1" flipV="1">
            <a:off x="5700613" y="447176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8" name="Oval 27">
            <a:extLst>
              <a:ext uri="{FF2B5EF4-FFF2-40B4-BE49-F238E27FC236}">
                <a16:creationId xmlns:a16="http://schemas.microsoft.com/office/drawing/2014/main" id="{E3B0DAD5-C161-0A0E-87D8-3EF9D509DB1C}"/>
              </a:ext>
            </a:extLst>
          </p:cNvPr>
          <p:cNvSpPr/>
          <p:nvPr/>
        </p:nvSpPr>
        <p:spPr>
          <a:xfrm flipH="1" flipV="1">
            <a:off x="4896312" y="358340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9" name="Oval 28">
            <a:extLst>
              <a:ext uri="{FF2B5EF4-FFF2-40B4-BE49-F238E27FC236}">
                <a16:creationId xmlns:a16="http://schemas.microsoft.com/office/drawing/2014/main" id="{057A2EE0-F02E-CC30-09DB-780F7E2E24CB}"/>
              </a:ext>
            </a:extLst>
          </p:cNvPr>
          <p:cNvSpPr/>
          <p:nvPr/>
        </p:nvSpPr>
        <p:spPr>
          <a:xfrm flipH="1" flipV="1">
            <a:off x="4290378" y="352644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0" name="Oval 29">
            <a:extLst>
              <a:ext uri="{FF2B5EF4-FFF2-40B4-BE49-F238E27FC236}">
                <a16:creationId xmlns:a16="http://schemas.microsoft.com/office/drawing/2014/main" id="{A1DA0683-22BE-6E9C-EE90-A6F376B500D3}"/>
              </a:ext>
            </a:extLst>
          </p:cNvPr>
          <p:cNvSpPr/>
          <p:nvPr/>
        </p:nvSpPr>
        <p:spPr>
          <a:xfrm flipH="1" flipV="1">
            <a:off x="5444155" y="545112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1" name="Oval 30">
            <a:extLst>
              <a:ext uri="{FF2B5EF4-FFF2-40B4-BE49-F238E27FC236}">
                <a16:creationId xmlns:a16="http://schemas.microsoft.com/office/drawing/2014/main" id="{2D11F725-74B6-6C67-EB70-EBFA00CBBA4C}"/>
              </a:ext>
            </a:extLst>
          </p:cNvPr>
          <p:cNvSpPr/>
          <p:nvPr/>
        </p:nvSpPr>
        <p:spPr>
          <a:xfrm flipH="1" flipV="1">
            <a:off x="3869039" y="410591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2" name="Oval 31">
            <a:extLst>
              <a:ext uri="{FF2B5EF4-FFF2-40B4-BE49-F238E27FC236}">
                <a16:creationId xmlns:a16="http://schemas.microsoft.com/office/drawing/2014/main" id="{CFC1930A-603A-047A-E05E-98EFC80BF705}"/>
              </a:ext>
            </a:extLst>
          </p:cNvPr>
          <p:cNvSpPr/>
          <p:nvPr/>
        </p:nvSpPr>
        <p:spPr>
          <a:xfrm flipH="1" flipV="1">
            <a:off x="7769135" y="497889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3" name="Oval 32">
            <a:extLst>
              <a:ext uri="{FF2B5EF4-FFF2-40B4-BE49-F238E27FC236}">
                <a16:creationId xmlns:a16="http://schemas.microsoft.com/office/drawing/2014/main" id="{114551A8-BF18-244D-3493-E64EE3084F7B}"/>
              </a:ext>
            </a:extLst>
          </p:cNvPr>
          <p:cNvSpPr/>
          <p:nvPr/>
        </p:nvSpPr>
        <p:spPr>
          <a:xfrm flipH="1" flipV="1">
            <a:off x="6303420" y="491225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4" name="Oval 33">
            <a:extLst>
              <a:ext uri="{FF2B5EF4-FFF2-40B4-BE49-F238E27FC236}">
                <a16:creationId xmlns:a16="http://schemas.microsoft.com/office/drawing/2014/main" id="{28B31B69-30ED-DE31-C789-9C237002E4C4}"/>
              </a:ext>
            </a:extLst>
          </p:cNvPr>
          <p:cNvSpPr/>
          <p:nvPr/>
        </p:nvSpPr>
        <p:spPr>
          <a:xfrm flipH="1" flipV="1">
            <a:off x="8009007" y="557056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5" name="Oval 34">
            <a:extLst>
              <a:ext uri="{FF2B5EF4-FFF2-40B4-BE49-F238E27FC236}">
                <a16:creationId xmlns:a16="http://schemas.microsoft.com/office/drawing/2014/main" id="{51C4DE6E-F3A5-525E-E00C-5A567CD184DC}"/>
              </a:ext>
            </a:extLst>
          </p:cNvPr>
          <p:cNvSpPr/>
          <p:nvPr/>
        </p:nvSpPr>
        <p:spPr>
          <a:xfrm flipH="1" flipV="1">
            <a:off x="6289233" y="365702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6" name="Oval 35">
            <a:extLst>
              <a:ext uri="{FF2B5EF4-FFF2-40B4-BE49-F238E27FC236}">
                <a16:creationId xmlns:a16="http://schemas.microsoft.com/office/drawing/2014/main" id="{58F976AE-DDA5-243F-008E-C6C03542EDB0}"/>
              </a:ext>
            </a:extLst>
          </p:cNvPr>
          <p:cNvSpPr/>
          <p:nvPr/>
        </p:nvSpPr>
        <p:spPr>
          <a:xfrm flipH="1" flipV="1">
            <a:off x="5931827" y="409303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7" name="Oval 36">
            <a:extLst>
              <a:ext uri="{FF2B5EF4-FFF2-40B4-BE49-F238E27FC236}">
                <a16:creationId xmlns:a16="http://schemas.microsoft.com/office/drawing/2014/main" id="{0DB0A8B1-1D03-924E-63A1-4A27B4FB6B08}"/>
              </a:ext>
            </a:extLst>
          </p:cNvPr>
          <p:cNvSpPr/>
          <p:nvPr/>
        </p:nvSpPr>
        <p:spPr>
          <a:xfrm flipH="1" flipV="1">
            <a:off x="3340698" y="294703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 name="Oval 1">
            <a:extLst>
              <a:ext uri="{FF2B5EF4-FFF2-40B4-BE49-F238E27FC236}">
                <a16:creationId xmlns:a16="http://schemas.microsoft.com/office/drawing/2014/main" id="{2628FEE2-F527-F2B7-178A-0281A65BAD1E}"/>
              </a:ext>
            </a:extLst>
          </p:cNvPr>
          <p:cNvSpPr/>
          <p:nvPr/>
        </p:nvSpPr>
        <p:spPr>
          <a:xfrm flipH="1" flipV="1">
            <a:off x="4420050" y="306570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 name="Oval 3">
            <a:extLst>
              <a:ext uri="{FF2B5EF4-FFF2-40B4-BE49-F238E27FC236}">
                <a16:creationId xmlns:a16="http://schemas.microsoft.com/office/drawing/2014/main" id="{0C1EBFA6-E190-A742-1FD2-440FA82D4D2C}"/>
              </a:ext>
            </a:extLst>
          </p:cNvPr>
          <p:cNvSpPr/>
          <p:nvPr/>
        </p:nvSpPr>
        <p:spPr>
          <a:xfrm flipH="1" flipV="1">
            <a:off x="7086164" y="443682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 name="Oval 4">
            <a:extLst>
              <a:ext uri="{FF2B5EF4-FFF2-40B4-BE49-F238E27FC236}">
                <a16:creationId xmlns:a16="http://schemas.microsoft.com/office/drawing/2014/main" id="{49EE6F07-D2CB-202E-2D79-E12A913482F0}"/>
              </a:ext>
            </a:extLst>
          </p:cNvPr>
          <p:cNvSpPr/>
          <p:nvPr/>
        </p:nvSpPr>
        <p:spPr>
          <a:xfrm flipH="1" flipV="1">
            <a:off x="4691205" y="416820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6" name="Oval 5">
            <a:extLst>
              <a:ext uri="{FF2B5EF4-FFF2-40B4-BE49-F238E27FC236}">
                <a16:creationId xmlns:a16="http://schemas.microsoft.com/office/drawing/2014/main" id="{11D9F1CB-0A37-5B88-CD52-D91E3DC8A6D4}"/>
              </a:ext>
            </a:extLst>
          </p:cNvPr>
          <p:cNvSpPr/>
          <p:nvPr/>
        </p:nvSpPr>
        <p:spPr>
          <a:xfrm flipH="1" flipV="1">
            <a:off x="5825584" y="484553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2" name="Oval 11">
            <a:extLst>
              <a:ext uri="{FF2B5EF4-FFF2-40B4-BE49-F238E27FC236}">
                <a16:creationId xmlns:a16="http://schemas.microsoft.com/office/drawing/2014/main" id="{9871DB92-6006-7A3B-AA29-BF796930372E}"/>
              </a:ext>
            </a:extLst>
          </p:cNvPr>
          <p:cNvSpPr/>
          <p:nvPr/>
        </p:nvSpPr>
        <p:spPr>
          <a:xfrm flipH="1" flipV="1">
            <a:off x="5255214" y="506844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7" name="Oval 16">
            <a:extLst>
              <a:ext uri="{FF2B5EF4-FFF2-40B4-BE49-F238E27FC236}">
                <a16:creationId xmlns:a16="http://schemas.microsoft.com/office/drawing/2014/main" id="{AD79AC0B-F0CD-A4BA-4722-B3FFCFA3E836}"/>
              </a:ext>
            </a:extLst>
          </p:cNvPr>
          <p:cNvSpPr/>
          <p:nvPr/>
        </p:nvSpPr>
        <p:spPr>
          <a:xfrm flipH="1" flipV="1">
            <a:off x="6843581" y="551575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8" name="Oval 17">
            <a:extLst>
              <a:ext uri="{FF2B5EF4-FFF2-40B4-BE49-F238E27FC236}">
                <a16:creationId xmlns:a16="http://schemas.microsoft.com/office/drawing/2014/main" id="{6AD027C1-1D05-0808-E2C3-CF413C58CC9E}"/>
              </a:ext>
            </a:extLst>
          </p:cNvPr>
          <p:cNvSpPr/>
          <p:nvPr/>
        </p:nvSpPr>
        <p:spPr>
          <a:xfrm flipH="1" flipV="1">
            <a:off x="3931965" y="294640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9" name="Oval 18">
            <a:extLst>
              <a:ext uri="{FF2B5EF4-FFF2-40B4-BE49-F238E27FC236}">
                <a16:creationId xmlns:a16="http://schemas.microsoft.com/office/drawing/2014/main" id="{BFA8CFA2-F824-E9AF-6CD3-31C1C0F6712F}"/>
              </a:ext>
            </a:extLst>
          </p:cNvPr>
          <p:cNvSpPr/>
          <p:nvPr/>
        </p:nvSpPr>
        <p:spPr>
          <a:xfrm flipH="1" flipV="1">
            <a:off x="6418279" y="460373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0" name="Oval 19">
            <a:extLst>
              <a:ext uri="{FF2B5EF4-FFF2-40B4-BE49-F238E27FC236}">
                <a16:creationId xmlns:a16="http://schemas.microsoft.com/office/drawing/2014/main" id="{EF28D024-AA18-F9E7-24AD-C7B1170B01CE}"/>
              </a:ext>
            </a:extLst>
          </p:cNvPr>
          <p:cNvSpPr/>
          <p:nvPr/>
        </p:nvSpPr>
        <p:spPr>
          <a:xfrm flipH="1" flipV="1">
            <a:off x="5809212" y="346590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1" name="Oval 20">
            <a:extLst>
              <a:ext uri="{FF2B5EF4-FFF2-40B4-BE49-F238E27FC236}">
                <a16:creationId xmlns:a16="http://schemas.microsoft.com/office/drawing/2014/main" id="{711D8C6F-2772-9C57-47E8-6CB0D6668A8F}"/>
              </a:ext>
            </a:extLst>
          </p:cNvPr>
          <p:cNvSpPr/>
          <p:nvPr/>
        </p:nvSpPr>
        <p:spPr>
          <a:xfrm flipH="1" flipV="1">
            <a:off x="4194569" y="451526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2" name="Oval 21">
            <a:extLst>
              <a:ext uri="{FF2B5EF4-FFF2-40B4-BE49-F238E27FC236}">
                <a16:creationId xmlns:a16="http://schemas.microsoft.com/office/drawing/2014/main" id="{1EAAF414-36D2-911D-8AF0-B044107F0732}"/>
              </a:ext>
            </a:extLst>
          </p:cNvPr>
          <p:cNvSpPr/>
          <p:nvPr/>
        </p:nvSpPr>
        <p:spPr>
          <a:xfrm flipH="1" flipV="1">
            <a:off x="5988279" y="568070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3" name="Oval 22">
            <a:extLst>
              <a:ext uri="{FF2B5EF4-FFF2-40B4-BE49-F238E27FC236}">
                <a16:creationId xmlns:a16="http://schemas.microsoft.com/office/drawing/2014/main" id="{B0F650DB-4A21-F60E-E4F8-63B49A76F2C7}"/>
              </a:ext>
            </a:extLst>
          </p:cNvPr>
          <p:cNvSpPr/>
          <p:nvPr/>
        </p:nvSpPr>
        <p:spPr>
          <a:xfrm flipH="1" flipV="1">
            <a:off x="3816616" y="354371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4" name="Oval 23">
            <a:extLst>
              <a:ext uri="{FF2B5EF4-FFF2-40B4-BE49-F238E27FC236}">
                <a16:creationId xmlns:a16="http://schemas.microsoft.com/office/drawing/2014/main" id="{9B9229D0-6FEE-8726-E2CE-D8049CE89659}"/>
              </a:ext>
            </a:extLst>
          </p:cNvPr>
          <p:cNvSpPr/>
          <p:nvPr/>
        </p:nvSpPr>
        <p:spPr>
          <a:xfrm flipH="1" flipV="1">
            <a:off x="7532324" y="585925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8" name="Oval 37">
            <a:extLst>
              <a:ext uri="{FF2B5EF4-FFF2-40B4-BE49-F238E27FC236}">
                <a16:creationId xmlns:a16="http://schemas.microsoft.com/office/drawing/2014/main" id="{92BFB5C4-98AC-5694-D478-7CF80ABE3A73}"/>
              </a:ext>
            </a:extLst>
          </p:cNvPr>
          <p:cNvSpPr/>
          <p:nvPr/>
        </p:nvSpPr>
        <p:spPr>
          <a:xfrm flipH="1" flipV="1">
            <a:off x="6435384" y="568415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9" name="Oval 38">
            <a:extLst>
              <a:ext uri="{FF2B5EF4-FFF2-40B4-BE49-F238E27FC236}">
                <a16:creationId xmlns:a16="http://schemas.microsoft.com/office/drawing/2014/main" id="{0E7DDA59-63F4-4575-7F00-D495FE8A70B0}"/>
              </a:ext>
            </a:extLst>
          </p:cNvPr>
          <p:cNvSpPr/>
          <p:nvPr/>
        </p:nvSpPr>
        <p:spPr>
          <a:xfrm flipH="1" flipV="1">
            <a:off x="8140971" y="599538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0" name="Oval 39">
            <a:extLst>
              <a:ext uri="{FF2B5EF4-FFF2-40B4-BE49-F238E27FC236}">
                <a16:creationId xmlns:a16="http://schemas.microsoft.com/office/drawing/2014/main" id="{A7113DD1-8944-98C8-C512-D3F94973857C}"/>
              </a:ext>
            </a:extLst>
          </p:cNvPr>
          <p:cNvSpPr/>
          <p:nvPr/>
        </p:nvSpPr>
        <p:spPr>
          <a:xfrm flipH="1" flipV="1">
            <a:off x="7494983" y="547017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1" name="Oval 40">
            <a:extLst>
              <a:ext uri="{FF2B5EF4-FFF2-40B4-BE49-F238E27FC236}">
                <a16:creationId xmlns:a16="http://schemas.microsoft.com/office/drawing/2014/main" id="{1703637C-BC20-B7E5-37ED-0E2FDA0C35B2}"/>
              </a:ext>
            </a:extLst>
          </p:cNvPr>
          <p:cNvSpPr/>
          <p:nvPr/>
        </p:nvSpPr>
        <p:spPr>
          <a:xfrm flipH="1" flipV="1">
            <a:off x="6562722" y="422499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2" name="Oval 41">
            <a:extLst>
              <a:ext uri="{FF2B5EF4-FFF2-40B4-BE49-F238E27FC236}">
                <a16:creationId xmlns:a16="http://schemas.microsoft.com/office/drawing/2014/main" id="{2681BF05-7581-8AC3-79B8-C5AF27631911}"/>
              </a:ext>
            </a:extLst>
          </p:cNvPr>
          <p:cNvSpPr/>
          <p:nvPr/>
        </p:nvSpPr>
        <p:spPr>
          <a:xfrm flipH="1" flipV="1">
            <a:off x="3407584" y="377316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3" name="Oval 42">
            <a:extLst>
              <a:ext uri="{FF2B5EF4-FFF2-40B4-BE49-F238E27FC236}">
                <a16:creationId xmlns:a16="http://schemas.microsoft.com/office/drawing/2014/main" id="{E06B9B9F-A7D3-9F6E-EEC1-05D2884528D5}"/>
              </a:ext>
            </a:extLst>
          </p:cNvPr>
          <p:cNvSpPr/>
          <p:nvPr/>
        </p:nvSpPr>
        <p:spPr>
          <a:xfrm flipH="1" flipV="1">
            <a:off x="5191947" y="319767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4" name="Oval 43">
            <a:extLst>
              <a:ext uri="{FF2B5EF4-FFF2-40B4-BE49-F238E27FC236}">
                <a16:creationId xmlns:a16="http://schemas.microsoft.com/office/drawing/2014/main" id="{D0F4F908-8296-7EB1-EEF4-290ED6265BFD}"/>
              </a:ext>
            </a:extLst>
          </p:cNvPr>
          <p:cNvSpPr/>
          <p:nvPr/>
        </p:nvSpPr>
        <p:spPr>
          <a:xfrm flipH="1" flipV="1">
            <a:off x="7131357" y="491587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5" name="Oval 44">
            <a:extLst>
              <a:ext uri="{FF2B5EF4-FFF2-40B4-BE49-F238E27FC236}">
                <a16:creationId xmlns:a16="http://schemas.microsoft.com/office/drawing/2014/main" id="{1AC4DAC8-C1AC-8804-9846-BBE483EFD494}"/>
              </a:ext>
            </a:extLst>
          </p:cNvPr>
          <p:cNvSpPr/>
          <p:nvPr/>
        </p:nvSpPr>
        <p:spPr>
          <a:xfrm flipH="1" flipV="1">
            <a:off x="4823169" y="488586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6" name="Oval 45">
            <a:extLst>
              <a:ext uri="{FF2B5EF4-FFF2-40B4-BE49-F238E27FC236}">
                <a16:creationId xmlns:a16="http://schemas.microsoft.com/office/drawing/2014/main" id="{A1735241-0A01-C2B1-8A39-71903D6F90C7}"/>
              </a:ext>
            </a:extLst>
          </p:cNvPr>
          <p:cNvSpPr/>
          <p:nvPr/>
        </p:nvSpPr>
        <p:spPr>
          <a:xfrm flipH="1" flipV="1">
            <a:off x="5957548" y="531373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7" name="Title 2">
            <a:extLst>
              <a:ext uri="{FF2B5EF4-FFF2-40B4-BE49-F238E27FC236}">
                <a16:creationId xmlns:a16="http://schemas.microsoft.com/office/drawing/2014/main" id="{898DA6F8-EF50-1E51-2ED9-CBCB65713803}"/>
              </a:ext>
            </a:extLst>
          </p:cNvPr>
          <p:cNvSpPr txBox="1">
            <a:spLocks/>
          </p:cNvSpPr>
          <p:nvPr/>
        </p:nvSpPr>
        <p:spPr>
          <a:xfrm>
            <a:off x="406539" y="1203010"/>
            <a:ext cx="10838089" cy="520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117" b="1" dirty="0">
                <a:solidFill>
                  <a:prstClr val="black"/>
                </a:solidFill>
                <a:latin typeface="Helvetica Neue"/>
                <a:cs typeface="Helvetica" panose="020B0604020202020204" pitchFamily="34" charset="0"/>
              </a:rPr>
              <a:t>Fig 3: Moderate negative correlation: </a:t>
            </a:r>
            <a:r>
              <a:rPr lang="en-US" sz="3117" b="1" dirty="0">
                <a:solidFill>
                  <a:srgbClr val="C00000"/>
                </a:solidFill>
                <a:latin typeface="Helvetica Neue"/>
                <a:cs typeface="Helvetica" panose="020B0604020202020204" pitchFamily="34" charset="0"/>
              </a:rPr>
              <a:t>– 0.75 ≤ r &lt; – 0.25 </a:t>
            </a:r>
            <a:endParaRPr lang="en-US" sz="3117" b="1" dirty="0">
              <a:solidFill>
                <a:prstClr val="black"/>
              </a:solidFill>
              <a:latin typeface="Helvetica Neue"/>
              <a:cs typeface="Helvetica" panose="020B0604020202020204" pitchFamily="34" charset="0"/>
            </a:endParaRPr>
          </a:p>
        </p:txBody>
      </p:sp>
      <mc:AlternateContent xmlns:mc="http://schemas.openxmlformats.org/markup-compatibility/2006">
        <mc:Choice xmlns:p14="http://schemas.microsoft.com/office/powerpoint/2010/main" Requires="p14">
          <p:contentPart p14:bwMode="auto" r:id="rId4">
            <p14:nvContentPartPr>
              <p14:cNvPr id="51" name="Ink 50">
                <a:extLst>
                  <a:ext uri="{FF2B5EF4-FFF2-40B4-BE49-F238E27FC236}">
                    <a16:creationId xmlns:a16="http://schemas.microsoft.com/office/drawing/2014/main" id="{11B664C0-0B57-DE92-B8C6-3A9F8C5922BA}"/>
                  </a:ext>
                </a:extLst>
              </p14:cNvPr>
              <p14:cNvContentPartPr/>
              <p14:nvPr/>
            </p14:nvContentPartPr>
            <p14:xfrm>
              <a:off x="6044623" y="6166175"/>
              <a:ext cx="43200" cy="241200"/>
            </p14:xfrm>
          </p:contentPart>
        </mc:Choice>
        <mc:Fallback>
          <p:pic>
            <p:nvPicPr>
              <p:cNvPr id="51" name="Ink 50">
                <a:extLst>
                  <a:ext uri="{FF2B5EF4-FFF2-40B4-BE49-F238E27FC236}">
                    <a16:creationId xmlns:a16="http://schemas.microsoft.com/office/drawing/2014/main" id="{11B664C0-0B57-DE92-B8C6-3A9F8C5922BA}"/>
                  </a:ext>
                </a:extLst>
              </p:cNvPr>
              <p:cNvPicPr/>
              <p:nvPr/>
            </p:nvPicPr>
            <p:blipFill>
              <a:blip r:embed="rId5"/>
              <a:stretch>
                <a:fillRect/>
              </a:stretch>
            </p:blipFill>
            <p:spPr>
              <a:xfrm>
                <a:off x="6038503" y="6160055"/>
                <a:ext cx="55440" cy="253440"/>
              </a:xfrm>
              <a:prstGeom prst="rect">
                <a:avLst/>
              </a:prstGeom>
            </p:spPr>
          </p:pic>
        </mc:Fallback>
      </mc:AlternateContent>
      <p:grpSp>
        <p:nvGrpSpPr>
          <p:cNvPr id="53" name="Group 52">
            <a:extLst>
              <a:ext uri="{FF2B5EF4-FFF2-40B4-BE49-F238E27FC236}">
                <a16:creationId xmlns:a16="http://schemas.microsoft.com/office/drawing/2014/main" id="{DDDA4A2B-C597-0C34-5267-534C9EEF81E0}"/>
              </a:ext>
            </a:extLst>
          </p:cNvPr>
          <p:cNvGrpSpPr/>
          <p:nvPr/>
        </p:nvGrpSpPr>
        <p:grpSpPr>
          <a:xfrm>
            <a:off x="3490423" y="2626295"/>
            <a:ext cx="4774320" cy="3558960"/>
            <a:chOff x="3490423" y="2626295"/>
            <a:chExt cx="4774320" cy="3558960"/>
          </a:xfrm>
        </p:grpSpPr>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C2095B06-5945-255C-3926-6C0A234CC3AE}"/>
                    </a:ext>
                  </a:extLst>
                </p14:cNvPr>
                <p14:cNvContentPartPr/>
                <p14:nvPr/>
              </p14:nvContentPartPr>
              <p14:xfrm>
                <a:off x="5502103" y="4256375"/>
                <a:ext cx="2632680" cy="1784880"/>
              </p14:xfrm>
            </p:contentPart>
          </mc:Choice>
          <mc:Fallback>
            <p:pic>
              <p:nvPicPr>
                <p:cNvPr id="3" name="Ink 2">
                  <a:extLst>
                    <a:ext uri="{FF2B5EF4-FFF2-40B4-BE49-F238E27FC236}">
                      <a16:creationId xmlns:a16="http://schemas.microsoft.com/office/drawing/2014/main" id="{C2095B06-5945-255C-3926-6C0A234CC3AE}"/>
                    </a:ext>
                  </a:extLst>
                </p:cNvPr>
                <p:cNvPicPr/>
                <p:nvPr/>
              </p:nvPicPr>
              <p:blipFill>
                <a:blip r:embed="rId7"/>
                <a:stretch>
                  <a:fillRect/>
                </a:stretch>
              </p:blipFill>
              <p:spPr>
                <a:xfrm>
                  <a:off x="5495983" y="4250255"/>
                  <a:ext cx="2644920" cy="17971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3" name="Ink 12">
                  <a:extLst>
                    <a:ext uri="{FF2B5EF4-FFF2-40B4-BE49-F238E27FC236}">
                      <a16:creationId xmlns:a16="http://schemas.microsoft.com/office/drawing/2014/main" id="{08231194-14C6-E517-8B48-A826B8595C3E}"/>
                    </a:ext>
                  </a:extLst>
                </p14:cNvPr>
                <p14:cNvContentPartPr/>
                <p14:nvPr/>
              </p14:nvContentPartPr>
              <p14:xfrm>
                <a:off x="7853263" y="5855855"/>
                <a:ext cx="411480" cy="329400"/>
              </p14:xfrm>
            </p:contentPart>
          </mc:Choice>
          <mc:Fallback>
            <p:pic>
              <p:nvPicPr>
                <p:cNvPr id="13" name="Ink 12">
                  <a:extLst>
                    <a:ext uri="{FF2B5EF4-FFF2-40B4-BE49-F238E27FC236}">
                      <a16:creationId xmlns:a16="http://schemas.microsoft.com/office/drawing/2014/main" id="{08231194-14C6-E517-8B48-A826B8595C3E}"/>
                    </a:ext>
                  </a:extLst>
                </p:cNvPr>
                <p:cNvPicPr/>
                <p:nvPr/>
              </p:nvPicPr>
              <p:blipFill>
                <a:blip r:embed="rId9"/>
                <a:stretch>
                  <a:fillRect/>
                </a:stretch>
              </p:blipFill>
              <p:spPr>
                <a:xfrm>
                  <a:off x="7847143" y="5849735"/>
                  <a:ext cx="423720" cy="3416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4" name="Ink 13">
                  <a:extLst>
                    <a:ext uri="{FF2B5EF4-FFF2-40B4-BE49-F238E27FC236}">
                      <a16:creationId xmlns:a16="http://schemas.microsoft.com/office/drawing/2014/main" id="{8C8272FB-7882-20BC-081C-4222DA345397}"/>
                    </a:ext>
                  </a:extLst>
                </p14:cNvPr>
                <p14:cNvContentPartPr/>
                <p14:nvPr/>
              </p14:nvContentPartPr>
              <p14:xfrm>
                <a:off x="5470783" y="4252775"/>
                <a:ext cx="34920" cy="25560"/>
              </p14:xfrm>
            </p:contentPart>
          </mc:Choice>
          <mc:Fallback>
            <p:pic>
              <p:nvPicPr>
                <p:cNvPr id="14" name="Ink 13">
                  <a:extLst>
                    <a:ext uri="{FF2B5EF4-FFF2-40B4-BE49-F238E27FC236}">
                      <a16:creationId xmlns:a16="http://schemas.microsoft.com/office/drawing/2014/main" id="{8C8272FB-7882-20BC-081C-4222DA345397}"/>
                    </a:ext>
                  </a:extLst>
                </p:cNvPr>
                <p:cNvPicPr/>
                <p:nvPr/>
              </p:nvPicPr>
              <p:blipFill>
                <a:blip r:embed="rId11"/>
                <a:stretch>
                  <a:fillRect/>
                </a:stretch>
              </p:blipFill>
              <p:spPr>
                <a:xfrm>
                  <a:off x="5464663" y="4246655"/>
                  <a:ext cx="4716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5" name="Ink 14">
                  <a:extLst>
                    <a:ext uri="{FF2B5EF4-FFF2-40B4-BE49-F238E27FC236}">
                      <a16:creationId xmlns:a16="http://schemas.microsoft.com/office/drawing/2014/main" id="{09FE3BD1-8B7F-E5D5-8376-260BE6BB8985}"/>
                    </a:ext>
                  </a:extLst>
                </p14:cNvPr>
                <p14:cNvContentPartPr/>
                <p14:nvPr/>
              </p14:nvContentPartPr>
              <p14:xfrm>
                <a:off x="3490423" y="2626295"/>
                <a:ext cx="2007360" cy="1667880"/>
              </p14:xfrm>
            </p:contentPart>
          </mc:Choice>
          <mc:Fallback>
            <p:pic>
              <p:nvPicPr>
                <p:cNvPr id="15" name="Ink 14">
                  <a:extLst>
                    <a:ext uri="{FF2B5EF4-FFF2-40B4-BE49-F238E27FC236}">
                      <a16:creationId xmlns:a16="http://schemas.microsoft.com/office/drawing/2014/main" id="{09FE3BD1-8B7F-E5D5-8376-260BE6BB8985}"/>
                    </a:ext>
                  </a:extLst>
                </p:cNvPr>
                <p:cNvPicPr/>
                <p:nvPr/>
              </p:nvPicPr>
              <p:blipFill>
                <a:blip r:embed="rId13"/>
                <a:stretch>
                  <a:fillRect/>
                </a:stretch>
              </p:blipFill>
              <p:spPr>
                <a:xfrm>
                  <a:off x="3484303" y="2620175"/>
                  <a:ext cx="2019600" cy="16801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8" name="Ink 47">
                  <a:extLst>
                    <a:ext uri="{FF2B5EF4-FFF2-40B4-BE49-F238E27FC236}">
                      <a16:creationId xmlns:a16="http://schemas.microsoft.com/office/drawing/2014/main" id="{031DF8A5-C6C6-DFFD-194D-76A7B2DFF5D2}"/>
                    </a:ext>
                  </a:extLst>
                </p14:cNvPr>
                <p14:cNvContentPartPr/>
                <p14:nvPr/>
              </p14:nvContentPartPr>
              <p14:xfrm>
                <a:off x="5760583" y="3596495"/>
                <a:ext cx="645840" cy="871920"/>
              </p14:xfrm>
            </p:contentPart>
          </mc:Choice>
          <mc:Fallback>
            <p:pic>
              <p:nvPicPr>
                <p:cNvPr id="48" name="Ink 47">
                  <a:extLst>
                    <a:ext uri="{FF2B5EF4-FFF2-40B4-BE49-F238E27FC236}">
                      <a16:creationId xmlns:a16="http://schemas.microsoft.com/office/drawing/2014/main" id="{031DF8A5-C6C6-DFFD-194D-76A7B2DFF5D2}"/>
                    </a:ext>
                  </a:extLst>
                </p:cNvPr>
                <p:cNvPicPr/>
                <p:nvPr/>
              </p:nvPicPr>
              <p:blipFill>
                <a:blip r:embed="rId15"/>
                <a:stretch>
                  <a:fillRect/>
                </a:stretch>
              </p:blipFill>
              <p:spPr>
                <a:xfrm>
                  <a:off x="5754463" y="3590375"/>
                  <a:ext cx="658080" cy="884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49" name="Ink 48">
                  <a:extLst>
                    <a:ext uri="{FF2B5EF4-FFF2-40B4-BE49-F238E27FC236}">
                      <a16:creationId xmlns:a16="http://schemas.microsoft.com/office/drawing/2014/main" id="{9BE8F914-C80D-7CA2-0DC5-C091AEB74BCE}"/>
                    </a:ext>
                  </a:extLst>
                </p14:cNvPr>
                <p14:cNvContentPartPr/>
                <p14:nvPr/>
              </p14:nvContentPartPr>
              <p14:xfrm>
                <a:off x="5107543" y="4514135"/>
                <a:ext cx="744120" cy="696600"/>
              </p14:xfrm>
            </p:contentPart>
          </mc:Choice>
          <mc:Fallback>
            <p:pic>
              <p:nvPicPr>
                <p:cNvPr id="49" name="Ink 48">
                  <a:extLst>
                    <a:ext uri="{FF2B5EF4-FFF2-40B4-BE49-F238E27FC236}">
                      <a16:creationId xmlns:a16="http://schemas.microsoft.com/office/drawing/2014/main" id="{9BE8F914-C80D-7CA2-0DC5-C091AEB74BCE}"/>
                    </a:ext>
                  </a:extLst>
                </p:cNvPr>
                <p:cNvPicPr/>
                <p:nvPr/>
              </p:nvPicPr>
              <p:blipFill>
                <a:blip r:embed="rId17"/>
                <a:stretch>
                  <a:fillRect/>
                </a:stretch>
              </p:blipFill>
              <p:spPr>
                <a:xfrm>
                  <a:off x="5101423" y="4508015"/>
                  <a:ext cx="756360" cy="7088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52" name="Ink 51">
                  <a:extLst>
                    <a:ext uri="{FF2B5EF4-FFF2-40B4-BE49-F238E27FC236}">
                      <a16:creationId xmlns:a16="http://schemas.microsoft.com/office/drawing/2014/main" id="{C0267A10-FFEE-BB47-958E-8BAFBBF0B1EE}"/>
                    </a:ext>
                  </a:extLst>
                </p14:cNvPr>
                <p14:cNvContentPartPr/>
                <p14:nvPr/>
              </p14:nvContentPartPr>
              <p14:xfrm>
                <a:off x="5862823" y="3453215"/>
                <a:ext cx="417240" cy="2472480"/>
              </p14:xfrm>
            </p:contentPart>
          </mc:Choice>
          <mc:Fallback>
            <p:pic>
              <p:nvPicPr>
                <p:cNvPr id="52" name="Ink 51">
                  <a:extLst>
                    <a:ext uri="{FF2B5EF4-FFF2-40B4-BE49-F238E27FC236}">
                      <a16:creationId xmlns:a16="http://schemas.microsoft.com/office/drawing/2014/main" id="{C0267A10-FFEE-BB47-958E-8BAFBBF0B1EE}"/>
                    </a:ext>
                  </a:extLst>
                </p:cNvPr>
                <p:cNvPicPr/>
                <p:nvPr/>
              </p:nvPicPr>
              <p:blipFill>
                <a:blip r:embed="rId19"/>
                <a:stretch>
                  <a:fillRect/>
                </a:stretch>
              </p:blipFill>
              <p:spPr>
                <a:xfrm>
                  <a:off x="5856703" y="3447095"/>
                  <a:ext cx="429480" cy="2484720"/>
                </a:xfrm>
                <a:prstGeom prst="rect">
                  <a:avLst/>
                </a:prstGeom>
              </p:spPr>
            </p:pic>
          </mc:Fallback>
        </mc:AlternateContent>
      </p:grpSp>
      <p:grpSp>
        <p:nvGrpSpPr>
          <p:cNvPr id="68" name="Group 67">
            <a:extLst>
              <a:ext uri="{FF2B5EF4-FFF2-40B4-BE49-F238E27FC236}">
                <a16:creationId xmlns:a16="http://schemas.microsoft.com/office/drawing/2014/main" id="{7C39C017-DC2D-4058-9D14-513722208867}"/>
              </a:ext>
            </a:extLst>
          </p:cNvPr>
          <p:cNvGrpSpPr/>
          <p:nvPr/>
        </p:nvGrpSpPr>
        <p:grpSpPr>
          <a:xfrm>
            <a:off x="8095183" y="2320655"/>
            <a:ext cx="3237120" cy="764280"/>
            <a:chOff x="8095183" y="2320655"/>
            <a:chExt cx="3237120" cy="764280"/>
          </a:xfrm>
        </p:grpSpPr>
        <mc:AlternateContent xmlns:mc="http://schemas.openxmlformats.org/markup-compatibility/2006">
          <mc:Choice xmlns:p14="http://schemas.microsoft.com/office/powerpoint/2010/main" Requires="p14">
            <p:contentPart p14:bwMode="auto" r:id="rId20">
              <p14:nvContentPartPr>
                <p14:cNvPr id="54" name="Ink 53">
                  <a:extLst>
                    <a:ext uri="{FF2B5EF4-FFF2-40B4-BE49-F238E27FC236}">
                      <a16:creationId xmlns:a16="http://schemas.microsoft.com/office/drawing/2014/main" id="{F4C94416-F0F0-BD56-5092-342699DA5920}"/>
                    </a:ext>
                  </a:extLst>
                </p14:cNvPr>
                <p14:cNvContentPartPr/>
                <p14:nvPr/>
              </p14:nvContentPartPr>
              <p14:xfrm>
                <a:off x="8095183" y="2537015"/>
                <a:ext cx="202320" cy="275040"/>
              </p14:xfrm>
            </p:contentPart>
          </mc:Choice>
          <mc:Fallback>
            <p:pic>
              <p:nvPicPr>
                <p:cNvPr id="54" name="Ink 53">
                  <a:extLst>
                    <a:ext uri="{FF2B5EF4-FFF2-40B4-BE49-F238E27FC236}">
                      <a16:creationId xmlns:a16="http://schemas.microsoft.com/office/drawing/2014/main" id="{F4C94416-F0F0-BD56-5092-342699DA5920}"/>
                    </a:ext>
                  </a:extLst>
                </p:cNvPr>
                <p:cNvPicPr/>
                <p:nvPr/>
              </p:nvPicPr>
              <p:blipFill>
                <a:blip r:embed="rId21"/>
                <a:stretch>
                  <a:fillRect/>
                </a:stretch>
              </p:blipFill>
              <p:spPr>
                <a:xfrm>
                  <a:off x="8089063" y="2530895"/>
                  <a:ext cx="214560" cy="2872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55" name="Ink 54">
                  <a:extLst>
                    <a:ext uri="{FF2B5EF4-FFF2-40B4-BE49-F238E27FC236}">
                      <a16:creationId xmlns:a16="http://schemas.microsoft.com/office/drawing/2014/main" id="{BA4D759A-5D7F-364C-CEB0-6962F40CB5EA}"/>
                    </a:ext>
                  </a:extLst>
                </p14:cNvPr>
                <p14:cNvContentPartPr/>
                <p14:nvPr/>
              </p14:nvContentPartPr>
              <p14:xfrm>
                <a:off x="8301463" y="2455295"/>
                <a:ext cx="84960" cy="629640"/>
              </p14:xfrm>
            </p:contentPart>
          </mc:Choice>
          <mc:Fallback>
            <p:pic>
              <p:nvPicPr>
                <p:cNvPr id="55" name="Ink 54">
                  <a:extLst>
                    <a:ext uri="{FF2B5EF4-FFF2-40B4-BE49-F238E27FC236}">
                      <a16:creationId xmlns:a16="http://schemas.microsoft.com/office/drawing/2014/main" id="{BA4D759A-5D7F-364C-CEB0-6962F40CB5EA}"/>
                    </a:ext>
                  </a:extLst>
                </p:cNvPr>
                <p:cNvPicPr/>
                <p:nvPr/>
              </p:nvPicPr>
              <p:blipFill>
                <a:blip r:embed="rId23"/>
                <a:stretch>
                  <a:fillRect/>
                </a:stretch>
              </p:blipFill>
              <p:spPr>
                <a:xfrm>
                  <a:off x="8295343" y="2449175"/>
                  <a:ext cx="97200" cy="6418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56" name="Ink 55">
                  <a:extLst>
                    <a:ext uri="{FF2B5EF4-FFF2-40B4-BE49-F238E27FC236}">
                      <a16:creationId xmlns:a16="http://schemas.microsoft.com/office/drawing/2014/main" id="{1A609464-5D5F-2A34-8716-8F6A3AE449F0}"/>
                    </a:ext>
                  </a:extLst>
                </p14:cNvPr>
                <p14:cNvContentPartPr/>
                <p14:nvPr/>
              </p14:nvContentPartPr>
              <p14:xfrm>
                <a:off x="8703223" y="2670215"/>
                <a:ext cx="198000" cy="51840"/>
              </p14:xfrm>
            </p:contentPart>
          </mc:Choice>
          <mc:Fallback>
            <p:pic>
              <p:nvPicPr>
                <p:cNvPr id="56" name="Ink 55">
                  <a:extLst>
                    <a:ext uri="{FF2B5EF4-FFF2-40B4-BE49-F238E27FC236}">
                      <a16:creationId xmlns:a16="http://schemas.microsoft.com/office/drawing/2014/main" id="{1A609464-5D5F-2A34-8716-8F6A3AE449F0}"/>
                    </a:ext>
                  </a:extLst>
                </p:cNvPr>
                <p:cNvPicPr/>
                <p:nvPr/>
              </p:nvPicPr>
              <p:blipFill>
                <a:blip r:embed="rId25"/>
                <a:stretch>
                  <a:fillRect/>
                </a:stretch>
              </p:blipFill>
              <p:spPr>
                <a:xfrm>
                  <a:off x="8697103" y="2664095"/>
                  <a:ext cx="21024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57" name="Ink 56">
                  <a:extLst>
                    <a:ext uri="{FF2B5EF4-FFF2-40B4-BE49-F238E27FC236}">
                      <a16:creationId xmlns:a16="http://schemas.microsoft.com/office/drawing/2014/main" id="{B3D694F0-7060-C49E-F580-130CBFE1AD56}"/>
                    </a:ext>
                  </a:extLst>
                </p14:cNvPr>
                <p14:cNvContentPartPr/>
                <p14:nvPr/>
              </p14:nvContentPartPr>
              <p14:xfrm>
                <a:off x="8724823" y="2710175"/>
                <a:ext cx="236160" cy="100080"/>
              </p14:xfrm>
            </p:contentPart>
          </mc:Choice>
          <mc:Fallback>
            <p:pic>
              <p:nvPicPr>
                <p:cNvPr id="57" name="Ink 56">
                  <a:extLst>
                    <a:ext uri="{FF2B5EF4-FFF2-40B4-BE49-F238E27FC236}">
                      <a16:creationId xmlns:a16="http://schemas.microsoft.com/office/drawing/2014/main" id="{B3D694F0-7060-C49E-F580-130CBFE1AD56}"/>
                    </a:ext>
                  </a:extLst>
                </p:cNvPr>
                <p:cNvPicPr/>
                <p:nvPr/>
              </p:nvPicPr>
              <p:blipFill>
                <a:blip r:embed="rId27"/>
                <a:stretch>
                  <a:fillRect/>
                </a:stretch>
              </p:blipFill>
              <p:spPr>
                <a:xfrm>
                  <a:off x="8718703" y="2704055"/>
                  <a:ext cx="24840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58" name="Ink 57">
                  <a:extLst>
                    <a:ext uri="{FF2B5EF4-FFF2-40B4-BE49-F238E27FC236}">
                      <a16:creationId xmlns:a16="http://schemas.microsoft.com/office/drawing/2014/main" id="{3D168BDA-8EF5-9D8B-B1F4-DEDFA4CEBEF1}"/>
                    </a:ext>
                  </a:extLst>
                </p14:cNvPr>
                <p14:cNvContentPartPr/>
                <p14:nvPr/>
              </p14:nvContentPartPr>
              <p14:xfrm>
                <a:off x="9360223" y="2369615"/>
                <a:ext cx="277920" cy="44640"/>
              </p14:xfrm>
            </p:contentPart>
          </mc:Choice>
          <mc:Fallback>
            <p:pic>
              <p:nvPicPr>
                <p:cNvPr id="58" name="Ink 57">
                  <a:extLst>
                    <a:ext uri="{FF2B5EF4-FFF2-40B4-BE49-F238E27FC236}">
                      <a16:creationId xmlns:a16="http://schemas.microsoft.com/office/drawing/2014/main" id="{3D168BDA-8EF5-9D8B-B1F4-DEDFA4CEBEF1}"/>
                    </a:ext>
                  </a:extLst>
                </p:cNvPr>
                <p:cNvPicPr/>
                <p:nvPr/>
              </p:nvPicPr>
              <p:blipFill>
                <a:blip r:embed="rId29"/>
                <a:stretch>
                  <a:fillRect/>
                </a:stretch>
              </p:blipFill>
              <p:spPr>
                <a:xfrm>
                  <a:off x="9354103" y="2363495"/>
                  <a:ext cx="29016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59" name="Ink 58">
                  <a:extLst>
                    <a:ext uri="{FF2B5EF4-FFF2-40B4-BE49-F238E27FC236}">
                      <a16:creationId xmlns:a16="http://schemas.microsoft.com/office/drawing/2014/main" id="{AB8AD6BD-B8A3-B206-072A-6B5596BA4793}"/>
                    </a:ext>
                  </a:extLst>
                </p14:cNvPr>
                <p14:cNvContentPartPr/>
                <p14:nvPr/>
              </p14:nvContentPartPr>
              <p14:xfrm>
                <a:off x="9342583" y="2427575"/>
                <a:ext cx="210600" cy="273960"/>
              </p14:xfrm>
            </p:contentPart>
          </mc:Choice>
          <mc:Fallback>
            <p:pic>
              <p:nvPicPr>
                <p:cNvPr id="59" name="Ink 58">
                  <a:extLst>
                    <a:ext uri="{FF2B5EF4-FFF2-40B4-BE49-F238E27FC236}">
                      <a16:creationId xmlns:a16="http://schemas.microsoft.com/office/drawing/2014/main" id="{AB8AD6BD-B8A3-B206-072A-6B5596BA4793}"/>
                    </a:ext>
                  </a:extLst>
                </p:cNvPr>
                <p:cNvPicPr/>
                <p:nvPr/>
              </p:nvPicPr>
              <p:blipFill>
                <a:blip r:embed="rId31"/>
                <a:stretch>
                  <a:fillRect/>
                </a:stretch>
              </p:blipFill>
              <p:spPr>
                <a:xfrm>
                  <a:off x="9336463" y="2421455"/>
                  <a:ext cx="22284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60" name="Ink 59">
                  <a:extLst>
                    <a:ext uri="{FF2B5EF4-FFF2-40B4-BE49-F238E27FC236}">
                      <a16:creationId xmlns:a16="http://schemas.microsoft.com/office/drawing/2014/main" id="{8F482BAA-FC10-8468-8944-E2E5B070838B}"/>
                    </a:ext>
                  </a:extLst>
                </p14:cNvPr>
                <p14:cNvContentPartPr/>
                <p14:nvPr/>
              </p14:nvContentPartPr>
              <p14:xfrm>
                <a:off x="9787903" y="2345855"/>
                <a:ext cx="231120" cy="433080"/>
              </p14:xfrm>
            </p:contentPart>
          </mc:Choice>
          <mc:Fallback>
            <p:pic>
              <p:nvPicPr>
                <p:cNvPr id="60" name="Ink 59">
                  <a:extLst>
                    <a:ext uri="{FF2B5EF4-FFF2-40B4-BE49-F238E27FC236}">
                      <a16:creationId xmlns:a16="http://schemas.microsoft.com/office/drawing/2014/main" id="{8F482BAA-FC10-8468-8944-E2E5B070838B}"/>
                    </a:ext>
                  </a:extLst>
                </p:cNvPr>
                <p:cNvPicPr/>
                <p:nvPr/>
              </p:nvPicPr>
              <p:blipFill>
                <a:blip r:embed="rId33"/>
                <a:stretch>
                  <a:fillRect/>
                </a:stretch>
              </p:blipFill>
              <p:spPr>
                <a:xfrm>
                  <a:off x="9781783" y="2339735"/>
                  <a:ext cx="243360" cy="4453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61" name="Ink 60">
                  <a:extLst>
                    <a:ext uri="{FF2B5EF4-FFF2-40B4-BE49-F238E27FC236}">
                      <a16:creationId xmlns:a16="http://schemas.microsoft.com/office/drawing/2014/main" id="{7AA08CE7-52AE-1E1A-4F0E-411459E6037C}"/>
                    </a:ext>
                  </a:extLst>
                </p14:cNvPr>
                <p14:cNvContentPartPr/>
                <p14:nvPr/>
              </p14:nvContentPartPr>
              <p14:xfrm>
                <a:off x="9734983" y="2390855"/>
                <a:ext cx="345960" cy="366480"/>
              </p14:xfrm>
            </p:contentPart>
          </mc:Choice>
          <mc:Fallback>
            <p:pic>
              <p:nvPicPr>
                <p:cNvPr id="61" name="Ink 60">
                  <a:extLst>
                    <a:ext uri="{FF2B5EF4-FFF2-40B4-BE49-F238E27FC236}">
                      <a16:creationId xmlns:a16="http://schemas.microsoft.com/office/drawing/2014/main" id="{7AA08CE7-52AE-1E1A-4F0E-411459E6037C}"/>
                    </a:ext>
                  </a:extLst>
                </p:cNvPr>
                <p:cNvPicPr/>
                <p:nvPr/>
              </p:nvPicPr>
              <p:blipFill>
                <a:blip r:embed="rId35"/>
                <a:stretch>
                  <a:fillRect/>
                </a:stretch>
              </p:blipFill>
              <p:spPr>
                <a:xfrm>
                  <a:off x="9728863" y="2384735"/>
                  <a:ext cx="358200" cy="37872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62" name="Ink 61">
                  <a:extLst>
                    <a:ext uri="{FF2B5EF4-FFF2-40B4-BE49-F238E27FC236}">
                      <a16:creationId xmlns:a16="http://schemas.microsoft.com/office/drawing/2014/main" id="{038BA9BF-0AE6-E8EE-14FF-4AB42F3E6970}"/>
                    </a:ext>
                  </a:extLst>
                </p14:cNvPr>
                <p14:cNvContentPartPr/>
                <p14:nvPr/>
              </p14:nvContentPartPr>
              <p14:xfrm>
                <a:off x="10313863" y="2505695"/>
                <a:ext cx="247680" cy="16920"/>
              </p14:xfrm>
            </p:contentPart>
          </mc:Choice>
          <mc:Fallback>
            <p:pic>
              <p:nvPicPr>
                <p:cNvPr id="62" name="Ink 61">
                  <a:extLst>
                    <a:ext uri="{FF2B5EF4-FFF2-40B4-BE49-F238E27FC236}">
                      <a16:creationId xmlns:a16="http://schemas.microsoft.com/office/drawing/2014/main" id="{038BA9BF-0AE6-E8EE-14FF-4AB42F3E6970}"/>
                    </a:ext>
                  </a:extLst>
                </p:cNvPr>
                <p:cNvPicPr/>
                <p:nvPr/>
              </p:nvPicPr>
              <p:blipFill>
                <a:blip r:embed="rId37"/>
                <a:stretch>
                  <a:fillRect/>
                </a:stretch>
              </p:blipFill>
              <p:spPr>
                <a:xfrm>
                  <a:off x="10307743" y="2499575"/>
                  <a:ext cx="25992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63" name="Ink 62">
                  <a:extLst>
                    <a:ext uri="{FF2B5EF4-FFF2-40B4-BE49-F238E27FC236}">
                      <a16:creationId xmlns:a16="http://schemas.microsoft.com/office/drawing/2014/main" id="{A84DE728-49C7-6651-7693-D7B6BAAFA757}"/>
                    </a:ext>
                  </a:extLst>
                </p14:cNvPr>
                <p14:cNvContentPartPr/>
                <p14:nvPr/>
              </p14:nvContentPartPr>
              <p14:xfrm>
                <a:off x="10402063" y="2376095"/>
                <a:ext cx="14400" cy="348480"/>
              </p14:xfrm>
            </p:contentPart>
          </mc:Choice>
          <mc:Fallback>
            <p:pic>
              <p:nvPicPr>
                <p:cNvPr id="63" name="Ink 62">
                  <a:extLst>
                    <a:ext uri="{FF2B5EF4-FFF2-40B4-BE49-F238E27FC236}">
                      <a16:creationId xmlns:a16="http://schemas.microsoft.com/office/drawing/2014/main" id="{A84DE728-49C7-6651-7693-D7B6BAAFA757}"/>
                    </a:ext>
                  </a:extLst>
                </p:cNvPr>
                <p:cNvPicPr/>
                <p:nvPr/>
              </p:nvPicPr>
              <p:blipFill>
                <a:blip r:embed="rId39"/>
                <a:stretch>
                  <a:fillRect/>
                </a:stretch>
              </p:blipFill>
              <p:spPr>
                <a:xfrm>
                  <a:off x="10395943" y="2369975"/>
                  <a:ext cx="26640" cy="3607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64" name="Ink 63">
                  <a:extLst>
                    <a:ext uri="{FF2B5EF4-FFF2-40B4-BE49-F238E27FC236}">
                      <a16:creationId xmlns:a16="http://schemas.microsoft.com/office/drawing/2014/main" id="{7D3B7B25-50DA-E013-F488-40AA0366DA61}"/>
                    </a:ext>
                  </a:extLst>
                </p14:cNvPr>
                <p14:cNvContentPartPr/>
                <p14:nvPr/>
              </p14:nvContentPartPr>
              <p14:xfrm>
                <a:off x="10935583" y="2320655"/>
                <a:ext cx="261720" cy="303480"/>
              </p14:xfrm>
            </p:contentPart>
          </mc:Choice>
          <mc:Fallback>
            <p:pic>
              <p:nvPicPr>
                <p:cNvPr id="64" name="Ink 63">
                  <a:extLst>
                    <a:ext uri="{FF2B5EF4-FFF2-40B4-BE49-F238E27FC236}">
                      <a16:creationId xmlns:a16="http://schemas.microsoft.com/office/drawing/2014/main" id="{7D3B7B25-50DA-E013-F488-40AA0366DA61}"/>
                    </a:ext>
                  </a:extLst>
                </p:cNvPr>
                <p:cNvPicPr/>
                <p:nvPr/>
              </p:nvPicPr>
              <p:blipFill>
                <a:blip r:embed="rId41"/>
                <a:stretch>
                  <a:fillRect/>
                </a:stretch>
              </p:blipFill>
              <p:spPr>
                <a:xfrm>
                  <a:off x="10929463" y="2314535"/>
                  <a:ext cx="273960" cy="315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65" name="Ink 64">
                  <a:extLst>
                    <a:ext uri="{FF2B5EF4-FFF2-40B4-BE49-F238E27FC236}">
                      <a16:creationId xmlns:a16="http://schemas.microsoft.com/office/drawing/2014/main" id="{5F37A093-FDD7-67D2-E94C-A94183B944EB}"/>
                    </a:ext>
                  </a:extLst>
                </p14:cNvPr>
                <p14:cNvContentPartPr/>
                <p14:nvPr/>
              </p14:nvContentPartPr>
              <p14:xfrm>
                <a:off x="10914343" y="2765975"/>
                <a:ext cx="367200" cy="30240"/>
              </p14:xfrm>
            </p:contentPart>
          </mc:Choice>
          <mc:Fallback>
            <p:pic>
              <p:nvPicPr>
                <p:cNvPr id="65" name="Ink 64">
                  <a:extLst>
                    <a:ext uri="{FF2B5EF4-FFF2-40B4-BE49-F238E27FC236}">
                      <a16:creationId xmlns:a16="http://schemas.microsoft.com/office/drawing/2014/main" id="{5F37A093-FDD7-67D2-E94C-A94183B944EB}"/>
                    </a:ext>
                  </a:extLst>
                </p:cNvPr>
                <p:cNvPicPr/>
                <p:nvPr/>
              </p:nvPicPr>
              <p:blipFill>
                <a:blip r:embed="rId43"/>
                <a:stretch>
                  <a:fillRect/>
                </a:stretch>
              </p:blipFill>
              <p:spPr>
                <a:xfrm>
                  <a:off x="10908223" y="2759855"/>
                  <a:ext cx="37944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66" name="Ink 65">
                  <a:extLst>
                    <a:ext uri="{FF2B5EF4-FFF2-40B4-BE49-F238E27FC236}">
                      <a16:creationId xmlns:a16="http://schemas.microsoft.com/office/drawing/2014/main" id="{67C06F95-62DE-BFB0-1A6A-4BCC75ED3182}"/>
                    </a:ext>
                  </a:extLst>
                </p14:cNvPr>
                <p14:cNvContentPartPr/>
                <p14:nvPr/>
              </p14:nvContentPartPr>
              <p14:xfrm>
                <a:off x="10765303" y="2735375"/>
                <a:ext cx="567000" cy="112680"/>
              </p14:xfrm>
            </p:contentPart>
          </mc:Choice>
          <mc:Fallback>
            <p:pic>
              <p:nvPicPr>
                <p:cNvPr id="66" name="Ink 65">
                  <a:extLst>
                    <a:ext uri="{FF2B5EF4-FFF2-40B4-BE49-F238E27FC236}">
                      <a16:creationId xmlns:a16="http://schemas.microsoft.com/office/drawing/2014/main" id="{67C06F95-62DE-BFB0-1A6A-4BCC75ED3182}"/>
                    </a:ext>
                  </a:extLst>
                </p:cNvPr>
                <p:cNvPicPr/>
                <p:nvPr/>
              </p:nvPicPr>
              <p:blipFill>
                <a:blip r:embed="rId45"/>
                <a:stretch>
                  <a:fillRect/>
                </a:stretch>
              </p:blipFill>
              <p:spPr>
                <a:xfrm>
                  <a:off x="10759183" y="2729255"/>
                  <a:ext cx="579240" cy="124920"/>
                </a:xfrm>
                <a:prstGeom prst="rect">
                  <a:avLst/>
                </a:prstGeom>
              </p:spPr>
            </p:pic>
          </mc:Fallback>
        </mc:AlternateContent>
      </p:grpSp>
    </p:spTree>
    <p:extLst>
      <p:ext uri="{BB962C8B-B14F-4D97-AF65-F5344CB8AC3E}">
        <p14:creationId xmlns:p14="http://schemas.microsoft.com/office/powerpoint/2010/main" val="3914344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8"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anim calcmode="lin" valueType="num">
                                      <p:cBhvr additive="base">
                                        <p:cTn id="27" dur="500" fill="hold"/>
                                        <p:tgtEl>
                                          <p:spTgt spid="47"/>
                                        </p:tgtEl>
                                        <p:attrNameLst>
                                          <p:attrName>ppt_x</p:attrName>
                                        </p:attrNameLst>
                                      </p:cBhvr>
                                      <p:tavLst>
                                        <p:tav tm="0">
                                          <p:val>
                                            <p:strVal val="1+#ppt_w/2"/>
                                          </p:val>
                                        </p:tav>
                                        <p:tav tm="100000">
                                          <p:val>
                                            <p:strVal val="#ppt_x"/>
                                          </p:val>
                                        </p:tav>
                                      </p:tavLst>
                                    </p:anim>
                                    <p:anim calcmode="lin" valueType="num">
                                      <p:cBhvr additive="base">
                                        <p:cTn id="28" dur="500" fill="hold"/>
                                        <p:tgtEl>
                                          <p:spTgt spid="47"/>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 calcmode="lin" valueType="num">
                                      <p:cBhvr>
                                        <p:cTn id="36" dur="500" fill="hold"/>
                                        <p:tgtEl>
                                          <p:spTgt spid="25"/>
                                        </p:tgtEl>
                                        <p:attrNameLst>
                                          <p:attrName>ppt_w</p:attrName>
                                        </p:attrNameLst>
                                      </p:cBhvr>
                                      <p:tavLst>
                                        <p:tav tm="0">
                                          <p:val>
                                            <p:fltVal val="0"/>
                                          </p:val>
                                        </p:tav>
                                        <p:tav tm="100000">
                                          <p:val>
                                            <p:strVal val="#ppt_w"/>
                                          </p:val>
                                        </p:tav>
                                      </p:tavLst>
                                    </p:anim>
                                    <p:anim calcmode="lin" valueType="num">
                                      <p:cBhvr>
                                        <p:cTn id="37" dur="500" fill="hold"/>
                                        <p:tgtEl>
                                          <p:spTgt spid="25"/>
                                        </p:tgtEl>
                                        <p:attrNameLst>
                                          <p:attrName>ppt_h</p:attrName>
                                        </p:attrNameLst>
                                      </p:cBhvr>
                                      <p:tavLst>
                                        <p:tav tm="0">
                                          <p:val>
                                            <p:fltVal val="0"/>
                                          </p:val>
                                        </p:tav>
                                        <p:tav tm="100000">
                                          <p:val>
                                            <p:strVal val="#ppt_h"/>
                                          </p:val>
                                        </p:tav>
                                      </p:tavLst>
                                    </p:anim>
                                    <p:animEffect transition="in" filter="fade">
                                      <p:cBhvr>
                                        <p:cTn id="38" dur="500"/>
                                        <p:tgtEl>
                                          <p:spTgt spid="25"/>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 calcmode="lin" valueType="num">
                                      <p:cBhvr>
                                        <p:cTn id="41" dur="500" fill="hold"/>
                                        <p:tgtEl>
                                          <p:spTgt spid="26"/>
                                        </p:tgtEl>
                                        <p:attrNameLst>
                                          <p:attrName>ppt_w</p:attrName>
                                        </p:attrNameLst>
                                      </p:cBhvr>
                                      <p:tavLst>
                                        <p:tav tm="0">
                                          <p:val>
                                            <p:fltVal val="0"/>
                                          </p:val>
                                        </p:tav>
                                        <p:tav tm="100000">
                                          <p:val>
                                            <p:strVal val="#ppt_w"/>
                                          </p:val>
                                        </p:tav>
                                      </p:tavLst>
                                    </p:anim>
                                    <p:anim calcmode="lin" valueType="num">
                                      <p:cBhvr>
                                        <p:cTn id="42" dur="500" fill="hold"/>
                                        <p:tgtEl>
                                          <p:spTgt spid="26"/>
                                        </p:tgtEl>
                                        <p:attrNameLst>
                                          <p:attrName>ppt_h</p:attrName>
                                        </p:attrNameLst>
                                      </p:cBhvr>
                                      <p:tavLst>
                                        <p:tav tm="0">
                                          <p:val>
                                            <p:fltVal val="0"/>
                                          </p:val>
                                        </p:tav>
                                        <p:tav tm="100000">
                                          <p:val>
                                            <p:strVal val="#ppt_h"/>
                                          </p:val>
                                        </p:tav>
                                      </p:tavLst>
                                    </p:anim>
                                    <p:animEffect transition="in" filter="fade">
                                      <p:cBhvr>
                                        <p:cTn id="43" dur="500"/>
                                        <p:tgtEl>
                                          <p:spTgt spid="26"/>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 calcmode="lin" valueType="num">
                                      <p:cBhvr>
                                        <p:cTn id="46" dur="500" fill="hold"/>
                                        <p:tgtEl>
                                          <p:spTgt spid="27"/>
                                        </p:tgtEl>
                                        <p:attrNameLst>
                                          <p:attrName>ppt_w</p:attrName>
                                        </p:attrNameLst>
                                      </p:cBhvr>
                                      <p:tavLst>
                                        <p:tav tm="0">
                                          <p:val>
                                            <p:fltVal val="0"/>
                                          </p:val>
                                        </p:tav>
                                        <p:tav tm="100000">
                                          <p:val>
                                            <p:strVal val="#ppt_w"/>
                                          </p:val>
                                        </p:tav>
                                      </p:tavLst>
                                    </p:anim>
                                    <p:anim calcmode="lin" valueType="num">
                                      <p:cBhvr>
                                        <p:cTn id="47" dur="500" fill="hold"/>
                                        <p:tgtEl>
                                          <p:spTgt spid="27"/>
                                        </p:tgtEl>
                                        <p:attrNameLst>
                                          <p:attrName>ppt_h</p:attrName>
                                        </p:attrNameLst>
                                      </p:cBhvr>
                                      <p:tavLst>
                                        <p:tav tm="0">
                                          <p:val>
                                            <p:fltVal val="0"/>
                                          </p:val>
                                        </p:tav>
                                        <p:tav tm="100000">
                                          <p:val>
                                            <p:strVal val="#ppt_h"/>
                                          </p:val>
                                        </p:tav>
                                      </p:tavLst>
                                    </p:anim>
                                    <p:animEffect transition="in" filter="fade">
                                      <p:cBhvr>
                                        <p:cTn id="48" dur="500"/>
                                        <p:tgtEl>
                                          <p:spTgt spid="27"/>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p:cTn id="51" dur="500" fill="hold"/>
                                        <p:tgtEl>
                                          <p:spTgt spid="28"/>
                                        </p:tgtEl>
                                        <p:attrNameLst>
                                          <p:attrName>ppt_w</p:attrName>
                                        </p:attrNameLst>
                                      </p:cBhvr>
                                      <p:tavLst>
                                        <p:tav tm="0">
                                          <p:val>
                                            <p:fltVal val="0"/>
                                          </p:val>
                                        </p:tav>
                                        <p:tav tm="100000">
                                          <p:val>
                                            <p:strVal val="#ppt_w"/>
                                          </p:val>
                                        </p:tav>
                                      </p:tavLst>
                                    </p:anim>
                                    <p:anim calcmode="lin" valueType="num">
                                      <p:cBhvr>
                                        <p:cTn id="52" dur="500" fill="hold"/>
                                        <p:tgtEl>
                                          <p:spTgt spid="28"/>
                                        </p:tgtEl>
                                        <p:attrNameLst>
                                          <p:attrName>ppt_h</p:attrName>
                                        </p:attrNameLst>
                                      </p:cBhvr>
                                      <p:tavLst>
                                        <p:tav tm="0">
                                          <p:val>
                                            <p:fltVal val="0"/>
                                          </p:val>
                                        </p:tav>
                                        <p:tav tm="100000">
                                          <p:val>
                                            <p:strVal val="#ppt_h"/>
                                          </p:val>
                                        </p:tav>
                                      </p:tavLst>
                                    </p:anim>
                                    <p:animEffect transition="in" filter="fade">
                                      <p:cBhvr>
                                        <p:cTn id="53" dur="500"/>
                                        <p:tgtEl>
                                          <p:spTgt spid="28"/>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p:cTn id="56" dur="500" fill="hold"/>
                                        <p:tgtEl>
                                          <p:spTgt spid="29"/>
                                        </p:tgtEl>
                                        <p:attrNameLst>
                                          <p:attrName>ppt_w</p:attrName>
                                        </p:attrNameLst>
                                      </p:cBhvr>
                                      <p:tavLst>
                                        <p:tav tm="0">
                                          <p:val>
                                            <p:fltVal val="0"/>
                                          </p:val>
                                        </p:tav>
                                        <p:tav tm="100000">
                                          <p:val>
                                            <p:strVal val="#ppt_w"/>
                                          </p:val>
                                        </p:tav>
                                      </p:tavLst>
                                    </p:anim>
                                    <p:anim calcmode="lin" valueType="num">
                                      <p:cBhvr>
                                        <p:cTn id="57" dur="500" fill="hold"/>
                                        <p:tgtEl>
                                          <p:spTgt spid="29"/>
                                        </p:tgtEl>
                                        <p:attrNameLst>
                                          <p:attrName>ppt_h</p:attrName>
                                        </p:attrNameLst>
                                      </p:cBhvr>
                                      <p:tavLst>
                                        <p:tav tm="0">
                                          <p:val>
                                            <p:fltVal val="0"/>
                                          </p:val>
                                        </p:tav>
                                        <p:tav tm="100000">
                                          <p:val>
                                            <p:strVal val="#ppt_h"/>
                                          </p:val>
                                        </p:tav>
                                      </p:tavLst>
                                    </p:anim>
                                    <p:animEffect transition="in" filter="fade">
                                      <p:cBhvr>
                                        <p:cTn id="58" dur="500"/>
                                        <p:tgtEl>
                                          <p:spTgt spid="29"/>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 calcmode="lin" valueType="num">
                                      <p:cBhvr>
                                        <p:cTn id="61" dur="500" fill="hold"/>
                                        <p:tgtEl>
                                          <p:spTgt spid="30"/>
                                        </p:tgtEl>
                                        <p:attrNameLst>
                                          <p:attrName>ppt_w</p:attrName>
                                        </p:attrNameLst>
                                      </p:cBhvr>
                                      <p:tavLst>
                                        <p:tav tm="0">
                                          <p:val>
                                            <p:fltVal val="0"/>
                                          </p:val>
                                        </p:tav>
                                        <p:tav tm="100000">
                                          <p:val>
                                            <p:strVal val="#ppt_w"/>
                                          </p:val>
                                        </p:tav>
                                      </p:tavLst>
                                    </p:anim>
                                    <p:anim calcmode="lin" valueType="num">
                                      <p:cBhvr>
                                        <p:cTn id="62" dur="500" fill="hold"/>
                                        <p:tgtEl>
                                          <p:spTgt spid="30"/>
                                        </p:tgtEl>
                                        <p:attrNameLst>
                                          <p:attrName>ppt_h</p:attrName>
                                        </p:attrNameLst>
                                      </p:cBhvr>
                                      <p:tavLst>
                                        <p:tav tm="0">
                                          <p:val>
                                            <p:fltVal val="0"/>
                                          </p:val>
                                        </p:tav>
                                        <p:tav tm="100000">
                                          <p:val>
                                            <p:strVal val="#ppt_h"/>
                                          </p:val>
                                        </p:tav>
                                      </p:tavLst>
                                    </p:anim>
                                    <p:animEffect transition="in" filter="fade">
                                      <p:cBhvr>
                                        <p:cTn id="63" dur="500"/>
                                        <p:tgtEl>
                                          <p:spTgt spid="30"/>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p:cTn id="66" dur="500" fill="hold"/>
                                        <p:tgtEl>
                                          <p:spTgt spid="31"/>
                                        </p:tgtEl>
                                        <p:attrNameLst>
                                          <p:attrName>ppt_w</p:attrName>
                                        </p:attrNameLst>
                                      </p:cBhvr>
                                      <p:tavLst>
                                        <p:tav tm="0">
                                          <p:val>
                                            <p:fltVal val="0"/>
                                          </p:val>
                                        </p:tav>
                                        <p:tav tm="100000">
                                          <p:val>
                                            <p:strVal val="#ppt_w"/>
                                          </p:val>
                                        </p:tav>
                                      </p:tavLst>
                                    </p:anim>
                                    <p:anim calcmode="lin" valueType="num">
                                      <p:cBhvr>
                                        <p:cTn id="67" dur="500" fill="hold"/>
                                        <p:tgtEl>
                                          <p:spTgt spid="31"/>
                                        </p:tgtEl>
                                        <p:attrNameLst>
                                          <p:attrName>ppt_h</p:attrName>
                                        </p:attrNameLst>
                                      </p:cBhvr>
                                      <p:tavLst>
                                        <p:tav tm="0">
                                          <p:val>
                                            <p:fltVal val="0"/>
                                          </p:val>
                                        </p:tav>
                                        <p:tav tm="100000">
                                          <p:val>
                                            <p:strVal val="#ppt_h"/>
                                          </p:val>
                                        </p:tav>
                                      </p:tavLst>
                                    </p:anim>
                                    <p:animEffect transition="in" filter="fade">
                                      <p:cBhvr>
                                        <p:cTn id="68" dur="500"/>
                                        <p:tgtEl>
                                          <p:spTgt spid="31"/>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p:cTn id="71" dur="500" fill="hold"/>
                                        <p:tgtEl>
                                          <p:spTgt spid="32"/>
                                        </p:tgtEl>
                                        <p:attrNameLst>
                                          <p:attrName>ppt_w</p:attrName>
                                        </p:attrNameLst>
                                      </p:cBhvr>
                                      <p:tavLst>
                                        <p:tav tm="0">
                                          <p:val>
                                            <p:fltVal val="0"/>
                                          </p:val>
                                        </p:tav>
                                        <p:tav tm="100000">
                                          <p:val>
                                            <p:strVal val="#ppt_w"/>
                                          </p:val>
                                        </p:tav>
                                      </p:tavLst>
                                    </p:anim>
                                    <p:anim calcmode="lin" valueType="num">
                                      <p:cBhvr>
                                        <p:cTn id="72" dur="500" fill="hold"/>
                                        <p:tgtEl>
                                          <p:spTgt spid="32"/>
                                        </p:tgtEl>
                                        <p:attrNameLst>
                                          <p:attrName>ppt_h</p:attrName>
                                        </p:attrNameLst>
                                      </p:cBhvr>
                                      <p:tavLst>
                                        <p:tav tm="0">
                                          <p:val>
                                            <p:fltVal val="0"/>
                                          </p:val>
                                        </p:tav>
                                        <p:tav tm="100000">
                                          <p:val>
                                            <p:strVal val="#ppt_h"/>
                                          </p:val>
                                        </p:tav>
                                      </p:tavLst>
                                    </p:anim>
                                    <p:animEffect transition="in" filter="fade">
                                      <p:cBhvr>
                                        <p:cTn id="73" dur="500"/>
                                        <p:tgtEl>
                                          <p:spTgt spid="32"/>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 calcmode="lin" valueType="num">
                                      <p:cBhvr>
                                        <p:cTn id="76" dur="500" fill="hold"/>
                                        <p:tgtEl>
                                          <p:spTgt spid="33"/>
                                        </p:tgtEl>
                                        <p:attrNameLst>
                                          <p:attrName>ppt_w</p:attrName>
                                        </p:attrNameLst>
                                      </p:cBhvr>
                                      <p:tavLst>
                                        <p:tav tm="0">
                                          <p:val>
                                            <p:fltVal val="0"/>
                                          </p:val>
                                        </p:tav>
                                        <p:tav tm="100000">
                                          <p:val>
                                            <p:strVal val="#ppt_w"/>
                                          </p:val>
                                        </p:tav>
                                      </p:tavLst>
                                    </p:anim>
                                    <p:anim calcmode="lin" valueType="num">
                                      <p:cBhvr>
                                        <p:cTn id="77" dur="500" fill="hold"/>
                                        <p:tgtEl>
                                          <p:spTgt spid="33"/>
                                        </p:tgtEl>
                                        <p:attrNameLst>
                                          <p:attrName>ppt_h</p:attrName>
                                        </p:attrNameLst>
                                      </p:cBhvr>
                                      <p:tavLst>
                                        <p:tav tm="0">
                                          <p:val>
                                            <p:fltVal val="0"/>
                                          </p:val>
                                        </p:tav>
                                        <p:tav tm="100000">
                                          <p:val>
                                            <p:strVal val="#ppt_h"/>
                                          </p:val>
                                        </p:tav>
                                      </p:tavLst>
                                    </p:anim>
                                    <p:animEffect transition="in" filter="fade">
                                      <p:cBhvr>
                                        <p:cTn id="78" dur="500"/>
                                        <p:tgtEl>
                                          <p:spTgt spid="33"/>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anim calcmode="lin" valueType="num">
                                      <p:cBhvr>
                                        <p:cTn id="81" dur="500" fill="hold"/>
                                        <p:tgtEl>
                                          <p:spTgt spid="34"/>
                                        </p:tgtEl>
                                        <p:attrNameLst>
                                          <p:attrName>ppt_w</p:attrName>
                                        </p:attrNameLst>
                                      </p:cBhvr>
                                      <p:tavLst>
                                        <p:tav tm="0">
                                          <p:val>
                                            <p:fltVal val="0"/>
                                          </p:val>
                                        </p:tav>
                                        <p:tav tm="100000">
                                          <p:val>
                                            <p:strVal val="#ppt_w"/>
                                          </p:val>
                                        </p:tav>
                                      </p:tavLst>
                                    </p:anim>
                                    <p:anim calcmode="lin" valueType="num">
                                      <p:cBhvr>
                                        <p:cTn id="82" dur="500" fill="hold"/>
                                        <p:tgtEl>
                                          <p:spTgt spid="34"/>
                                        </p:tgtEl>
                                        <p:attrNameLst>
                                          <p:attrName>ppt_h</p:attrName>
                                        </p:attrNameLst>
                                      </p:cBhvr>
                                      <p:tavLst>
                                        <p:tav tm="0">
                                          <p:val>
                                            <p:fltVal val="0"/>
                                          </p:val>
                                        </p:tav>
                                        <p:tav tm="100000">
                                          <p:val>
                                            <p:strVal val="#ppt_h"/>
                                          </p:val>
                                        </p:tav>
                                      </p:tavLst>
                                    </p:anim>
                                    <p:animEffect transition="in" filter="fade">
                                      <p:cBhvr>
                                        <p:cTn id="83" dur="500"/>
                                        <p:tgtEl>
                                          <p:spTgt spid="34"/>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35"/>
                                        </p:tgtEl>
                                        <p:attrNameLst>
                                          <p:attrName>style.visibility</p:attrName>
                                        </p:attrNameLst>
                                      </p:cBhvr>
                                      <p:to>
                                        <p:strVal val="visible"/>
                                      </p:to>
                                    </p:set>
                                    <p:anim calcmode="lin" valueType="num">
                                      <p:cBhvr>
                                        <p:cTn id="86" dur="500" fill="hold"/>
                                        <p:tgtEl>
                                          <p:spTgt spid="35"/>
                                        </p:tgtEl>
                                        <p:attrNameLst>
                                          <p:attrName>ppt_w</p:attrName>
                                        </p:attrNameLst>
                                      </p:cBhvr>
                                      <p:tavLst>
                                        <p:tav tm="0">
                                          <p:val>
                                            <p:fltVal val="0"/>
                                          </p:val>
                                        </p:tav>
                                        <p:tav tm="100000">
                                          <p:val>
                                            <p:strVal val="#ppt_w"/>
                                          </p:val>
                                        </p:tav>
                                      </p:tavLst>
                                    </p:anim>
                                    <p:anim calcmode="lin" valueType="num">
                                      <p:cBhvr>
                                        <p:cTn id="87" dur="500" fill="hold"/>
                                        <p:tgtEl>
                                          <p:spTgt spid="35"/>
                                        </p:tgtEl>
                                        <p:attrNameLst>
                                          <p:attrName>ppt_h</p:attrName>
                                        </p:attrNameLst>
                                      </p:cBhvr>
                                      <p:tavLst>
                                        <p:tav tm="0">
                                          <p:val>
                                            <p:fltVal val="0"/>
                                          </p:val>
                                        </p:tav>
                                        <p:tav tm="100000">
                                          <p:val>
                                            <p:strVal val="#ppt_h"/>
                                          </p:val>
                                        </p:tav>
                                      </p:tavLst>
                                    </p:anim>
                                    <p:animEffect transition="in" filter="fade">
                                      <p:cBhvr>
                                        <p:cTn id="88" dur="500"/>
                                        <p:tgtEl>
                                          <p:spTgt spid="35"/>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 calcmode="lin" valueType="num">
                                      <p:cBhvr>
                                        <p:cTn id="91" dur="500" fill="hold"/>
                                        <p:tgtEl>
                                          <p:spTgt spid="36"/>
                                        </p:tgtEl>
                                        <p:attrNameLst>
                                          <p:attrName>ppt_w</p:attrName>
                                        </p:attrNameLst>
                                      </p:cBhvr>
                                      <p:tavLst>
                                        <p:tav tm="0">
                                          <p:val>
                                            <p:fltVal val="0"/>
                                          </p:val>
                                        </p:tav>
                                        <p:tav tm="100000">
                                          <p:val>
                                            <p:strVal val="#ppt_w"/>
                                          </p:val>
                                        </p:tav>
                                      </p:tavLst>
                                    </p:anim>
                                    <p:anim calcmode="lin" valueType="num">
                                      <p:cBhvr>
                                        <p:cTn id="92" dur="500" fill="hold"/>
                                        <p:tgtEl>
                                          <p:spTgt spid="36"/>
                                        </p:tgtEl>
                                        <p:attrNameLst>
                                          <p:attrName>ppt_h</p:attrName>
                                        </p:attrNameLst>
                                      </p:cBhvr>
                                      <p:tavLst>
                                        <p:tav tm="0">
                                          <p:val>
                                            <p:fltVal val="0"/>
                                          </p:val>
                                        </p:tav>
                                        <p:tav tm="100000">
                                          <p:val>
                                            <p:strVal val="#ppt_h"/>
                                          </p:val>
                                        </p:tav>
                                      </p:tavLst>
                                    </p:anim>
                                    <p:animEffect transition="in" filter="fade">
                                      <p:cBhvr>
                                        <p:cTn id="93" dur="500"/>
                                        <p:tgtEl>
                                          <p:spTgt spid="36"/>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37"/>
                                        </p:tgtEl>
                                        <p:attrNameLst>
                                          <p:attrName>style.visibility</p:attrName>
                                        </p:attrNameLst>
                                      </p:cBhvr>
                                      <p:to>
                                        <p:strVal val="visible"/>
                                      </p:to>
                                    </p:set>
                                    <p:anim calcmode="lin" valueType="num">
                                      <p:cBhvr>
                                        <p:cTn id="96" dur="500" fill="hold"/>
                                        <p:tgtEl>
                                          <p:spTgt spid="37"/>
                                        </p:tgtEl>
                                        <p:attrNameLst>
                                          <p:attrName>ppt_w</p:attrName>
                                        </p:attrNameLst>
                                      </p:cBhvr>
                                      <p:tavLst>
                                        <p:tav tm="0">
                                          <p:val>
                                            <p:fltVal val="0"/>
                                          </p:val>
                                        </p:tav>
                                        <p:tav tm="100000">
                                          <p:val>
                                            <p:strVal val="#ppt_w"/>
                                          </p:val>
                                        </p:tav>
                                      </p:tavLst>
                                    </p:anim>
                                    <p:anim calcmode="lin" valueType="num">
                                      <p:cBhvr>
                                        <p:cTn id="97" dur="500" fill="hold"/>
                                        <p:tgtEl>
                                          <p:spTgt spid="37"/>
                                        </p:tgtEl>
                                        <p:attrNameLst>
                                          <p:attrName>ppt_h</p:attrName>
                                        </p:attrNameLst>
                                      </p:cBhvr>
                                      <p:tavLst>
                                        <p:tav tm="0">
                                          <p:val>
                                            <p:fltVal val="0"/>
                                          </p:val>
                                        </p:tav>
                                        <p:tav tm="100000">
                                          <p:val>
                                            <p:strVal val="#ppt_h"/>
                                          </p:val>
                                        </p:tav>
                                      </p:tavLst>
                                    </p:anim>
                                    <p:animEffect transition="in" filter="fade">
                                      <p:cBhvr>
                                        <p:cTn id="98" dur="500"/>
                                        <p:tgtEl>
                                          <p:spTgt spid="37"/>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2"/>
                                        </p:tgtEl>
                                        <p:attrNameLst>
                                          <p:attrName>style.visibility</p:attrName>
                                        </p:attrNameLst>
                                      </p:cBhvr>
                                      <p:to>
                                        <p:strVal val="visible"/>
                                      </p:to>
                                    </p:set>
                                    <p:anim calcmode="lin" valueType="num">
                                      <p:cBhvr>
                                        <p:cTn id="101" dur="500" fill="hold"/>
                                        <p:tgtEl>
                                          <p:spTgt spid="2"/>
                                        </p:tgtEl>
                                        <p:attrNameLst>
                                          <p:attrName>ppt_w</p:attrName>
                                        </p:attrNameLst>
                                      </p:cBhvr>
                                      <p:tavLst>
                                        <p:tav tm="0">
                                          <p:val>
                                            <p:fltVal val="0"/>
                                          </p:val>
                                        </p:tav>
                                        <p:tav tm="100000">
                                          <p:val>
                                            <p:strVal val="#ppt_w"/>
                                          </p:val>
                                        </p:tav>
                                      </p:tavLst>
                                    </p:anim>
                                    <p:anim calcmode="lin" valueType="num">
                                      <p:cBhvr>
                                        <p:cTn id="102" dur="500" fill="hold"/>
                                        <p:tgtEl>
                                          <p:spTgt spid="2"/>
                                        </p:tgtEl>
                                        <p:attrNameLst>
                                          <p:attrName>ppt_h</p:attrName>
                                        </p:attrNameLst>
                                      </p:cBhvr>
                                      <p:tavLst>
                                        <p:tav tm="0">
                                          <p:val>
                                            <p:fltVal val="0"/>
                                          </p:val>
                                        </p:tav>
                                        <p:tav tm="100000">
                                          <p:val>
                                            <p:strVal val="#ppt_h"/>
                                          </p:val>
                                        </p:tav>
                                      </p:tavLst>
                                    </p:anim>
                                    <p:animEffect transition="in" filter="fade">
                                      <p:cBhvr>
                                        <p:cTn id="103" dur="500"/>
                                        <p:tgtEl>
                                          <p:spTgt spid="2"/>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4"/>
                                        </p:tgtEl>
                                        <p:attrNameLst>
                                          <p:attrName>style.visibility</p:attrName>
                                        </p:attrNameLst>
                                      </p:cBhvr>
                                      <p:to>
                                        <p:strVal val="visible"/>
                                      </p:to>
                                    </p:set>
                                    <p:anim calcmode="lin" valueType="num">
                                      <p:cBhvr>
                                        <p:cTn id="106" dur="500" fill="hold"/>
                                        <p:tgtEl>
                                          <p:spTgt spid="4"/>
                                        </p:tgtEl>
                                        <p:attrNameLst>
                                          <p:attrName>ppt_w</p:attrName>
                                        </p:attrNameLst>
                                      </p:cBhvr>
                                      <p:tavLst>
                                        <p:tav tm="0">
                                          <p:val>
                                            <p:fltVal val="0"/>
                                          </p:val>
                                        </p:tav>
                                        <p:tav tm="100000">
                                          <p:val>
                                            <p:strVal val="#ppt_w"/>
                                          </p:val>
                                        </p:tav>
                                      </p:tavLst>
                                    </p:anim>
                                    <p:anim calcmode="lin" valueType="num">
                                      <p:cBhvr>
                                        <p:cTn id="107" dur="500" fill="hold"/>
                                        <p:tgtEl>
                                          <p:spTgt spid="4"/>
                                        </p:tgtEl>
                                        <p:attrNameLst>
                                          <p:attrName>ppt_h</p:attrName>
                                        </p:attrNameLst>
                                      </p:cBhvr>
                                      <p:tavLst>
                                        <p:tav tm="0">
                                          <p:val>
                                            <p:fltVal val="0"/>
                                          </p:val>
                                        </p:tav>
                                        <p:tav tm="100000">
                                          <p:val>
                                            <p:strVal val="#ppt_h"/>
                                          </p:val>
                                        </p:tav>
                                      </p:tavLst>
                                    </p:anim>
                                    <p:animEffect transition="in" filter="fade">
                                      <p:cBhvr>
                                        <p:cTn id="108" dur="500"/>
                                        <p:tgtEl>
                                          <p:spTgt spid="4"/>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5"/>
                                        </p:tgtEl>
                                        <p:attrNameLst>
                                          <p:attrName>style.visibility</p:attrName>
                                        </p:attrNameLst>
                                      </p:cBhvr>
                                      <p:to>
                                        <p:strVal val="visible"/>
                                      </p:to>
                                    </p:set>
                                    <p:anim calcmode="lin" valueType="num">
                                      <p:cBhvr>
                                        <p:cTn id="111" dur="500" fill="hold"/>
                                        <p:tgtEl>
                                          <p:spTgt spid="5"/>
                                        </p:tgtEl>
                                        <p:attrNameLst>
                                          <p:attrName>ppt_w</p:attrName>
                                        </p:attrNameLst>
                                      </p:cBhvr>
                                      <p:tavLst>
                                        <p:tav tm="0">
                                          <p:val>
                                            <p:fltVal val="0"/>
                                          </p:val>
                                        </p:tav>
                                        <p:tav tm="100000">
                                          <p:val>
                                            <p:strVal val="#ppt_w"/>
                                          </p:val>
                                        </p:tav>
                                      </p:tavLst>
                                    </p:anim>
                                    <p:anim calcmode="lin" valueType="num">
                                      <p:cBhvr>
                                        <p:cTn id="112" dur="500" fill="hold"/>
                                        <p:tgtEl>
                                          <p:spTgt spid="5"/>
                                        </p:tgtEl>
                                        <p:attrNameLst>
                                          <p:attrName>ppt_h</p:attrName>
                                        </p:attrNameLst>
                                      </p:cBhvr>
                                      <p:tavLst>
                                        <p:tav tm="0">
                                          <p:val>
                                            <p:fltVal val="0"/>
                                          </p:val>
                                        </p:tav>
                                        <p:tav tm="100000">
                                          <p:val>
                                            <p:strVal val="#ppt_h"/>
                                          </p:val>
                                        </p:tav>
                                      </p:tavLst>
                                    </p:anim>
                                    <p:animEffect transition="in" filter="fade">
                                      <p:cBhvr>
                                        <p:cTn id="113" dur="500"/>
                                        <p:tgtEl>
                                          <p:spTgt spid="5"/>
                                        </p:tgtEl>
                                      </p:cBhvr>
                                    </p:animEffect>
                                  </p:childTnLst>
                                </p:cTn>
                              </p:par>
                              <p:par>
                                <p:cTn id="114" presetID="53" presetClass="entr" presetSubtype="16" fill="hold" grpId="0" nodeType="withEffect">
                                  <p:stCondLst>
                                    <p:cond delay="0"/>
                                  </p:stCondLst>
                                  <p:childTnLst>
                                    <p:set>
                                      <p:cBhvr>
                                        <p:cTn id="115" dur="1" fill="hold">
                                          <p:stCondLst>
                                            <p:cond delay="0"/>
                                          </p:stCondLst>
                                        </p:cTn>
                                        <p:tgtEl>
                                          <p:spTgt spid="6"/>
                                        </p:tgtEl>
                                        <p:attrNameLst>
                                          <p:attrName>style.visibility</p:attrName>
                                        </p:attrNameLst>
                                      </p:cBhvr>
                                      <p:to>
                                        <p:strVal val="visible"/>
                                      </p:to>
                                    </p:set>
                                    <p:anim calcmode="lin" valueType="num">
                                      <p:cBhvr>
                                        <p:cTn id="116" dur="500" fill="hold"/>
                                        <p:tgtEl>
                                          <p:spTgt spid="6"/>
                                        </p:tgtEl>
                                        <p:attrNameLst>
                                          <p:attrName>ppt_w</p:attrName>
                                        </p:attrNameLst>
                                      </p:cBhvr>
                                      <p:tavLst>
                                        <p:tav tm="0">
                                          <p:val>
                                            <p:fltVal val="0"/>
                                          </p:val>
                                        </p:tav>
                                        <p:tav tm="100000">
                                          <p:val>
                                            <p:strVal val="#ppt_w"/>
                                          </p:val>
                                        </p:tav>
                                      </p:tavLst>
                                    </p:anim>
                                    <p:anim calcmode="lin" valueType="num">
                                      <p:cBhvr>
                                        <p:cTn id="117" dur="500" fill="hold"/>
                                        <p:tgtEl>
                                          <p:spTgt spid="6"/>
                                        </p:tgtEl>
                                        <p:attrNameLst>
                                          <p:attrName>ppt_h</p:attrName>
                                        </p:attrNameLst>
                                      </p:cBhvr>
                                      <p:tavLst>
                                        <p:tav tm="0">
                                          <p:val>
                                            <p:fltVal val="0"/>
                                          </p:val>
                                        </p:tav>
                                        <p:tav tm="100000">
                                          <p:val>
                                            <p:strVal val="#ppt_h"/>
                                          </p:val>
                                        </p:tav>
                                      </p:tavLst>
                                    </p:anim>
                                    <p:animEffect transition="in" filter="fade">
                                      <p:cBhvr>
                                        <p:cTn id="118" dur="500"/>
                                        <p:tgtEl>
                                          <p:spTgt spid="6"/>
                                        </p:tgtEl>
                                      </p:cBhvr>
                                    </p:animEffect>
                                  </p:childTnLst>
                                </p:cTn>
                              </p:par>
                              <p:par>
                                <p:cTn id="119" presetID="53" presetClass="entr" presetSubtype="16" fill="hold" grpId="0" nodeType="withEffect">
                                  <p:stCondLst>
                                    <p:cond delay="0"/>
                                  </p:stCondLst>
                                  <p:childTnLst>
                                    <p:set>
                                      <p:cBhvr>
                                        <p:cTn id="120" dur="1" fill="hold">
                                          <p:stCondLst>
                                            <p:cond delay="0"/>
                                          </p:stCondLst>
                                        </p:cTn>
                                        <p:tgtEl>
                                          <p:spTgt spid="12"/>
                                        </p:tgtEl>
                                        <p:attrNameLst>
                                          <p:attrName>style.visibility</p:attrName>
                                        </p:attrNameLst>
                                      </p:cBhvr>
                                      <p:to>
                                        <p:strVal val="visible"/>
                                      </p:to>
                                    </p:set>
                                    <p:anim calcmode="lin" valueType="num">
                                      <p:cBhvr>
                                        <p:cTn id="121" dur="500" fill="hold"/>
                                        <p:tgtEl>
                                          <p:spTgt spid="12"/>
                                        </p:tgtEl>
                                        <p:attrNameLst>
                                          <p:attrName>ppt_w</p:attrName>
                                        </p:attrNameLst>
                                      </p:cBhvr>
                                      <p:tavLst>
                                        <p:tav tm="0">
                                          <p:val>
                                            <p:fltVal val="0"/>
                                          </p:val>
                                        </p:tav>
                                        <p:tav tm="100000">
                                          <p:val>
                                            <p:strVal val="#ppt_w"/>
                                          </p:val>
                                        </p:tav>
                                      </p:tavLst>
                                    </p:anim>
                                    <p:anim calcmode="lin" valueType="num">
                                      <p:cBhvr>
                                        <p:cTn id="122" dur="500" fill="hold"/>
                                        <p:tgtEl>
                                          <p:spTgt spid="12"/>
                                        </p:tgtEl>
                                        <p:attrNameLst>
                                          <p:attrName>ppt_h</p:attrName>
                                        </p:attrNameLst>
                                      </p:cBhvr>
                                      <p:tavLst>
                                        <p:tav tm="0">
                                          <p:val>
                                            <p:fltVal val="0"/>
                                          </p:val>
                                        </p:tav>
                                        <p:tav tm="100000">
                                          <p:val>
                                            <p:strVal val="#ppt_h"/>
                                          </p:val>
                                        </p:tav>
                                      </p:tavLst>
                                    </p:anim>
                                    <p:animEffect transition="in" filter="fade">
                                      <p:cBhvr>
                                        <p:cTn id="123" dur="500"/>
                                        <p:tgtEl>
                                          <p:spTgt spid="12"/>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17"/>
                                        </p:tgtEl>
                                        <p:attrNameLst>
                                          <p:attrName>style.visibility</p:attrName>
                                        </p:attrNameLst>
                                      </p:cBhvr>
                                      <p:to>
                                        <p:strVal val="visible"/>
                                      </p:to>
                                    </p:set>
                                    <p:anim calcmode="lin" valueType="num">
                                      <p:cBhvr>
                                        <p:cTn id="126" dur="500" fill="hold"/>
                                        <p:tgtEl>
                                          <p:spTgt spid="17"/>
                                        </p:tgtEl>
                                        <p:attrNameLst>
                                          <p:attrName>ppt_w</p:attrName>
                                        </p:attrNameLst>
                                      </p:cBhvr>
                                      <p:tavLst>
                                        <p:tav tm="0">
                                          <p:val>
                                            <p:fltVal val="0"/>
                                          </p:val>
                                        </p:tav>
                                        <p:tav tm="100000">
                                          <p:val>
                                            <p:strVal val="#ppt_w"/>
                                          </p:val>
                                        </p:tav>
                                      </p:tavLst>
                                    </p:anim>
                                    <p:anim calcmode="lin" valueType="num">
                                      <p:cBhvr>
                                        <p:cTn id="127" dur="500" fill="hold"/>
                                        <p:tgtEl>
                                          <p:spTgt spid="17"/>
                                        </p:tgtEl>
                                        <p:attrNameLst>
                                          <p:attrName>ppt_h</p:attrName>
                                        </p:attrNameLst>
                                      </p:cBhvr>
                                      <p:tavLst>
                                        <p:tav tm="0">
                                          <p:val>
                                            <p:fltVal val="0"/>
                                          </p:val>
                                        </p:tav>
                                        <p:tav tm="100000">
                                          <p:val>
                                            <p:strVal val="#ppt_h"/>
                                          </p:val>
                                        </p:tav>
                                      </p:tavLst>
                                    </p:anim>
                                    <p:animEffect transition="in" filter="fade">
                                      <p:cBhvr>
                                        <p:cTn id="128" dur="500"/>
                                        <p:tgtEl>
                                          <p:spTgt spid="17"/>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18"/>
                                        </p:tgtEl>
                                        <p:attrNameLst>
                                          <p:attrName>style.visibility</p:attrName>
                                        </p:attrNameLst>
                                      </p:cBhvr>
                                      <p:to>
                                        <p:strVal val="visible"/>
                                      </p:to>
                                    </p:set>
                                    <p:anim calcmode="lin" valueType="num">
                                      <p:cBhvr>
                                        <p:cTn id="131" dur="500" fill="hold"/>
                                        <p:tgtEl>
                                          <p:spTgt spid="18"/>
                                        </p:tgtEl>
                                        <p:attrNameLst>
                                          <p:attrName>ppt_w</p:attrName>
                                        </p:attrNameLst>
                                      </p:cBhvr>
                                      <p:tavLst>
                                        <p:tav tm="0">
                                          <p:val>
                                            <p:fltVal val="0"/>
                                          </p:val>
                                        </p:tav>
                                        <p:tav tm="100000">
                                          <p:val>
                                            <p:strVal val="#ppt_w"/>
                                          </p:val>
                                        </p:tav>
                                      </p:tavLst>
                                    </p:anim>
                                    <p:anim calcmode="lin" valueType="num">
                                      <p:cBhvr>
                                        <p:cTn id="132" dur="500" fill="hold"/>
                                        <p:tgtEl>
                                          <p:spTgt spid="18"/>
                                        </p:tgtEl>
                                        <p:attrNameLst>
                                          <p:attrName>ppt_h</p:attrName>
                                        </p:attrNameLst>
                                      </p:cBhvr>
                                      <p:tavLst>
                                        <p:tav tm="0">
                                          <p:val>
                                            <p:fltVal val="0"/>
                                          </p:val>
                                        </p:tav>
                                        <p:tav tm="100000">
                                          <p:val>
                                            <p:strVal val="#ppt_h"/>
                                          </p:val>
                                        </p:tav>
                                      </p:tavLst>
                                    </p:anim>
                                    <p:animEffect transition="in" filter="fade">
                                      <p:cBhvr>
                                        <p:cTn id="133" dur="500"/>
                                        <p:tgtEl>
                                          <p:spTgt spid="18"/>
                                        </p:tgtEl>
                                      </p:cBhvr>
                                    </p:animEffect>
                                  </p:childTnLst>
                                </p:cTn>
                              </p:par>
                              <p:par>
                                <p:cTn id="134" presetID="53" presetClass="entr" presetSubtype="16" fill="hold" grpId="0" nodeType="withEffect">
                                  <p:stCondLst>
                                    <p:cond delay="0"/>
                                  </p:stCondLst>
                                  <p:childTnLst>
                                    <p:set>
                                      <p:cBhvr>
                                        <p:cTn id="135" dur="1" fill="hold">
                                          <p:stCondLst>
                                            <p:cond delay="0"/>
                                          </p:stCondLst>
                                        </p:cTn>
                                        <p:tgtEl>
                                          <p:spTgt spid="19"/>
                                        </p:tgtEl>
                                        <p:attrNameLst>
                                          <p:attrName>style.visibility</p:attrName>
                                        </p:attrNameLst>
                                      </p:cBhvr>
                                      <p:to>
                                        <p:strVal val="visible"/>
                                      </p:to>
                                    </p:set>
                                    <p:anim calcmode="lin" valueType="num">
                                      <p:cBhvr>
                                        <p:cTn id="136" dur="500" fill="hold"/>
                                        <p:tgtEl>
                                          <p:spTgt spid="19"/>
                                        </p:tgtEl>
                                        <p:attrNameLst>
                                          <p:attrName>ppt_w</p:attrName>
                                        </p:attrNameLst>
                                      </p:cBhvr>
                                      <p:tavLst>
                                        <p:tav tm="0">
                                          <p:val>
                                            <p:fltVal val="0"/>
                                          </p:val>
                                        </p:tav>
                                        <p:tav tm="100000">
                                          <p:val>
                                            <p:strVal val="#ppt_w"/>
                                          </p:val>
                                        </p:tav>
                                      </p:tavLst>
                                    </p:anim>
                                    <p:anim calcmode="lin" valueType="num">
                                      <p:cBhvr>
                                        <p:cTn id="137" dur="500" fill="hold"/>
                                        <p:tgtEl>
                                          <p:spTgt spid="19"/>
                                        </p:tgtEl>
                                        <p:attrNameLst>
                                          <p:attrName>ppt_h</p:attrName>
                                        </p:attrNameLst>
                                      </p:cBhvr>
                                      <p:tavLst>
                                        <p:tav tm="0">
                                          <p:val>
                                            <p:fltVal val="0"/>
                                          </p:val>
                                        </p:tav>
                                        <p:tav tm="100000">
                                          <p:val>
                                            <p:strVal val="#ppt_h"/>
                                          </p:val>
                                        </p:tav>
                                      </p:tavLst>
                                    </p:anim>
                                    <p:animEffect transition="in" filter="fade">
                                      <p:cBhvr>
                                        <p:cTn id="138" dur="500"/>
                                        <p:tgtEl>
                                          <p:spTgt spid="19"/>
                                        </p:tgtEl>
                                      </p:cBhvr>
                                    </p:animEffect>
                                  </p:childTnLst>
                                </p:cTn>
                              </p:par>
                              <p:par>
                                <p:cTn id="139" presetID="53" presetClass="entr" presetSubtype="16" fill="hold" grpId="0" nodeType="withEffect">
                                  <p:stCondLst>
                                    <p:cond delay="0"/>
                                  </p:stCondLst>
                                  <p:childTnLst>
                                    <p:set>
                                      <p:cBhvr>
                                        <p:cTn id="140" dur="1" fill="hold">
                                          <p:stCondLst>
                                            <p:cond delay="0"/>
                                          </p:stCondLst>
                                        </p:cTn>
                                        <p:tgtEl>
                                          <p:spTgt spid="20"/>
                                        </p:tgtEl>
                                        <p:attrNameLst>
                                          <p:attrName>style.visibility</p:attrName>
                                        </p:attrNameLst>
                                      </p:cBhvr>
                                      <p:to>
                                        <p:strVal val="visible"/>
                                      </p:to>
                                    </p:set>
                                    <p:anim calcmode="lin" valueType="num">
                                      <p:cBhvr>
                                        <p:cTn id="141" dur="500" fill="hold"/>
                                        <p:tgtEl>
                                          <p:spTgt spid="20"/>
                                        </p:tgtEl>
                                        <p:attrNameLst>
                                          <p:attrName>ppt_w</p:attrName>
                                        </p:attrNameLst>
                                      </p:cBhvr>
                                      <p:tavLst>
                                        <p:tav tm="0">
                                          <p:val>
                                            <p:fltVal val="0"/>
                                          </p:val>
                                        </p:tav>
                                        <p:tav tm="100000">
                                          <p:val>
                                            <p:strVal val="#ppt_w"/>
                                          </p:val>
                                        </p:tav>
                                      </p:tavLst>
                                    </p:anim>
                                    <p:anim calcmode="lin" valueType="num">
                                      <p:cBhvr>
                                        <p:cTn id="142" dur="500" fill="hold"/>
                                        <p:tgtEl>
                                          <p:spTgt spid="20"/>
                                        </p:tgtEl>
                                        <p:attrNameLst>
                                          <p:attrName>ppt_h</p:attrName>
                                        </p:attrNameLst>
                                      </p:cBhvr>
                                      <p:tavLst>
                                        <p:tav tm="0">
                                          <p:val>
                                            <p:fltVal val="0"/>
                                          </p:val>
                                        </p:tav>
                                        <p:tav tm="100000">
                                          <p:val>
                                            <p:strVal val="#ppt_h"/>
                                          </p:val>
                                        </p:tav>
                                      </p:tavLst>
                                    </p:anim>
                                    <p:animEffect transition="in" filter="fade">
                                      <p:cBhvr>
                                        <p:cTn id="143" dur="500"/>
                                        <p:tgtEl>
                                          <p:spTgt spid="20"/>
                                        </p:tgtEl>
                                      </p:cBhvr>
                                    </p:animEffect>
                                  </p:childTnLst>
                                </p:cTn>
                              </p:par>
                              <p:par>
                                <p:cTn id="144" presetID="53" presetClass="entr" presetSubtype="16" fill="hold" grpId="0" nodeType="withEffect">
                                  <p:stCondLst>
                                    <p:cond delay="0"/>
                                  </p:stCondLst>
                                  <p:childTnLst>
                                    <p:set>
                                      <p:cBhvr>
                                        <p:cTn id="145" dur="1" fill="hold">
                                          <p:stCondLst>
                                            <p:cond delay="0"/>
                                          </p:stCondLst>
                                        </p:cTn>
                                        <p:tgtEl>
                                          <p:spTgt spid="21"/>
                                        </p:tgtEl>
                                        <p:attrNameLst>
                                          <p:attrName>style.visibility</p:attrName>
                                        </p:attrNameLst>
                                      </p:cBhvr>
                                      <p:to>
                                        <p:strVal val="visible"/>
                                      </p:to>
                                    </p:set>
                                    <p:anim calcmode="lin" valueType="num">
                                      <p:cBhvr>
                                        <p:cTn id="146" dur="500" fill="hold"/>
                                        <p:tgtEl>
                                          <p:spTgt spid="21"/>
                                        </p:tgtEl>
                                        <p:attrNameLst>
                                          <p:attrName>ppt_w</p:attrName>
                                        </p:attrNameLst>
                                      </p:cBhvr>
                                      <p:tavLst>
                                        <p:tav tm="0">
                                          <p:val>
                                            <p:fltVal val="0"/>
                                          </p:val>
                                        </p:tav>
                                        <p:tav tm="100000">
                                          <p:val>
                                            <p:strVal val="#ppt_w"/>
                                          </p:val>
                                        </p:tav>
                                      </p:tavLst>
                                    </p:anim>
                                    <p:anim calcmode="lin" valueType="num">
                                      <p:cBhvr>
                                        <p:cTn id="147" dur="500" fill="hold"/>
                                        <p:tgtEl>
                                          <p:spTgt spid="21"/>
                                        </p:tgtEl>
                                        <p:attrNameLst>
                                          <p:attrName>ppt_h</p:attrName>
                                        </p:attrNameLst>
                                      </p:cBhvr>
                                      <p:tavLst>
                                        <p:tav tm="0">
                                          <p:val>
                                            <p:fltVal val="0"/>
                                          </p:val>
                                        </p:tav>
                                        <p:tav tm="100000">
                                          <p:val>
                                            <p:strVal val="#ppt_h"/>
                                          </p:val>
                                        </p:tav>
                                      </p:tavLst>
                                    </p:anim>
                                    <p:animEffect transition="in" filter="fade">
                                      <p:cBhvr>
                                        <p:cTn id="148" dur="500"/>
                                        <p:tgtEl>
                                          <p:spTgt spid="21"/>
                                        </p:tgtEl>
                                      </p:cBhvr>
                                    </p:animEffect>
                                  </p:childTnLst>
                                </p:cTn>
                              </p:par>
                              <p:par>
                                <p:cTn id="149" presetID="53" presetClass="entr" presetSubtype="16" fill="hold" grpId="0" nodeType="withEffect">
                                  <p:stCondLst>
                                    <p:cond delay="0"/>
                                  </p:stCondLst>
                                  <p:childTnLst>
                                    <p:set>
                                      <p:cBhvr>
                                        <p:cTn id="150" dur="1" fill="hold">
                                          <p:stCondLst>
                                            <p:cond delay="0"/>
                                          </p:stCondLst>
                                        </p:cTn>
                                        <p:tgtEl>
                                          <p:spTgt spid="22"/>
                                        </p:tgtEl>
                                        <p:attrNameLst>
                                          <p:attrName>style.visibility</p:attrName>
                                        </p:attrNameLst>
                                      </p:cBhvr>
                                      <p:to>
                                        <p:strVal val="visible"/>
                                      </p:to>
                                    </p:set>
                                    <p:anim calcmode="lin" valueType="num">
                                      <p:cBhvr>
                                        <p:cTn id="151" dur="500" fill="hold"/>
                                        <p:tgtEl>
                                          <p:spTgt spid="22"/>
                                        </p:tgtEl>
                                        <p:attrNameLst>
                                          <p:attrName>ppt_w</p:attrName>
                                        </p:attrNameLst>
                                      </p:cBhvr>
                                      <p:tavLst>
                                        <p:tav tm="0">
                                          <p:val>
                                            <p:fltVal val="0"/>
                                          </p:val>
                                        </p:tav>
                                        <p:tav tm="100000">
                                          <p:val>
                                            <p:strVal val="#ppt_w"/>
                                          </p:val>
                                        </p:tav>
                                      </p:tavLst>
                                    </p:anim>
                                    <p:anim calcmode="lin" valueType="num">
                                      <p:cBhvr>
                                        <p:cTn id="152" dur="500" fill="hold"/>
                                        <p:tgtEl>
                                          <p:spTgt spid="22"/>
                                        </p:tgtEl>
                                        <p:attrNameLst>
                                          <p:attrName>ppt_h</p:attrName>
                                        </p:attrNameLst>
                                      </p:cBhvr>
                                      <p:tavLst>
                                        <p:tav tm="0">
                                          <p:val>
                                            <p:fltVal val="0"/>
                                          </p:val>
                                        </p:tav>
                                        <p:tav tm="100000">
                                          <p:val>
                                            <p:strVal val="#ppt_h"/>
                                          </p:val>
                                        </p:tav>
                                      </p:tavLst>
                                    </p:anim>
                                    <p:animEffect transition="in" filter="fade">
                                      <p:cBhvr>
                                        <p:cTn id="153" dur="500"/>
                                        <p:tgtEl>
                                          <p:spTgt spid="22"/>
                                        </p:tgtEl>
                                      </p:cBhvr>
                                    </p:animEffect>
                                  </p:childTnLst>
                                </p:cTn>
                              </p:par>
                              <p:par>
                                <p:cTn id="154" presetID="53" presetClass="entr" presetSubtype="16" fill="hold" grpId="0" nodeType="withEffect">
                                  <p:stCondLst>
                                    <p:cond delay="0"/>
                                  </p:stCondLst>
                                  <p:childTnLst>
                                    <p:set>
                                      <p:cBhvr>
                                        <p:cTn id="155" dur="1" fill="hold">
                                          <p:stCondLst>
                                            <p:cond delay="0"/>
                                          </p:stCondLst>
                                        </p:cTn>
                                        <p:tgtEl>
                                          <p:spTgt spid="23"/>
                                        </p:tgtEl>
                                        <p:attrNameLst>
                                          <p:attrName>style.visibility</p:attrName>
                                        </p:attrNameLst>
                                      </p:cBhvr>
                                      <p:to>
                                        <p:strVal val="visible"/>
                                      </p:to>
                                    </p:set>
                                    <p:anim calcmode="lin" valueType="num">
                                      <p:cBhvr>
                                        <p:cTn id="156" dur="500" fill="hold"/>
                                        <p:tgtEl>
                                          <p:spTgt spid="23"/>
                                        </p:tgtEl>
                                        <p:attrNameLst>
                                          <p:attrName>ppt_w</p:attrName>
                                        </p:attrNameLst>
                                      </p:cBhvr>
                                      <p:tavLst>
                                        <p:tav tm="0">
                                          <p:val>
                                            <p:fltVal val="0"/>
                                          </p:val>
                                        </p:tav>
                                        <p:tav tm="100000">
                                          <p:val>
                                            <p:strVal val="#ppt_w"/>
                                          </p:val>
                                        </p:tav>
                                      </p:tavLst>
                                    </p:anim>
                                    <p:anim calcmode="lin" valueType="num">
                                      <p:cBhvr>
                                        <p:cTn id="157" dur="500" fill="hold"/>
                                        <p:tgtEl>
                                          <p:spTgt spid="23"/>
                                        </p:tgtEl>
                                        <p:attrNameLst>
                                          <p:attrName>ppt_h</p:attrName>
                                        </p:attrNameLst>
                                      </p:cBhvr>
                                      <p:tavLst>
                                        <p:tav tm="0">
                                          <p:val>
                                            <p:fltVal val="0"/>
                                          </p:val>
                                        </p:tav>
                                        <p:tav tm="100000">
                                          <p:val>
                                            <p:strVal val="#ppt_h"/>
                                          </p:val>
                                        </p:tav>
                                      </p:tavLst>
                                    </p:anim>
                                    <p:animEffect transition="in" filter="fade">
                                      <p:cBhvr>
                                        <p:cTn id="158" dur="500"/>
                                        <p:tgtEl>
                                          <p:spTgt spid="23"/>
                                        </p:tgtEl>
                                      </p:cBhvr>
                                    </p:animEffect>
                                  </p:childTnLst>
                                </p:cTn>
                              </p:par>
                              <p:par>
                                <p:cTn id="159" presetID="53" presetClass="entr" presetSubtype="16" fill="hold" grpId="0" nodeType="withEffect">
                                  <p:stCondLst>
                                    <p:cond delay="0"/>
                                  </p:stCondLst>
                                  <p:childTnLst>
                                    <p:set>
                                      <p:cBhvr>
                                        <p:cTn id="160" dur="1" fill="hold">
                                          <p:stCondLst>
                                            <p:cond delay="0"/>
                                          </p:stCondLst>
                                        </p:cTn>
                                        <p:tgtEl>
                                          <p:spTgt spid="24"/>
                                        </p:tgtEl>
                                        <p:attrNameLst>
                                          <p:attrName>style.visibility</p:attrName>
                                        </p:attrNameLst>
                                      </p:cBhvr>
                                      <p:to>
                                        <p:strVal val="visible"/>
                                      </p:to>
                                    </p:set>
                                    <p:anim calcmode="lin" valueType="num">
                                      <p:cBhvr>
                                        <p:cTn id="161" dur="500" fill="hold"/>
                                        <p:tgtEl>
                                          <p:spTgt spid="24"/>
                                        </p:tgtEl>
                                        <p:attrNameLst>
                                          <p:attrName>ppt_w</p:attrName>
                                        </p:attrNameLst>
                                      </p:cBhvr>
                                      <p:tavLst>
                                        <p:tav tm="0">
                                          <p:val>
                                            <p:fltVal val="0"/>
                                          </p:val>
                                        </p:tav>
                                        <p:tav tm="100000">
                                          <p:val>
                                            <p:strVal val="#ppt_w"/>
                                          </p:val>
                                        </p:tav>
                                      </p:tavLst>
                                    </p:anim>
                                    <p:anim calcmode="lin" valueType="num">
                                      <p:cBhvr>
                                        <p:cTn id="162" dur="500" fill="hold"/>
                                        <p:tgtEl>
                                          <p:spTgt spid="24"/>
                                        </p:tgtEl>
                                        <p:attrNameLst>
                                          <p:attrName>ppt_h</p:attrName>
                                        </p:attrNameLst>
                                      </p:cBhvr>
                                      <p:tavLst>
                                        <p:tav tm="0">
                                          <p:val>
                                            <p:fltVal val="0"/>
                                          </p:val>
                                        </p:tav>
                                        <p:tav tm="100000">
                                          <p:val>
                                            <p:strVal val="#ppt_h"/>
                                          </p:val>
                                        </p:tav>
                                      </p:tavLst>
                                    </p:anim>
                                    <p:animEffect transition="in" filter="fade">
                                      <p:cBhvr>
                                        <p:cTn id="163" dur="500"/>
                                        <p:tgtEl>
                                          <p:spTgt spid="24"/>
                                        </p:tgtEl>
                                      </p:cBhvr>
                                    </p:animEffect>
                                  </p:childTnLst>
                                </p:cTn>
                              </p:par>
                              <p:par>
                                <p:cTn id="164" presetID="53" presetClass="entr" presetSubtype="16" fill="hold" grpId="0" nodeType="withEffect">
                                  <p:stCondLst>
                                    <p:cond delay="0"/>
                                  </p:stCondLst>
                                  <p:childTnLst>
                                    <p:set>
                                      <p:cBhvr>
                                        <p:cTn id="165" dur="1" fill="hold">
                                          <p:stCondLst>
                                            <p:cond delay="0"/>
                                          </p:stCondLst>
                                        </p:cTn>
                                        <p:tgtEl>
                                          <p:spTgt spid="38"/>
                                        </p:tgtEl>
                                        <p:attrNameLst>
                                          <p:attrName>style.visibility</p:attrName>
                                        </p:attrNameLst>
                                      </p:cBhvr>
                                      <p:to>
                                        <p:strVal val="visible"/>
                                      </p:to>
                                    </p:set>
                                    <p:anim calcmode="lin" valueType="num">
                                      <p:cBhvr>
                                        <p:cTn id="166" dur="500" fill="hold"/>
                                        <p:tgtEl>
                                          <p:spTgt spid="38"/>
                                        </p:tgtEl>
                                        <p:attrNameLst>
                                          <p:attrName>ppt_w</p:attrName>
                                        </p:attrNameLst>
                                      </p:cBhvr>
                                      <p:tavLst>
                                        <p:tav tm="0">
                                          <p:val>
                                            <p:fltVal val="0"/>
                                          </p:val>
                                        </p:tav>
                                        <p:tav tm="100000">
                                          <p:val>
                                            <p:strVal val="#ppt_w"/>
                                          </p:val>
                                        </p:tav>
                                      </p:tavLst>
                                    </p:anim>
                                    <p:anim calcmode="lin" valueType="num">
                                      <p:cBhvr>
                                        <p:cTn id="167" dur="500" fill="hold"/>
                                        <p:tgtEl>
                                          <p:spTgt spid="38"/>
                                        </p:tgtEl>
                                        <p:attrNameLst>
                                          <p:attrName>ppt_h</p:attrName>
                                        </p:attrNameLst>
                                      </p:cBhvr>
                                      <p:tavLst>
                                        <p:tav tm="0">
                                          <p:val>
                                            <p:fltVal val="0"/>
                                          </p:val>
                                        </p:tav>
                                        <p:tav tm="100000">
                                          <p:val>
                                            <p:strVal val="#ppt_h"/>
                                          </p:val>
                                        </p:tav>
                                      </p:tavLst>
                                    </p:anim>
                                    <p:animEffect transition="in" filter="fade">
                                      <p:cBhvr>
                                        <p:cTn id="168" dur="500"/>
                                        <p:tgtEl>
                                          <p:spTgt spid="38"/>
                                        </p:tgtEl>
                                      </p:cBhvr>
                                    </p:animEffect>
                                  </p:childTnLst>
                                </p:cTn>
                              </p:par>
                              <p:par>
                                <p:cTn id="169" presetID="53" presetClass="entr" presetSubtype="16" fill="hold" grpId="0" nodeType="withEffect">
                                  <p:stCondLst>
                                    <p:cond delay="0"/>
                                  </p:stCondLst>
                                  <p:childTnLst>
                                    <p:set>
                                      <p:cBhvr>
                                        <p:cTn id="170" dur="1" fill="hold">
                                          <p:stCondLst>
                                            <p:cond delay="0"/>
                                          </p:stCondLst>
                                        </p:cTn>
                                        <p:tgtEl>
                                          <p:spTgt spid="39"/>
                                        </p:tgtEl>
                                        <p:attrNameLst>
                                          <p:attrName>style.visibility</p:attrName>
                                        </p:attrNameLst>
                                      </p:cBhvr>
                                      <p:to>
                                        <p:strVal val="visible"/>
                                      </p:to>
                                    </p:set>
                                    <p:anim calcmode="lin" valueType="num">
                                      <p:cBhvr>
                                        <p:cTn id="171" dur="500" fill="hold"/>
                                        <p:tgtEl>
                                          <p:spTgt spid="39"/>
                                        </p:tgtEl>
                                        <p:attrNameLst>
                                          <p:attrName>ppt_w</p:attrName>
                                        </p:attrNameLst>
                                      </p:cBhvr>
                                      <p:tavLst>
                                        <p:tav tm="0">
                                          <p:val>
                                            <p:fltVal val="0"/>
                                          </p:val>
                                        </p:tav>
                                        <p:tav tm="100000">
                                          <p:val>
                                            <p:strVal val="#ppt_w"/>
                                          </p:val>
                                        </p:tav>
                                      </p:tavLst>
                                    </p:anim>
                                    <p:anim calcmode="lin" valueType="num">
                                      <p:cBhvr>
                                        <p:cTn id="172" dur="500" fill="hold"/>
                                        <p:tgtEl>
                                          <p:spTgt spid="39"/>
                                        </p:tgtEl>
                                        <p:attrNameLst>
                                          <p:attrName>ppt_h</p:attrName>
                                        </p:attrNameLst>
                                      </p:cBhvr>
                                      <p:tavLst>
                                        <p:tav tm="0">
                                          <p:val>
                                            <p:fltVal val="0"/>
                                          </p:val>
                                        </p:tav>
                                        <p:tav tm="100000">
                                          <p:val>
                                            <p:strVal val="#ppt_h"/>
                                          </p:val>
                                        </p:tav>
                                      </p:tavLst>
                                    </p:anim>
                                    <p:animEffect transition="in" filter="fade">
                                      <p:cBhvr>
                                        <p:cTn id="173" dur="500"/>
                                        <p:tgtEl>
                                          <p:spTgt spid="39"/>
                                        </p:tgtEl>
                                      </p:cBhvr>
                                    </p:animEffect>
                                  </p:childTnLst>
                                </p:cTn>
                              </p:par>
                              <p:par>
                                <p:cTn id="174" presetID="53" presetClass="entr" presetSubtype="16" fill="hold" grpId="0" nodeType="withEffect">
                                  <p:stCondLst>
                                    <p:cond delay="0"/>
                                  </p:stCondLst>
                                  <p:childTnLst>
                                    <p:set>
                                      <p:cBhvr>
                                        <p:cTn id="175" dur="1" fill="hold">
                                          <p:stCondLst>
                                            <p:cond delay="0"/>
                                          </p:stCondLst>
                                        </p:cTn>
                                        <p:tgtEl>
                                          <p:spTgt spid="40"/>
                                        </p:tgtEl>
                                        <p:attrNameLst>
                                          <p:attrName>style.visibility</p:attrName>
                                        </p:attrNameLst>
                                      </p:cBhvr>
                                      <p:to>
                                        <p:strVal val="visible"/>
                                      </p:to>
                                    </p:set>
                                    <p:anim calcmode="lin" valueType="num">
                                      <p:cBhvr>
                                        <p:cTn id="176" dur="500" fill="hold"/>
                                        <p:tgtEl>
                                          <p:spTgt spid="40"/>
                                        </p:tgtEl>
                                        <p:attrNameLst>
                                          <p:attrName>ppt_w</p:attrName>
                                        </p:attrNameLst>
                                      </p:cBhvr>
                                      <p:tavLst>
                                        <p:tav tm="0">
                                          <p:val>
                                            <p:fltVal val="0"/>
                                          </p:val>
                                        </p:tav>
                                        <p:tav tm="100000">
                                          <p:val>
                                            <p:strVal val="#ppt_w"/>
                                          </p:val>
                                        </p:tav>
                                      </p:tavLst>
                                    </p:anim>
                                    <p:anim calcmode="lin" valueType="num">
                                      <p:cBhvr>
                                        <p:cTn id="177" dur="500" fill="hold"/>
                                        <p:tgtEl>
                                          <p:spTgt spid="40"/>
                                        </p:tgtEl>
                                        <p:attrNameLst>
                                          <p:attrName>ppt_h</p:attrName>
                                        </p:attrNameLst>
                                      </p:cBhvr>
                                      <p:tavLst>
                                        <p:tav tm="0">
                                          <p:val>
                                            <p:fltVal val="0"/>
                                          </p:val>
                                        </p:tav>
                                        <p:tav tm="100000">
                                          <p:val>
                                            <p:strVal val="#ppt_h"/>
                                          </p:val>
                                        </p:tav>
                                      </p:tavLst>
                                    </p:anim>
                                    <p:animEffect transition="in" filter="fade">
                                      <p:cBhvr>
                                        <p:cTn id="178" dur="500"/>
                                        <p:tgtEl>
                                          <p:spTgt spid="40"/>
                                        </p:tgtEl>
                                      </p:cBhvr>
                                    </p:animEffect>
                                  </p:childTnLst>
                                </p:cTn>
                              </p:par>
                              <p:par>
                                <p:cTn id="179" presetID="53" presetClass="entr" presetSubtype="16" fill="hold" grpId="0" nodeType="withEffect">
                                  <p:stCondLst>
                                    <p:cond delay="0"/>
                                  </p:stCondLst>
                                  <p:childTnLst>
                                    <p:set>
                                      <p:cBhvr>
                                        <p:cTn id="180" dur="1" fill="hold">
                                          <p:stCondLst>
                                            <p:cond delay="0"/>
                                          </p:stCondLst>
                                        </p:cTn>
                                        <p:tgtEl>
                                          <p:spTgt spid="41"/>
                                        </p:tgtEl>
                                        <p:attrNameLst>
                                          <p:attrName>style.visibility</p:attrName>
                                        </p:attrNameLst>
                                      </p:cBhvr>
                                      <p:to>
                                        <p:strVal val="visible"/>
                                      </p:to>
                                    </p:set>
                                    <p:anim calcmode="lin" valueType="num">
                                      <p:cBhvr>
                                        <p:cTn id="181" dur="500" fill="hold"/>
                                        <p:tgtEl>
                                          <p:spTgt spid="41"/>
                                        </p:tgtEl>
                                        <p:attrNameLst>
                                          <p:attrName>ppt_w</p:attrName>
                                        </p:attrNameLst>
                                      </p:cBhvr>
                                      <p:tavLst>
                                        <p:tav tm="0">
                                          <p:val>
                                            <p:fltVal val="0"/>
                                          </p:val>
                                        </p:tav>
                                        <p:tav tm="100000">
                                          <p:val>
                                            <p:strVal val="#ppt_w"/>
                                          </p:val>
                                        </p:tav>
                                      </p:tavLst>
                                    </p:anim>
                                    <p:anim calcmode="lin" valueType="num">
                                      <p:cBhvr>
                                        <p:cTn id="182" dur="500" fill="hold"/>
                                        <p:tgtEl>
                                          <p:spTgt spid="41"/>
                                        </p:tgtEl>
                                        <p:attrNameLst>
                                          <p:attrName>ppt_h</p:attrName>
                                        </p:attrNameLst>
                                      </p:cBhvr>
                                      <p:tavLst>
                                        <p:tav tm="0">
                                          <p:val>
                                            <p:fltVal val="0"/>
                                          </p:val>
                                        </p:tav>
                                        <p:tav tm="100000">
                                          <p:val>
                                            <p:strVal val="#ppt_h"/>
                                          </p:val>
                                        </p:tav>
                                      </p:tavLst>
                                    </p:anim>
                                    <p:animEffect transition="in" filter="fade">
                                      <p:cBhvr>
                                        <p:cTn id="183" dur="500"/>
                                        <p:tgtEl>
                                          <p:spTgt spid="41"/>
                                        </p:tgtEl>
                                      </p:cBhvr>
                                    </p:animEffect>
                                  </p:childTnLst>
                                </p:cTn>
                              </p:par>
                              <p:par>
                                <p:cTn id="184" presetID="53" presetClass="entr" presetSubtype="16" fill="hold" grpId="0" nodeType="withEffect">
                                  <p:stCondLst>
                                    <p:cond delay="0"/>
                                  </p:stCondLst>
                                  <p:childTnLst>
                                    <p:set>
                                      <p:cBhvr>
                                        <p:cTn id="185" dur="1" fill="hold">
                                          <p:stCondLst>
                                            <p:cond delay="0"/>
                                          </p:stCondLst>
                                        </p:cTn>
                                        <p:tgtEl>
                                          <p:spTgt spid="42"/>
                                        </p:tgtEl>
                                        <p:attrNameLst>
                                          <p:attrName>style.visibility</p:attrName>
                                        </p:attrNameLst>
                                      </p:cBhvr>
                                      <p:to>
                                        <p:strVal val="visible"/>
                                      </p:to>
                                    </p:set>
                                    <p:anim calcmode="lin" valueType="num">
                                      <p:cBhvr>
                                        <p:cTn id="186" dur="500" fill="hold"/>
                                        <p:tgtEl>
                                          <p:spTgt spid="42"/>
                                        </p:tgtEl>
                                        <p:attrNameLst>
                                          <p:attrName>ppt_w</p:attrName>
                                        </p:attrNameLst>
                                      </p:cBhvr>
                                      <p:tavLst>
                                        <p:tav tm="0">
                                          <p:val>
                                            <p:fltVal val="0"/>
                                          </p:val>
                                        </p:tav>
                                        <p:tav tm="100000">
                                          <p:val>
                                            <p:strVal val="#ppt_w"/>
                                          </p:val>
                                        </p:tav>
                                      </p:tavLst>
                                    </p:anim>
                                    <p:anim calcmode="lin" valueType="num">
                                      <p:cBhvr>
                                        <p:cTn id="187" dur="500" fill="hold"/>
                                        <p:tgtEl>
                                          <p:spTgt spid="42"/>
                                        </p:tgtEl>
                                        <p:attrNameLst>
                                          <p:attrName>ppt_h</p:attrName>
                                        </p:attrNameLst>
                                      </p:cBhvr>
                                      <p:tavLst>
                                        <p:tav tm="0">
                                          <p:val>
                                            <p:fltVal val="0"/>
                                          </p:val>
                                        </p:tav>
                                        <p:tav tm="100000">
                                          <p:val>
                                            <p:strVal val="#ppt_h"/>
                                          </p:val>
                                        </p:tav>
                                      </p:tavLst>
                                    </p:anim>
                                    <p:animEffect transition="in" filter="fade">
                                      <p:cBhvr>
                                        <p:cTn id="188" dur="500"/>
                                        <p:tgtEl>
                                          <p:spTgt spid="42"/>
                                        </p:tgtEl>
                                      </p:cBhvr>
                                    </p:animEffect>
                                  </p:childTnLst>
                                </p:cTn>
                              </p:par>
                              <p:par>
                                <p:cTn id="189" presetID="53" presetClass="entr" presetSubtype="16" fill="hold" grpId="0" nodeType="withEffect">
                                  <p:stCondLst>
                                    <p:cond delay="0"/>
                                  </p:stCondLst>
                                  <p:childTnLst>
                                    <p:set>
                                      <p:cBhvr>
                                        <p:cTn id="190" dur="1" fill="hold">
                                          <p:stCondLst>
                                            <p:cond delay="0"/>
                                          </p:stCondLst>
                                        </p:cTn>
                                        <p:tgtEl>
                                          <p:spTgt spid="43"/>
                                        </p:tgtEl>
                                        <p:attrNameLst>
                                          <p:attrName>style.visibility</p:attrName>
                                        </p:attrNameLst>
                                      </p:cBhvr>
                                      <p:to>
                                        <p:strVal val="visible"/>
                                      </p:to>
                                    </p:set>
                                    <p:anim calcmode="lin" valueType="num">
                                      <p:cBhvr>
                                        <p:cTn id="191" dur="500" fill="hold"/>
                                        <p:tgtEl>
                                          <p:spTgt spid="43"/>
                                        </p:tgtEl>
                                        <p:attrNameLst>
                                          <p:attrName>ppt_w</p:attrName>
                                        </p:attrNameLst>
                                      </p:cBhvr>
                                      <p:tavLst>
                                        <p:tav tm="0">
                                          <p:val>
                                            <p:fltVal val="0"/>
                                          </p:val>
                                        </p:tav>
                                        <p:tav tm="100000">
                                          <p:val>
                                            <p:strVal val="#ppt_w"/>
                                          </p:val>
                                        </p:tav>
                                      </p:tavLst>
                                    </p:anim>
                                    <p:anim calcmode="lin" valueType="num">
                                      <p:cBhvr>
                                        <p:cTn id="192" dur="500" fill="hold"/>
                                        <p:tgtEl>
                                          <p:spTgt spid="43"/>
                                        </p:tgtEl>
                                        <p:attrNameLst>
                                          <p:attrName>ppt_h</p:attrName>
                                        </p:attrNameLst>
                                      </p:cBhvr>
                                      <p:tavLst>
                                        <p:tav tm="0">
                                          <p:val>
                                            <p:fltVal val="0"/>
                                          </p:val>
                                        </p:tav>
                                        <p:tav tm="100000">
                                          <p:val>
                                            <p:strVal val="#ppt_h"/>
                                          </p:val>
                                        </p:tav>
                                      </p:tavLst>
                                    </p:anim>
                                    <p:animEffect transition="in" filter="fade">
                                      <p:cBhvr>
                                        <p:cTn id="193" dur="500"/>
                                        <p:tgtEl>
                                          <p:spTgt spid="43"/>
                                        </p:tgtEl>
                                      </p:cBhvr>
                                    </p:animEffect>
                                  </p:childTnLst>
                                </p:cTn>
                              </p:par>
                              <p:par>
                                <p:cTn id="194" presetID="53" presetClass="entr" presetSubtype="16" fill="hold" grpId="0" nodeType="withEffect">
                                  <p:stCondLst>
                                    <p:cond delay="0"/>
                                  </p:stCondLst>
                                  <p:childTnLst>
                                    <p:set>
                                      <p:cBhvr>
                                        <p:cTn id="195" dur="1" fill="hold">
                                          <p:stCondLst>
                                            <p:cond delay="0"/>
                                          </p:stCondLst>
                                        </p:cTn>
                                        <p:tgtEl>
                                          <p:spTgt spid="44"/>
                                        </p:tgtEl>
                                        <p:attrNameLst>
                                          <p:attrName>style.visibility</p:attrName>
                                        </p:attrNameLst>
                                      </p:cBhvr>
                                      <p:to>
                                        <p:strVal val="visible"/>
                                      </p:to>
                                    </p:set>
                                    <p:anim calcmode="lin" valueType="num">
                                      <p:cBhvr>
                                        <p:cTn id="196" dur="500" fill="hold"/>
                                        <p:tgtEl>
                                          <p:spTgt spid="44"/>
                                        </p:tgtEl>
                                        <p:attrNameLst>
                                          <p:attrName>ppt_w</p:attrName>
                                        </p:attrNameLst>
                                      </p:cBhvr>
                                      <p:tavLst>
                                        <p:tav tm="0">
                                          <p:val>
                                            <p:fltVal val="0"/>
                                          </p:val>
                                        </p:tav>
                                        <p:tav tm="100000">
                                          <p:val>
                                            <p:strVal val="#ppt_w"/>
                                          </p:val>
                                        </p:tav>
                                      </p:tavLst>
                                    </p:anim>
                                    <p:anim calcmode="lin" valueType="num">
                                      <p:cBhvr>
                                        <p:cTn id="197" dur="500" fill="hold"/>
                                        <p:tgtEl>
                                          <p:spTgt spid="44"/>
                                        </p:tgtEl>
                                        <p:attrNameLst>
                                          <p:attrName>ppt_h</p:attrName>
                                        </p:attrNameLst>
                                      </p:cBhvr>
                                      <p:tavLst>
                                        <p:tav tm="0">
                                          <p:val>
                                            <p:fltVal val="0"/>
                                          </p:val>
                                        </p:tav>
                                        <p:tav tm="100000">
                                          <p:val>
                                            <p:strVal val="#ppt_h"/>
                                          </p:val>
                                        </p:tav>
                                      </p:tavLst>
                                    </p:anim>
                                    <p:animEffect transition="in" filter="fade">
                                      <p:cBhvr>
                                        <p:cTn id="198" dur="500"/>
                                        <p:tgtEl>
                                          <p:spTgt spid="44"/>
                                        </p:tgtEl>
                                      </p:cBhvr>
                                    </p:animEffect>
                                  </p:childTnLst>
                                </p:cTn>
                              </p:par>
                              <p:par>
                                <p:cTn id="199" presetID="53" presetClass="entr" presetSubtype="16" fill="hold" grpId="0" nodeType="withEffect">
                                  <p:stCondLst>
                                    <p:cond delay="0"/>
                                  </p:stCondLst>
                                  <p:childTnLst>
                                    <p:set>
                                      <p:cBhvr>
                                        <p:cTn id="200" dur="1" fill="hold">
                                          <p:stCondLst>
                                            <p:cond delay="0"/>
                                          </p:stCondLst>
                                        </p:cTn>
                                        <p:tgtEl>
                                          <p:spTgt spid="45"/>
                                        </p:tgtEl>
                                        <p:attrNameLst>
                                          <p:attrName>style.visibility</p:attrName>
                                        </p:attrNameLst>
                                      </p:cBhvr>
                                      <p:to>
                                        <p:strVal val="visible"/>
                                      </p:to>
                                    </p:set>
                                    <p:anim calcmode="lin" valueType="num">
                                      <p:cBhvr>
                                        <p:cTn id="201" dur="500" fill="hold"/>
                                        <p:tgtEl>
                                          <p:spTgt spid="45"/>
                                        </p:tgtEl>
                                        <p:attrNameLst>
                                          <p:attrName>ppt_w</p:attrName>
                                        </p:attrNameLst>
                                      </p:cBhvr>
                                      <p:tavLst>
                                        <p:tav tm="0">
                                          <p:val>
                                            <p:fltVal val="0"/>
                                          </p:val>
                                        </p:tav>
                                        <p:tav tm="100000">
                                          <p:val>
                                            <p:strVal val="#ppt_w"/>
                                          </p:val>
                                        </p:tav>
                                      </p:tavLst>
                                    </p:anim>
                                    <p:anim calcmode="lin" valueType="num">
                                      <p:cBhvr>
                                        <p:cTn id="202" dur="500" fill="hold"/>
                                        <p:tgtEl>
                                          <p:spTgt spid="45"/>
                                        </p:tgtEl>
                                        <p:attrNameLst>
                                          <p:attrName>ppt_h</p:attrName>
                                        </p:attrNameLst>
                                      </p:cBhvr>
                                      <p:tavLst>
                                        <p:tav tm="0">
                                          <p:val>
                                            <p:fltVal val="0"/>
                                          </p:val>
                                        </p:tav>
                                        <p:tav tm="100000">
                                          <p:val>
                                            <p:strVal val="#ppt_h"/>
                                          </p:val>
                                        </p:tav>
                                      </p:tavLst>
                                    </p:anim>
                                    <p:animEffect transition="in" filter="fade">
                                      <p:cBhvr>
                                        <p:cTn id="203" dur="500"/>
                                        <p:tgtEl>
                                          <p:spTgt spid="45"/>
                                        </p:tgtEl>
                                      </p:cBhvr>
                                    </p:animEffect>
                                  </p:childTnLst>
                                </p:cTn>
                              </p:par>
                              <p:par>
                                <p:cTn id="204" presetID="53" presetClass="entr" presetSubtype="16" fill="hold" grpId="0" nodeType="withEffect">
                                  <p:stCondLst>
                                    <p:cond delay="0"/>
                                  </p:stCondLst>
                                  <p:childTnLst>
                                    <p:set>
                                      <p:cBhvr>
                                        <p:cTn id="205" dur="1" fill="hold">
                                          <p:stCondLst>
                                            <p:cond delay="0"/>
                                          </p:stCondLst>
                                        </p:cTn>
                                        <p:tgtEl>
                                          <p:spTgt spid="46"/>
                                        </p:tgtEl>
                                        <p:attrNameLst>
                                          <p:attrName>style.visibility</p:attrName>
                                        </p:attrNameLst>
                                      </p:cBhvr>
                                      <p:to>
                                        <p:strVal val="visible"/>
                                      </p:to>
                                    </p:set>
                                    <p:anim calcmode="lin" valueType="num">
                                      <p:cBhvr>
                                        <p:cTn id="206" dur="500" fill="hold"/>
                                        <p:tgtEl>
                                          <p:spTgt spid="46"/>
                                        </p:tgtEl>
                                        <p:attrNameLst>
                                          <p:attrName>ppt_w</p:attrName>
                                        </p:attrNameLst>
                                      </p:cBhvr>
                                      <p:tavLst>
                                        <p:tav tm="0">
                                          <p:val>
                                            <p:fltVal val="0"/>
                                          </p:val>
                                        </p:tav>
                                        <p:tav tm="100000">
                                          <p:val>
                                            <p:strVal val="#ppt_w"/>
                                          </p:val>
                                        </p:tav>
                                      </p:tavLst>
                                    </p:anim>
                                    <p:anim calcmode="lin" valueType="num">
                                      <p:cBhvr>
                                        <p:cTn id="207" dur="500" fill="hold"/>
                                        <p:tgtEl>
                                          <p:spTgt spid="46"/>
                                        </p:tgtEl>
                                        <p:attrNameLst>
                                          <p:attrName>ppt_h</p:attrName>
                                        </p:attrNameLst>
                                      </p:cBhvr>
                                      <p:tavLst>
                                        <p:tav tm="0">
                                          <p:val>
                                            <p:fltVal val="0"/>
                                          </p:val>
                                        </p:tav>
                                        <p:tav tm="100000">
                                          <p:val>
                                            <p:strVal val="#ppt_h"/>
                                          </p:val>
                                        </p:tav>
                                      </p:tavLst>
                                    </p:anim>
                                    <p:animEffect transition="in" filter="fade">
                                      <p:cBhvr>
                                        <p:cTn id="20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2" grpId="0" animBg="1"/>
      <p:bldP spid="4" grpId="0" animBg="1"/>
      <p:bldP spid="5" grpId="0" animBg="1"/>
      <p:bldP spid="6" grpId="0" animBg="1"/>
      <p:bldP spid="12" grpId="0" animBg="1"/>
      <p:bldP spid="17" grpId="0" animBg="1"/>
      <p:bldP spid="18" grpId="0" animBg="1"/>
      <p:bldP spid="19" grpId="0" animBg="1"/>
      <p:bldP spid="20" grpId="0" animBg="1"/>
      <p:bldP spid="21" grpId="0" animBg="1"/>
      <p:bldP spid="22" grpId="0" animBg="1"/>
      <p:bldP spid="23" grpId="0" animBg="1"/>
      <p:bldP spid="24"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31CFE-106E-7D99-2315-28670EDA2554}"/>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E53CBC3C-496F-CA9E-5A03-73FA3B9449BE}"/>
              </a:ext>
            </a:extLst>
          </p:cNvPr>
          <p:cNvCxnSpPr/>
          <p:nvPr/>
        </p:nvCxnSpPr>
        <p:spPr>
          <a:xfrm flipV="1">
            <a:off x="2893283" y="2578291"/>
            <a:ext cx="0" cy="363521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3673BCE-A332-EFB9-B1E1-D0131FDACF2F}"/>
              </a:ext>
            </a:extLst>
          </p:cNvPr>
          <p:cNvCxnSpPr/>
          <p:nvPr/>
        </p:nvCxnSpPr>
        <p:spPr>
          <a:xfrm>
            <a:off x="2893284" y="6217448"/>
            <a:ext cx="5801337" cy="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id="{E2C4A216-D099-53FD-BE5B-0FF2BE394D9E}"/>
              </a:ext>
            </a:extLst>
          </p:cNvPr>
          <p:cNvSpPr txBox="1">
            <a:spLocks noChangeArrowheads="1"/>
          </p:cNvSpPr>
          <p:nvPr/>
        </p:nvSpPr>
        <p:spPr bwMode="auto">
          <a:xfrm>
            <a:off x="8770759" y="5880842"/>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0000FF"/>
                </a:solidFill>
                <a:latin typeface="Helvetica Neue"/>
                <a:ea typeface="+mn-ea"/>
                <a:cs typeface="+mn-cs"/>
              </a:rPr>
              <a:t>X</a:t>
            </a:r>
            <a:endParaRPr lang="en-US" altLang="en-US" sz="3810" b="1" i="1" kern="1200" dirty="0">
              <a:solidFill>
                <a:srgbClr val="0000FF"/>
              </a:solidFill>
              <a:latin typeface="Helvetica Neue"/>
              <a:ea typeface="+mn-ea"/>
              <a:cs typeface="+mn-cs"/>
            </a:endParaRPr>
          </a:p>
        </p:txBody>
      </p:sp>
      <p:sp>
        <p:nvSpPr>
          <p:cNvPr id="10" name="Text Box 2">
            <a:extLst>
              <a:ext uri="{FF2B5EF4-FFF2-40B4-BE49-F238E27FC236}">
                <a16:creationId xmlns:a16="http://schemas.microsoft.com/office/drawing/2014/main" id="{BE79DBC7-E60C-7530-E2CB-C68BCCF7F1D1}"/>
              </a:ext>
            </a:extLst>
          </p:cNvPr>
          <p:cNvSpPr txBox="1">
            <a:spLocks noChangeArrowheads="1"/>
          </p:cNvSpPr>
          <p:nvPr/>
        </p:nvSpPr>
        <p:spPr bwMode="auto">
          <a:xfrm>
            <a:off x="2474551" y="1913555"/>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FF0000"/>
                </a:solidFill>
                <a:latin typeface="Helvetica Neue"/>
                <a:ea typeface="+mn-ea"/>
                <a:cs typeface="+mn-cs"/>
              </a:rPr>
              <a:t>Y</a:t>
            </a:r>
            <a:endParaRPr lang="en-US" altLang="en-US" sz="3810" b="1" i="1" kern="1200" dirty="0">
              <a:solidFill>
                <a:srgbClr val="FF0000"/>
              </a:solidFill>
              <a:latin typeface="Helvetica Neue"/>
              <a:ea typeface="+mn-ea"/>
              <a:cs typeface="+mn-cs"/>
            </a:endParaRPr>
          </a:p>
        </p:txBody>
      </p:sp>
      <p:sp>
        <p:nvSpPr>
          <p:cNvPr id="11" name="Oval 10">
            <a:extLst>
              <a:ext uri="{FF2B5EF4-FFF2-40B4-BE49-F238E27FC236}">
                <a16:creationId xmlns:a16="http://schemas.microsoft.com/office/drawing/2014/main" id="{1F09F275-4ED5-0F8D-9A7F-BB7A71D3B517}"/>
              </a:ext>
            </a:extLst>
          </p:cNvPr>
          <p:cNvSpPr/>
          <p:nvPr/>
        </p:nvSpPr>
        <p:spPr>
          <a:xfrm flipH="1" flipV="1">
            <a:off x="4768869" y="436086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5" name="Oval 24">
            <a:extLst>
              <a:ext uri="{FF2B5EF4-FFF2-40B4-BE49-F238E27FC236}">
                <a16:creationId xmlns:a16="http://schemas.microsoft.com/office/drawing/2014/main" id="{A0E8ACEB-116F-BF6C-0ECF-BCFF6726DDA4}"/>
              </a:ext>
            </a:extLst>
          </p:cNvPr>
          <p:cNvSpPr/>
          <p:nvPr/>
        </p:nvSpPr>
        <p:spPr>
          <a:xfrm flipH="1" flipV="1">
            <a:off x="6937508" y="486386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6" name="Oval 25">
            <a:extLst>
              <a:ext uri="{FF2B5EF4-FFF2-40B4-BE49-F238E27FC236}">
                <a16:creationId xmlns:a16="http://schemas.microsoft.com/office/drawing/2014/main" id="{F638D953-29DD-738C-966E-78A88A4AC374}"/>
              </a:ext>
            </a:extLst>
          </p:cNvPr>
          <p:cNvSpPr/>
          <p:nvPr/>
        </p:nvSpPr>
        <p:spPr>
          <a:xfrm flipH="1" flipV="1">
            <a:off x="5210024" y="324828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7" name="Oval 26">
            <a:extLst>
              <a:ext uri="{FF2B5EF4-FFF2-40B4-BE49-F238E27FC236}">
                <a16:creationId xmlns:a16="http://schemas.microsoft.com/office/drawing/2014/main" id="{8458FB4A-808A-D878-B059-63469B12A82A}"/>
              </a:ext>
            </a:extLst>
          </p:cNvPr>
          <p:cNvSpPr/>
          <p:nvPr/>
        </p:nvSpPr>
        <p:spPr>
          <a:xfrm flipH="1" flipV="1">
            <a:off x="5346232" y="433000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8" name="Oval 27">
            <a:extLst>
              <a:ext uri="{FF2B5EF4-FFF2-40B4-BE49-F238E27FC236}">
                <a16:creationId xmlns:a16="http://schemas.microsoft.com/office/drawing/2014/main" id="{1436D875-F565-D467-49F2-D434C4BF6AD4}"/>
              </a:ext>
            </a:extLst>
          </p:cNvPr>
          <p:cNvSpPr/>
          <p:nvPr/>
        </p:nvSpPr>
        <p:spPr>
          <a:xfrm flipH="1" flipV="1">
            <a:off x="4896312" y="288923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9" name="Oval 28">
            <a:extLst>
              <a:ext uri="{FF2B5EF4-FFF2-40B4-BE49-F238E27FC236}">
                <a16:creationId xmlns:a16="http://schemas.microsoft.com/office/drawing/2014/main" id="{0AB90324-41A3-6606-10FD-5B4F1E42378B}"/>
              </a:ext>
            </a:extLst>
          </p:cNvPr>
          <p:cNvSpPr/>
          <p:nvPr/>
        </p:nvSpPr>
        <p:spPr>
          <a:xfrm flipH="1" flipV="1">
            <a:off x="4290378" y="283227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0" name="Oval 29">
            <a:extLst>
              <a:ext uri="{FF2B5EF4-FFF2-40B4-BE49-F238E27FC236}">
                <a16:creationId xmlns:a16="http://schemas.microsoft.com/office/drawing/2014/main" id="{69688CE6-9575-B2A1-E857-EA8151A9BE5A}"/>
              </a:ext>
            </a:extLst>
          </p:cNvPr>
          <p:cNvSpPr/>
          <p:nvPr/>
        </p:nvSpPr>
        <p:spPr>
          <a:xfrm flipH="1" flipV="1">
            <a:off x="4815068" y="555958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1" name="Oval 30">
            <a:extLst>
              <a:ext uri="{FF2B5EF4-FFF2-40B4-BE49-F238E27FC236}">
                <a16:creationId xmlns:a16="http://schemas.microsoft.com/office/drawing/2014/main" id="{F0EAF2D7-C5A9-6D16-04FD-88E726442954}"/>
              </a:ext>
            </a:extLst>
          </p:cNvPr>
          <p:cNvSpPr/>
          <p:nvPr/>
        </p:nvSpPr>
        <p:spPr>
          <a:xfrm flipH="1" flipV="1">
            <a:off x="3869039" y="410591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2" name="Oval 31">
            <a:extLst>
              <a:ext uri="{FF2B5EF4-FFF2-40B4-BE49-F238E27FC236}">
                <a16:creationId xmlns:a16="http://schemas.microsoft.com/office/drawing/2014/main" id="{AC7F1D95-8BE4-13E8-B168-7023B527AD7E}"/>
              </a:ext>
            </a:extLst>
          </p:cNvPr>
          <p:cNvSpPr/>
          <p:nvPr/>
        </p:nvSpPr>
        <p:spPr>
          <a:xfrm flipH="1" flipV="1">
            <a:off x="8268066" y="385087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3" name="Oval 32">
            <a:extLst>
              <a:ext uri="{FF2B5EF4-FFF2-40B4-BE49-F238E27FC236}">
                <a16:creationId xmlns:a16="http://schemas.microsoft.com/office/drawing/2014/main" id="{FBEDA6E1-B02B-DCA6-2618-0A288844D91C}"/>
              </a:ext>
            </a:extLst>
          </p:cNvPr>
          <p:cNvSpPr/>
          <p:nvPr/>
        </p:nvSpPr>
        <p:spPr>
          <a:xfrm flipH="1" flipV="1">
            <a:off x="6529311" y="464179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4" name="Oval 33">
            <a:extLst>
              <a:ext uri="{FF2B5EF4-FFF2-40B4-BE49-F238E27FC236}">
                <a16:creationId xmlns:a16="http://schemas.microsoft.com/office/drawing/2014/main" id="{76BF8CA7-BC40-46BC-E090-94D9C57E5CC1}"/>
              </a:ext>
            </a:extLst>
          </p:cNvPr>
          <p:cNvSpPr/>
          <p:nvPr/>
        </p:nvSpPr>
        <p:spPr>
          <a:xfrm flipH="1" flipV="1">
            <a:off x="8009007" y="557056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5" name="Oval 34">
            <a:extLst>
              <a:ext uri="{FF2B5EF4-FFF2-40B4-BE49-F238E27FC236}">
                <a16:creationId xmlns:a16="http://schemas.microsoft.com/office/drawing/2014/main" id="{339D3F37-BD16-2215-097F-F4BE178B65DD}"/>
              </a:ext>
            </a:extLst>
          </p:cNvPr>
          <p:cNvSpPr/>
          <p:nvPr/>
        </p:nvSpPr>
        <p:spPr>
          <a:xfrm flipH="1" flipV="1">
            <a:off x="6289233" y="296286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6" name="Oval 35">
            <a:extLst>
              <a:ext uri="{FF2B5EF4-FFF2-40B4-BE49-F238E27FC236}">
                <a16:creationId xmlns:a16="http://schemas.microsoft.com/office/drawing/2014/main" id="{AD89109E-0A9B-1F06-400C-D03F4F3C688C}"/>
              </a:ext>
            </a:extLst>
          </p:cNvPr>
          <p:cNvSpPr/>
          <p:nvPr/>
        </p:nvSpPr>
        <p:spPr>
          <a:xfrm flipH="1" flipV="1">
            <a:off x="5931827" y="409303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7" name="Oval 36">
            <a:extLst>
              <a:ext uri="{FF2B5EF4-FFF2-40B4-BE49-F238E27FC236}">
                <a16:creationId xmlns:a16="http://schemas.microsoft.com/office/drawing/2014/main" id="{25D3BE7F-FDE8-4956-0685-7F4002FF52B2}"/>
              </a:ext>
            </a:extLst>
          </p:cNvPr>
          <p:cNvSpPr/>
          <p:nvPr/>
        </p:nvSpPr>
        <p:spPr>
          <a:xfrm flipH="1" flipV="1">
            <a:off x="3340698" y="294703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 name="Oval 1">
            <a:extLst>
              <a:ext uri="{FF2B5EF4-FFF2-40B4-BE49-F238E27FC236}">
                <a16:creationId xmlns:a16="http://schemas.microsoft.com/office/drawing/2014/main" id="{346D8E9E-8E43-088F-9CAD-06B7265CE343}"/>
              </a:ext>
            </a:extLst>
          </p:cNvPr>
          <p:cNvSpPr/>
          <p:nvPr/>
        </p:nvSpPr>
        <p:spPr>
          <a:xfrm flipH="1" flipV="1">
            <a:off x="4420050" y="237154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 name="Oval 3">
            <a:extLst>
              <a:ext uri="{FF2B5EF4-FFF2-40B4-BE49-F238E27FC236}">
                <a16:creationId xmlns:a16="http://schemas.microsoft.com/office/drawing/2014/main" id="{7024D0D3-CDB3-F790-F12F-DA74FB326551}"/>
              </a:ext>
            </a:extLst>
          </p:cNvPr>
          <p:cNvSpPr/>
          <p:nvPr/>
        </p:nvSpPr>
        <p:spPr>
          <a:xfrm flipH="1" flipV="1">
            <a:off x="7585095" y="330881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 name="Oval 4">
            <a:extLst>
              <a:ext uri="{FF2B5EF4-FFF2-40B4-BE49-F238E27FC236}">
                <a16:creationId xmlns:a16="http://schemas.microsoft.com/office/drawing/2014/main" id="{197BDF67-3AC8-A621-C581-DEBB2BE5B2DF}"/>
              </a:ext>
            </a:extLst>
          </p:cNvPr>
          <p:cNvSpPr/>
          <p:nvPr/>
        </p:nvSpPr>
        <p:spPr>
          <a:xfrm flipH="1" flipV="1">
            <a:off x="4965910" y="391797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6" name="Oval 5">
            <a:extLst>
              <a:ext uri="{FF2B5EF4-FFF2-40B4-BE49-F238E27FC236}">
                <a16:creationId xmlns:a16="http://schemas.microsoft.com/office/drawing/2014/main" id="{DC13C88D-E038-99C1-05CD-43937C9FBF37}"/>
              </a:ext>
            </a:extLst>
          </p:cNvPr>
          <p:cNvSpPr/>
          <p:nvPr/>
        </p:nvSpPr>
        <p:spPr>
          <a:xfrm flipH="1" flipV="1">
            <a:off x="5196497" y="495399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2" name="Oval 11">
            <a:extLst>
              <a:ext uri="{FF2B5EF4-FFF2-40B4-BE49-F238E27FC236}">
                <a16:creationId xmlns:a16="http://schemas.microsoft.com/office/drawing/2014/main" id="{F14561A0-82A4-736B-CE52-D5827D2DBB5E}"/>
              </a:ext>
            </a:extLst>
          </p:cNvPr>
          <p:cNvSpPr/>
          <p:nvPr/>
        </p:nvSpPr>
        <p:spPr>
          <a:xfrm flipH="1" flipV="1">
            <a:off x="4626127" y="517691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7" name="Oval 16">
            <a:extLst>
              <a:ext uri="{FF2B5EF4-FFF2-40B4-BE49-F238E27FC236}">
                <a16:creationId xmlns:a16="http://schemas.microsoft.com/office/drawing/2014/main" id="{63E87DFD-A72F-B808-3123-8C825C6E4E57}"/>
              </a:ext>
            </a:extLst>
          </p:cNvPr>
          <p:cNvSpPr/>
          <p:nvPr/>
        </p:nvSpPr>
        <p:spPr>
          <a:xfrm flipH="1" flipV="1">
            <a:off x="6843581" y="551575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8" name="Oval 17">
            <a:extLst>
              <a:ext uri="{FF2B5EF4-FFF2-40B4-BE49-F238E27FC236}">
                <a16:creationId xmlns:a16="http://schemas.microsoft.com/office/drawing/2014/main" id="{12D8DF4E-71E9-EA73-EDE8-E9015E5DF2F1}"/>
              </a:ext>
            </a:extLst>
          </p:cNvPr>
          <p:cNvSpPr/>
          <p:nvPr/>
        </p:nvSpPr>
        <p:spPr>
          <a:xfrm flipH="1" flipV="1">
            <a:off x="3931965" y="225223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9" name="Oval 18">
            <a:extLst>
              <a:ext uri="{FF2B5EF4-FFF2-40B4-BE49-F238E27FC236}">
                <a16:creationId xmlns:a16="http://schemas.microsoft.com/office/drawing/2014/main" id="{50D0D718-DDCD-E1A3-E2F9-0C67402CFA5B}"/>
              </a:ext>
            </a:extLst>
          </p:cNvPr>
          <p:cNvSpPr/>
          <p:nvPr/>
        </p:nvSpPr>
        <p:spPr>
          <a:xfrm flipH="1" flipV="1">
            <a:off x="6644169" y="433327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0" name="Oval 19">
            <a:extLst>
              <a:ext uri="{FF2B5EF4-FFF2-40B4-BE49-F238E27FC236}">
                <a16:creationId xmlns:a16="http://schemas.microsoft.com/office/drawing/2014/main" id="{3608A228-6301-7C6E-52F2-B9FDA9798764}"/>
              </a:ext>
            </a:extLst>
          </p:cNvPr>
          <p:cNvSpPr/>
          <p:nvPr/>
        </p:nvSpPr>
        <p:spPr>
          <a:xfrm flipH="1" flipV="1">
            <a:off x="5809212" y="277173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1" name="Oval 20">
            <a:extLst>
              <a:ext uri="{FF2B5EF4-FFF2-40B4-BE49-F238E27FC236}">
                <a16:creationId xmlns:a16="http://schemas.microsoft.com/office/drawing/2014/main" id="{3C3FB2EC-C786-733F-E60D-71480F767626}"/>
              </a:ext>
            </a:extLst>
          </p:cNvPr>
          <p:cNvSpPr/>
          <p:nvPr/>
        </p:nvSpPr>
        <p:spPr>
          <a:xfrm flipH="1" flipV="1">
            <a:off x="3565482" y="462373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2" name="Oval 21">
            <a:extLst>
              <a:ext uri="{FF2B5EF4-FFF2-40B4-BE49-F238E27FC236}">
                <a16:creationId xmlns:a16="http://schemas.microsoft.com/office/drawing/2014/main" id="{4402F63F-5337-1029-0A99-8D3EF87CB3A8}"/>
              </a:ext>
            </a:extLst>
          </p:cNvPr>
          <p:cNvSpPr/>
          <p:nvPr/>
        </p:nvSpPr>
        <p:spPr>
          <a:xfrm flipH="1" flipV="1">
            <a:off x="5359192" y="578916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3" name="Oval 22">
            <a:extLst>
              <a:ext uri="{FF2B5EF4-FFF2-40B4-BE49-F238E27FC236}">
                <a16:creationId xmlns:a16="http://schemas.microsoft.com/office/drawing/2014/main" id="{50417882-C0CE-A97F-9C1C-2B86DD946C5F}"/>
              </a:ext>
            </a:extLst>
          </p:cNvPr>
          <p:cNvSpPr/>
          <p:nvPr/>
        </p:nvSpPr>
        <p:spPr>
          <a:xfrm flipH="1" flipV="1">
            <a:off x="3816616" y="284954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4" name="Oval 23">
            <a:extLst>
              <a:ext uri="{FF2B5EF4-FFF2-40B4-BE49-F238E27FC236}">
                <a16:creationId xmlns:a16="http://schemas.microsoft.com/office/drawing/2014/main" id="{D0C48D2A-EF04-FA7A-E658-B715C2244BEB}"/>
              </a:ext>
            </a:extLst>
          </p:cNvPr>
          <p:cNvSpPr/>
          <p:nvPr/>
        </p:nvSpPr>
        <p:spPr>
          <a:xfrm flipH="1" flipV="1">
            <a:off x="7532324" y="585925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8" name="Oval 37">
            <a:extLst>
              <a:ext uri="{FF2B5EF4-FFF2-40B4-BE49-F238E27FC236}">
                <a16:creationId xmlns:a16="http://schemas.microsoft.com/office/drawing/2014/main" id="{9443BC3E-54C0-7E44-6D43-3CD6DDBD40AE}"/>
              </a:ext>
            </a:extLst>
          </p:cNvPr>
          <p:cNvSpPr/>
          <p:nvPr/>
        </p:nvSpPr>
        <p:spPr>
          <a:xfrm flipH="1" flipV="1">
            <a:off x="5806297" y="579261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9" name="Oval 38">
            <a:extLst>
              <a:ext uri="{FF2B5EF4-FFF2-40B4-BE49-F238E27FC236}">
                <a16:creationId xmlns:a16="http://schemas.microsoft.com/office/drawing/2014/main" id="{2F268E0B-69E9-6190-70F2-830295A912B4}"/>
              </a:ext>
            </a:extLst>
          </p:cNvPr>
          <p:cNvSpPr/>
          <p:nvPr/>
        </p:nvSpPr>
        <p:spPr>
          <a:xfrm flipH="1" flipV="1">
            <a:off x="8140971" y="599538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0" name="Oval 39">
            <a:extLst>
              <a:ext uri="{FF2B5EF4-FFF2-40B4-BE49-F238E27FC236}">
                <a16:creationId xmlns:a16="http://schemas.microsoft.com/office/drawing/2014/main" id="{CDF5C695-DBA0-EDB0-8781-5337320B4951}"/>
              </a:ext>
            </a:extLst>
          </p:cNvPr>
          <p:cNvSpPr/>
          <p:nvPr/>
        </p:nvSpPr>
        <p:spPr>
          <a:xfrm flipH="1" flipV="1">
            <a:off x="7494983" y="547017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1" name="Oval 40">
            <a:extLst>
              <a:ext uri="{FF2B5EF4-FFF2-40B4-BE49-F238E27FC236}">
                <a16:creationId xmlns:a16="http://schemas.microsoft.com/office/drawing/2014/main" id="{02FB2ACD-F002-9C51-C9AF-30AC3D18CDC3}"/>
              </a:ext>
            </a:extLst>
          </p:cNvPr>
          <p:cNvSpPr/>
          <p:nvPr/>
        </p:nvSpPr>
        <p:spPr>
          <a:xfrm flipH="1" flipV="1">
            <a:off x="7061653" y="309697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2" name="Oval 41">
            <a:extLst>
              <a:ext uri="{FF2B5EF4-FFF2-40B4-BE49-F238E27FC236}">
                <a16:creationId xmlns:a16="http://schemas.microsoft.com/office/drawing/2014/main" id="{AC0D7B6E-508C-749B-DC9B-5C53610C1867}"/>
              </a:ext>
            </a:extLst>
          </p:cNvPr>
          <p:cNvSpPr/>
          <p:nvPr/>
        </p:nvSpPr>
        <p:spPr>
          <a:xfrm flipH="1" flipV="1">
            <a:off x="3407584" y="307899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3" name="Oval 42">
            <a:extLst>
              <a:ext uri="{FF2B5EF4-FFF2-40B4-BE49-F238E27FC236}">
                <a16:creationId xmlns:a16="http://schemas.microsoft.com/office/drawing/2014/main" id="{B5718229-FCE0-3776-21CF-9AC4ECED165F}"/>
              </a:ext>
            </a:extLst>
          </p:cNvPr>
          <p:cNvSpPr/>
          <p:nvPr/>
        </p:nvSpPr>
        <p:spPr>
          <a:xfrm flipH="1" flipV="1">
            <a:off x="5191947" y="250350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4" name="Oval 43">
            <a:extLst>
              <a:ext uri="{FF2B5EF4-FFF2-40B4-BE49-F238E27FC236}">
                <a16:creationId xmlns:a16="http://schemas.microsoft.com/office/drawing/2014/main" id="{ABF3EA02-86C8-BF4E-DE9B-1963B2FFEE32}"/>
              </a:ext>
            </a:extLst>
          </p:cNvPr>
          <p:cNvSpPr/>
          <p:nvPr/>
        </p:nvSpPr>
        <p:spPr>
          <a:xfrm flipH="1" flipV="1">
            <a:off x="7357247" y="464541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5" name="Oval 44">
            <a:extLst>
              <a:ext uri="{FF2B5EF4-FFF2-40B4-BE49-F238E27FC236}">
                <a16:creationId xmlns:a16="http://schemas.microsoft.com/office/drawing/2014/main" id="{0CA860EF-ED41-7999-6F51-205AD528F132}"/>
              </a:ext>
            </a:extLst>
          </p:cNvPr>
          <p:cNvSpPr/>
          <p:nvPr/>
        </p:nvSpPr>
        <p:spPr>
          <a:xfrm flipH="1" flipV="1">
            <a:off x="4194082" y="499433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6" name="Oval 45">
            <a:extLst>
              <a:ext uri="{FF2B5EF4-FFF2-40B4-BE49-F238E27FC236}">
                <a16:creationId xmlns:a16="http://schemas.microsoft.com/office/drawing/2014/main" id="{7CF7240A-E961-3977-62D5-417ED8529B79}"/>
              </a:ext>
            </a:extLst>
          </p:cNvPr>
          <p:cNvSpPr/>
          <p:nvPr/>
        </p:nvSpPr>
        <p:spPr>
          <a:xfrm flipH="1" flipV="1">
            <a:off x="5328461" y="542220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7" name="Title 2">
            <a:extLst>
              <a:ext uri="{FF2B5EF4-FFF2-40B4-BE49-F238E27FC236}">
                <a16:creationId xmlns:a16="http://schemas.microsoft.com/office/drawing/2014/main" id="{B40AD5C6-9C4B-12A7-6D6B-F65F8952114C}"/>
              </a:ext>
            </a:extLst>
          </p:cNvPr>
          <p:cNvSpPr txBox="1">
            <a:spLocks/>
          </p:cNvSpPr>
          <p:nvPr/>
        </p:nvSpPr>
        <p:spPr>
          <a:xfrm>
            <a:off x="406539" y="1203010"/>
            <a:ext cx="10838089" cy="520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117" b="1" dirty="0">
                <a:solidFill>
                  <a:prstClr val="black"/>
                </a:solidFill>
                <a:latin typeface="Helvetica Neue"/>
                <a:cs typeface="Helvetica" panose="020B0604020202020204" pitchFamily="34" charset="0"/>
              </a:rPr>
              <a:t>Fig 4: Weak negative correlation: </a:t>
            </a:r>
            <a:r>
              <a:rPr lang="en-US" sz="3117" b="1" dirty="0">
                <a:solidFill>
                  <a:srgbClr val="C00000"/>
                </a:solidFill>
                <a:latin typeface="Helvetica Neue"/>
                <a:cs typeface="Helvetica" panose="020B0604020202020204" pitchFamily="34" charset="0"/>
              </a:rPr>
              <a:t>– 0.25 ≤ r &lt; 0</a:t>
            </a:r>
            <a:endParaRPr lang="en-US" sz="3117" b="1" dirty="0">
              <a:solidFill>
                <a:prstClr val="black"/>
              </a:solidFill>
              <a:latin typeface="Helvetica Neue"/>
              <a:cs typeface="Helvetica" panose="020B0604020202020204" pitchFamily="34" charset="0"/>
            </a:endParaRPr>
          </a:p>
        </p:txBody>
      </p:sp>
      <p:sp>
        <p:nvSpPr>
          <p:cNvPr id="3" name="Oval 2">
            <a:extLst>
              <a:ext uri="{FF2B5EF4-FFF2-40B4-BE49-F238E27FC236}">
                <a16:creationId xmlns:a16="http://schemas.microsoft.com/office/drawing/2014/main" id="{39750F39-DE12-F498-0BFF-36136E9EE2A6}"/>
              </a:ext>
            </a:extLst>
          </p:cNvPr>
          <p:cNvSpPr/>
          <p:nvPr/>
        </p:nvSpPr>
        <p:spPr>
          <a:xfrm flipH="1" flipV="1">
            <a:off x="3989321" y="367557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8" name="Oval 47">
            <a:extLst>
              <a:ext uri="{FF2B5EF4-FFF2-40B4-BE49-F238E27FC236}">
                <a16:creationId xmlns:a16="http://schemas.microsoft.com/office/drawing/2014/main" id="{C3C6BB43-3A6D-5A45-98DD-3085E675891C}"/>
              </a:ext>
            </a:extLst>
          </p:cNvPr>
          <p:cNvSpPr/>
          <p:nvPr/>
        </p:nvSpPr>
        <p:spPr>
          <a:xfrm flipH="1" flipV="1">
            <a:off x="4566685" y="364470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9" name="Oval 48">
            <a:extLst>
              <a:ext uri="{FF2B5EF4-FFF2-40B4-BE49-F238E27FC236}">
                <a16:creationId xmlns:a16="http://schemas.microsoft.com/office/drawing/2014/main" id="{9415B84A-A4FE-B261-E566-B64495599570}"/>
              </a:ext>
            </a:extLst>
          </p:cNvPr>
          <p:cNvSpPr/>
          <p:nvPr/>
        </p:nvSpPr>
        <p:spPr>
          <a:xfrm flipH="1" flipV="1">
            <a:off x="4186363" y="323267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0" name="Oval 49">
            <a:extLst>
              <a:ext uri="{FF2B5EF4-FFF2-40B4-BE49-F238E27FC236}">
                <a16:creationId xmlns:a16="http://schemas.microsoft.com/office/drawing/2014/main" id="{CA43F596-CD8B-3F14-7D60-F03A854D5C19}"/>
              </a:ext>
            </a:extLst>
          </p:cNvPr>
          <p:cNvSpPr/>
          <p:nvPr/>
        </p:nvSpPr>
        <p:spPr>
          <a:xfrm flipH="1" flipV="1">
            <a:off x="6312936" y="371928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1" name="Oval 50">
            <a:extLst>
              <a:ext uri="{FF2B5EF4-FFF2-40B4-BE49-F238E27FC236}">
                <a16:creationId xmlns:a16="http://schemas.microsoft.com/office/drawing/2014/main" id="{571E748D-FBAB-E032-1347-14E613E6FBBA}"/>
              </a:ext>
            </a:extLst>
          </p:cNvPr>
          <p:cNvSpPr/>
          <p:nvPr/>
        </p:nvSpPr>
        <p:spPr>
          <a:xfrm flipH="1" flipV="1">
            <a:off x="5904739" y="349722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2" name="Oval 51">
            <a:extLst>
              <a:ext uri="{FF2B5EF4-FFF2-40B4-BE49-F238E27FC236}">
                <a16:creationId xmlns:a16="http://schemas.microsoft.com/office/drawing/2014/main" id="{EAC19376-EA8D-ABFD-C9EC-5709AF9750D5}"/>
              </a:ext>
            </a:extLst>
          </p:cNvPr>
          <p:cNvSpPr/>
          <p:nvPr/>
        </p:nvSpPr>
        <p:spPr>
          <a:xfrm flipH="1" flipV="1">
            <a:off x="6244417" y="443095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3" name="Oval 52">
            <a:extLst>
              <a:ext uri="{FF2B5EF4-FFF2-40B4-BE49-F238E27FC236}">
                <a16:creationId xmlns:a16="http://schemas.microsoft.com/office/drawing/2014/main" id="{A4E0D973-3428-D0F1-1A1A-2793E1E64B59}"/>
              </a:ext>
            </a:extLst>
          </p:cNvPr>
          <p:cNvSpPr/>
          <p:nvPr/>
        </p:nvSpPr>
        <p:spPr>
          <a:xfrm flipH="1" flipV="1">
            <a:off x="6000303" y="510063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4" name="Oval 53">
            <a:extLst>
              <a:ext uri="{FF2B5EF4-FFF2-40B4-BE49-F238E27FC236}">
                <a16:creationId xmlns:a16="http://schemas.microsoft.com/office/drawing/2014/main" id="{C2F52421-2002-0B66-FB30-CFDAAC303522}"/>
              </a:ext>
            </a:extLst>
          </p:cNvPr>
          <p:cNvSpPr/>
          <p:nvPr/>
        </p:nvSpPr>
        <p:spPr>
          <a:xfrm flipH="1" flipV="1">
            <a:off x="5601078" y="482736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5" name="Oval 54">
            <a:extLst>
              <a:ext uri="{FF2B5EF4-FFF2-40B4-BE49-F238E27FC236}">
                <a16:creationId xmlns:a16="http://schemas.microsoft.com/office/drawing/2014/main" id="{2167BE63-65FC-5E65-B4C4-CE6A1DDCCE46}"/>
              </a:ext>
            </a:extLst>
          </p:cNvPr>
          <p:cNvSpPr/>
          <p:nvPr/>
        </p:nvSpPr>
        <p:spPr>
          <a:xfrm flipH="1" flipV="1">
            <a:off x="7555897" y="365249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6" name="Oval 55">
            <a:extLst>
              <a:ext uri="{FF2B5EF4-FFF2-40B4-BE49-F238E27FC236}">
                <a16:creationId xmlns:a16="http://schemas.microsoft.com/office/drawing/2014/main" id="{977CEDAD-B1AB-1A93-0F7B-F0ACA0474D39}"/>
              </a:ext>
            </a:extLst>
          </p:cNvPr>
          <p:cNvSpPr/>
          <p:nvPr/>
        </p:nvSpPr>
        <p:spPr>
          <a:xfrm flipH="1" flipV="1">
            <a:off x="7311784" y="432218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7" name="Oval 56">
            <a:extLst>
              <a:ext uri="{FF2B5EF4-FFF2-40B4-BE49-F238E27FC236}">
                <a16:creationId xmlns:a16="http://schemas.microsoft.com/office/drawing/2014/main" id="{E13AEAE4-D889-70E9-0B58-ACD3854836D8}"/>
              </a:ext>
            </a:extLst>
          </p:cNvPr>
          <p:cNvSpPr/>
          <p:nvPr/>
        </p:nvSpPr>
        <p:spPr>
          <a:xfrm flipH="1" flipV="1">
            <a:off x="6912558" y="404891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8" name="Oval 57">
            <a:extLst>
              <a:ext uri="{FF2B5EF4-FFF2-40B4-BE49-F238E27FC236}">
                <a16:creationId xmlns:a16="http://schemas.microsoft.com/office/drawing/2014/main" id="{8100074C-4412-FE64-C495-3919E96D2148}"/>
              </a:ext>
            </a:extLst>
          </p:cNvPr>
          <p:cNvSpPr/>
          <p:nvPr/>
        </p:nvSpPr>
        <p:spPr>
          <a:xfrm flipH="1" flipV="1">
            <a:off x="8471135" y="436738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9" name="Oval 58">
            <a:extLst>
              <a:ext uri="{FF2B5EF4-FFF2-40B4-BE49-F238E27FC236}">
                <a16:creationId xmlns:a16="http://schemas.microsoft.com/office/drawing/2014/main" id="{2BAE1ED6-B05F-D693-69D0-1D2302D18B29}"/>
              </a:ext>
            </a:extLst>
          </p:cNvPr>
          <p:cNvSpPr/>
          <p:nvPr/>
        </p:nvSpPr>
        <p:spPr>
          <a:xfrm flipH="1" flipV="1">
            <a:off x="8227022" y="503706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60" name="Oval 59">
            <a:extLst>
              <a:ext uri="{FF2B5EF4-FFF2-40B4-BE49-F238E27FC236}">
                <a16:creationId xmlns:a16="http://schemas.microsoft.com/office/drawing/2014/main" id="{AF65BA8C-A3B0-342D-687B-3CD8276ED1A2}"/>
              </a:ext>
            </a:extLst>
          </p:cNvPr>
          <p:cNvSpPr/>
          <p:nvPr/>
        </p:nvSpPr>
        <p:spPr>
          <a:xfrm flipH="1" flipV="1">
            <a:off x="7827797" y="476379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Tree>
    <p:extLst>
      <p:ext uri="{BB962C8B-B14F-4D97-AF65-F5344CB8AC3E}">
        <p14:creationId xmlns:p14="http://schemas.microsoft.com/office/powerpoint/2010/main" val="685158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8"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anim calcmode="lin" valueType="num">
                                      <p:cBhvr additive="base">
                                        <p:cTn id="27" dur="500" fill="hold"/>
                                        <p:tgtEl>
                                          <p:spTgt spid="47"/>
                                        </p:tgtEl>
                                        <p:attrNameLst>
                                          <p:attrName>ppt_x</p:attrName>
                                        </p:attrNameLst>
                                      </p:cBhvr>
                                      <p:tavLst>
                                        <p:tav tm="0">
                                          <p:val>
                                            <p:strVal val="1+#ppt_w/2"/>
                                          </p:val>
                                        </p:tav>
                                        <p:tav tm="100000">
                                          <p:val>
                                            <p:strVal val="#ppt_x"/>
                                          </p:val>
                                        </p:tav>
                                      </p:tavLst>
                                    </p:anim>
                                    <p:anim calcmode="lin" valueType="num">
                                      <p:cBhvr additive="base">
                                        <p:cTn id="28" dur="500" fill="hold"/>
                                        <p:tgtEl>
                                          <p:spTgt spid="47"/>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 calcmode="lin" valueType="num">
                                      <p:cBhvr>
                                        <p:cTn id="36" dur="500" fill="hold"/>
                                        <p:tgtEl>
                                          <p:spTgt spid="25"/>
                                        </p:tgtEl>
                                        <p:attrNameLst>
                                          <p:attrName>ppt_w</p:attrName>
                                        </p:attrNameLst>
                                      </p:cBhvr>
                                      <p:tavLst>
                                        <p:tav tm="0">
                                          <p:val>
                                            <p:fltVal val="0"/>
                                          </p:val>
                                        </p:tav>
                                        <p:tav tm="100000">
                                          <p:val>
                                            <p:strVal val="#ppt_w"/>
                                          </p:val>
                                        </p:tav>
                                      </p:tavLst>
                                    </p:anim>
                                    <p:anim calcmode="lin" valueType="num">
                                      <p:cBhvr>
                                        <p:cTn id="37" dur="500" fill="hold"/>
                                        <p:tgtEl>
                                          <p:spTgt spid="25"/>
                                        </p:tgtEl>
                                        <p:attrNameLst>
                                          <p:attrName>ppt_h</p:attrName>
                                        </p:attrNameLst>
                                      </p:cBhvr>
                                      <p:tavLst>
                                        <p:tav tm="0">
                                          <p:val>
                                            <p:fltVal val="0"/>
                                          </p:val>
                                        </p:tav>
                                        <p:tav tm="100000">
                                          <p:val>
                                            <p:strVal val="#ppt_h"/>
                                          </p:val>
                                        </p:tav>
                                      </p:tavLst>
                                    </p:anim>
                                    <p:animEffect transition="in" filter="fade">
                                      <p:cBhvr>
                                        <p:cTn id="38" dur="500"/>
                                        <p:tgtEl>
                                          <p:spTgt spid="25"/>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 calcmode="lin" valueType="num">
                                      <p:cBhvr>
                                        <p:cTn id="41" dur="500" fill="hold"/>
                                        <p:tgtEl>
                                          <p:spTgt spid="26"/>
                                        </p:tgtEl>
                                        <p:attrNameLst>
                                          <p:attrName>ppt_w</p:attrName>
                                        </p:attrNameLst>
                                      </p:cBhvr>
                                      <p:tavLst>
                                        <p:tav tm="0">
                                          <p:val>
                                            <p:fltVal val="0"/>
                                          </p:val>
                                        </p:tav>
                                        <p:tav tm="100000">
                                          <p:val>
                                            <p:strVal val="#ppt_w"/>
                                          </p:val>
                                        </p:tav>
                                      </p:tavLst>
                                    </p:anim>
                                    <p:anim calcmode="lin" valueType="num">
                                      <p:cBhvr>
                                        <p:cTn id="42" dur="500" fill="hold"/>
                                        <p:tgtEl>
                                          <p:spTgt spid="26"/>
                                        </p:tgtEl>
                                        <p:attrNameLst>
                                          <p:attrName>ppt_h</p:attrName>
                                        </p:attrNameLst>
                                      </p:cBhvr>
                                      <p:tavLst>
                                        <p:tav tm="0">
                                          <p:val>
                                            <p:fltVal val="0"/>
                                          </p:val>
                                        </p:tav>
                                        <p:tav tm="100000">
                                          <p:val>
                                            <p:strVal val="#ppt_h"/>
                                          </p:val>
                                        </p:tav>
                                      </p:tavLst>
                                    </p:anim>
                                    <p:animEffect transition="in" filter="fade">
                                      <p:cBhvr>
                                        <p:cTn id="43" dur="500"/>
                                        <p:tgtEl>
                                          <p:spTgt spid="26"/>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 calcmode="lin" valueType="num">
                                      <p:cBhvr>
                                        <p:cTn id="46" dur="500" fill="hold"/>
                                        <p:tgtEl>
                                          <p:spTgt spid="27"/>
                                        </p:tgtEl>
                                        <p:attrNameLst>
                                          <p:attrName>ppt_w</p:attrName>
                                        </p:attrNameLst>
                                      </p:cBhvr>
                                      <p:tavLst>
                                        <p:tav tm="0">
                                          <p:val>
                                            <p:fltVal val="0"/>
                                          </p:val>
                                        </p:tav>
                                        <p:tav tm="100000">
                                          <p:val>
                                            <p:strVal val="#ppt_w"/>
                                          </p:val>
                                        </p:tav>
                                      </p:tavLst>
                                    </p:anim>
                                    <p:anim calcmode="lin" valueType="num">
                                      <p:cBhvr>
                                        <p:cTn id="47" dur="500" fill="hold"/>
                                        <p:tgtEl>
                                          <p:spTgt spid="27"/>
                                        </p:tgtEl>
                                        <p:attrNameLst>
                                          <p:attrName>ppt_h</p:attrName>
                                        </p:attrNameLst>
                                      </p:cBhvr>
                                      <p:tavLst>
                                        <p:tav tm="0">
                                          <p:val>
                                            <p:fltVal val="0"/>
                                          </p:val>
                                        </p:tav>
                                        <p:tav tm="100000">
                                          <p:val>
                                            <p:strVal val="#ppt_h"/>
                                          </p:val>
                                        </p:tav>
                                      </p:tavLst>
                                    </p:anim>
                                    <p:animEffect transition="in" filter="fade">
                                      <p:cBhvr>
                                        <p:cTn id="48" dur="500"/>
                                        <p:tgtEl>
                                          <p:spTgt spid="27"/>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p:cTn id="51" dur="500" fill="hold"/>
                                        <p:tgtEl>
                                          <p:spTgt spid="28"/>
                                        </p:tgtEl>
                                        <p:attrNameLst>
                                          <p:attrName>ppt_w</p:attrName>
                                        </p:attrNameLst>
                                      </p:cBhvr>
                                      <p:tavLst>
                                        <p:tav tm="0">
                                          <p:val>
                                            <p:fltVal val="0"/>
                                          </p:val>
                                        </p:tav>
                                        <p:tav tm="100000">
                                          <p:val>
                                            <p:strVal val="#ppt_w"/>
                                          </p:val>
                                        </p:tav>
                                      </p:tavLst>
                                    </p:anim>
                                    <p:anim calcmode="lin" valueType="num">
                                      <p:cBhvr>
                                        <p:cTn id="52" dur="500" fill="hold"/>
                                        <p:tgtEl>
                                          <p:spTgt spid="28"/>
                                        </p:tgtEl>
                                        <p:attrNameLst>
                                          <p:attrName>ppt_h</p:attrName>
                                        </p:attrNameLst>
                                      </p:cBhvr>
                                      <p:tavLst>
                                        <p:tav tm="0">
                                          <p:val>
                                            <p:fltVal val="0"/>
                                          </p:val>
                                        </p:tav>
                                        <p:tav tm="100000">
                                          <p:val>
                                            <p:strVal val="#ppt_h"/>
                                          </p:val>
                                        </p:tav>
                                      </p:tavLst>
                                    </p:anim>
                                    <p:animEffect transition="in" filter="fade">
                                      <p:cBhvr>
                                        <p:cTn id="53" dur="500"/>
                                        <p:tgtEl>
                                          <p:spTgt spid="28"/>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p:cTn id="56" dur="500" fill="hold"/>
                                        <p:tgtEl>
                                          <p:spTgt spid="29"/>
                                        </p:tgtEl>
                                        <p:attrNameLst>
                                          <p:attrName>ppt_w</p:attrName>
                                        </p:attrNameLst>
                                      </p:cBhvr>
                                      <p:tavLst>
                                        <p:tav tm="0">
                                          <p:val>
                                            <p:fltVal val="0"/>
                                          </p:val>
                                        </p:tav>
                                        <p:tav tm="100000">
                                          <p:val>
                                            <p:strVal val="#ppt_w"/>
                                          </p:val>
                                        </p:tav>
                                      </p:tavLst>
                                    </p:anim>
                                    <p:anim calcmode="lin" valueType="num">
                                      <p:cBhvr>
                                        <p:cTn id="57" dur="500" fill="hold"/>
                                        <p:tgtEl>
                                          <p:spTgt spid="29"/>
                                        </p:tgtEl>
                                        <p:attrNameLst>
                                          <p:attrName>ppt_h</p:attrName>
                                        </p:attrNameLst>
                                      </p:cBhvr>
                                      <p:tavLst>
                                        <p:tav tm="0">
                                          <p:val>
                                            <p:fltVal val="0"/>
                                          </p:val>
                                        </p:tav>
                                        <p:tav tm="100000">
                                          <p:val>
                                            <p:strVal val="#ppt_h"/>
                                          </p:val>
                                        </p:tav>
                                      </p:tavLst>
                                    </p:anim>
                                    <p:animEffect transition="in" filter="fade">
                                      <p:cBhvr>
                                        <p:cTn id="58" dur="500"/>
                                        <p:tgtEl>
                                          <p:spTgt spid="29"/>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 calcmode="lin" valueType="num">
                                      <p:cBhvr>
                                        <p:cTn id="61" dur="500" fill="hold"/>
                                        <p:tgtEl>
                                          <p:spTgt spid="30"/>
                                        </p:tgtEl>
                                        <p:attrNameLst>
                                          <p:attrName>ppt_w</p:attrName>
                                        </p:attrNameLst>
                                      </p:cBhvr>
                                      <p:tavLst>
                                        <p:tav tm="0">
                                          <p:val>
                                            <p:fltVal val="0"/>
                                          </p:val>
                                        </p:tav>
                                        <p:tav tm="100000">
                                          <p:val>
                                            <p:strVal val="#ppt_w"/>
                                          </p:val>
                                        </p:tav>
                                      </p:tavLst>
                                    </p:anim>
                                    <p:anim calcmode="lin" valueType="num">
                                      <p:cBhvr>
                                        <p:cTn id="62" dur="500" fill="hold"/>
                                        <p:tgtEl>
                                          <p:spTgt spid="30"/>
                                        </p:tgtEl>
                                        <p:attrNameLst>
                                          <p:attrName>ppt_h</p:attrName>
                                        </p:attrNameLst>
                                      </p:cBhvr>
                                      <p:tavLst>
                                        <p:tav tm="0">
                                          <p:val>
                                            <p:fltVal val="0"/>
                                          </p:val>
                                        </p:tav>
                                        <p:tav tm="100000">
                                          <p:val>
                                            <p:strVal val="#ppt_h"/>
                                          </p:val>
                                        </p:tav>
                                      </p:tavLst>
                                    </p:anim>
                                    <p:animEffect transition="in" filter="fade">
                                      <p:cBhvr>
                                        <p:cTn id="63" dur="500"/>
                                        <p:tgtEl>
                                          <p:spTgt spid="30"/>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p:cTn id="66" dur="500" fill="hold"/>
                                        <p:tgtEl>
                                          <p:spTgt spid="31"/>
                                        </p:tgtEl>
                                        <p:attrNameLst>
                                          <p:attrName>ppt_w</p:attrName>
                                        </p:attrNameLst>
                                      </p:cBhvr>
                                      <p:tavLst>
                                        <p:tav tm="0">
                                          <p:val>
                                            <p:fltVal val="0"/>
                                          </p:val>
                                        </p:tav>
                                        <p:tav tm="100000">
                                          <p:val>
                                            <p:strVal val="#ppt_w"/>
                                          </p:val>
                                        </p:tav>
                                      </p:tavLst>
                                    </p:anim>
                                    <p:anim calcmode="lin" valueType="num">
                                      <p:cBhvr>
                                        <p:cTn id="67" dur="500" fill="hold"/>
                                        <p:tgtEl>
                                          <p:spTgt spid="31"/>
                                        </p:tgtEl>
                                        <p:attrNameLst>
                                          <p:attrName>ppt_h</p:attrName>
                                        </p:attrNameLst>
                                      </p:cBhvr>
                                      <p:tavLst>
                                        <p:tav tm="0">
                                          <p:val>
                                            <p:fltVal val="0"/>
                                          </p:val>
                                        </p:tav>
                                        <p:tav tm="100000">
                                          <p:val>
                                            <p:strVal val="#ppt_h"/>
                                          </p:val>
                                        </p:tav>
                                      </p:tavLst>
                                    </p:anim>
                                    <p:animEffect transition="in" filter="fade">
                                      <p:cBhvr>
                                        <p:cTn id="68" dur="500"/>
                                        <p:tgtEl>
                                          <p:spTgt spid="31"/>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p:cTn id="71" dur="500" fill="hold"/>
                                        <p:tgtEl>
                                          <p:spTgt spid="32"/>
                                        </p:tgtEl>
                                        <p:attrNameLst>
                                          <p:attrName>ppt_w</p:attrName>
                                        </p:attrNameLst>
                                      </p:cBhvr>
                                      <p:tavLst>
                                        <p:tav tm="0">
                                          <p:val>
                                            <p:fltVal val="0"/>
                                          </p:val>
                                        </p:tav>
                                        <p:tav tm="100000">
                                          <p:val>
                                            <p:strVal val="#ppt_w"/>
                                          </p:val>
                                        </p:tav>
                                      </p:tavLst>
                                    </p:anim>
                                    <p:anim calcmode="lin" valueType="num">
                                      <p:cBhvr>
                                        <p:cTn id="72" dur="500" fill="hold"/>
                                        <p:tgtEl>
                                          <p:spTgt spid="32"/>
                                        </p:tgtEl>
                                        <p:attrNameLst>
                                          <p:attrName>ppt_h</p:attrName>
                                        </p:attrNameLst>
                                      </p:cBhvr>
                                      <p:tavLst>
                                        <p:tav tm="0">
                                          <p:val>
                                            <p:fltVal val="0"/>
                                          </p:val>
                                        </p:tav>
                                        <p:tav tm="100000">
                                          <p:val>
                                            <p:strVal val="#ppt_h"/>
                                          </p:val>
                                        </p:tav>
                                      </p:tavLst>
                                    </p:anim>
                                    <p:animEffect transition="in" filter="fade">
                                      <p:cBhvr>
                                        <p:cTn id="73" dur="500"/>
                                        <p:tgtEl>
                                          <p:spTgt spid="32"/>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 calcmode="lin" valueType="num">
                                      <p:cBhvr>
                                        <p:cTn id="76" dur="500" fill="hold"/>
                                        <p:tgtEl>
                                          <p:spTgt spid="33"/>
                                        </p:tgtEl>
                                        <p:attrNameLst>
                                          <p:attrName>ppt_w</p:attrName>
                                        </p:attrNameLst>
                                      </p:cBhvr>
                                      <p:tavLst>
                                        <p:tav tm="0">
                                          <p:val>
                                            <p:fltVal val="0"/>
                                          </p:val>
                                        </p:tav>
                                        <p:tav tm="100000">
                                          <p:val>
                                            <p:strVal val="#ppt_w"/>
                                          </p:val>
                                        </p:tav>
                                      </p:tavLst>
                                    </p:anim>
                                    <p:anim calcmode="lin" valueType="num">
                                      <p:cBhvr>
                                        <p:cTn id="77" dur="500" fill="hold"/>
                                        <p:tgtEl>
                                          <p:spTgt spid="33"/>
                                        </p:tgtEl>
                                        <p:attrNameLst>
                                          <p:attrName>ppt_h</p:attrName>
                                        </p:attrNameLst>
                                      </p:cBhvr>
                                      <p:tavLst>
                                        <p:tav tm="0">
                                          <p:val>
                                            <p:fltVal val="0"/>
                                          </p:val>
                                        </p:tav>
                                        <p:tav tm="100000">
                                          <p:val>
                                            <p:strVal val="#ppt_h"/>
                                          </p:val>
                                        </p:tav>
                                      </p:tavLst>
                                    </p:anim>
                                    <p:animEffect transition="in" filter="fade">
                                      <p:cBhvr>
                                        <p:cTn id="78" dur="500"/>
                                        <p:tgtEl>
                                          <p:spTgt spid="33"/>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anim calcmode="lin" valueType="num">
                                      <p:cBhvr>
                                        <p:cTn id="81" dur="500" fill="hold"/>
                                        <p:tgtEl>
                                          <p:spTgt spid="34"/>
                                        </p:tgtEl>
                                        <p:attrNameLst>
                                          <p:attrName>ppt_w</p:attrName>
                                        </p:attrNameLst>
                                      </p:cBhvr>
                                      <p:tavLst>
                                        <p:tav tm="0">
                                          <p:val>
                                            <p:fltVal val="0"/>
                                          </p:val>
                                        </p:tav>
                                        <p:tav tm="100000">
                                          <p:val>
                                            <p:strVal val="#ppt_w"/>
                                          </p:val>
                                        </p:tav>
                                      </p:tavLst>
                                    </p:anim>
                                    <p:anim calcmode="lin" valueType="num">
                                      <p:cBhvr>
                                        <p:cTn id="82" dur="500" fill="hold"/>
                                        <p:tgtEl>
                                          <p:spTgt spid="34"/>
                                        </p:tgtEl>
                                        <p:attrNameLst>
                                          <p:attrName>ppt_h</p:attrName>
                                        </p:attrNameLst>
                                      </p:cBhvr>
                                      <p:tavLst>
                                        <p:tav tm="0">
                                          <p:val>
                                            <p:fltVal val="0"/>
                                          </p:val>
                                        </p:tav>
                                        <p:tav tm="100000">
                                          <p:val>
                                            <p:strVal val="#ppt_h"/>
                                          </p:val>
                                        </p:tav>
                                      </p:tavLst>
                                    </p:anim>
                                    <p:animEffect transition="in" filter="fade">
                                      <p:cBhvr>
                                        <p:cTn id="83" dur="500"/>
                                        <p:tgtEl>
                                          <p:spTgt spid="34"/>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35"/>
                                        </p:tgtEl>
                                        <p:attrNameLst>
                                          <p:attrName>style.visibility</p:attrName>
                                        </p:attrNameLst>
                                      </p:cBhvr>
                                      <p:to>
                                        <p:strVal val="visible"/>
                                      </p:to>
                                    </p:set>
                                    <p:anim calcmode="lin" valueType="num">
                                      <p:cBhvr>
                                        <p:cTn id="86" dur="500" fill="hold"/>
                                        <p:tgtEl>
                                          <p:spTgt spid="35"/>
                                        </p:tgtEl>
                                        <p:attrNameLst>
                                          <p:attrName>ppt_w</p:attrName>
                                        </p:attrNameLst>
                                      </p:cBhvr>
                                      <p:tavLst>
                                        <p:tav tm="0">
                                          <p:val>
                                            <p:fltVal val="0"/>
                                          </p:val>
                                        </p:tav>
                                        <p:tav tm="100000">
                                          <p:val>
                                            <p:strVal val="#ppt_w"/>
                                          </p:val>
                                        </p:tav>
                                      </p:tavLst>
                                    </p:anim>
                                    <p:anim calcmode="lin" valueType="num">
                                      <p:cBhvr>
                                        <p:cTn id="87" dur="500" fill="hold"/>
                                        <p:tgtEl>
                                          <p:spTgt spid="35"/>
                                        </p:tgtEl>
                                        <p:attrNameLst>
                                          <p:attrName>ppt_h</p:attrName>
                                        </p:attrNameLst>
                                      </p:cBhvr>
                                      <p:tavLst>
                                        <p:tav tm="0">
                                          <p:val>
                                            <p:fltVal val="0"/>
                                          </p:val>
                                        </p:tav>
                                        <p:tav tm="100000">
                                          <p:val>
                                            <p:strVal val="#ppt_h"/>
                                          </p:val>
                                        </p:tav>
                                      </p:tavLst>
                                    </p:anim>
                                    <p:animEffect transition="in" filter="fade">
                                      <p:cBhvr>
                                        <p:cTn id="88" dur="500"/>
                                        <p:tgtEl>
                                          <p:spTgt spid="35"/>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 calcmode="lin" valueType="num">
                                      <p:cBhvr>
                                        <p:cTn id="91" dur="500" fill="hold"/>
                                        <p:tgtEl>
                                          <p:spTgt spid="36"/>
                                        </p:tgtEl>
                                        <p:attrNameLst>
                                          <p:attrName>ppt_w</p:attrName>
                                        </p:attrNameLst>
                                      </p:cBhvr>
                                      <p:tavLst>
                                        <p:tav tm="0">
                                          <p:val>
                                            <p:fltVal val="0"/>
                                          </p:val>
                                        </p:tav>
                                        <p:tav tm="100000">
                                          <p:val>
                                            <p:strVal val="#ppt_w"/>
                                          </p:val>
                                        </p:tav>
                                      </p:tavLst>
                                    </p:anim>
                                    <p:anim calcmode="lin" valueType="num">
                                      <p:cBhvr>
                                        <p:cTn id="92" dur="500" fill="hold"/>
                                        <p:tgtEl>
                                          <p:spTgt spid="36"/>
                                        </p:tgtEl>
                                        <p:attrNameLst>
                                          <p:attrName>ppt_h</p:attrName>
                                        </p:attrNameLst>
                                      </p:cBhvr>
                                      <p:tavLst>
                                        <p:tav tm="0">
                                          <p:val>
                                            <p:fltVal val="0"/>
                                          </p:val>
                                        </p:tav>
                                        <p:tav tm="100000">
                                          <p:val>
                                            <p:strVal val="#ppt_h"/>
                                          </p:val>
                                        </p:tav>
                                      </p:tavLst>
                                    </p:anim>
                                    <p:animEffect transition="in" filter="fade">
                                      <p:cBhvr>
                                        <p:cTn id="93" dur="500"/>
                                        <p:tgtEl>
                                          <p:spTgt spid="36"/>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37"/>
                                        </p:tgtEl>
                                        <p:attrNameLst>
                                          <p:attrName>style.visibility</p:attrName>
                                        </p:attrNameLst>
                                      </p:cBhvr>
                                      <p:to>
                                        <p:strVal val="visible"/>
                                      </p:to>
                                    </p:set>
                                    <p:anim calcmode="lin" valueType="num">
                                      <p:cBhvr>
                                        <p:cTn id="96" dur="500" fill="hold"/>
                                        <p:tgtEl>
                                          <p:spTgt spid="37"/>
                                        </p:tgtEl>
                                        <p:attrNameLst>
                                          <p:attrName>ppt_w</p:attrName>
                                        </p:attrNameLst>
                                      </p:cBhvr>
                                      <p:tavLst>
                                        <p:tav tm="0">
                                          <p:val>
                                            <p:fltVal val="0"/>
                                          </p:val>
                                        </p:tav>
                                        <p:tav tm="100000">
                                          <p:val>
                                            <p:strVal val="#ppt_w"/>
                                          </p:val>
                                        </p:tav>
                                      </p:tavLst>
                                    </p:anim>
                                    <p:anim calcmode="lin" valueType="num">
                                      <p:cBhvr>
                                        <p:cTn id="97" dur="500" fill="hold"/>
                                        <p:tgtEl>
                                          <p:spTgt spid="37"/>
                                        </p:tgtEl>
                                        <p:attrNameLst>
                                          <p:attrName>ppt_h</p:attrName>
                                        </p:attrNameLst>
                                      </p:cBhvr>
                                      <p:tavLst>
                                        <p:tav tm="0">
                                          <p:val>
                                            <p:fltVal val="0"/>
                                          </p:val>
                                        </p:tav>
                                        <p:tav tm="100000">
                                          <p:val>
                                            <p:strVal val="#ppt_h"/>
                                          </p:val>
                                        </p:tav>
                                      </p:tavLst>
                                    </p:anim>
                                    <p:animEffect transition="in" filter="fade">
                                      <p:cBhvr>
                                        <p:cTn id="98" dur="500"/>
                                        <p:tgtEl>
                                          <p:spTgt spid="37"/>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2"/>
                                        </p:tgtEl>
                                        <p:attrNameLst>
                                          <p:attrName>style.visibility</p:attrName>
                                        </p:attrNameLst>
                                      </p:cBhvr>
                                      <p:to>
                                        <p:strVal val="visible"/>
                                      </p:to>
                                    </p:set>
                                    <p:anim calcmode="lin" valueType="num">
                                      <p:cBhvr>
                                        <p:cTn id="101" dur="500" fill="hold"/>
                                        <p:tgtEl>
                                          <p:spTgt spid="2"/>
                                        </p:tgtEl>
                                        <p:attrNameLst>
                                          <p:attrName>ppt_w</p:attrName>
                                        </p:attrNameLst>
                                      </p:cBhvr>
                                      <p:tavLst>
                                        <p:tav tm="0">
                                          <p:val>
                                            <p:fltVal val="0"/>
                                          </p:val>
                                        </p:tav>
                                        <p:tav tm="100000">
                                          <p:val>
                                            <p:strVal val="#ppt_w"/>
                                          </p:val>
                                        </p:tav>
                                      </p:tavLst>
                                    </p:anim>
                                    <p:anim calcmode="lin" valueType="num">
                                      <p:cBhvr>
                                        <p:cTn id="102" dur="500" fill="hold"/>
                                        <p:tgtEl>
                                          <p:spTgt spid="2"/>
                                        </p:tgtEl>
                                        <p:attrNameLst>
                                          <p:attrName>ppt_h</p:attrName>
                                        </p:attrNameLst>
                                      </p:cBhvr>
                                      <p:tavLst>
                                        <p:tav tm="0">
                                          <p:val>
                                            <p:fltVal val="0"/>
                                          </p:val>
                                        </p:tav>
                                        <p:tav tm="100000">
                                          <p:val>
                                            <p:strVal val="#ppt_h"/>
                                          </p:val>
                                        </p:tav>
                                      </p:tavLst>
                                    </p:anim>
                                    <p:animEffect transition="in" filter="fade">
                                      <p:cBhvr>
                                        <p:cTn id="103" dur="500"/>
                                        <p:tgtEl>
                                          <p:spTgt spid="2"/>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4"/>
                                        </p:tgtEl>
                                        <p:attrNameLst>
                                          <p:attrName>style.visibility</p:attrName>
                                        </p:attrNameLst>
                                      </p:cBhvr>
                                      <p:to>
                                        <p:strVal val="visible"/>
                                      </p:to>
                                    </p:set>
                                    <p:anim calcmode="lin" valueType="num">
                                      <p:cBhvr>
                                        <p:cTn id="106" dur="500" fill="hold"/>
                                        <p:tgtEl>
                                          <p:spTgt spid="4"/>
                                        </p:tgtEl>
                                        <p:attrNameLst>
                                          <p:attrName>ppt_w</p:attrName>
                                        </p:attrNameLst>
                                      </p:cBhvr>
                                      <p:tavLst>
                                        <p:tav tm="0">
                                          <p:val>
                                            <p:fltVal val="0"/>
                                          </p:val>
                                        </p:tav>
                                        <p:tav tm="100000">
                                          <p:val>
                                            <p:strVal val="#ppt_w"/>
                                          </p:val>
                                        </p:tav>
                                      </p:tavLst>
                                    </p:anim>
                                    <p:anim calcmode="lin" valueType="num">
                                      <p:cBhvr>
                                        <p:cTn id="107" dur="500" fill="hold"/>
                                        <p:tgtEl>
                                          <p:spTgt spid="4"/>
                                        </p:tgtEl>
                                        <p:attrNameLst>
                                          <p:attrName>ppt_h</p:attrName>
                                        </p:attrNameLst>
                                      </p:cBhvr>
                                      <p:tavLst>
                                        <p:tav tm="0">
                                          <p:val>
                                            <p:fltVal val="0"/>
                                          </p:val>
                                        </p:tav>
                                        <p:tav tm="100000">
                                          <p:val>
                                            <p:strVal val="#ppt_h"/>
                                          </p:val>
                                        </p:tav>
                                      </p:tavLst>
                                    </p:anim>
                                    <p:animEffect transition="in" filter="fade">
                                      <p:cBhvr>
                                        <p:cTn id="108" dur="500"/>
                                        <p:tgtEl>
                                          <p:spTgt spid="4"/>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5"/>
                                        </p:tgtEl>
                                        <p:attrNameLst>
                                          <p:attrName>style.visibility</p:attrName>
                                        </p:attrNameLst>
                                      </p:cBhvr>
                                      <p:to>
                                        <p:strVal val="visible"/>
                                      </p:to>
                                    </p:set>
                                    <p:anim calcmode="lin" valueType="num">
                                      <p:cBhvr>
                                        <p:cTn id="111" dur="500" fill="hold"/>
                                        <p:tgtEl>
                                          <p:spTgt spid="5"/>
                                        </p:tgtEl>
                                        <p:attrNameLst>
                                          <p:attrName>ppt_w</p:attrName>
                                        </p:attrNameLst>
                                      </p:cBhvr>
                                      <p:tavLst>
                                        <p:tav tm="0">
                                          <p:val>
                                            <p:fltVal val="0"/>
                                          </p:val>
                                        </p:tav>
                                        <p:tav tm="100000">
                                          <p:val>
                                            <p:strVal val="#ppt_w"/>
                                          </p:val>
                                        </p:tav>
                                      </p:tavLst>
                                    </p:anim>
                                    <p:anim calcmode="lin" valueType="num">
                                      <p:cBhvr>
                                        <p:cTn id="112" dur="500" fill="hold"/>
                                        <p:tgtEl>
                                          <p:spTgt spid="5"/>
                                        </p:tgtEl>
                                        <p:attrNameLst>
                                          <p:attrName>ppt_h</p:attrName>
                                        </p:attrNameLst>
                                      </p:cBhvr>
                                      <p:tavLst>
                                        <p:tav tm="0">
                                          <p:val>
                                            <p:fltVal val="0"/>
                                          </p:val>
                                        </p:tav>
                                        <p:tav tm="100000">
                                          <p:val>
                                            <p:strVal val="#ppt_h"/>
                                          </p:val>
                                        </p:tav>
                                      </p:tavLst>
                                    </p:anim>
                                    <p:animEffect transition="in" filter="fade">
                                      <p:cBhvr>
                                        <p:cTn id="113" dur="500"/>
                                        <p:tgtEl>
                                          <p:spTgt spid="5"/>
                                        </p:tgtEl>
                                      </p:cBhvr>
                                    </p:animEffect>
                                  </p:childTnLst>
                                </p:cTn>
                              </p:par>
                              <p:par>
                                <p:cTn id="114" presetID="53" presetClass="entr" presetSubtype="16" fill="hold" grpId="0" nodeType="withEffect">
                                  <p:stCondLst>
                                    <p:cond delay="0"/>
                                  </p:stCondLst>
                                  <p:childTnLst>
                                    <p:set>
                                      <p:cBhvr>
                                        <p:cTn id="115" dur="1" fill="hold">
                                          <p:stCondLst>
                                            <p:cond delay="0"/>
                                          </p:stCondLst>
                                        </p:cTn>
                                        <p:tgtEl>
                                          <p:spTgt spid="6"/>
                                        </p:tgtEl>
                                        <p:attrNameLst>
                                          <p:attrName>style.visibility</p:attrName>
                                        </p:attrNameLst>
                                      </p:cBhvr>
                                      <p:to>
                                        <p:strVal val="visible"/>
                                      </p:to>
                                    </p:set>
                                    <p:anim calcmode="lin" valueType="num">
                                      <p:cBhvr>
                                        <p:cTn id="116" dur="500" fill="hold"/>
                                        <p:tgtEl>
                                          <p:spTgt spid="6"/>
                                        </p:tgtEl>
                                        <p:attrNameLst>
                                          <p:attrName>ppt_w</p:attrName>
                                        </p:attrNameLst>
                                      </p:cBhvr>
                                      <p:tavLst>
                                        <p:tav tm="0">
                                          <p:val>
                                            <p:fltVal val="0"/>
                                          </p:val>
                                        </p:tav>
                                        <p:tav tm="100000">
                                          <p:val>
                                            <p:strVal val="#ppt_w"/>
                                          </p:val>
                                        </p:tav>
                                      </p:tavLst>
                                    </p:anim>
                                    <p:anim calcmode="lin" valueType="num">
                                      <p:cBhvr>
                                        <p:cTn id="117" dur="500" fill="hold"/>
                                        <p:tgtEl>
                                          <p:spTgt spid="6"/>
                                        </p:tgtEl>
                                        <p:attrNameLst>
                                          <p:attrName>ppt_h</p:attrName>
                                        </p:attrNameLst>
                                      </p:cBhvr>
                                      <p:tavLst>
                                        <p:tav tm="0">
                                          <p:val>
                                            <p:fltVal val="0"/>
                                          </p:val>
                                        </p:tav>
                                        <p:tav tm="100000">
                                          <p:val>
                                            <p:strVal val="#ppt_h"/>
                                          </p:val>
                                        </p:tav>
                                      </p:tavLst>
                                    </p:anim>
                                    <p:animEffect transition="in" filter="fade">
                                      <p:cBhvr>
                                        <p:cTn id="118" dur="500"/>
                                        <p:tgtEl>
                                          <p:spTgt spid="6"/>
                                        </p:tgtEl>
                                      </p:cBhvr>
                                    </p:animEffect>
                                  </p:childTnLst>
                                </p:cTn>
                              </p:par>
                              <p:par>
                                <p:cTn id="119" presetID="53" presetClass="entr" presetSubtype="16" fill="hold" grpId="0" nodeType="withEffect">
                                  <p:stCondLst>
                                    <p:cond delay="0"/>
                                  </p:stCondLst>
                                  <p:childTnLst>
                                    <p:set>
                                      <p:cBhvr>
                                        <p:cTn id="120" dur="1" fill="hold">
                                          <p:stCondLst>
                                            <p:cond delay="0"/>
                                          </p:stCondLst>
                                        </p:cTn>
                                        <p:tgtEl>
                                          <p:spTgt spid="12"/>
                                        </p:tgtEl>
                                        <p:attrNameLst>
                                          <p:attrName>style.visibility</p:attrName>
                                        </p:attrNameLst>
                                      </p:cBhvr>
                                      <p:to>
                                        <p:strVal val="visible"/>
                                      </p:to>
                                    </p:set>
                                    <p:anim calcmode="lin" valueType="num">
                                      <p:cBhvr>
                                        <p:cTn id="121" dur="500" fill="hold"/>
                                        <p:tgtEl>
                                          <p:spTgt spid="12"/>
                                        </p:tgtEl>
                                        <p:attrNameLst>
                                          <p:attrName>ppt_w</p:attrName>
                                        </p:attrNameLst>
                                      </p:cBhvr>
                                      <p:tavLst>
                                        <p:tav tm="0">
                                          <p:val>
                                            <p:fltVal val="0"/>
                                          </p:val>
                                        </p:tav>
                                        <p:tav tm="100000">
                                          <p:val>
                                            <p:strVal val="#ppt_w"/>
                                          </p:val>
                                        </p:tav>
                                      </p:tavLst>
                                    </p:anim>
                                    <p:anim calcmode="lin" valueType="num">
                                      <p:cBhvr>
                                        <p:cTn id="122" dur="500" fill="hold"/>
                                        <p:tgtEl>
                                          <p:spTgt spid="12"/>
                                        </p:tgtEl>
                                        <p:attrNameLst>
                                          <p:attrName>ppt_h</p:attrName>
                                        </p:attrNameLst>
                                      </p:cBhvr>
                                      <p:tavLst>
                                        <p:tav tm="0">
                                          <p:val>
                                            <p:fltVal val="0"/>
                                          </p:val>
                                        </p:tav>
                                        <p:tav tm="100000">
                                          <p:val>
                                            <p:strVal val="#ppt_h"/>
                                          </p:val>
                                        </p:tav>
                                      </p:tavLst>
                                    </p:anim>
                                    <p:animEffect transition="in" filter="fade">
                                      <p:cBhvr>
                                        <p:cTn id="123" dur="500"/>
                                        <p:tgtEl>
                                          <p:spTgt spid="12"/>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17"/>
                                        </p:tgtEl>
                                        <p:attrNameLst>
                                          <p:attrName>style.visibility</p:attrName>
                                        </p:attrNameLst>
                                      </p:cBhvr>
                                      <p:to>
                                        <p:strVal val="visible"/>
                                      </p:to>
                                    </p:set>
                                    <p:anim calcmode="lin" valueType="num">
                                      <p:cBhvr>
                                        <p:cTn id="126" dur="500" fill="hold"/>
                                        <p:tgtEl>
                                          <p:spTgt spid="17"/>
                                        </p:tgtEl>
                                        <p:attrNameLst>
                                          <p:attrName>ppt_w</p:attrName>
                                        </p:attrNameLst>
                                      </p:cBhvr>
                                      <p:tavLst>
                                        <p:tav tm="0">
                                          <p:val>
                                            <p:fltVal val="0"/>
                                          </p:val>
                                        </p:tav>
                                        <p:tav tm="100000">
                                          <p:val>
                                            <p:strVal val="#ppt_w"/>
                                          </p:val>
                                        </p:tav>
                                      </p:tavLst>
                                    </p:anim>
                                    <p:anim calcmode="lin" valueType="num">
                                      <p:cBhvr>
                                        <p:cTn id="127" dur="500" fill="hold"/>
                                        <p:tgtEl>
                                          <p:spTgt spid="17"/>
                                        </p:tgtEl>
                                        <p:attrNameLst>
                                          <p:attrName>ppt_h</p:attrName>
                                        </p:attrNameLst>
                                      </p:cBhvr>
                                      <p:tavLst>
                                        <p:tav tm="0">
                                          <p:val>
                                            <p:fltVal val="0"/>
                                          </p:val>
                                        </p:tav>
                                        <p:tav tm="100000">
                                          <p:val>
                                            <p:strVal val="#ppt_h"/>
                                          </p:val>
                                        </p:tav>
                                      </p:tavLst>
                                    </p:anim>
                                    <p:animEffect transition="in" filter="fade">
                                      <p:cBhvr>
                                        <p:cTn id="128" dur="500"/>
                                        <p:tgtEl>
                                          <p:spTgt spid="17"/>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18"/>
                                        </p:tgtEl>
                                        <p:attrNameLst>
                                          <p:attrName>style.visibility</p:attrName>
                                        </p:attrNameLst>
                                      </p:cBhvr>
                                      <p:to>
                                        <p:strVal val="visible"/>
                                      </p:to>
                                    </p:set>
                                    <p:anim calcmode="lin" valueType="num">
                                      <p:cBhvr>
                                        <p:cTn id="131" dur="500" fill="hold"/>
                                        <p:tgtEl>
                                          <p:spTgt spid="18"/>
                                        </p:tgtEl>
                                        <p:attrNameLst>
                                          <p:attrName>ppt_w</p:attrName>
                                        </p:attrNameLst>
                                      </p:cBhvr>
                                      <p:tavLst>
                                        <p:tav tm="0">
                                          <p:val>
                                            <p:fltVal val="0"/>
                                          </p:val>
                                        </p:tav>
                                        <p:tav tm="100000">
                                          <p:val>
                                            <p:strVal val="#ppt_w"/>
                                          </p:val>
                                        </p:tav>
                                      </p:tavLst>
                                    </p:anim>
                                    <p:anim calcmode="lin" valueType="num">
                                      <p:cBhvr>
                                        <p:cTn id="132" dur="500" fill="hold"/>
                                        <p:tgtEl>
                                          <p:spTgt spid="18"/>
                                        </p:tgtEl>
                                        <p:attrNameLst>
                                          <p:attrName>ppt_h</p:attrName>
                                        </p:attrNameLst>
                                      </p:cBhvr>
                                      <p:tavLst>
                                        <p:tav tm="0">
                                          <p:val>
                                            <p:fltVal val="0"/>
                                          </p:val>
                                        </p:tav>
                                        <p:tav tm="100000">
                                          <p:val>
                                            <p:strVal val="#ppt_h"/>
                                          </p:val>
                                        </p:tav>
                                      </p:tavLst>
                                    </p:anim>
                                    <p:animEffect transition="in" filter="fade">
                                      <p:cBhvr>
                                        <p:cTn id="133" dur="500"/>
                                        <p:tgtEl>
                                          <p:spTgt spid="18"/>
                                        </p:tgtEl>
                                      </p:cBhvr>
                                    </p:animEffect>
                                  </p:childTnLst>
                                </p:cTn>
                              </p:par>
                              <p:par>
                                <p:cTn id="134" presetID="53" presetClass="entr" presetSubtype="16" fill="hold" grpId="0" nodeType="withEffect">
                                  <p:stCondLst>
                                    <p:cond delay="0"/>
                                  </p:stCondLst>
                                  <p:childTnLst>
                                    <p:set>
                                      <p:cBhvr>
                                        <p:cTn id="135" dur="1" fill="hold">
                                          <p:stCondLst>
                                            <p:cond delay="0"/>
                                          </p:stCondLst>
                                        </p:cTn>
                                        <p:tgtEl>
                                          <p:spTgt spid="19"/>
                                        </p:tgtEl>
                                        <p:attrNameLst>
                                          <p:attrName>style.visibility</p:attrName>
                                        </p:attrNameLst>
                                      </p:cBhvr>
                                      <p:to>
                                        <p:strVal val="visible"/>
                                      </p:to>
                                    </p:set>
                                    <p:anim calcmode="lin" valueType="num">
                                      <p:cBhvr>
                                        <p:cTn id="136" dur="500" fill="hold"/>
                                        <p:tgtEl>
                                          <p:spTgt spid="19"/>
                                        </p:tgtEl>
                                        <p:attrNameLst>
                                          <p:attrName>ppt_w</p:attrName>
                                        </p:attrNameLst>
                                      </p:cBhvr>
                                      <p:tavLst>
                                        <p:tav tm="0">
                                          <p:val>
                                            <p:fltVal val="0"/>
                                          </p:val>
                                        </p:tav>
                                        <p:tav tm="100000">
                                          <p:val>
                                            <p:strVal val="#ppt_w"/>
                                          </p:val>
                                        </p:tav>
                                      </p:tavLst>
                                    </p:anim>
                                    <p:anim calcmode="lin" valueType="num">
                                      <p:cBhvr>
                                        <p:cTn id="137" dur="500" fill="hold"/>
                                        <p:tgtEl>
                                          <p:spTgt spid="19"/>
                                        </p:tgtEl>
                                        <p:attrNameLst>
                                          <p:attrName>ppt_h</p:attrName>
                                        </p:attrNameLst>
                                      </p:cBhvr>
                                      <p:tavLst>
                                        <p:tav tm="0">
                                          <p:val>
                                            <p:fltVal val="0"/>
                                          </p:val>
                                        </p:tav>
                                        <p:tav tm="100000">
                                          <p:val>
                                            <p:strVal val="#ppt_h"/>
                                          </p:val>
                                        </p:tav>
                                      </p:tavLst>
                                    </p:anim>
                                    <p:animEffect transition="in" filter="fade">
                                      <p:cBhvr>
                                        <p:cTn id="138" dur="500"/>
                                        <p:tgtEl>
                                          <p:spTgt spid="19"/>
                                        </p:tgtEl>
                                      </p:cBhvr>
                                    </p:animEffect>
                                  </p:childTnLst>
                                </p:cTn>
                              </p:par>
                              <p:par>
                                <p:cTn id="139" presetID="53" presetClass="entr" presetSubtype="16" fill="hold" grpId="0" nodeType="withEffect">
                                  <p:stCondLst>
                                    <p:cond delay="0"/>
                                  </p:stCondLst>
                                  <p:childTnLst>
                                    <p:set>
                                      <p:cBhvr>
                                        <p:cTn id="140" dur="1" fill="hold">
                                          <p:stCondLst>
                                            <p:cond delay="0"/>
                                          </p:stCondLst>
                                        </p:cTn>
                                        <p:tgtEl>
                                          <p:spTgt spid="20"/>
                                        </p:tgtEl>
                                        <p:attrNameLst>
                                          <p:attrName>style.visibility</p:attrName>
                                        </p:attrNameLst>
                                      </p:cBhvr>
                                      <p:to>
                                        <p:strVal val="visible"/>
                                      </p:to>
                                    </p:set>
                                    <p:anim calcmode="lin" valueType="num">
                                      <p:cBhvr>
                                        <p:cTn id="141" dur="500" fill="hold"/>
                                        <p:tgtEl>
                                          <p:spTgt spid="20"/>
                                        </p:tgtEl>
                                        <p:attrNameLst>
                                          <p:attrName>ppt_w</p:attrName>
                                        </p:attrNameLst>
                                      </p:cBhvr>
                                      <p:tavLst>
                                        <p:tav tm="0">
                                          <p:val>
                                            <p:fltVal val="0"/>
                                          </p:val>
                                        </p:tav>
                                        <p:tav tm="100000">
                                          <p:val>
                                            <p:strVal val="#ppt_w"/>
                                          </p:val>
                                        </p:tav>
                                      </p:tavLst>
                                    </p:anim>
                                    <p:anim calcmode="lin" valueType="num">
                                      <p:cBhvr>
                                        <p:cTn id="142" dur="500" fill="hold"/>
                                        <p:tgtEl>
                                          <p:spTgt spid="20"/>
                                        </p:tgtEl>
                                        <p:attrNameLst>
                                          <p:attrName>ppt_h</p:attrName>
                                        </p:attrNameLst>
                                      </p:cBhvr>
                                      <p:tavLst>
                                        <p:tav tm="0">
                                          <p:val>
                                            <p:fltVal val="0"/>
                                          </p:val>
                                        </p:tav>
                                        <p:tav tm="100000">
                                          <p:val>
                                            <p:strVal val="#ppt_h"/>
                                          </p:val>
                                        </p:tav>
                                      </p:tavLst>
                                    </p:anim>
                                    <p:animEffect transition="in" filter="fade">
                                      <p:cBhvr>
                                        <p:cTn id="143" dur="500"/>
                                        <p:tgtEl>
                                          <p:spTgt spid="20"/>
                                        </p:tgtEl>
                                      </p:cBhvr>
                                    </p:animEffect>
                                  </p:childTnLst>
                                </p:cTn>
                              </p:par>
                              <p:par>
                                <p:cTn id="144" presetID="53" presetClass="entr" presetSubtype="16" fill="hold" grpId="0" nodeType="withEffect">
                                  <p:stCondLst>
                                    <p:cond delay="0"/>
                                  </p:stCondLst>
                                  <p:childTnLst>
                                    <p:set>
                                      <p:cBhvr>
                                        <p:cTn id="145" dur="1" fill="hold">
                                          <p:stCondLst>
                                            <p:cond delay="0"/>
                                          </p:stCondLst>
                                        </p:cTn>
                                        <p:tgtEl>
                                          <p:spTgt spid="21"/>
                                        </p:tgtEl>
                                        <p:attrNameLst>
                                          <p:attrName>style.visibility</p:attrName>
                                        </p:attrNameLst>
                                      </p:cBhvr>
                                      <p:to>
                                        <p:strVal val="visible"/>
                                      </p:to>
                                    </p:set>
                                    <p:anim calcmode="lin" valueType="num">
                                      <p:cBhvr>
                                        <p:cTn id="146" dur="500" fill="hold"/>
                                        <p:tgtEl>
                                          <p:spTgt spid="21"/>
                                        </p:tgtEl>
                                        <p:attrNameLst>
                                          <p:attrName>ppt_w</p:attrName>
                                        </p:attrNameLst>
                                      </p:cBhvr>
                                      <p:tavLst>
                                        <p:tav tm="0">
                                          <p:val>
                                            <p:fltVal val="0"/>
                                          </p:val>
                                        </p:tav>
                                        <p:tav tm="100000">
                                          <p:val>
                                            <p:strVal val="#ppt_w"/>
                                          </p:val>
                                        </p:tav>
                                      </p:tavLst>
                                    </p:anim>
                                    <p:anim calcmode="lin" valueType="num">
                                      <p:cBhvr>
                                        <p:cTn id="147" dur="500" fill="hold"/>
                                        <p:tgtEl>
                                          <p:spTgt spid="21"/>
                                        </p:tgtEl>
                                        <p:attrNameLst>
                                          <p:attrName>ppt_h</p:attrName>
                                        </p:attrNameLst>
                                      </p:cBhvr>
                                      <p:tavLst>
                                        <p:tav tm="0">
                                          <p:val>
                                            <p:fltVal val="0"/>
                                          </p:val>
                                        </p:tav>
                                        <p:tav tm="100000">
                                          <p:val>
                                            <p:strVal val="#ppt_h"/>
                                          </p:val>
                                        </p:tav>
                                      </p:tavLst>
                                    </p:anim>
                                    <p:animEffect transition="in" filter="fade">
                                      <p:cBhvr>
                                        <p:cTn id="148" dur="500"/>
                                        <p:tgtEl>
                                          <p:spTgt spid="21"/>
                                        </p:tgtEl>
                                      </p:cBhvr>
                                    </p:animEffect>
                                  </p:childTnLst>
                                </p:cTn>
                              </p:par>
                              <p:par>
                                <p:cTn id="149" presetID="53" presetClass="entr" presetSubtype="16" fill="hold" grpId="0" nodeType="withEffect">
                                  <p:stCondLst>
                                    <p:cond delay="0"/>
                                  </p:stCondLst>
                                  <p:childTnLst>
                                    <p:set>
                                      <p:cBhvr>
                                        <p:cTn id="150" dur="1" fill="hold">
                                          <p:stCondLst>
                                            <p:cond delay="0"/>
                                          </p:stCondLst>
                                        </p:cTn>
                                        <p:tgtEl>
                                          <p:spTgt spid="22"/>
                                        </p:tgtEl>
                                        <p:attrNameLst>
                                          <p:attrName>style.visibility</p:attrName>
                                        </p:attrNameLst>
                                      </p:cBhvr>
                                      <p:to>
                                        <p:strVal val="visible"/>
                                      </p:to>
                                    </p:set>
                                    <p:anim calcmode="lin" valueType="num">
                                      <p:cBhvr>
                                        <p:cTn id="151" dur="500" fill="hold"/>
                                        <p:tgtEl>
                                          <p:spTgt spid="22"/>
                                        </p:tgtEl>
                                        <p:attrNameLst>
                                          <p:attrName>ppt_w</p:attrName>
                                        </p:attrNameLst>
                                      </p:cBhvr>
                                      <p:tavLst>
                                        <p:tav tm="0">
                                          <p:val>
                                            <p:fltVal val="0"/>
                                          </p:val>
                                        </p:tav>
                                        <p:tav tm="100000">
                                          <p:val>
                                            <p:strVal val="#ppt_w"/>
                                          </p:val>
                                        </p:tav>
                                      </p:tavLst>
                                    </p:anim>
                                    <p:anim calcmode="lin" valueType="num">
                                      <p:cBhvr>
                                        <p:cTn id="152" dur="500" fill="hold"/>
                                        <p:tgtEl>
                                          <p:spTgt spid="22"/>
                                        </p:tgtEl>
                                        <p:attrNameLst>
                                          <p:attrName>ppt_h</p:attrName>
                                        </p:attrNameLst>
                                      </p:cBhvr>
                                      <p:tavLst>
                                        <p:tav tm="0">
                                          <p:val>
                                            <p:fltVal val="0"/>
                                          </p:val>
                                        </p:tav>
                                        <p:tav tm="100000">
                                          <p:val>
                                            <p:strVal val="#ppt_h"/>
                                          </p:val>
                                        </p:tav>
                                      </p:tavLst>
                                    </p:anim>
                                    <p:animEffect transition="in" filter="fade">
                                      <p:cBhvr>
                                        <p:cTn id="153" dur="500"/>
                                        <p:tgtEl>
                                          <p:spTgt spid="22"/>
                                        </p:tgtEl>
                                      </p:cBhvr>
                                    </p:animEffect>
                                  </p:childTnLst>
                                </p:cTn>
                              </p:par>
                              <p:par>
                                <p:cTn id="154" presetID="53" presetClass="entr" presetSubtype="16" fill="hold" grpId="0" nodeType="withEffect">
                                  <p:stCondLst>
                                    <p:cond delay="0"/>
                                  </p:stCondLst>
                                  <p:childTnLst>
                                    <p:set>
                                      <p:cBhvr>
                                        <p:cTn id="155" dur="1" fill="hold">
                                          <p:stCondLst>
                                            <p:cond delay="0"/>
                                          </p:stCondLst>
                                        </p:cTn>
                                        <p:tgtEl>
                                          <p:spTgt spid="23"/>
                                        </p:tgtEl>
                                        <p:attrNameLst>
                                          <p:attrName>style.visibility</p:attrName>
                                        </p:attrNameLst>
                                      </p:cBhvr>
                                      <p:to>
                                        <p:strVal val="visible"/>
                                      </p:to>
                                    </p:set>
                                    <p:anim calcmode="lin" valueType="num">
                                      <p:cBhvr>
                                        <p:cTn id="156" dur="500" fill="hold"/>
                                        <p:tgtEl>
                                          <p:spTgt spid="23"/>
                                        </p:tgtEl>
                                        <p:attrNameLst>
                                          <p:attrName>ppt_w</p:attrName>
                                        </p:attrNameLst>
                                      </p:cBhvr>
                                      <p:tavLst>
                                        <p:tav tm="0">
                                          <p:val>
                                            <p:fltVal val="0"/>
                                          </p:val>
                                        </p:tav>
                                        <p:tav tm="100000">
                                          <p:val>
                                            <p:strVal val="#ppt_w"/>
                                          </p:val>
                                        </p:tav>
                                      </p:tavLst>
                                    </p:anim>
                                    <p:anim calcmode="lin" valueType="num">
                                      <p:cBhvr>
                                        <p:cTn id="157" dur="500" fill="hold"/>
                                        <p:tgtEl>
                                          <p:spTgt spid="23"/>
                                        </p:tgtEl>
                                        <p:attrNameLst>
                                          <p:attrName>ppt_h</p:attrName>
                                        </p:attrNameLst>
                                      </p:cBhvr>
                                      <p:tavLst>
                                        <p:tav tm="0">
                                          <p:val>
                                            <p:fltVal val="0"/>
                                          </p:val>
                                        </p:tav>
                                        <p:tav tm="100000">
                                          <p:val>
                                            <p:strVal val="#ppt_h"/>
                                          </p:val>
                                        </p:tav>
                                      </p:tavLst>
                                    </p:anim>
                                    <p:animEffect transition="in" filter="fade">
                                      <p:cBhvr>
                                        <p:cTn id="158" dur="500"/>
                                        <p:tgtEl>
                                          <p:spTgt spid="23"/>
                                        </p:tgtEl>
                                      </p:cBhvr>
                                    </p:animEffect>
                                  </p:childTnLst>
                                </p:cTn>
                              </p:par>
                              <p:par>
                                <p:cTn id="159" presetID="53" presetClass="entr" presetSubtype="16" fill="hold" grpId="0" nodeType="withEffect">
                                  <p:stCondLst>
                                    <p:cond delay="0"/>
                                  </p:stCondLst>
                                  <p:childTnLst>
                                    <p:set>
                                      <p:cBhvr>
                                        <p:cTn id="160" dur="1" fill="hold">
                                          <p:stCondLst>
                                            <p:cond delay="0"/>
                                          </p:stCondLst>
                                        </p:cTn>
                                        <p:tgtEl>
                                          <p:spTgt spid="24"/>
                                        </p:tgtEl>
                                        <p:attrNameLst>
                                          <p:attrName>style.visibility</p:attrName>
                                        </p:attrNameLst>
                                      </p:cBhvr>
                                      <p:to>
                                        <p:strVal val="visible"/>
                                      </p:to>
                                    </p:set>
                                    <p:anim calcmode="lin" valueType="num">
                                      <p:cBhvr>
                                        <p:cTn id="161" dur="500" fill="hold"/>
                                        <p:tgtEl>
                                          <p:spTgt spid="24"/>
                                        </p:tgtEl>
                                        <p:attrNameLst>
                                          <p:attrName>ppt_w</p:attrName>
                                        </p:attrNameLst>
                                      </p:cBhvr>
                                      <p:tavLst>
                                        <p:tav tm="0">
                                          <p:val>
                                            <p:fltVal val="0"/>
                                          </p:val>
                                        </p:tav>
                                        <p:tav tm="100000">
                                          <p:val>
                                            <p:strVal val="#ppt_w"/>
                                          </p:val>
                                        </p:tav>
                                      </p:tavLst>
                                    </p:anim>
                                    <p:anim calcmode="lin" valueType="num">
                                      <p:cBhvr>
                                        <p:cTn id="162" dur="500" fill="hold"/>
                                        <p:tgtEl>
                                          <p:spTgt spid="24"/>
                                        </p:tgtEl>
                                        <p:attrNameLst>
                                          <p:attrName>ppt_h</p:attrName>
                                        </p:attrNameLst>
                                      </p:cBhvr>
                                      <p:tavLst>
                                        <p:tav tm="0">
                                          <p:val>
                                            <p:fltVal val="0"/>
                                          </p:val>
                                        </p:tav>
                                        <p:tav tm="100000">
                                          <p:val>
                                            <p:strVal val="#ppt_h"/>
                                          </p:val>
                                        </p:tav>
                                      </p:tavLst>
                                    </p:anim>
                                    <p:animEffect transition="in" filter="fade">
                                      <p:cBhvr>
                                        <p:cTn id="163" dur="500"/>
                                        <p:tgtEl>
                                          <p:spTgt spid="24"/>
                                        </p:tgtEl>
                                      </p:cBhvr>
                                    </p:animEffect>
                                  </p:childTnLst>
                                </p:cTn>
                              </p:par>
                              <p:par>
                                <p:cTn id="164" presetID="53" presetClass="entr" presetSubtype="16" fill="hold" grpId="0" nodeType="withEffect">
                                  <p:stCondLst>
                                    <p:cond delay="0"/>
                                  </p:stCondLst>
                                  <p:childTnLst>
                                    <p:set>
                                      <p:cBhvr>
                                        <p:cTn id="165" dur="1" fill="hold">
                                          <p:stCondLst>
                                            <p:cond delay="0"/>
                                          </p:stCondLst>
                                        </p:cTn>
                                        <p:tgtEl>
                                          <p:spTgt spid="38"/>
                                        </p:tgtEl>
                                        <p:attrNameLst>
                                          <p:attrName>style.visibility</p:attrName>
                                        </p:attrNameLst>
                                      </p:cBhvr>
                                      <p:to>
                                        <p:strVal val="visible"/>
                                      </p:to>
                                    </p:set>
                                    <p:anim calcmode="lin" valueType="num">
                                      <p:cBhvr>
                                        <p:cTn id="166" dur="500" fill="hold"/>
                                        <p:tgtEl>
                                          <p:spTgt spid="38"/>
                                        </p:tgtEl>
                                        <p:attrNameLst>
                                          <p:attrName>ppt_w</p:attrName>
                                        </p:attrNameLst>
                                      </p:cBhvr>
                                      <p:tavLst>
                                        <p:tav tm="0">
                                          <p:val>
                                            <p:fltVal val="0"/>
                                          </p:val>
                                        </p:tav>
                                        <p:tav tm="100000">
                                          <p:val>
                                            <p:strVal val="#ppt_w"/>
                                          </p:val>
                                        </p:tav>
                                      </p:tavLst>
                                    </p:anim>
                                    <p:anim calcmode="lin" valueType="num">
                                      <p:cBhvr>
                                        <p:cTn id="167" dur="500" fill="hold"/>
                                        <p:tgtEl>
                                          <p:spTgt spid="38"/>
                                        </p:tgtEl>
                                        <p:attrNameLst>
                                          <p:attrName>ppt_h</p:attrName>
                                        </p:attrNameLst>
                                      </p:cBhvr>
                                      <p:tavLst>
                                        <p:tav tm="0">
                                          <p:val>
                                            <p:fltVal val="0"/>
                                          </p:val>
                                        </p:tav>
                                        <p:tav tm="100000">
                                          <p:val>
                                            <p:strVal val="#ppt_h"/>
                                          </p:val>
                                        </p:tav>
                                      </p:tavLst>
                                    </p:anim>
                                    <p:animEffect transition="in" filter="fade">
                                      <p:cBhvr>
                                        <p:cTn id="168" dur="500"/>
                                        <p:tgtEl>
                                          <p:spTgt spid="38"/>
                                        </p:tgtEl>
                                      </p:cBhvr>
                                    </p:animEffect>
                                  </p:childTnLst>
                                </p:cTn>
                              </p:par>
                              <p:par>
                                <p:cTn id="169" presetID="53" presetClass="entr" presetSubtype="16" fill="hold" grpId="0" nodeType="withEffect">
                                  <p:stCondLst>
                                    <p:cond delay="0"/>
                                  </p:stCondLst>
                                  <p:childTnLst>
                                    <p:set>
                                      <p:cBhvr>
                                        <p:cTn id="170" dur="1" fill="hold">
                                          <p:stCondLst>
                                            <p:cond delay="0"/>
                                          </p:stCondLst>
                                        </p:cTn>
                                        <p:tgtEl>
                                          <p:spTgt spid="39"/>
                                        </p:tgtEl>
                                        <p:attrNameLst>
                                          <p:attrName>style.visibility</p:attrName>
                                        </p:attrNameLst>
                                      </p:cBhvr>
                                      <p:to>
                                        <p:strVal val="visible"/>
                                      </p:to>
                                    </p:set>
                                    <p:anim calcmode="lin" valueType="num">
                                      <p:cBhvr>
                                        <p:cTn id="171" dur="500" fill="hold"/>
                                        <p:tgtEl>
                                          <p:spTgt spid="39"/>
                                        </p:tgtEl>
                                        <p:attrNameLst>
                                          <p:attrName>ppt_w</p:attrName>
                                        </p:attrNameLst>
                                      </p:cBhvr>
                                      <p:tavLst>
                                        <p:tav tm="0">
                                          <p:val>
                                            <p:fltVal val="0"/>
                                          </p:val>
                                        </p:tav>
                                        <p:tav tm="100000">
                                          <p:val>
                                            <p:strVal val="#ppt_w"/>
                                          </p:val>
                                        </p:tav>
                                      </p:tavLst>
                                    </p:anim>
                                    <p:anim calcmode="lin" valueType="num">
                                      <p:cBhvr>
                                        <p:cTn id="172" dur="500" fill="hold"/>
                                        <p:tgtEl>
                                          <p:spTgt spid="39"/>
                                        </p:tgtEl>
                                        <p:attrNameLst>
                                          <p:attrName>ppt_h</p:attrName>
                                        </p:attrNameLst>
                                      </p:cBhvr>
                                      <p:tavLst>
                                        <p:tav tm="0">
                                          <p:val>
                                            <p:fltVal val="0"/>
                                          </p:val>
                                        </p:tav>
                                        <p:tav tm="100000">
                                          <p:val>
                                            <p:strVal val="#ppt_h"/>
                                          </p:val>
                                        </p:tav>
                                      </p:tavLst>
                                    </p:anim>
                                    <p:animEffect transition="in" filter="fade">
                                      <p:cBhvr>
                                        <p:cTn id="173" dur="500"/>
                                        <p:tgtEl>
                                          <p:spTgt spid="39"/>
                                        </p:tgtEl>
                                      </p:cBhvr>
                                    </p:animEffect>
                                  </p:childTnLst>
                                </p:cTn>
                              </p:par>
                              <p:par>
                                <p:cTn id="174" presetID="53" presetClass="entr" presetSubtype="16" fill="hold" grpId="0" nodeType="withEffect">
                                  <p:stCondLst>
                                    <p:cond delay="0"/>
                                  </p:stCondLst>
                                  <p:childTnLst>
                                    <p:set>
                                      <p:cBhvr>
                                        <p:cTn id="175" dur="1" fill="hold">
                                          <p:stCondLst>
                                            <p:cond delay="0"/>
                                          </p:stCondLst>
                                        </p:cTn>
                                        <p:tgtEl>
                                          <p:spTgt spid="40"/>
                                        </p:tgtEl>
                                        <p:attrNameLst>
                                          <p:attrName>style.visibility</p:attrName>
                                        </p:attrNameLst>
                                      </p:cBhvr>
                                      <p:to>
                                        <p:strVal val="visible"/>
                                      </p:to>
                                    </p:set>
                                    <p:anim calcmode="lin" valueType="num">
                                      <p:cBhvr>
                                        <p:cTn id="176" dur="500" fill="hold"/>
                                        <p:tgtEl>
                                          <p:spTgt spid="40"/>
                                        </p:tgtEl>
                                        <p:attrNameLst>
                                          <p:attrName>ppt_w</p:attrName>
                                        </p:attrNameLst>
                                      </p:cBhvr>
                                      <p:tavLst>
                                        <p:tav tm="0">
                                          <p:val>
                                            <p:fltVal val="0"/>
                                          </p:val>
                                        </p:tav>
                                        <p:tav tm="100000">
                                          <p:val>
                                            <p:strVal val="#ppt_w"/>
                                          </p:val>
                                        </p:tav>
                                      </p:tavLst>
                                    </p:anim>
                                    <p:anim calcmode="lin" valueType="num">
                                      <p:cBhvr>
                                        <p:cTn id="177" dur="500" fill="hold"/>
                                        <p:tgtEl>
                                          <p:spTgt spid="40"/>
                                        </p:tgtEl>
                                        <p:attrNameLst>
                                          <p:attrName>ppt_h</p:attrName>
                                        </p:attrNameLst>
                                      </p:cBhvr>
                                      <p:tavLst>
                                        <p:tav tm="0">
                                          <p:val>
                                            <p:fltVal val="0"/>
                                          </p:val>
                                        </p:tav>
                                        <p:tav tm="100000">
                                          <p:val>
                                            <p:strVal val="#ppt_h"/>
                                          </p:val>
                                        </p:tav>
                                      </p:tavLst>
                                    </p:anim>
                                    <p:animEffect transition="in" filter="fade">
                                      <p:cBhvr>
                                        <p:cTn id="178" dur="500"/>
                                        <p:tgtEl>
                                          <p:spTgt spid="40"/>
                                        </p:tgtEl>
                                      </p:cBhvr>
                                    </p:animEffect>
                                  </p:childTnLst>
                                </p:cTn>
                              </p:par>
                              <p:par>
                                <p:cTn id="179" presetID="53" presetClass="entr" presetSubtype="16" fill="hold" grpId="0" nodeType="withEffect">
                                  <p:stCondLst>
                                    <p:cond delay="0"/>
                                  </p:stCondLst>
                                  <p:childTnLst>
                                    <p:set>
                                      <p:cBhvr>
                                        <p:cTn id="180" dur="1" fill="hold">
                                          <p:stCondLst>
                                            <p:cond delay="0"/>
                                          </p:stCondLst>
                                        </p:cTn>
                                        <p:tgtEl>
                                          <p:spTgt spid="41"/>
                                        </p:tgtEl>
                                        <p:attrNameLst>
                                          <p:attrName>style.visibility</p:attrName>
                                        </p:attrNameLst>
                                      </p:cBhvr>
                                      <p:to>
                                        <p:strVal val="visible"/>
                                      </p:to>
                                    </p:set>
                                    <p:anim calcmode="lin" valueType="num">
                                      <p:cBhvr>
                                        <p:cTn id="181" dur="500" fill="hold"/>
                                        <p:tgtEl>
                                          <p:spTgt spid="41"/>
                                        </p:tgtEl>
                                        <p:attrNameLst>
                                          <p:attrName>ppt_w</p:attrName>
                                        </p:attrNameLst>
                                      </p:cBhvr>
                                      <p:tavLst>
                                        <p:tav tm="0">
                                          <p:val>
                                            <p:fltVal val="0"/>
                                          </p:val>
                                        </p:tav>
                                        <p:tav tm="100000">
                                          <p:val>
                                            <p:strVal val="#ppt_w"/>
                                          </p:val>
                                        </p:tav>
                                      </p:tavLst>
                                    </p:anim>
                                    <p:anim calcmode="lin" valueType="num">
                                      <p:cBhvr>
                                        <p:cTn id="182" dur="500" fill="hold"/>
                                        <p:tgtEl>
                                          <p:spTgt spid="41"/>
                                        </p:tgtEl>
                                        <p:attrNameLst>
                                          <p:attrName>ppt_h</p:attrName>
                                        </p:attrNameLst>
                                      </p:cBhvr>
                                      <p:tavLst>
                                        <p:tav tm="0">
                                          <p:val>
                                            <p:fltVal val="0"/>
                                          </p:val>
                                        </p:tav>
                                        <p:tav tm="100000">
                                          <p:val>
                                            <p:strVal val="#ppt_h"/>
                                          </p:val>
                                        </p:tav>
                                      </p:tavLst>
                                    </p:anim>
                                    <p:animEffect transition="in" filter="fade">
                                      <p:cBhvr>
                                        <p:cTn id="183" dur="500"/>
                                        <p:tgtEl>
                                          <p:spTgt spid="41"/>
                                        </p:tgtEl>
                                      </p:cBhvr>
                                    </p:animEffect>
                                  </p:childTnLst>
                                </p:cTn>
                              </p:par>
                              <p:par>
                                <p:cTn id="184" presetID="53" presetClass="entr" presetSubtype="16" fill="hold" grpId="0" nodeType="withEffect">
                                  <p:stCondLst>
                                    <p:cond delay="0"/>
                                  </p:stCondLst>
                                  <p:childTnLst>
                                    <p:set>
                                      <p:cBhvr>
                                        <p:cTn id="185" dur="1" fill="hold">
                                          <p:stCondLst>
                                            <p:cond delay="0"/>
                                          </p:stCondLst>
                                        </p:cTn>
                                        <p:tgtEl>
                                          <p:spTgt spid="42"/>
                                        </p:tgtEl>
                                        <p:attrNameLst>
                                          <p:attrName>style.visibility</p:attrName>
                                        </p:attrNameLst>
                                      </p:cBhvr>
                                      <p:to>
                                        <p:strVal val="visible"/>
                                      </p:to>
                                    </p:set>
                                    <p:anim calcmode="lin" valueType="num">
                                      <p:cBhvr>
                                        <p:cTn id="186" dur="500" fill="hold"/>
                                        <p:tgtEl>
                                          <p:spTgt spid="42"/>
                                        </p:tgtEl>
                                        <p:attrNameLst>
                                          <p:attrName>ppt_w</p:attrName>
                                        </p:attrNameLst>
                                      </p:cBhvr>
                                      <p:tavLst>
                                        <p:tav tm="0">
                                          <p:val>
                                            <p:fltVal val="0"/>
                                          </p:val>
                                        </p:tav>
                                        <p:tav tm="100000">
                                          <p:val>
                                            <p:strVal val="#ppt_w"/>
                                          </p:val>
                                        </p:tav>
                                      </p:tavLst>
                                    </p:anim>
                                    <p:anim calcmode="lin" valueType="num">
                                      <p:cBhvr>
                                        <p:cTn id="187" dur="500" fill="hold"/>
                                        <p:tgtEl>
                                          <p:spTgt spid="42"/>
                                        </p:tgtEl>
                                        <p:attrNameLst>
                                          <p:attrName>ppt_h</p:attrName>
                                        </p:attrNameLst>
                                      </p:cBhvr>
                                      <p:tavLst>
                                        <p:tav tm="0">
                                          <p:val>
                                            <p:fltVal val="0"/>
                                          </p:val>
                                        </p:tav>
                                        <p:tav tm="100000">
                                          <p:val>
                                            <p:strVal val="#ppt_h"/>
                                          </p:val>
                                        </p:tav>
                                      </p:tavLst>
                                    </p:anim>
                                    <p:animEffect transition="in" filter="fade">
                                      <p:cBhvr>
                                        <p:cTn id="188" dur="500"/>
                                        <p:tgtEl>
                                          <p:spTgt spid="42"/>
                                        </p:tgtEl>
                                      </p:cBhvr>
                                    </p:animEffect>
                                  </p:childTnLst>
                                </p:cTn>
                              </p:par>
                              <p:par>
                                <p:cTn id="189" presetID="53" presetClass="entr" presetSubtype="16" fill="hold" grpId="0" nodeType="withEffect">
                                  <p:stCondLst>
                                    <p:cond delay="0"/>
                                  </p:stCondLst>
                                  <p:childTnLst>
                                    <p:set>
                                      <p:cBhvr>
                                        <p:cTn id="190" dur="1" fill="hold">
                                          <p:stCondLst>
                                            <p:cond delay="0"/>
                                          </p:stCondLst>
                                        </p:cTn>
                                        <p:tgtEl>
                                          <p:spTgt spid="43"/>
                                        </p:tgtEl>
                                        <p:attrNameLst>
                                          <p:attrName>style.visibility</p:attrName>
                                        </p:attrNameLst>
                                      </p:cBhvr>
                                      <p:to>
                                        <p:strVal val="visible"/>
                                      </p:to>
                                    </p:set>
                                    <p:anim calcmode="lin" valueType="num">
                                      <p:cBhvr>
                                        <p:cTn id="191" dur="500" fill="hold"/>
                                        <p:tgtEl>
                                          <p:spTgt spid="43"/>
                                        </p:tgtEl>
                                        <p:attrNameLst>
                                          <p:attrName>ppt_w</p:attrName>
                                        </p:attrNameLst>
                                      </p:cBhvr>
                                      <p:tavLst>
                                        <p:tav tm="0">
                                          <p:val>
                                            <p:fltVal val="0"/>
                                          </p:val>
                                        </p:tav>
                                        <p:tav tm="100000">
                                          <p:val>
                                            <p:strVal val="#ppt_w"/>
                                          </p:val>
                                        </p:tav>
                                      </p:tavLst>
                                    </p:anim>
                                    <p:anim calcmode="lin" valueType="num">
                                      <p:cBhvr>
                                        <p:cTn id="192" dur="500" fill="hold"/>
                                        <p:tgtEl>
                                          <p:spTgt spid="43"/>
                                        </p:tgtEl>
                                        <p:attrNameLst>
                                          <p:attrName>ppt_h</p:attrName>
                                        </p:attrNameLst>
                                      </p:cBhvr>
                                      <p:tavLst>
                                        <p:tav tm="0">
                                          <p:val>
                                            <p:fltVal val="0"/>
                                          </p:val>
                                        </p:tav>
                                        <p:tav tm="100000">
                                          <p:val>
                                            <p:strVal val="#ppt_h"/>
                                          </p:val>
                                        </p:tav>
                                      </p:tavLst>
                                    </p:anim>
                                    <p:animEffect transition="in" filter="fade">
                                      <p:cBhvr>
                                        <p:cTn id="193" dur="500"/>
                                        <p:tgtEl>
                                          <p:spTgt spid="43"/>
                                        </p:tgtEl>
                                      </p:cBhvr>
                                    </p:animEffect>
                                  </p:childTnLst>
                                </p:cTn>
                              </p:par>
                              <p:par>
                                <p:cTn id="194" presetID="53" presetClass="entr" presetSubtype="16" fill="hold" grpId="0" nodeType="withEffect">
                                  <p:stCondLst>
                                    <p:cond delay="0"/>
                                  </p:stCondLst>
                                  <p:childTnLst>
                                    <p:set>
                                      <p:cBhvr>
                                        <p:cTn id="195" dur="1" fill="hold">
                                          <p:stCondLst>
                                            <p:cond delay="0"/>
                                          </p:stCondLst>
                                        </p:cTn>
                                        <p:tgtEl>
                                          <p:spTgt spid="44"/>
                                        </p:tgtEl>
                                        <p:attrNameLst>
                                          <p:attrName>style.visibility</p:attrName>
                                        </p:attrNameLst>
                                      </p:cBhvr>
                                      <p:to>
                                        <p:strVal val="visible"/>
                                      </p:to>
                                    </p:set>
                                    <p:anim calcmode="lin" valueType="num">
                                      <p:cBhvr>
                                        <p:cTn id="196" dur="500" fill="hold"/>
                                        <p:tgtEl>
                                          <p:spTgt spid="44"/>
                                        </p:tgtEl>
                                        <p:attrNameLst>
                                          <p:attrName>ppt_w</p:attrName>
                                        </p:attrNameLst>
                                      </p:cBhvr>
                                      <p:tavLst>
                                        <p:tav tm="0">
                                          <p:val>
                                            <p:fltVal val="0"/>
                                          </p:val>
                                        </p:tav>
                                        <p:tav tm="100000">
                                          <p:val>
                                            <p:strVal val="#ppt_w"/>
                                          </p:val>
                                        </p:tav>
                                      </p:tavLst>
                                    </p:anim>
                                    <p:anim calcmode="lin" valueType="num">
                                      <p:cBhvr>
                                        <p:cTn id="197" dur="500" fill="hold"/>
                                        <p:tgtEl>
                                          <p:spTgt spid="44"/>
                                        </p:tgtEl>
                                        <p:attrNameLst>
                                          <p:attrName>ppt_h</p:attrName>
                                        </p:attrNameLst>
                                      </p:cBhvr>
                                      <p:tavLst>
                                        <p:tav tm="0">
                                          <p:val>
                                            <p:fltVal val="0"/>
                                          </p:val>
                                        </p:tav>
                                        <p:tav tm="100000">
                                          <p:val>
                                            <p:strVal val="#ppt_h"/>
                                          </p:val>
                                        </p:tav>
                                      </p:tavLst>
                                    </p:anim>
                                    <p:animEffect transition="in" filter="fade">
                                      <p:cBhvr>
                                        <p:cTn id="198" dur="500"/>
                                        <p:tgtEl>
                                          <p:spTgt spid="44"/>
                                        </p:tgtEl>
                                      </p:cBhvr>
                                    </p:animEffect>
                                  </p:childTnLst>
                                </p:cTn>
                              </p:par>
                              <p:par>
                                <p:cTn id="199" presetID="53" presetClass="entr" presetSubtype="16" fill="hold" grpId="0" nodeType="withEffect">
                                  <p:stCondLst>
                                    <p:cond delay="0"/>
                                  </p:stCondLst>
                                  <p:childTnLst>
                                    <p:set>
                                      <p:cBhvr>
                                        <p:cTn id="200" dur="1" fill="hold">
                                          <p:stCondLst>
                                            <p:cond delay="0"/>
                                          </p:stCondLst>
                                        </p:cTn>
                                        <p:tgtEl>
                                          <p:spTgt spid="45"/>
                                        </p:tgtEl>
                                        <p:attrNameLst>
                                          <p:attrName>style.visibility</p:attrName>
                                        </p:attrNameLst>
                                      </p:cBhvr>
                                      <p:to>
                                        <p:strVal val="visible"/>
                                      </p:to>
                                    </p:set>
                                    <p:anim calcmode="lin" valueType="num">
                                      <p:cBhvr>
                                        <p:cTn id="201" dur="500" fill="hold"/>
                                        <p:tgtEl>
                                          <p:spTgt spid="45"/>
                                        </p:tgtEl>
                                        <p:attrNameLst>
                                          <p:attrName>ppt_w</p:attrName>
                                        </p:attrNameLst>
                                      </p:cBhvr>
                                      <p:tavLst>
                                        <p:tav tm="0">
                                          <p:val>
                                            <p:fltVal val="0"/>
                                          </p:val>
                                        </p:tav>
                                        <p:tav tm="100000">
                                          <p:val>
                                            <p:strVal val="#ppt_w"/>
                                          </p:val>
                                        </p:tav>
                                      </p:tavLst>
                                    </p:anim>
                                    <p:anim calcmode="lin" valueType="num">
                                      <p:cBhvr>
                                        <p:cTn id="202" dur="500" fill="hold"/>
                                        <p:tgtEl>
                                          <p:spTgt spid="45"/>
                                        </p:tgtEl>
                                        <p:attrNameLst>
                                          <p:attrName>ppt_h</p:attrName>
                                        </p:attrNameLst>
                                      </p:cBhvr>
                                      <p:tavLst>
                                        <p:tav tm="0">
                                          <p:val>
                                            <p:fltVal val="0"/>
                                          </p:val>
                                        </p:tav>
                                        <p:tav tm="100000">
                                          <p:val>
                                            <p:strVal val="#ppt_h"/>
                                          </p:val>
                                        </p:tav>
                                      </p:tavLst>
                                    </p:anim>
                                    <p:animEffect transition="in" filter="fade">
                                      <p:cBhvr>
                                        <p:cTn id="203" dur="500"/>
                                        <p:tgtEl>
                                          <p:spTgt spid="45"/>
                                        </p:tgtEl>
                                      </p:cBhvr>
                                    </p:animEffect>
                                  </p:childTnLst>
                                </p:cTn>
                              </p:par>
                              <p:par>
                                <p:cTn id="204" presetID="53" presetClass="entr" presetSubtype="16" fill="hold" grpId="0" nodeType="withEffect">
                                  <p:stCondLst>
                                    <p:cond delay="0"/>
                                  </p:stCondLst>
                                  <p:childTnLst>
                                    <p:set>
                                      <p:cBhvr>
                                        <p:cTn id="205" dur="1" fill="hold">
                                          <p:stCondLst>
                                            <p:cond delay="0"/>
                                          </p:stCondLst>
                                        </p:cTn>
                                        <p:tgtEl>
                                          <p:spTgt spid="46"/>
                                        </p:tgtEl>
                                        <p:attrNameLst>
                                          <p:attrName>style.visibility</p:attrName>
                                        </p:attrNameLst>
                                      </p:cBhvr>
                                      <p:to>
                                        <p:strVal val="visible"/>
                                      </p:to>
                                    </p:set>
                                    <p:anim calcmode="lin" valueType="num">
                                      <p:cBhvr>
                                        <p:cTn id="206" dur="500" fill="hold"/>
                                        <p:tgtEl>
                                          <p:spTgt spid="46"/>
                                        </p:tgtEl>
                                        <p:attrNameLst>
                                          <p:attrName>ppt_w</p:attrName>
                                        </p:attrNameLst>
                                      </p:cBhvr>
                                      <p:tavLst>
                                        <p:tav tm="0">
                                          <p:val>
                                            <p:fltVal val="0"/>
                                          </p:val>
                                        </p:tav>
                                        <p:tav tm="100000">
                                          <p:val>
                                            <p:strVal val="#ppt_w"/>
                                          </p:val>
                                        </p:tav>
                                      </p:tavLst>
                                    </p:anim>
                                    <p:anim calcmode="lin" valueType="num">
                                      <p:cBhvr>
                                        <p:cTn id="207" dur="500" fill="hold"/>
                                        <p:tgtEl>
                                          <p:spTgt spid="46"/>
                                        </p:tgtEl>
                                        <p:attrNameLst>
                                          <p:attrName>ppt_h</p:attrName>
                                        </p:attrNameLst>
                                      </p:cBhvr>
                                      <p:tavLst>
                                        <p:tav tm="0">
                                          <p:val>
                                            <p:fltVal val="0"/>
                                          </p:val>
                                        </p:tav>
                                        <p:tav tm="100000">
                                          <p:val>
                                            <p:strVal val="#ppt_h"/>
                                          </p:val>
                                        </p:tav>
                                      </p:tavLst>
                                    </p:anim>
                                    <p:animEffect transition="in" filter="fade">
                                      <p:cBhvr>
                                        <p:cTn id="208" dur="500"/>
                                        <p:tgtEl>
                                          <p:spTgt spid="46"/>
                                        </p:tgtEl>
                                      </p:cBhvr>
                                    </p:animEffect>
                                  </p:childTnLst>
                                </p:cTn>
                              </p:par>
                              <p:par>
                                <p:cTn id="209" presetID="53" presetClass="entr" presetSubtype="16" fill="hold" grpId="0" nodeType="withEffect">
                                  <p:stCondLst>
                                    <p:cond delay="0"/>
                                  </p:stCondLst>
                                  <p:childTnLst>
                                    <p:set>
                                      <p:cBhvr>
                                        <p:cTn id="210" dur="1" fill="hold">
                                          <p:stCondLst>
                                            <p:cond delay="0"/>
                                          </p:stCondLst>
                                        </p:cTn>
                                        <p:tgtEl>
                                          <p:spTgt spid="3"/>
                                        </p:tgtEl>
                                        <p:attrNameLst>
                                          <p:attrName>style.visibility</p:attrName>
                                        </p:attrNameLst>
                                      </p:cBhvr>
                                      <p:to>
                                        <p:strVal val="visible"/>
                                      </p:to>
                                    </p:set>
                                    <p:anim calcmode="lin" valueType="num">
                                      <p:cBhvr>
                                        <p:cTn id="211" dur="500" fill="hold"/>
                                        <p:tgtEl>
                                          <p:spTgt spid="3"/>
                                        </p:tgtEl>
                                        <p:attrNameLst>
                                          <p:attrName>ppt_w</p:attrName>
                                        </p:attrNameLst>
                                      </p:cBhvr>
                                      <p:tavLst>
                                        <p:tav tm="0">
                                          <p:val>
                                            <p:fltVal val="0"/>
                                          </p:val>
                                        </p:tav>
                                        <p:tav tm="100000">
                                          <p:val>
                                            <p:strVal val="#ppt_w"/>
                                          </p:val>
                                        </p:tav>
                                      </p:tavLst>
                                    </p:anim>
                                    <p:anim calcmode="lin" valueType="num">
                                      <p:cBhvr>
                                        <p:cTn id="212" dur="500" fill="hold"/>
                                        <p:tgtEl>
                                          <p:spTgt spid="3"/>
                                        </p:tgtEl>
                                        <p:attrNameLst>
                                          <p:attrName>ppt_h</p:attrName>
                                        </p:attrNameLst>
                                      </p:cBhvr>
                                      <p:tavLst>
                                        <p:tav tm="0">
                                          <p:val>
                                            <p:fltVal val="0"/>
                                          </p:val>
                                        </p:tav>
                                        <p:tav tm="100000">
                                          <p:val>
                                            <p:strVal val="#ppt_h"/>
                                          </p:val>
                                        </p:tav>
                                      </p:tavLst>
                                    </p:anim>
                                    <p:animEffect transition="in" filter="fade">
                                      <p:cBhvr>
                                        <p:cTn id="213" dur="500"/>
                                        <p:tgtEl>
                                          <p:spTgt spid="3"/>
                                        </p:tgtEl>
                                      </p:cBhvr>
                                    </p:animEffect>
                                  </p:childTnLst>
                                </p:cTn>
                              </p:par>
                              <p:par>
                                <p:cTn id="214" presetID="53" presetClass="entr" presetSubtype="16" fill="hold" grpId="0" nodeType="withEffect">
                                  <p:stCondLst>
                                    <p:cond delay="0"/>
                                  </p:stCondLst>
                                  <p:childTnLst>
                                    <p:set>
                                      <p:cBhvr>
                                        <p:cTn id="215" dur="1" fill="hold">
                                          <p:stCondLst>
                                            <p:cond delay="0"/>
                                          </p:stCondLst>
                                        </p:cTn>
                                        <p:tgtEl>
                                          <p:spTgt spid="48"/>
                                        </p:tgtEl>
                                        <p:attrNameLst>
                                          <p:attrName>style.visibility</p:attrName>
                                        </p:attrNameLst>
                                      </p:cBhvr>
                                      <p:to>
                                        <p:strVal val="visible"/>
                                      </p:to>
                                    </p:set>
                                    <p:anim calcmode="lin" valueType="num">
                                      <p:cBhvr>
                                        <p:cTn id="216" dur="500" fill="hold"/>
                                        <p:tgtEl>
                                          <p:spTgt spid="48"/>
                                        </p:tgtEl>
                                        <p:attrNameLst>
                                          <p:attrName>ppt_w</p:attrName>
                                        </p:attrNameLst>
                                      </p:cBhvr>
                                      <p:tavLst>
                                        <p:tav tm="0">
                                          <p:val>
                                            <p:fltVal val="0"/>
                                          </p:val>
                                        </p:tav>
                                        <p:tav tm="100000">
                                          <p:val>
                                            <p:strVal val="#ppt_w"/>
                                          </p:val>
                                        </p:tav>
                                      </p:tavLst>
                                    </p:anim>
                                    <p:anim calcmode="lin" valueType="num">
                                      <p:cBhvr>
                                        <p:cTn id="217" dur="500" fill="hold"/>
                                        <p:tgtEl>
                                          <p:spTgt spid="48"/>
                                        </p:tgtEl>
                                        <p:attrNameLst>
                                          <p:attrName>ppt_h</p:attrName>
                                        </p:attrNameLst>
                                      </p:cBhvr>
                                      <p:tavLst>
                                        <p:tav tm="0">
                                          <p:val>
                                            <p:fltVal val="0"/>
                                          </p:val>
                                        </p:tav>
                                        <p:tav tm="100000">
                                          <p:val>
                                            <p:strVal val="#ppt_h"/>
                                          </p:val>
                                        </p:tav>
                                      </p:tavLst>
                                    </p:anim>
                                    <p:animEffect transition="in" filter="fade">
                                      <p:cBhvr>
                                        <p:cTn id="218" dur="500"/>
                                        <p:tgtEl>
                                          <p:spTgt spid="48"/>
                                        </p:tgtEl>
                                      </p:cBhvr>
                                    </p:animEffect>
                                  </p:childTnLst>
                                </p:cTn>
                              </p:par>
                              <p:par>
                                <p:cTn id="219" presetID="53" presetClass="entr" presetSubtype="16" fill="hold" grpId="0" nodeType="withEffect">
                                  <p:stCondLst>
                                    <p:cond delay="0"/>
                                  </p:stCondLst>
                                  <p:childTnLst>
                                    <p:set>
                                      <p:cBhvr>
                                        <p:cTn id="220" dur="1" fill="hold">
                                          <p:stCondLst>
                                            <p:cond delay="0"/>
                                          </p:stCondLst>
                                        </p:cTn>
                                        <p:tgtEl>
                                          <p:spTgt spid="49"/>
                                        </p:tgtEl>
                                        <p:attrNameLst>
                                          <p:attrName>style.visibility</p:attrName>
                                        </p:attrNameLst>
                                      </p:cBhvr>
                                      <p:to>
                                        <p:strVal val="visible"/>
                                      </p:to>
                                    </p:set>
                                    <p:anim calcmode="lin" valueType="num">
                                      <p:cBhvr>
                                        <p:cTn id="221" dur="500" fill="hold"/>
                                        <p:tgtEl>
                                          <p:spTgt spid="49"/>
                                        </p:tgtEl>
                                        <p:attrNameLst>
                                          <p:attrName>ppt_w</p:attrName>
                                        </p:attrNameLst>
                                      </p:cBhvr>
                                      <p:tavLst>
                                        <p:tav tm="0">
                                          <p:val>
                                            <p:fltVal val="0"/>
                                          </p:val>
                                        </p:tav>
                                        <p:tav tm="100000">
                                          <p:val>
                                            <p:strVal val="#ppt_w"/>
                                          </p:val>
                                        </p:tav>
                                      </p:tavLst>
                                    </p:anim>
                                    <p:anim calcmode="lin" valueType="num">
                                      <p:cBhvr>
                                        <p:cTn id="222" dur="500" fill="hold"/>
                                        <p:tgtEl>
                                          <p:spTgt spid="49"/>
                                        </p:tgtEl>
                                        <p:attrNameLst>
                                          <p:attrName>ppt_h</p:attrName>
                                        </p:attrNameLst>
                                      </p:cBhvr>
                                      <p:tavLst>
                                        <p:tav tm="0">
                                          <p:val>
                                            <p:fltVal val="0"/>
                                          </p:val>
                                        </p:tav>
                                        <p:tav tm="100000">
                                          <p:val>
                                            <p:strVal val="#ppt_h"/>
                                          </p:val>
                                        </p:tav>
                                      </p:tavLst>
                                    </p:anim>
                                    <p:animEffect transition="in" filter="fade">
                                      <p:cBhvr>
                                        <p:cTn id="223" dur="500"/>
                                        <p:tgtEl>
                                          <p:spTgt spid="49"/>
                                        </p:tgtEl>
                                      </p:cBhvr>
                                    </p:animEffect>
                                  </p:childTnLst>
                                </p:cTn>
                              </p:par>
                              <p:par>
                                <p:cTn id="224" presetID="53" presetClass="entr" presetSubtype="16" fill="hold" grpId="0" nodeType="withEffect">
                                  <p:stCondLst>
                                    <p:cond delay="0"/>
                                  </p:stCondLst>
                                  <p:childTnLst>
                                    <p:set>
                                      <p:cBhvr>
                                        <p:cTn id="225" dur="1" fill="hold">
                                          <p:stCondLst>
                                            <p:cond delay="0"/>
                                          </p:stCondLst>
                                        </p:cTn>
                                        <p:tgtEl>
                                          <p:spTgt spid="50"/>
                                        </p:tgtEl>
                                        <p:attrNameLst>
                                          <p:attrName>style.visibility</p:attrName>
                                        </p:attrNameLst>
                                      </p:cBhvr>
                                      <p:to>
                                        <p:strVal val="visible"/>
                                      </p:to>
                                    </p:set>
                                    <p:anim calcmode="lin" valueType="num">
                                      <p:cBhvr>
                                        <p:cTn id="226" dur="500" fill="hold"/>
                                        <p:tgtEl>
                                          <p:spTgt spid="50"/>
                                        </p:tgtEl>
                                        <p:attrNameLst>
                                          <p:attrName>ppt_w</p:attrName>
                                        </p:attrNameLst>
                                      </p:cBhvr>
                                      <p:tavLst>
                                        <p:tav tm="0">
                                          <p:val>
                                            <p:fltVal val="0"/>
                                          </p:val>
                                        </p:tav>
                                        <p:tav tm="100000">
                                          <p:val>
                                            <p:strVal val="#ppt_w"/>
                                          </p:val>
                                        </p:tav>
                                      </p:tavLst>
                                    </p:anim>
                                    <p:anim calcmode="lin" valueType="num">
                                      <p:cBhvr>
                                        <p:cTn id="227" dur="500" fill="hold"/>
                                        <p:tgtEl>
                                          <p:spTgt spid="50"/>
                                        </p:tgtEl>
                                        <p:attrNameLst>
                                          <p:attrName>ppt_h</p:attrName>
                                        </p:attrNameLst>
                                      </p:cBhvr>
                                      <p:tavLst>
                                        <p:tav tm="0">
                                          <p:val>
                                            <p:fltVal val="0"/>
                                          </p:val>
                                        </p:tav>
                                        <p:tav tm="100000">
                                          <p:val>
                                            <p:strVal val="#ppt_h"/>
                                          </p:val>
                                        </p:tav>
                                      </p:tavLst>
                                    </p:anim>
                                    <p:animEffect transition="in" filter="fade">
                                      <p:cBhvr>
                                        <p:cTn id="228" dur="500"/>
                                        <p:tgtEl>
                                          <p:spTgt spid="50"/>
                                        </p:tgtEl>
                                      </p:cBhvr>
                                    </p:animEffect>
                                  </p:childTnLst>
                                </p:cTn>
                              </p:par>
                              <p:par>
                                <p:cTn id="229" presetID="53" presetClass="entr" presetSubtype="16" fill="hold" grpId="0" nodeType="withEffect">
                                  <p:stCondLst>
                                    <p:cond delay="0"/>
                                  </p:stCondLst>
                                  <p:childTnLst>
                                    <p:set>
                                      <p:cBhvr>
                                        <p:cTn id="230" dur="1" fill="hold">
                                          <p:stCondLst>
                                            <p:cond delay="0"/>
                                          </p:stCondLst>
                                        </p:cTn>
                                        <p:tgtEl>
                                          <p:spTgt spid="51"/>
                                        </p:tgtEl>
                                        <p:attrNameLst>
                                          <p:attrName>style.visibility</p:attrName>
                                        </p:attrNameLst>
                                      </p:cBhvr>
                                      <p:to>
                                        <p:strVal val="visible"/>
                                      </p:to>
                                    </p:set>
                                    <p:anim calcmode="lin" valueType="num">
                                      <p:cBhvr>
                                        <p:cTn id="231" dur="500" fill="hold"/>
                                        <p:tgtEl>
                                          <p:spTgt spid="51"/>
                                        </p:tgtEl>
                                        <p:attrNameLst>
                                          <p:attrName>ppt_w</p:attrName>
                                        </p:attrNameLst>
                                      </p:cBhvr>
                                      <p:tavLst>
                                        <p:tav tm="0">
                                          <p:val>
                                            <p:fltVal val="0"/>
                                          </p:val>
                                        </p:tav>
                                        <p:tav tm="100000">
                                          <p:val>
                                            <p:strVal val="#ppt_w"/>
                                          </p:val>
                                        </p:tav>
                                      </p:tavLst>
                                    </p:anim>
                                    <p:anim calcmode="lin" valueType="num">
                                      <p:cBhvr>
                                        <p:cTn id="232" dur="500" fill="hold"/>
                                        <p:tgtEl>
                                          <p:spTgt spid="51"/>
                                        </p:tgtEl>
                                        <p:attrNameLst>
                                          <p:attrName>ppt_h</p:attrName>
                                        </p:attrNameLst>
                                      </p:cBhvr>
                                      <p:tavLst>
                                        <p:tav tm="0">
                                          <p:val>
                                            <p:fltVal val="0"/>
                                          </p:val>
                                        </p:tav>
                                        <p:tav tm="100000">
                                          <p:val>
                                            <p:strVal val="#ppt_h"/>
                                          </p:val>
                                        </p:tav>
                                      </p:tavLst>
                                    </p:anim>
                                    <p:animEffect transition="in" filter="fade">
                                      <p:cBhvr>
                                        <p:cTn id="233" dur="500"/>
                                        <p:tgtEl>
                                          <p:spTgt spid="51"/>
                                        </p:tgtEl>
                                      </p:cBhvr>
                                    </p:animEffect>
                                  </p:childTnLst>
                                </p:cTn>
                              </p:par>
                              <p:par>
                                <p:cTn id="234" presetID="53" presetClass="entr" presetSubtype="16" fill="hold" grpId="0" nodeType="withEffect">
                                  <p:stCondLst>
                                    <p:cond delay="0"/>
                                  </p:stCondLst>
                                  <p:childTnLst>
                                    <p:set>
                                      <p:cBhvr>
                                        <p:cTn id="235" dur="1" fill="hold">
                                          <p:stCondLst>
                                            <p:cond delay="0"/>
                                          </p:stCondLst>
                                        </p:cTn>
                                        <p:tgtEl>
                                          <p:spTgt spid="52"/>
                                        </p:tgtEl>
                                        <p:attrNameLst>
                                          <p:attrName>style.visibility</p:attrName>
                                        </p:attrNameLst>
                                      </p:cBhvr>
                                      <p:to>
                                        <p:strVal val="visible"/>
                                      </p:to>
                                    </p:set>
                                    <p:anim calcmode="lin" valueType="num">
                                      <p:cBhvr>
                                        <p:cTn id="236" dur="500" fill="hold"/>
                                        <p:tgtEl>
                                          <p:spTgt spid="52"/>
                                        </p:tgtEl>
                                        <p:attrNameLst>
                                          <p:attrName>ppt_w</p:attrName>
                                        </p:attrNameLst>
                                      </p:cBhvr>
                                      <p:tavLst>
                                        <p:tav tm="0">
                                          <p:val>
                                            <p:fltVal val="0"/>
                                          </p:val>
                                        </p:tav>
                                        <p:tav tm="100000">
                                          <p:val>
                                            <p:strVal val="#ppt_w"/>
                                          </p:val>
                                        </p:tav>
                                      </p:tavLst>
                                    </p:anim>
                                    <p:anim calcmode="lin" valueType="num">
                                      <p:cBhvr>
                                        <p:cTn id="237" dur="500" fill="hold"/>
                                        <p:tgtEl>
                                          <p:spTgt spid="52"/>
                                        </p:tgtEl>
                                        <p:attrNameLst>
                                          <p:attrName>ppt_h</p:attrName>
                                        </p:attrNameLst>
                                      </p:cBhvr>
                                      <p:tavLst>
                                        <p:tav tm="0">
                                          <p:val>
                                            <p:fltVal val="0"/>
                                          </p:val>
                                        </p:tav>
                                        <p:tav tm="100000">
                                          <p:val>
                                            <p:strVal val="#ppt_h"/>
                                          </p:val>
                                        </p:tav>
                                      </p:tavLst>
                                    </p:anim>
                                    <p:animEffect transition="in" filter="fade">
                                      <p:cBhvr>
                                        <p:cTn id="238" dur="500"/>
                                        <p:tgtEl>
                                          <p:spTgt spid="52"/>
                                        </p:tgtEl>
                                      </p:cBhvr>
                                    </p:animEffect>
                                  </p:childTnLst>
                                </p:cTn>
                              </p:par>
                              <p:par>
                                <p:cTn id="239" presetID="53" presetClass="entr" presetSubtype="16" fill="hold" grpId="0" nodeType="withEffect">
                                  <p:stCondLst>
                                    <p:cond delay="0"/>
                                  </p:stCondLst>
                                  <p:childTnLst>
                                    <p:set>
                                      <p:cBhvr>
                                        <p:cTn id="240" dur="1" fill="hold">
                                          <p:stCondLst>
                                            <p:cond delay="0"/>
                                          </p:stCondLst>
                                        </p:cTn>
                                        <p:tgtEl>
                                          <p:spTgt spid="53"/>
                                        </p:tgtEl>
                                        <p:attrNameLst>
                                          <p:attrName>style.visibility</p:attrName>
                                        </p:attrNameLst>
                                      </p:cBhvr>
                                      <p:to>
                                        <p:strVal val="visible"/>
                                      </p:to>
                                    </p:set>
                                    <p:anim calcmode="lin" valueType="num">
                                      <p:cBhvr>
                                        <p:cTn id="241" dur="500" fill="hold"/>
                                        <p:tgtEl>
                                          <p:spTgt spid="53"/>
                                        </p:tgtEl>
                                        <p:attrNameLst>
                                          <p:attrName>ppt_w</p:attrName>
                                        </p:attrNameLst>
                                      </p:cBhvr>
                                      <p:tavLst>
                                        <p:tav tm="0">
                                          <p:val>
                                            <p:fltVal val="0"/>
                                          </p:val>
                                        </p:tav>
                                        <p:tav tm="100000">
                                          <p:val>
                                            <p:strVal val="#ppt_w"/>
                                          </p:val>
                                        </p:tav>
                                      </p:tavLst>
                                    </p:anim>
                                    <p:anim calcmode="lin" valueType="num">
                                      <p:cBhvr>
                                        <p:cTn id="242" dur="500" fill="hold"/>
                                        <p:tgtEl>
                                          <p:spTgt spid="53"/>
                                        </p:tgtEl>
                                        <p:attrNameLst>
                                          <p:attrName>ppt_h</p:attrName>
                                        </p:attrNameLst>
                                      </p:cBhvr>
                                      <p:tavLst>
                                        <p:tav tm="0">
                                          <p:val>
                                            <p:fltVal val="0"/>
                                          </p:val>
                                        </p:tav>
                                        <p:tav tm="100000">
                                          <p:val>
                                            <p:strVal val="#ppt_h"/>
                                          </p:val>
                                        </p:tav>
                                      </p:tavLst>
                                    </p:anim>
                                    <p:animEffect transition="in" filter="fade">
                                      <p:cBhvr>
                                        <p:cTn id="243" dur="500"/>
                                        <p:tgtEl>
                                          <p:spTgt spid="53"/>
                                        </p:tgtEl>
                                      </p:cBhvr>
                                    </p:animEffect>
                                  </p:childTnLst>
                                </p:cTn>
                              </p:par>
                              <p:par>
                                <p:cTn id="244" presetID="53" presetClass="entr" presetSubtype="16" fill="hold" grpId="0" nodeType="withEffect">
                                  <p:stCondLst>
                                    <p:cond delay="0"/>
                                  </p:stCondLst>
                                  <p:childTnLst>
                                    <p:set>
                                      <p:cBhvr>
                                        <p:cTn id="245" dur="1" fill="hold">
                                          <p:stCondLst>
                                            <p:cond delay="0"/>
                                          </p:stCondLst>
                                        </p:cTn>
                                        <p:tgtEl>
                                          <p:spTgt spid="54"/>
                                        </p:tgtEl>
                                        <p:attrNameLst>
                                          <p:attrName>style.visibility</p:attrName>
                                        </p:attrNameLst>
                                      </p:cBhvr>
                                      <p:to>
                                        <p:strVal val="visible"/>
                                      </p:to>
                                    </p:set>
                                    <p:anim calcmode="lin" valueType="num">
                                      <p:cBhvr>
                                        <p:cTn id="246" dur="500" fill="hold"/>
                                        <p:tgtEl>
                                          <p:spTgt spid="54"/>
                                        </p:tgtEl>
                                        <p:attrNameLst>
                                          <p:attrName>ppt_w</p:attrName>
                                        </p:attrNameLst>
                                      </p:cBhvr>
                                      <p:tavLst>
                                        <p:tav tm="0">
                                          <p:val>
                                            <p:fltVal val="0"/>
                                          </p:val>
                                        </p:tav>
                                        <p:tav tm="100000">
                                          <p:val>
                                            <p:strVal val="#ppt_w"/>
                                          </p:val>
                                        </p:tav>
                                      </p:tavLst>
                                    </p:anim>
                                    <p:anim calcmode="lin" valueType="num">
                                      <p:cBhvr>
                                        <p:cTn id="247" dur="500" fill="hold"/>
                                        <p:tgtEl>
                                          <p:spTgt spid="54"/>
                                        </p:tgtEl>
                                        <p:attrNameLst>
                                          <p:attrName>ppt_h</p:attrName>
                                        </p:attrNameLst>
                                      </p:cBhvr>
                                      <p:tavLst>
                                        <p:tav tm="0">
                                          <p:val>
                                            <p:fltVal val="0"/>
                                          </p:val>
                                        </p:tav>
                                        <p:tav tm="100000">
                                          <p:val>
                                            <p:strVal val="#ppt_h"/>
                                          </p:val>
                                        </p:tav>
                                      </p:tavLst>
                                    </p:anim>
                                    <p:animEffect transition="in" filter="fade">
                                      <p:cBhvr>
                                        <p:cTn id="248" dur="500"/>
                                        <p:tgtEl>
                                          <p:spTgt spid="54"/>
                                        </p:tgtEl>
                                      </p:cBhvr>
                                    </p:animEffect>
                                  </p:childTnLst>
                                </p:cTn>
                              </p:par>
                              <p:par>
                                <p:cTn id="249" presetID="53" presetClass="entr" presetSubtype="16" fill="hold" grpId="0" nodeType="withEffect">
                                  <p:stCondLst>
                                    <p:cond delay="0"/>
                                  </p:stCondLst>
                                  <p:childTnLst>
                                    <p:set>
                                      <p:cBhvr>
                                        <p:cTn id="250" dur="1" fill="hold">
                                          <p:stCondLst>
                                            <p:cond delay="0"/>
                                          </p:stCondLst>
                                        </p:cTn>
                                        <p:tgtEl>
                                          <p:spTgt spid="55"/>
                                        </p:tgtEl>
                                        <p:attrNameLst>
                                          <p:attrName>style.visibility</p:attrName>
                                        </p:attrNameLst>
                                      </p:cBhvr>
                                      <p:to>
                                        <p:strVal val="visible"/>
                                      </p:to>
                                    </p:set>
                                    <p:anim calcmode="lin" valueType="num">
                                      <p:cBhvr>
                                        <p:cTn id="251" dur="500" fill="hold"/>
                                        <p:tgtEl>
                                          <p:spTgt spid="55"/>
                                        </p:tgtEl>
                                        <p:attrNameLst>
                                          <p:attrName>ppt_w</p:attrName>
                                        </p:attrNameLst>
                                      </p:cBhvr>
                                      <p:tavLst>
                                        <p:tav tm="0">
                                          <p:val>
                                            <p:fltVal val="0"/>
                                          </p:val>
                                        </p:tav>
                                        <p:tav tm="100000">
                                          <p:val>
                                            <p:strVal val="#ppt_w"/>
                                          </p:val>
                                        </p:tav>
                                      </p:tavLst>
                                    </p:anim>
                                    <p:anim calcmode="lin" valueType="num">
                                      <p:cBhvr>
                                        <p:cTn id="252" dur="500" fill="hold"/>
                                        <p:tgtEl>
                                          <p:spTgt spid="55"/>
                                        </p:tgtEl>
                                        <p:attrNameLst>
                                          <p:attrName>ppt_h</p:attrName>
                                        </p:attrNameLst>
                                      </p:cBhvr>
                                      <p:tavLst>
                                        <p:tav tm="0">
                                          <p:val>
                                            <p:fltVal val="0"/>
                                          </p:val>
                                        </p:tav>
                                        <p:tav tm="100000">
                                          <p:val>
                                            <p:strVal val="#ppt_h"/>
                                          </p:val>
                                        </p:tav>
                                      </p:tavLst>
                                    </p:anim>
                                    <p:animEffect transition="in" filter="fade">
                                      <p:cBhvr>
                                        <p:cTn id="253" dur="500"/>
                                        <p:tgtEl>
                                          <p:spTgt spid="55"/>
                                        </p:tgtEl>
                                      </p:cBhvr>
                                    </p:animEffect>
                                  </p:childTnLst>
                                </p:cTn>
                              </p:par>
                              <p:par>
                                <p:cTn id="254" presetID="53" presetClass="entr" presetSubtype="16" fill="hold" grpId="0" nodeType="withEffect">
                                  <p:stCondLst>
                                    <p:cond delay="0"/>
                                  </p:stCondLst>
                                  <p:childTnLst>
                                    <p:set>
                                      <p:cBhvr>
                                        <p:cTn id="255" dur="1" fill="hold">
                                          <p:stCondLst>
                                            <p:cond delay="0"/>
                                          </p:stCondLst>
                                        </p:cTn>
                                        <p:tgtEl>
                                          <p:spTgt spid="56"/>
                                        </p:tgtEl>
                                        <p:attrNameLst>
                                          <p:attrName>style.visibility</p:attrName>
                                        </p:attrNameLst>
                                      </p:cBhvr>
                                      <p:to>
                                        <p:strVal val="visible"/>
                                      </p:to>
                                    </p:set>
                                    <p:anim calcmode="lin" valueType="num">
                                      <p:cBhvr>
                                        <p:cTn id="256" dur="500" fill="hold"/>
                                        <p:tgtEl>
                                          <p:spTgt spid="56"/>
                                        </p:tgtEl>
                                        <p:attrNameLst>
                                          <p:attrName>ppt_w</p:attrName>
                                        </p:attrNameLst>
                                      </p:cBhvr>
                                      <p:tavLst>
                                        <p:tav tm="0">
                                          <p:val>
                                            <p:fltVal val="0"/>
                                          </p:val>
                                        </p:tav>
                                        <p:tav tm="100000">
                                          <p:val>
                                            <p:strVal val="#ppt_w"/>
                                          </p:val>
                                        </p:tav>
                                      </p:tavLst>
                                    </p:anim>
                                    <p:anim calcmode="lin" valueType="num">
                                      <p:cBhvr>
                                        <p:cTn id="257" dur="500" fill="hold"/>
                                        <p:tgtEl>
                                          <p:spTgt spid="56"/>
                                        </p:tgtEl>
                                        <p:attrNameLst>
                                          <p:attrName>ppt_h</p:attrName>
                                        </p:attrNameLst>
                                      </p:cBhvr>
                                      <p:tavLst>
                                        <p:tav tm="0">
                                          <p:val>
                                            <p:fltVal val="0"/>
                                          </p:val>
                                        </p:tav>
                                        <p:tav tm="100000">
                                          <p:val>
                                            <p:strVal val="#ppt_h"/>
                                          </p:val>
                                        </p:tav>
                                      </p:tavLst>
                                    </p:anim>
                                    <p:animEffect transition="in" filter="fade">
                                      <p:cBhvr>
                                        <p:cTn id="258" dur="500"/>
                                        <p:tgtEl>
                                          <p:spTgt spid="56"/>
                                        </p:tgtEl>
                                      </p:cBhvr>
                                    </p:animEffect>
                                  </p:childTnLst>
                                </p:cTn>
                              </p:par>
                              <p:par>
                                <p:cTn id="259" presetID="53" presetClass="entr" presetSubtype="16" fill="hold" grpId="0" nodeType="withEffect">
                                  <p:stCondLst>
                                    <p:cond delay="0"/>
                                  </p:stCondLst>
                                  <p:childTnLst>
                                    <p:set>
                                      <p:cBhvr>
                                        <p:cTn id="260" dur="1" fill="hold">
                                          <p:stCondLst>
                                            <p:cond delay="0"/>
                                          </p:stCondLst>
                                        </p:cTn>
                                        <p:tgtEl>
                                          <p:spTgt spid="57"/>
                                        </p:tgtEl>
                                        <p:attrNameLst>
                                          <p:attrName>style.visibility</p:attrName>
                                        </p:attrNameLst>
                                      </p:cBhvr>
                                      <p:to>
                                        <p:strVal val="visible"/>
                                      </p:to>
                                    </p:set>
                                    <p:anim calcmode="lin" valueType="num">
                                      <p:cBhvr>
                                        <p:cTn id="261" dur="500" fill="hold"/>
                                        <p:tgtEl>
                                          <p:spTgt spid="57"/>
                                        </p:tgtEl>
                                        <p:attrNameLst>
                                          <p:attrName>ppt_w</p:attrName>
                                        </p:attrNameLst>
                                      </p:cBhvr>
                                      <p:tavLst>
                                        <p:tav tm="0">
                                          <p:val>
                                            <p:fltVal val="0"/>
                                          </p:val>
                                        </p:tav>
                                        <p:tav tm="100000">
                                          <p:val>
                                            <p:strVal val="#ppt_w"/>
                                          </p:val>
                                        </p:tav>
                                      </p:tavLst>
                                    </p:anim>
                                    <p:anim calcmode="lin" valueType="num">
                                      <p:cBhvr>
                                        <p:cTn id="262" dur="500" fill="hold"/>
                                        <p:tgtEl>
                                          <p:spTgt spid="57"/>
                                        </p:tgtEl>
                                        <p:attrNameLst>
                                          <p:attrName>ppt_h</p:attrName>
                                        </p:attrNameLst>
                                      </p:cBhvr>
                                      <p:tavLst>
                                        <p:tav tm="0">
                                          <p:val>
                                            <p:fltVal val="0"/>
                                          </p:val>
                                        </p:tav>
                                        <p:tav tm="100000">
                                          <p:val>
                                            <p:strVal val="#ppt_h"/>
                                          </p:val>
                                        </p:tav>
                                      </p:tavLst>
                                    </p:anim>
                                    <p:animEffect transition="in" filter="fade">
                                      <p:cBhvr>
                                        <p:cTn id="263" dur="500"/>
                                        <p:tgtEl>
                                          <p:spTgt spid="57"/>
                                        </p:tgtEl>
                                      </p:cBhvr>
                                    </p:animEffect>
                                  </p:childTnLst>
                                </p:cTn>
                              </p:par>
                              <p:par>
                                <p:cTn id="264" presetID="53" presetClass="entr" presetSubtype="16" fill="hold" grpId="0" nodeType="withEffect">
                                  <p:stCondLst>
                                    <p:cond delay="0"/>
                                  </p:stCondLst>
                                  <p:childTnLst>
                                    <p:set>
                                      <p:cBhvr>
                                        <p:cTn id="265" dur="1" fill="hold">
                                          <p:stCondLst>
                                            <p:cond delay="0"/>
                                          </p:stCondLst>
                                        </p:cTn>
                                        <p:tgtEl>
                                          <p:spTgt spid="58"/>
                                        </p:tgtEl>
                                        <p:attrNameLst>
                                          <p:attrName>style.visibility</p:attrName>
                                        </p:attrNameLst>
                                      </p:cBhvr>
                                      <p:to>
                                        <p:strVal val="visible"/>
                                      </p:to>
                                    </p:set>
                                    <p:anim calcmode="lin" valueType="num">
                                      <p:cBhvr>
                                        <p:cTn id="266" dur="500" fill="hold"/>
                                        <p:tgtEl>
                                          <p:spTgt spid="58"/>
                                        </p:tgtEl>
                                        <p:attrNameLst>
                                          <p:attrName>ppt_w</p:attrName>
                                        </p:attrNameLst>
                                      </p:cBhvr>
                                      <p:tavLst>
                                        <p:tav tm="0">
                                          <p:val>
                                            <p:fltVal val="0"/>
                                          </p:val>
                                        </p:tav>
                                        <p:tav tm="100000">
                                          <p:val>
                                            <p:strVal val="#ppt_w"/>
                                          </p:val>
                                        </p:tav>
                                      </p:tavLst>
                                    </p:anim>
                                    <p:anim calcmode="lin" valueType="num">
                                      <p:cBhvr>
                                        <p:cTn id="267" dur="500" fill="hold"/>
                                        <p:tgtEl>
                                          <p:spTgt spid="58"/>
                                        </p:tgtEl>
                                        <p:attrNameLst>
                                          <p:attrName>ppt_h</p:attrName>
                                        </p:attrNameLst>
                                      </p:cBhvr>
                                      <p:tavLst>
                                        <p:tav tm="0">
                                          <p:val>
                                            <p:fltVal val="0"/>
                                          </p:val>
                                        </p:tav>
                                        <p:tav tm="100000">
                                          <p:val>
                                            <p:strVal val="#ppt_h"/>
                                          </p:val>
                                        </p:tav>
                                      </p:tavLst>
                                    </p:anim>
                                    <p:animEffect transition="in" filter="fade">
                                      <p:cBhvr>
                                        <p:cTn id="268" dur="500"/>
                                        <p:tgtEl>
                                          <p:spTgt spid="58"/>
                                        </p:tgtEl>
                                      </p:cBhvr>
                                    </p:animEffect>
                                  </p:childTnLst>
                                </p:cTn>
                              </p:par>
                              <p:par>
                                <p:cTn id="269" presetID="53" presetClass="entr" presetSubtype="16" fill="hold" grpId="0" nodeType="withEffect">
                                  <p:stCondLst>
                                    <p:cond delay="0"/>
                                  </p:stCondLst>
                                  <p:childTnLst>
                                    <p:set>
                                      <p:cBhvr>
                                        <p:cTn id="270" dur="1" fill="hold">
                                          <p:stCondLst>
                                            <p:cond delay="0"/>
                                          </p:stCondLst>
                                        </p:cTn>
                                        <p:tgtEl>
                                          <p:spTgt spid="59"/>
                                        </p:tgtEl>
                                        <p:attrNameLst>
                                          <p:attrName>style.visibility</p:attrName>
                                        </p:attrNameLst>
                                      </p:cBhvr>
                                      <p:to>
                                        <p:strVal val="visible"/>
                                      </p:to>
                                    </p:set>
                                    <p:anim calcmode="lin" valueType="num">
                                      <p:cBhvr>
                                        <p:cTn id="271" dur="500" fill="hold"/>
                                        <p:tgtEl>
                                          <p:spTgt spid="59"/>
                                        </p:tgtEl>
                                        <p:attrNameLst>
                                          <p:attrName>ppt_w</p:attrName>
                                        </p:attrNameLst>
                                      </p:cBhvr>
                                      <p:tavLst>
                                        <p:tav tm="0">
                                          <p:val>
                                            <p:fltVal val="0"/>
                                          </p:val>
                                        </p:tav>
                                        <p:tav tm="100000">
                                          <p:val>
                                            <p:strVal val="#ppt_w"/>
                                          </p:val>
                                        </p:tav>
                                      </p:tavLst>
                                    </p:anim>
                                    <p:anim calcmode="lin" valueType="num">
                                      <p:cBhvr>
                                        <p:cTn id="272" dur="500" fill="hold"/>
                                        <p:tgtEl>
                                          <p:spTgt spid="59"/>
                                        </p:tgtEl>
                                        <p:attrNameLst>
                                          <p:attrName>ppt_h</p:attrName>
                                        </p:attrNameLst>
                                      </p:cBhvr>
                                      <p:tavLst>
                                        <p:tav tm="0">
                                          <p:val>
                                            <p:fltVal val="0"/>
                                          </p:val>
                                        </p:tav>
                                        <p:tav tm="100000">
                                          <p:val>
                                            <p:strVal val="#ppt_h"/>
                                          </p:val>
                                        </p:tav>
                                      </p:tavLst>
                                    </p:anim>
                                    <p:animEffect transition="in" filter="fade">
                                      <p:cBhvr>
                                        <p:cTn id="273" dur="500"/>
                                        <p:tgtEl>
                                          <p:spTgt spid="59"/>
                                        </p:tgtEl>
                                      </p:cBhvr>
                                    </p:animEffect>
                                  </p:childTnLst>
                                </p:cTn>
                              </p:par>
                              <p:par>
                                <p:cTn id="274" presetID="53" presetClass="entr" presetSubtype="16" fill="hold" grpId="0" nodeType="withEffect">
                                  <p:stCondLst>
                                    <p:cond delay="0"/>
                                  </p:stCondLst>
                                  <p:childTnLst>
                                    <p:set>
                                      <p:cBhvr>
                                        <p:cTn id="275" dur="1" fill="hold">
                                          <p:stCondLst>
                                            <p:cond delay="0"/>
                                          </p:stCondLst>
                                        </p:cTn>
                                        <p:tgtEl>
                                          <p:spTgt spid="60"/>
                                        </p:tgtEl>
                                        <p:attrNameLst>
                                          <p:attrName>style.visibility</p:attrName>
                                        </p:attrNameLst>
                                      </p:cBhvr>
                                      <p:to>
                                        <p:strVal val="visible"/>
                                      </p:to>
                                    </p:set>
                                    <p:anim calcmode="lin" valueType="num">
                                      <p:cBhvr>
                                        <p:cTn id="276" dur="500" fill="hold"/>
                                        <p:tgtEl>
                                          <p:spTgt spid="60"/>
                                        </p:tgtEl>
                                        <p:attrNameLst>
                                          <p:attrName>ppt_w</p:attrName>
                                        </p:attrNameLst>
                                      </p:cBhvr>
                                      <p:tavLst>
                                        <p:tav tm="0">
                                          <p:val>
                                            <p:fltVal val="0"/>
                                          </p:val>
                                        </p:tav>
                                        <p:tav tm="100000">
                                          <p:val>
                                            <p:strVal val="#ppt_w"/>
                                          </p:val>
                                        </p:tav>
                                      </p:tavLst>
                                    </p:anim>
                                    <p:anim calcmode="lin" valueType="num">
                                      <p:cBhvr>
                                        <p:cTn id="277" dur="500" fill="hold"/>
                                        <p:tgtEl>
                                          <p:spTgt spid="60"/>
                                        </p:tgtEl>
                                        <p:attrNameLst>
                                          <p:attrName>ppt_h</p:attrName>
                                        </p:attrNameLst>
                                      </p:cBhvr>
                                      <p:tavLst>
                                        <p:tav tm="0">
                                          <p:val>
                                            <p:fltVal val="0"/>
                                          </p:val>
                                        </p:tav>
                                        <p:tav tm="100000">
                                          <p:val>
                                            <p:strVal val="#ppt_h"/>
                                          </p:val>
                                        </p:tav>
                                      </p:tavLst>
                                    </p:anim>
                                    <p:animEffect transition="in" filter="fade">
                                      <p:cBhvr>
                                        <p:cTn id="278"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2" grpId="0" animBg="1"/>
      <p:bldP spid="4" grpId="0" animBg="1"/>
      <p:bldP spid="5" grpId="0" animBg="1"/>
      <p:bldP spid="6" grpId="0" animBg="1"/>
      <p:bldP spid="12" grpId="0" animBg="1"/>
      <p:bldP spid="17" grpId="0" animBg="1"/>
      <p:bldP spid="18" grpId="0" animBg="1"/>
      <p:bldP spid="19" grpId="0" animBg="1"/>
      <p:bldP spid="20" grpId="0" animBg="1"/>
      <p:bldP spid="21" grpId="0" animBg="1"/>
      <p:bldP spid="22" grpId="0" animBg="1"/>
      <p:bldP spid="23" grpId="0" animBg="1"/>
      <p:bldP spid="24"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p:bldP spid="3"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16D95-CF60-4104-689D-278CD624FEAC}"/>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A17A8A45-5A29-EA71-A7FA-1DD6B7166A85}"/>
              </a:ext>
            </a:extLst>
          </p:cNvPr>
          <p:cNvCxnSpPr/>
          <p:nvPr/>
        </p:nvCxnSpPr>
        <p:spPr>
          <a:xfrm flipV="1">
            <a:off x="2893283" y="2578291"/>
            <a:ext cx="0" cy="363521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54FAC7B-7CA1-5649-DC01-79439FFF1A5E}"/>
              </a:ext>
            </a:extLst>
          </p:cNvPr>
          <p:cNvCxnSpPr/>
          <p:nvPr/>
        </p:nvCxnSpPr>
        <p:spPr>
          <a:xfrm>
            <a:off x="2893284" y="6217448"/>
            <a:ext cx="5801337" cy="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id="{317644B1-2D94-250F-5624-12DCE3AE4B09}"/>
              </a:ext>
            </a:extLst>
          </p:cNvPr>
          <p:cNvSpPr txBox="1">
            <a:spLocks noChangeArrowheads="1"/>
          </p:cNvSpPr>
          <p:nvPr/>
        </p:nvSpPr>
        <p:spPr bwMode="auto">
          <a:xfrm>
            <a:off x="8770759" y="5880842"/>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0000FF"/>
                </a:solidFill>
                <a:latin typeface="Helvetica Neue"/>
                <a:ea typeface="+mn-ea"/>
                <a:cs typeface="+mn-cs"/>
              </a:rPr>
              <a:t>X</a:t>
            </a:r>
            <a:endParaRPr lang="en-US" altLang="en-US" sz="3810" b="1" i="1" kern="1200" dirty="0">
              <a:solidFill>
                <a:srgbClr val="0000FF"/>
              </a:solidFill>
              <a:latin typeface="Helvetica Neue"/>
              <a:ea typeface="+mn-ea"/>
              <a:cs typeface="+mn-cs"/>
            </a:endParaRPr>
          </a:p>
        </p:txBody>
      </p:sp>
      <p:sp>
        <p:nvSpPr>
          <p:cNvPr id="10" name="Text Box 2">
            <a:extLst>
              <a:ext uri="{FF2B5EF4-FFF2-40B4-BE49-F238E27FC236}">
                <a16:creationId xmlns:a16="http://schemas.microsoft.com/office/drawing/2014/main" id="{46BD57E0-7EE6-216B-0C3D-92596DFFF5B8}"/>
              </a:ext>
            </a:extLst>
          </p:cNvPr>
          <p:cNvSpPr txBox="1">
            <a:spLocks noChangeArrowheads="1"/>
          </p:cNvSpPr>
          <p:nvPr/>
        </p:nvSpPr>
        <p:spPr bwMode="auto">
          <a:xfrm>
            <a:off x="2474551" y="1913555"/>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FF0000"/>
                </a:solidFill>
                <a:latin typeface="Helvetica Neue"/>
                <a:ea typeface="+mn-ea"/>
                <a:cs typeface="+mn-cs"/>
              </a:rPr>
              <a:t>Y</a:t>
            </a:r>
            <a:endParaRPr lang="en-US" altLang="en-US" sz="3810" b="1" i="1" kern="1200" dirty="0">
              <a:solidFill>
                <a:srgbClr val="FF0000"/>
              </a:solidFill>
              <a:latin typeface="Helvetica Neue"/>
              <a:ea typeface="+mn-ea"/>
              <a:cs typeface="+mn-cs"/>
            </a:endParaRPr>
          </a:p>
        </p:txBody>
      </p:sp>
      <p:sp>
        <p:nvSpPr>
          <p:cNvPr id="11" name="Oval 10">
            <a:extLst>
              <a:ext uri="{FF2B5EF4-FFF2-40B4-BE49-F238E27FC236}">
                <a16:creationId xmlns:a16="http://schemas.microsoft.com/office/drawing/2014/main" id="{6B8527F0-4950-2A14-94F4-30D04BEFF019}"/>
              </a:ext>
            </a:extLst>
          </p:cNvPr>
          <p:cNvSpPr/>
          <p:nvPr/>
        </p:nvSpPr>
        <p:spPr>
          <a:xfrm flipH="1" flipV="1">
            <a:off x="4768869" y="436086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5" name="Oval 24">
            <a:extLst>
              <a:ext uri="{FF2B5EF4-FFF2-40B4-BE49-F238E27FC236}">
                <a16:creationId xmlns:a16="http://schemas.microsoft.com/office/drawing/2014/main" id="{7A5346DA-D656-F00D-55D6-16F432C4D80A}"/>
              </a:ext>
            </a:extLst>
          </p:cNvPr>
          <p:cNvSpPr/>
          <p:nvPr/>
        </p:nvSpPr>
        <p:spPr>
          <a:xfrm flipH="1" flipV="1">
            <a:off x="4234073" y="440817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6" name="Oval 25">
            <a:extLst>
              <a:ext uri="{FF2B5EF4-FFF2-40B4-BE49-F238E27FC236}">
                <a16:creationId xmlns:a16="http://schemas.microsoft.com/office/drawing/2014/main" id="{871E2F42-DA09-AB53-144B-AE00FB6A4055}"/>
              </a:ext>
            </a:extLst>
          </p:cNvPr>
          <p:cNvSpPr/>
          <p:nvPr/>
        </p:nvSpPr>
        <p:spPr>
          <a:xfrm flipH="1" flipV="1">
            <a:off x="4982212" y="360389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7" name="Oval 26">
            <a:extLst>
              <a:ext uri="{FF2B5EF4-FFF2-40B4-BE49-F238E27FC236}">
                <a16:creationId xmlns:a16="http://schemas.microsoft.com/office/drawing/2014/main" id="{B4EF5C2F-9352-2AA3-AF13-FDE543102814}"/>
              </a:ext>
            </a:extLst>
          </p:cNvPr>
          <p:cNvSpPr/>
          <p:nvPr/>
        </p:nvSpPr>
        <p:spPr>
          <a:xfrm flipH="1" flipV="1">
            <a:off x="5346232" y="433000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8" name="Oval 27">
            <a:extLst>
              <a:ext uri="{FF2B5EF4-FFF2-40B4-BE49-F238E27FC236}">
                <a16:creationId xmlns:a16="http://schemas.microsoft.com/office/drawing/2014/main" id="{D938EF74-A579-8056-4226-3543D96DD433}"/>
              </a:ext>
            </a:extLst>
          </p:cNvPr>
          <p:cNvSpPr/>
          <p:nvPr/>
        </p:nvSpPr>
        <p:spPr>
          <a:xfrm flipH="1" flipV="1">
            <a:off x="5383874" y="453763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9" name="Oval 28">
            <a:extLst>
              <a:ext uri="{FF2B5EF4-FFF2-40B4-BE49-F238E27FC236}">
                <a16:creationId xmlns:a16="http://schemas.microsoft.com/office/drawing/2014/main" id="{18FABC00-671E-6D4E-8B8D-F8F89129BF17}"/>
              </a:ext>
            </a:extLst>
          </p:cNvPr>
          <p:cNvSpPr/>
          <p:nvPr/>
        </p:nvSpPr>
        <p:spPr>
          <a:xfrm flipH="1" flipV="1">
            <a:off x="4777940" y="448067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0" name="Oval 29">
            <a:extLst>
              <a:ext uri="{FF2B5EF4-FFF2-40B4-BE49-F238E27FC236}">
                <a16:creationId xmlns:a16="http://schemas.microsoft.com/office/drawing/2014/main" id="{F69FFB78-48C9-FD2C-A8CF-43264C9BF672}"/>
              </a:ext>
            </a:extLst>
          </p:cNvPr>
          <p:cNvSpPr/>
          <p:nvPr/>
        </p:nvSpPr>
        <p:spPr>
          <a:xfrm flipH="1" flipV="1">
            <a:off x="5162947" y="477611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1" name="Oval 30">
            <a:extLst>
              <a:ext uri="{FF2B5EF4-FFF2-40B4-BE49-F238E27FC236}">
                <a16:creationId xmlns:a16="http://schemas.microsoft.com/office/drawing/2014/main" id="{B53964D5-6E73-53B2-41EC-7F2CC2D9676F}"/>
              </a:ext>
            </a:extLst>
          </p:cNvPr>
          <p:cNvSpPr/>
          <p:nvPr/>
        </p:nvSpPr>
        <p:spPr>
          <a:xfrm flipH="1" flipV="1">
            <a:off x="3869039" y="410591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2" name="Oval 31">
            <a:extLst>
              <a:ext uri="{FF2B5EF4-FFF2-40B4-BE49-F238E27FC236}">
                <a16:creationId xmlns:a16="http://schemas.microsoft.com/office/drawing/2014/main" id="{4886D566-8327-41CC-3828-AFBD83D00982}"/>
              </a:ext>
            </a:extLst>
          </p:cNvPr>
          <p:cNvSpPr/>
          <p:nvPr/>
        </p:nvSpPr>
        <p:spPr>
          <a:xfrm flipH="1" flipV="1">
            <a:off x="5564631" y="339519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3" name="Oval 32">
            <a:extLst>
              <a:ext uri="{FF2B5EF4-FFF2-40B4-BE49-F238E27FC236}">
                <a16:creationId xmlns:a16="http://schemas.microsoft.com/office/drawing/2014/main" id="{52011C03-CCC6-7F9C-69D4-CBC4AB985734}"/>
              </a:ext>
            </a:extLst>
          </p:cNvPr>
          <p:cNvSpPr/>
          <p:nvPr/>
        </p:nvSpPr>
        <p:spPr>
          <a:xfrm flipH="1" flipV="1">
            <a:off x="6529311" y="464179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4" name="Oval 33">
            <a:extLst>
              <a:ext uri="{FF2B5EF4-FFF2-40B4-BE49-F238E27FC236}">
                <a16:creationId xmlns:a16="http://schemas.microsoft.com/office/drawing/2014/main" id="{472F97F7-E0FF-9451-A23F-9AEB5A6F5FAA}"/>
              </a:ext>
            </a:extLst>
          </p:cNvPr>
          <p:cNvSpPr/>
          <p:nvPr/>
        </p:nvSpPr>
        <p:spPr>
          <a:xfrm flipH="1" flipV="1">
            <a:off x="5884191" y="381261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5" name="Oval 34">
            <a:extLst>
              <a:ext uri="{FF2B5EF4-FFF2-40B4-BE49-F238E27FC236}">
                <a16:creationId xmlns:a16="http://schemas.microsoft.com/office/drawing/2014/main" id="{D3456D62-3054-084E-2EC6-0931252FA6F9}"/>
              </a:ext>
            </a:extLst>
          </p:cNvPr>
          <p:cNvSpPr/>
          <p:nvPr/>
        </p:nvSpPr>
        <p:spPr>
          <a:xfrm flipH="1" flipV="1">
            <a:off x="6061421" y="331847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6" name="Oval 35">
            <a:extLst>
              <a:ext uri="{FF2B5EF4-FFF2-40B4-BE49-F238E27FC236}">
                <a16:creationId xmlns:a16="http://schemas.microsoft.com/office/drawing/2014/main" id="{629FB002-0983-1C0E-5095-F27DE161DB91}"/>
              </a:ext>
            </a:extLst>
          </p:cNvPr>
          <p:cNvSpPr/>
          <p:nvPr/>
        </p:nvSpPr>
        <p:spPr>
          <a:xfrm flipH="1" flipV="1">
            <a:off x="5931827" y="409303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7" name="Oval 36">
            <a:extLst>
              <a:ext uri="{FF2B5EF4-FFF2-40B4-BE49-F238E27FC236}">
                <a16:creationId xmlns:a16="http://schemas.microsoft.com/office/drawing/2014/main" id="{860588A5-CD80-2087-256A-AFE8ABBD51E4}"/>
              </a:ext>
            </a:extLst>
          </p:cNvPr>
          <p:cNvSpPr/>
          <p:nvPr/>
        </p:nvSpPr>
        <p:spPr>
          <a:xfrm flipH="1" flipV="1">
            <a:off x="3828259" y="459542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 name="Oval 1">
            <a:extLst>
              <a:ext uri="{FF2B5EF4-FFF2-40B4-BE49-F238E27FC236}">
                <a16:creationId xmlns:a16="http://schemas.microsoft.com/office/drawing/2014/main" id="{01B79456-935F-8B1D-FA2E-1DAE4165F4E7}"/>
              </a:ext>
            </a:extLst>
          </p:cNvPr>
          <p:cNvSpPr/>
          <p:nvPr/>
        </p:nvSpPr>
        <p:spPr>
          <a:xfrm flipH="1" flipV="1">
            <a:off x="4907612" y="401993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 name="Oval 3">
            <a:extLst>
              <a:ext uri="{FF2B5EF4-FFF2-40B4-BE49-F238E27FC236}">
                <a16:creationId xmlns:a16="http://schemas.microsoft.com/office/drawing/2014/main" id="{E581181A-A635-1B37-F5EF-28B6C4A623A1}"/>
              </a:ext>
            </a:extLst>
          </p:cNvPr>
          <p:cNvSpPr/>
          <p:nvPr/>
        </p:nvSpPr>
        <p:spPr>
          <a:xfrm flipH="1" flipV="1">
            <a:off x="4536886" y="337287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 name="Oval 4">
            <a:extLst>
              <a:ext uri="{FF2B5EF4-FFF2-40B4-BE49-F238E27FC236}">
                <a16:creationId xmlns:a16="http://schemas.microsoft.com/office/drawing/2014/main" id="{D22AA9DA-E656-FCCC-F228-DA56EA7FE466}"/>
              </a:ext>
            </a:extLst>
          </p:cNvPr>
          <p:cNvSpPr/>
          <p:nvPr/>
        </p:nvSpPr>
        <p:spPr>
          <a:xfrm flipH="1" flipV="1">
            <a:off x="5483271" y="525215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6" name="Oval 5">
            <a:extLst>
              <a:ext uri="{FF2B5EF4-FFF2-40B4-BE49-F238E27FC236}">
                <a16:creationId xmlns:a16="http://schemas.microsoft.com/office/drawing/2014/main" id="{EC6CF600-EBDE-74C1-A154-95BA7120379C}"/>
              </a:ext>
            </a:extLst>
          </p:cNvPr>
          <p:cNvSpPr/>
          <p:nvPr/>
        </p:nvSpPr>
        <p:spPr>
          <a:xfrm flipH="1" flipV="1">
            <a:off x="5196497" y="495399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2" name="Oval 11">
            <a:extLst>
              <a:ext uri="{FF2B5EF4-FFF2-40B4-BE49-F238E27FC236}">
                <a16:creationId xmlns:a16="http://schemas.microsoft.com/office/drawing/2014/main" id="{E321F92D-C9E4-256C-D30A-319D06DC47ED}"/>
              </a:ext>
            </a:extLst>
          </p:cNvPr>
          <p:cNvSpPr/>
          <p:nvPr/>
        </p:nvSpPr>
        <p:spPr>
          <a:xfrm flipH="1" flipV="1">
            <a:off x="4626127" y="517691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7" name="Oval 16">
            <a:extLst>
              <a:ext uri="{FF2B5EF4-FFF2-40B4-BE49-F238E27FC236}">
                <a16:creationId xmlns:a16="http://schemas.microsoft.com/office/drawing/2014/main" id="{8EEBD816-5A5D-DC73-60FD-3E1A7457B7C0}"/>
              </a:ext>
            </a:extLst>
          </p:cNvPr>
          <p:cNvSpPr/>
          <p:nvPr/>
        </p:nvSpPr>
        <p:spPr>
          <a:xfrm flipH="1" flipV="1">
            <a:off x="5044651" y="524354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8" name="Oval 17">
            <a:extLst>
              <a:ext uri="{FF2B5EF4-FFF2-40B4-BE49-F238E27FC236}">
                <a16:creationId xmlns:a16="http://schemas.microsoft.com/office/drawing/2014/main" id="{97D13381-6784-9708-7E0B-01B63FCCE791}"/>
              </a:ext>
            </a:extLst>
          </p:cNvPr>
          <p:cNvSpPr/>
          <p:nvPr/>
        </p:nvSpPr>
        <p:spPr>
          <a:xfrm flipH="1" flipV="1">
            <a:off x="4419527" y="390062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9" name="Oval 18">
            <a:extLst>
              <a:ext uri="{FF2B5EF4-FFF2-40B4-BE49-F238E27FC236}">
                <a16:creationId xmlns:a16="http://schemas.microsoft.com/office/drawing/2014/main" id="{009D455F-6080-469C-1833-03AB635E20D0}"/>
              </a:ext>
            </a:extLst>
          </p:cNvPr>
          <p:cNvSpPr/>
          <p:nvPr/>
        </p:nvSpPr>
        <p:spPr>
          <a:xfrm flipH="1" flipV="1">
            <a:off x="6644169" y="433327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0" name="Oval 19">
            <a:extLst>
              <a:ext uri="{FF2B5EF4-FFF2-40B4-BE49-F238E27FC236}">
                <a16:creationId xmlns:a16="http://schemas.microsoft.com/office/drawing/2014/main" id="{B1CB4EFB-43C4-8531-669A-A29D14AE8C24}"/>
              </a:ext>
            </a:extLst>
          </p:cNvPr>
          <p:cNvSpPr/>
          <p:nvPr/>
        </p:nvSpPr>
        <p:spPr>
          <a:xfrm flipH="1" flipV="1">
            <a:off x="5581400" y="312734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1" name="Oval 20">
            <a:extLst>
              <a:ext uri="{FF2B5EF4-FFF2-40B4-BE49-F238E27FC236}">
                <a16:creationId xmlns:a16="http://schemas.microsoft.com/office/drawing/2014/main" id="{EF30BAC2-156C-AF27-0AA5-BB7650E26EAE}"/>
              </a:ext>
            </a:extLst>
          </p:cNvPr>
          <p:cNvSpPr/>
          <p:nvPr/>
        </p:nvSpPr>
        <p:spPr>
          <a:xfrm flipH="1" flipV="1">
            <a:off x="4229109" y="410130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2" name="Oval 21">
            <a:extLst>
              <a:ext uri="{FF2B5EF4-FFF2-40B4-BE49-F238E27FC236}">
                <a16:creationId xmlns:a16="http://schemas.microsoft.com/office/drawing/2014/main" id="{7B3B9726-374A-A3F1-9B82-2B80F6F127F6}"/>
              </a:ext>
            </a:extLst>
          </p:cNvPr>
          <p:cNvSpPr/>
          <p:nvPr/>
        </p:nvSpPr>
        <p:spPr>
          <a:xfrm flipH="1" flipV="1">
            <a:off x="5707071" y="500569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3" name="Oval 22">
            <a:extLst>
              <a:ext uri="{FF2B5EF4-FFF2-40B4-BE49-F238E27FC236}">
                <a16:creationId xmlns:a16="http://schemas.microsoft.com/office/drawing/2014/main" id="{3F896BEB-4D09-82C0-3055-27EBF7BFFCDC}"/>
              </a:ext>
            </a:extLst>
          </p:cNvPr>
          <p:cNvSpPr/>
          <p:nvPr/>
        </p:nvSpPr>
        <p:spPr>
          <a:xfrm flipH="1" flipV="1">
            <a:off x="4456495" y="463114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4" name="Oval 23">
            <a:extLst>
              <a:ext uri="{FF2B5EF4-FFF2-40B4-BE49-F238E27FC236}">
                <a16:creationId xmlns:a16="http://schemas.microsoft.com/office/drawing/2014/main" id="{1654E40C-61AC-F6DF-331F-32171AF21DC8}"/>
              </a:ext>
            </a:extLst>
          </p:cNvPr>
          <p:cNvSpPr/>
          <p:nvPr/>
        </p:nvSpPr>
        <p:spPr>
          <a:xfrm flipH="1" flipV="1">
            <a:off x="5407508" y="410130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8" name="Oval 37">
            <a:extLst>
              <a:ext uri="{FF2B5EF4-FFF2-40B4-BE49-F238E27FC236}">
                <a16:creationId xmlns:a16="http://schemas.microsoft.com/office/drawing/2014/main" id="{3D7AEE75-3306-7896-3803-D8DD1AD4BB45}"/>
              </a:ext>
            </a:extLst>
          </p:cNvPr>
          <p:cNvSpPr/>
          <p:nvPr/>
        </p:nvSpPr>
        <p:spPr>
          <a:xfrm flipH="1" flipV="1">
            <a:off x="6154176" y="500915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9" name="Oval 38">
            <a:extLst>
              <a:ext uri="{FF2B5EF4-FFF2-40B4-BE49-F238E27FC236}">
                <a16:creationId xmlns:a16="http://schemas.microsoft.com/office/drawing/2014/main" id="{34BDAA59-2490-F9EE-BA05-56937F1E1C75}"/>
              </a:ext>
            </a:extLst>
          </p:cNvPr>
          <p:cNvSpPr/>
          <p:nvPr/>
        </p:nvSpPr>
        <p:spPr>
          <a:xfrm flipH="1" flipV="1">
            <a:off x="6016155" y="423743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0" name="Oval 39">
            <a:extLst>
              <a:ext uri="{FF2B5EF4-FFF2-40B4-BE49-F238E27FC236}">
                <a16:creationId xmlns:a16="http://schemas.microsoft.com/office/drawing/2014/main" id="{70563547-19A3-1F1B-B59A-BBE0A796B1A4}"/>
              </a:ext>
            </a:extLst>
          </p:cNvPr>
          <p:cNvSpPr/>
          <p:nvPr/>
        </p:nvSpPr>
        <p:spPr>
          <a:xfrm flipH="1" flipV="1">
            <a:off x="5370168" y="371222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1" name="Oval 40">
            <a:extLst>
              <a:ext uri="{FF2B5EF4-FFF2-40B4-BE49-F238E27FC236}">
                <a16:creationId xmlns:a16="http://schemas.microsoft.com/office/drawing/2014/main" id="{63EF3D03-EDAC-EF9E-8420-EFC2F5586316}"/>
              </a:ext>
            </a:extLst>
          </p:cNvPr>
          <p:cNvSpPr/>
          <p:nvPr/>
        </p:nvSpPr>
        <p:spPr>
          <a:xfrm flipH="1" flipV="1">
            <a:off x="6319108" y="406791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2" name="Oval 41">
            <a:extLst>
              <a:ext uri="{FF2B5EF4-FFF2-40B4-BE49-F238E27FC236}">
                <a16:creationId xmlns:a16="http://schemas.microsoft.com/office/drawing/2014/main" id="{03F66BA0-8785-2B45-9FE2-4CD09A76BE4A}"/>
              </a:ext>
            </a:extLst>
          </p:cNvPr>
          <p:cNvSpPr/>
          <p:nvPr/>
        </p:nvSpPr>
        <p:spPr>
          <a:xfrm flipH="1" flipV="1">
            <a:off x="3895145" y="472739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3" name="Oval 42">
            <a:extLst>
              <a:ext uri="{FF2B5EF4-FFF2-40B4-BE49-F238E27FC236}">
                <a16:creationId xmlns:a16="http://schemas.microsoft.com/office/drawing/2014/main" id="{6748D24C-CEA3-AE1E-5F3F-C6D38B44D55A}"/>
              </a:ext>
            </a:extLst>
          </p:cNvPr>
          <p:cNvSpPr/>
          <p:nvPr/>
        </p:nvSpPr>
        <p:spPr>
          <a:xfrm flipH="1" flipV="1">
            <a:off x="5310547" y="339102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4" name="Oval 43">
            <a:extLst>
              <a:ext uri="{FF2B5EF4-FFF2-40B4-BE49-F238E27FC236}">
                <a16:creationId xmlns:a16="http://schemas.microsoft.com/office/drawing/2014/main" id="{71D26BAD-10EC-4225-F3DD-EF9EBAB1B54D}"/>
              </a:ext>
            </a:extLst>
          </p:cNvPr>
          <p:cNvSpPr/>
          <p:nvPr/>
        </p:nvSpPr>
        <p:spPr>
          <a:xfrm flipH="1" flipV="1">
            <a:off x="4653812" y="418972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5" name="Oval 44">
            <a:extLst>
              <a:ext uri="{FF2B5EF4-FFF2-40B4-BE49-F238E27FC236}">
                <a16:creationId xmlns:a16="http://schemas.microsoft.com/office/drawing/2014/main" id="{D523C110-60E3-D388-ADCD-9622FB36FE74}"/>
              </a:ext>
            </a:extLst>
          </p:cNvPr>
          <p:cNvSpPr/>
          <p:nvPr/>
        </p:nvSpPr>
        <p:spPr>
          <a:xfrm flipH="1" flipV="1">
            <a:off x="4194082" y="499433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6" name="Oval 45">
            <a:extLst>
              <a:ext uri="{FF2B5EF4-FFF2-40B4-BE49-F238E27FC236}">
                <a16:creationId xmlns:a16="http://schemas.microsoft.com/office/drawing/2014/main" id="{AB424BB7-0519-EA9A-3991-4049B54FA915}"/>
              </a:ext>
            </a:extLst>
          </p:cNvPr>
          <p:cNvSpPr/>
          <p:nvPr/>
        </p:nvSpPr>
        <p:spPr>
          <a:xfrm flipH="1" flipV="1">
            <a:off x="5676340" y="463873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7" name="Title 2">
            <a:extLst>
              <a:ext uri="{FF2B5EF4-FFF2-40B4-BE49-F238E27FC236}">
                <a16:creationId xmlns:a16="http://schemas.microsoft.com/office/drawing/2014/main" id="{D63898D1-9513-CA1C-AC7C-82F72D86C204}"/>
              </a:ext>
            </a:extLst>
          </p:cNvPr>
          <p:cNvSpPr txBox="1">
            <a:spLocks/>
          </p:cNvSpPr>
          <p:nvPr/>
        </p:nvSpPr>
        <p:spPr>
          <a:xfrm>
            <a:off x="406539" y="1203010"/>
            <a:ext cx="10838089" cy="520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117" b="1" dirty="0">
                <a:solidFill>
                  <a:prstClr val="black"/>
                </a:solidFill>
                <a:latin typeface="Helvetica Neue"/>
                <a:cs typeface="Helvetica" panose="020B0604020202020204" pitchFamily="34" charset="0"/>
              </a:rPr>
              <a:t>Fig 5 (a): Zero correlation: </a:t>
            </a:r>
            <a:r>
              <a:rPr lang="en-US" sz="3117" b="1" dirty="0">
                <a:solidFill>
                  <a:srgbClr val="C00000"/>
                </a:solidFill>
                <a:latin typeface="Helvetica Neue"/>
                <a:cs typeface="Helvetica" panose="020B0604020202020204" pitchFamily="34" charset="0"/>
              </a:rPr>
              <a:t>r = 0</a:t>
            </a:r>
            <a:endParaRPr lang="en-US" sz="3117" b="1" dirty="0">
              <a:solidFill>
                <a:prstClr val="black"/>
              </a:solidFill>
              <a:latin typeface="Helvetica Neue"/>
              <a:cs typeface="Helvetica" panose="020B0604020202020204" pitchFamily="34" charset="0"/>
            </a:endParaRPr>
          </a:p>
        </p:txBody>
      </p:sp>
      <p:sp>
        <p:nvSpPr>
          <p:cNvPr id="3" name="Oval 2">
            <a:extLst>
              <a:ext uri="{FF2B5EF4-FFF2-40B4-BE49-F238E27FC236}">
                <a16:creationId xmlns:a16="http://schemas.microsoft.com/office/drawing/2014/main" id="{BD2BA993-BF1C-622C-076D-87270619D928}"/>
              </a:ext>
            </a:extLst>
          </p:cNvPr>
          <p:cNvSpPr/>
          <p:nvPr/>
        </p:nvSpPr>
        <p:spPr>
          <a:xfrm flipH="1" flipV="1">
            <a:off x="3989321" y="367557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8" name="Oval 47">
            <a:extLst>
              <a:ext uri="{FF2B5EF4-FFF2-40B4-BE49-F238E27FC236}">
                <a16:creationId xmlns:a16="http://schemas.microsoft.com/office/drawing/2014/main" id="{E28B6ABD-A553-CC88-908C-9C00C1215279}"/>
              </a:ext>
            </a:extLst>
          </p:cNvPr>
          <p:cNvSpPr/>
          <p:nvPr/>
        </p:nvSpPr>
        <p:spPr>
          <a:xfrm flipH="1" flipV="1">
            <a:off x="4566685" y="364470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9" name="Oval 48">
            <a:extLst>
              <a:ext uri="{FF2B5EF4-FFF2-40B4-BE49-F238E27FC236}">
                <a16:creationId xmlns:a16="http://schemas.microsoft.com/office/drawing/2014/main" id="{AF0C78D9-AEDB-DA5C-DA03-FD28BA7DC74A}"/>
              </a:ext>
            </a:extLst>
          </p:cNvPr>
          <p:cNvSpPr/>
          <p:nvPr/>
        </p:nvSpPr>
        <p:spPr>
          <a:xfrm flipH="1" flipV="1">
            <a:off x="4673925" y="488107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0" name="Oval 49">
            <a:extLst>
              <a:ext uri="{FF2B5EF4-FFF2-40B4-BE49-F238E27FC236}">
                <a16:creationId xmlns:a16="http://schemas.microsoft.com/office/drawing/2014/main" id="{1ECB2D6E-D6A1-556B-6492-8BA85C2E6202}"/>
              </a:ext>
            </a:extLst>
          </p:cNvPr>
          <p:cNvSpPr/>
          <p:nvPr/>
        </p:nvSpPr>
        <p:spPr>
          <a:xfrm flipH="1" flipV="1">
            <a:off x="6312936" y="371928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1" name="Oval 50">
            <a:extLst>
              <a:ext uri="{FF2B5EF4-FFF2-40B4-BE49-F238E27FC236}">
                <a16:creationId xmlns:a16="http://schemas.microsoft.com/office/drawing/2014/main" id="{16D0521E-AA1A-C4F6-EC08-BE5DFC636452}"/>
              </a:ext>
            </a:extLst>
          </p:cNvPr>
          <p:cNvSpPr/>
          <p:nvPr/>
        </p:nvSpPr>
        <p:spPr>
          <a:xfrm flipH="1" flipV="1">
            <a:off x="5904739" y="349722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2" name="Oval 51">
            <a:extLst>
              <a:ext uri="{FF2B5EF4-FFF2-40B4-BE49-F238E27FC236}">
                <a16:creationId xmlns:a16="http://schemas.microsoft.com/office/drawing/2014/main" id="{C29926D5-7F7C-2238-8FAA-BB68F94CDD40}"/>
              </a:ext>
            </a:extLst>
          </p:cNvPr>
          <p:cNvSpPr/>
          <p:nvPr/>
        </p:nvSpPr>
        <p:spPr>
          <a:xfrm flipH="1" flipV="1">
            <a:off x="6244417" y="443095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3" name="Oval 52">
            <a:extLst>
              <a:ext uri="{FF2B5EF4-FFF2-40B4-BE49-F238E27FC236}">
                <a16:creationId xmlns:a16="http://schemas.microsoft.com/office/drawing/2014/main" id="{D80AE514-F34C-2D07-EF23-32DDAB4E634B}"/>
              </a:ext>
            </a:extLst>
          </p:cNvPr>
          <p:cNvSpPr/>
          <p:nvPr/>
        </p:nvSpPr>
        <p:spPr>
          <a:xfrm flipH="1" flipV="1">
            <a:off x="6000303" y="510063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4" name="Oval 53">
            <a:extLst>
              <a:ext uri="{FF2B5EF4-FFF2-40B4-BE49-F238E27FC236}">
                <a16:creationId xmlns:a16="http://schemas.microsoft.com/office/drawing/2014/main" id="{96144F4B-C802-A116-BD15-1F8BE5C880F1}"/>
              </a:ext>
            </a:extLst>
          </p:cNvPr>
          <p:cNvSpPr/>
          <p:nvPr/>
        </p:nvSpPr>
        <p:spPr>
          <a:xfrm flipH="1" flipV="1">
            <a:off x="5601078" y="482736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5" name="Oval 54">
            <a:extLst>
              <a:ext uri="{FF2B5EF4-FFF2-40B4-BE49-F238E27FC236}">
                <a16:creationId xmlns:a16="http://schemas.microsoft.com/office/drawing/2014/main" id="{E6D0B644-15A3-653A-01B6-610397F8A431}"/>
              </a:ext>
            </a:extLst>
          </p:cNvPr>
          <p:cNvSpPr/>
          <p:nvPr/>
        </p:nvSpPr>
        <p:spPr>
          <a:xfrm flipH="1" flipV="1">
            <a:off x="4852462" y="319681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6" name="Oval 55">
            <a:extLst>
              <a:ext uri="{FF2B5EF4-FFF2-40B4-BE49-F238E27FC236}">
                <a16:creationId xmlns:a16="http://schemas.microsoft.com/office/drawing/2014/main" id="{322E7563-5BA0-BD11-7377-194A9B32D1D1}"/>
              </a:ext>
            </a:extLst>
          </p:cNvPr>
          <p:cNvSpPr/>
          <p:nvPr/>
        </p:nvSpPr>
        <p:spPr>
          <a:xfrm flipH="1" flipV="1">
            <a:off x="4608349" y="386649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7" name="Oval 56">
            <a:extLst>
              <a:ext uri="{FF2B5EF4-FFF2-40B4-BE49-F238E27FC236}">
                <a16:creationId xmlns:a16="http://schemas.microsoft.com/office/drawing/2014/main" id="{943AFED7-255C-423C-F208-05E47AF7B61D}"/>
              </a:ext>
            </a:extLst>
          </p:cNvPr>
          <p:cNvSpPr/>
          <p:nvPr/>
        </p:nvSpPr>
        <p:spPr>
          <a:xfrm flipH="1" flipV="1">
            <a:off x="4209123" y="359322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8" name="Oval 57">
            <a:extLst>
              <a:ext uri="{FF2B5EF4-FFF2-40B4-BE49-F238E27FC236}">
                <a16:creationId xmlns:a16="http://schemas.microsoft.com/office/drawing/2014/main" id="{5CD30B03-3FB1-FE46-E73B-A07D6FDACC51}"/>
              </a:ext>
            </a:extLst>
          </p:cNvPr>
          <p:cNvSpPr/>
          <p:nvPr/>
        </p:nvSpPr>
        <p:spPr>
          <a:xfrm flipH="1" flipV="1">
            <a:off x="5767700" y="391169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9" name="Oval 58">
            <a:extLst>
              <a:ext uri="{FF2B5EF4-FFF2-40B4-BE49-F238E27FC236}">
                <a16:creationId xmlns:a16="http://schemas.microsoft.com/office/drawing/2014/main" id="{25A36963-57FD-F780-B3DE-E7BF31204B28}"/>
              </a:ext>
            </a:extLst>
          </p:cNvPr>
          <p:cNvSpPr/>
          <p:nvPr/>
        </p:nvSpPr>
        <p:spPr>
          <a:xfrm flipH="1" flipV="1">
            <a:off x="5523587" y="458138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60" name="Oval 59">
            <a:extLst>
              <a:ext uri="{FF2B5EF4-FFF2-40B4-BE49-F238E27FC236}">
                <a16:creationId xmlns:a16="http://schemas.microsoft.com/office/drawing/2014/main" id="{814161EB-CBFB-784A-7349-68D8D6DBD59D}"/>
              </a:ext>
            </a:extLst>
          </p:cNvPr>
          <p:cNvSpPr/>
          <p:nvPr/>
        </p:nvSpPr>
        <p:spPr>
          <a:xfrm flipH="1" flipV="1">
            <a:off x="5124362" y="430811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Tree>
    <p:extLst>
      <p:ext uri="{BB962C8B-B14F-4D97-AF65-F5344CB8AC3E}">
        <p14:creationId xmlns:p14="http://schemas.microsoft.com/office/powerpoint/2010/main" val="63451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8"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anim calcmode="lin" valueType="num">
                                      <p:cBhvr additive="base">
                                        <p:cTn id="27" dur="500" fill="hold"/>
                                        <p:tgtEl>
                                          <p:spTgt spid="47"/>
                                        </p:tgtEl>
                                        <p:attrNameLst>
                                          <p:attrName>ppt_x</p:attrName>
                                        </p:attrNameLst>
                                      </p:cBhvr>
                                      <p:tavLst>
                                        <p:tav tm="0">
                                          <p:val>
                                            <p:strVal val="1+#ppt_w/2"/>
                                          </p:val>
                                        </p:tav>
                                        <p:tav tm="100000">
                                          <p:val>
                                            <p:strVal val="#ppt_x"/>
                                          </p:val>
                                        </p:tav>
                                      </p:tavLst>
                                    </p:anim>
                                    <p:anim calcmode="lin" valueType="num">
                                      <p:cBhvr additive="base">
                                        <p:cTn id="28" dur="500" fill="hold"/>
                                        <p:tgtEl>
                                          <p:spTgt spid="47"/>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 calcmode="lin" valueType="num">
                                      <p:cBhvr>
                                        <p:cTn id="36" dur="500" fill="hold"/>
                                        <p:tgtEl>
                                          <p:spTgt spid="25"/>
                                        </p:tgtEl>
                                        <p:attrNameLst>
                                          <p:attrName>ppt_w</p:attrName>
                                        </p:attrNameLst>
                                      </p:cBhvr>
                                      <p:tavLst>
                                        <p:tav tm="0">
                                          <p:val>
                                            <p:fltVal val="0"/>
                                          </p:val>
                                        </p:tav>
                                        <p:tav tm="100000">
                                          <p:val>
                                            <p:strVal val="#ppt_w"/>
                                          </p:val>
                                        </p:tav>
                                      </p:tavLst>
                                    </p:anim>
                                    <p:anim calcmode="lin" valueType="num">
                                      <p:cBhvr>
                                        <p:cTn id="37" dur="500" fill="hold"/>
                                        <p:tgtEl>
                                          <p:spTgt spid="25"/>
                                        </p:tgtEl>
                                        <p:attrNameLst>
                                          <p:attrName>ppt_h</p:attrName>
                                        </p:attrNameLst>
                                      </p:cBhvr>
                                      <p:tavLst>
                                        <p:tav tm="0">
                                          <p:val>
                                            <p:fltVal val="0"/>
                                          </p:val>
                                        </p:tav>
                                        <p:tav tm="100000">
                                          <p:val>
                                            <p:strVal val="#ppt_h"/>
                                          </p:val>
                                        </p:tav>
                                      </p:tavLst>
                                    </p:anim>
                                    <p:animEffect transition="in" filter="fade">
                                      <p:cBhvr>
                                        <p:cTn id="38" dur="500"/>
                                        <p:tgtEl>
                                          <p:spTgt spid="25"/>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 calcmode="lin" valueType="num">
                                      <p:cBhvr>
                                        <p:cTn id="41" dur="500" fill="hold"/>
                                        <p:tgtEl>
                                          <p:spTgt spid="26"/>
                                        </p:tgtEl>
                                        <p:attrNameLst>
                                          <p:attrName>ppt_w</p:attrName>
                                        </p:attrNameLst>
                                      </p:cBhvr>
                                      <p:tavLst>
                                        <p:tav tm="0">
                                          <p:val>
                                            <p:fltVal val="0"/>
                                          </p:val>
                                        </p:tav>
                                        <p:tav tm="100000">
                                          <p:val>
                                            <p:strVal val="#ppt_w"/>
                                          </p:val>
                                        </p:tav>
                                      </p:tavLst>
                                    </p:anim>
                                    <p:anim calcmode="lin" valueType="num">
                                      <p:cBhvr>
                                        <p:cTn id="42" dur="500" fill="hold"/>
                                        <p:tgtEl>
                                          <p:spTgt spid="26"/>
                                        </p:tgtEl>
                                        <p:attrNameLst>
                                          <p:attrName>ppt_h</p:attrName>
                                        </p:attrNameLst>
                                      </p:cBhvr>
                                      <p:tavLst>
                                        <p:tav tm="0">
                                          <p:val>
                                            <p:fltVal val="0"/>
                                          </p:val>
                                        </p:tav>
                                        <p:tav tm="100000">
                                          <p:val>
                                            <p:strVal val="#ppt_h"/>
                                          </p:val>
                                        </p:tav>
                                      </p:tavLst>
                                    </p:anim>
                                    <p:animEffect transition="in" filter="fade">
                                      <p:cBhvr>
                                        <p:cTn id="43" dur="500"/>
                                        <p:tgtEl>
                                          <p:spTgt spid="26"/>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 calcmode="lin" valueType="num">
                                      <p:cBhvr>
                                        <p:cTn id="46" dur="500" fill="hold"/>
                                        <p:tgtEl>
                                          <p:spTgt spid="27"/>
                                        </p:tgtEl>
                                        <p:attrNameLst>
                                          <p:attrName>ppt_w</p:attrName>
                                        </p:attrNameLst>
                                      </p:cBhvr>
                                      <p:tavLst>
                                        <p:tav tm="0">
                                          <p:val>
                                            <p:fltVal val="0"/>
                                          </p:val>
                                        </p:tav>
                                        <p:tav tm="100000">
                                          <p:val>
                                            <p:strVal val="#ppt_w"/>
                                          </p:val>
                                        </p:tav>
                                      </p:tavLst>
                                    </p:anim>
                                    <p:anim calcmode="lin" valueType="num">
                                      <p:cBhvr>
                                        <p:cTn id="47" dur="500" fill="hold"/>
                                        <p:tgtEl>
                                          <p:spTgt spid="27"/>
                                        </p:tgtEl>
                                        <p:attrNameLst>
                                          <p:attrName>ppt_h</p:attrName>
                                        </p:attrNameLst>
                                      </p:cBhvr>
                                      <p:tavLst>
                                        <p:tav tm="0">
                                          <p:val>
                                            <p:fltVal val="0"/>
                                          </p:val>
                                        </p:tav>
                                        <p:tav tm="100000">
                                          <p:val>
                                            <p:strVal val="#ppt_h"/>
                                          </p:val>
                                        </p:tav>
                                      </p:tavLst>
                                    </p:anim>
                                    <p:animEffect transition="in" filter="fade">
                                      <p:cBhvr>
                                        <p:cTn id="48" dur="500"/>
                                        <p:tgtEl>
                                          <p:spTgt spid="27"/>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p:cTn id="51" dur="500" fill="hold"/>
                                        <p:tgtEl>
                                          <p:spTgt spid="28"/>
                                        </p:tgtEl>
                                        <p:attrNameLst>
                                          <p:attrName>ppt_w</p:attrName>
                                        </p:attrNameLst>
                                      </p:cBhvr>
                                      <p:tavLst>
                                        <p:tav tm="0">
                                          <p:val>
                                            <p:fltVal val="0"/>
                                          </p:val>
                                        </p:tav>
                                        <p:tav tm="100000">
                                          <p:val>
                                            <p:strVal val="#ppt_w"/>
                                          </p:val>
                                        </p:tav>
                                      </p:tavLst>
                                    </p:anim>
                                    <p:anim calcmode="lin" valueType="num">
                                      <p:cBhvr>
                                        <p:cTn id="52" dur="500" fill="hold"/>
                                        <p:tgtEl>
                                          <p:spTgt spid="28"/>
                                        </p:tgtEl>
                                        <p:attrNameLst>
                                          <p:attrName>ppt_h</p:attrName>
                                        </p:attrNameLst>
                                      </p:cBhvr>
                                      <p:tavLst>
                                        <p:tav tm="0">
                                          <p:val>
                                            <p:fltVal val="0"/>
                                          </p:val>
                                        </p:tav>
                                        <p:tav tm="100000">
                                          <p:val>
                                            <p:strVal val="#ppt_h"/>
                                          </p:val>
                                        </p:tav>
                                      </p:tavLst>
                                    </p:anim>
                                    <p:animEffect transition="in" filter="fade">
                                      <p:cBhvr>
                                        <p:cTn id="53" dur="500"/>
                                        <p:tgtEl>
                                          <p:spTgt spid="28"/>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p:cTn id="56" dur="500" fill="hold"/>
                                        <p:tgtEl>
                                          <p:spTgt spid="29"/>
                                        </p:tgtEl>
                                        <p:attrNameLst>
                                          <p:attrName>ppt_w</p:attrName>
                                        </p:attrNameLst>
                                      </p:cBhvr>
                                      <p:tavLst>
                                        <p:tav tm="0">
                                          <p:val>
                                            <p:fltVal val="0"/>
                                          </p:val>
                                        </p:tav>
                                        <p:tav tm="100000">
                                          <p:val>
                                            <p:strVal val="#ppt_w"/>
                                          </p:val>
                                        </p:tav>
                                      </p:tavLst>
                                    </p:anim>
                                    <p:anim calcmode="lin" valueType="num">
                                      <p:cBhvr>
                                        <p:cTn id="57" dur="500" fill="hold"/>
                                        <p:tgtEl>
                                          <p:spTgt spid="29"/>
                                        </p:tgtEl>
                                        <p:attrNameLst>
                                          <p:attrName>ppt_h</p:attrName>
                                        </p:attrNameLst>
                                      </p:cBhvr>
                                      <p:tavLst>
                                        <p:tav tm="0">
                                          <p:val>
                                            <p:fltVal val="0"/>
                                          </p:val>
                                        </p:tav>
                                        <p:tav tm="100000">
                                          <p:val>
                                            <p:strVal val="#ppt_h"/>
                                          </p:val>
                                        </p:tav>
                                      </p:tavLst>
                                    </p:anim>
                                    <p:animEffect transition="in" filter="fade">
                                      <p:cBhvr>
                                        <p:cTn id="58" dur="500"/>
                                        <p:tgtEl>
                                          <p:spTgt spid="29"/>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 calcmode="lin" valueType="num">
                                      <p:cBhvr>
                                        <p:cTn id="61" dur="500" fill="hold"/>
                                        <p:tgtEl>
                                          <p:spTgt spid="30"/>
                                        </p:tgtEl>
                                        <p:attrNameLst>
                                          <p:attrName>ppt_w</p:attrName>
                                        </p:attrNameLst>
                                      </p:cBhvr>
                                      <p:tavLst>
                                        <p:tav tm="0">
                                          <p:val>
                                            <p:fltVal val="0"/>
                                          </p:val>
                                        </p:tav>
                                        <p:tav tm="100000">
                                          <p:val>
                                            <p:strVal val="#ppt_w"/>
                                          </p:val>
                                        </p:tav>
                                      </p:tavLst>
                                    </p:anim>
                                    <p:anim calcmode="lin" valueType="num">
                                      <p:cBhvr>
                                        <p:cTn id="62" dur="500" fill="hold"/>
                                        <p:tgtEl>
                                          <p:spTgt spid="30"/>
                                        </p:tgtEl>
                                        <p:attrNameLst>
                                          <p:attrName>ppt_h</p:attrName>
                                        </p:attrNameLst>
                                      </p:cBhvr>
                                      <p:tavLst>
                                        <p:tav tm="0">
                                          <p:val>
                                            <p:fltVal val="0"/>
                                          </p:val>
                                        </p:tav>
                                        <p:tav tm="100000">
                                          <p:val>
                                            <p:strVal val="#ppt_h"/>
                                          </p:val>
                                        </p:tav>
                                      </p:tavLst>
                                    </p:anim>
                                    <p:animEffect transition="in" filter="fade">
                                      <p:cBhvr>
                                        <p:cTn id="63" dur="500"/>
                                        <p:tgtEl>
                                          <p:spTgt spid="30"/>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p:cTn id="66" dur="500" fill="hold"/>
                                        <p:tgtEl>
                                          <p:spTgt spid="31"/>
                                        </p:tgtEl>
                                        <p:attrNameLst>
                                          <p:attrName>ppt_w</p:attrName>
                                        </p:attrNameLst>
                                      </p:cBhvr>
                                      <p:tavLst>
                                        <p:tav tm="0">
                                          <p:val>
                                            <p:fltVal val="0"/>
                                          </p:val>
                                        </p:tav>
                                        <p:tav tm="100000">
                                          <p:val>
                                            <p:strVal val="#ppt_w"/>
                                          </p:val>
                                        </p:tav>
                                      </p:tavLst>
                                    </p:anim>
                                    <p:anim calcmode="lin" valueType="num">
                                      <p:cBhvr>
                                        <p:cTn id="67" dur="500" fill="hold"/>
                                        <p:tgtEl>
                                          <p:spTgt spid="31"/>
                                        </p:tgtEl>
                                        <p:attrNameLst>
                                          <p:attrName>ppt_h</p:attrName>
                                        </p:attrNameLst>
                                      </p:cBhvr>
                                      <p:tavLst>
                                        <p:tav tm="0">
                                          <p:val>
                                            <p:fltVal val="0"/>
                                          </p:val>
                                        </p:tav>
                                        <p:tav tm="100000">
                                          <p:val>
                                            <p:strVal val="#ppt_h"/>
                                          </p:val>
                                        </p:tav>
                                      </p:tavLst>
                                    </p:anim>
                                    <p:animEffect transition="in" filter="fade">
                                      <p:cBhvr>
                                        <p:cTn id="68" dur="500"/>
                                        <p:tgtEl>
                                          <p:spTgt spid="31"/>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p:cTn id="71" dur="500" fill="hold"/>
                                        <p:tgtEl>
                                          <p:spTgt spid="32"/>
                                        </p:tgtEl>
                                        <p:attrNameLst>
                                          <p:attrName>ppt_w</p:attrName>
                                        </p:attrNameLst>
                                      </p:cBhvr>
                                      <p:tavLst>
                                        <p:tav tm="0">
                                          <p:val>
                                            <p:fltVal val="0"/>
                                          </p:val>
                                        </p:tav>
                                        <p:tav tm="100000">
                                          <p:val>
                                            <p:strVal val="#ppt_w"/>
                                          </p:val>
                                        </p:tav>
                                      </p:tavLst>
                                    </p:anim>
                                    <p:anim calcmode="lin" valueType="num">
                                      <p:cBhvr>
                                        <p:cTn id="72" dur="500" fill="hold"/>
                                        <p:tgtEl>
                                          <p:spTgt spid="32"/>
                                        </p:tgtEl>
                                        <p:attrNameLst>
                                          <p:attrName>ppt_h</p:attrName>
                                        </p:attrNameLst>
                                      </p:cBhvr>
                                      <p:tavLst>
                                        <p:tav tm="0">
                                          <p:val>
                                            <p:fltVal val="0"/>
                                          </p:val>
                                        </p:tav>
                                        <p:tav tm="100000">
                                          <p:val>
                                            <p:strVal val="#ppt_h"/>
                                          </p:val>
                                        </p:tav>
                                      </p:tavLst>
                                    </p:anim>
                                    <p:animEffect transition="in" filter="fade">
                                      <p:cBhvr>
                                        <p:cTn id="73" dur="500"/>
                                        <p:tgtEl>
                                          <p:spTgt spid="32"/>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 calcmode="lin" valueType="num">
                                      <p:cBhvr>
                                        <p:cTn id="76" dur="500" fill="hold"/>
                                        <p:tgtEl>
                                          <p:spTgt spid="33"/>
                                        </p:tgtEl>
                                        <p:attrNameLst>
                                          <p:attrName>ppt_w</p:attrName>
                                        </p:attrNameLst>
                                      </p:cBhvr>
                                      <p:tavLst>
                                        <p:tav tm="0">
                                          <p:val>
                                            <p:fltVal val="0"/>
                                          </p:val>
                                        </p:tav>
                                        <p:tav tm="100000">
                                          <p:val>
                                            <p:strVal val="#ppt_w"/>
                                          </p:val>
                                        </p:tav>
                                      </p:tavLst>
                                    </p:anim>
                                    <p:anim calcmode="lin" valueType="num">
                                      <p:cBhvr>
                                        <p:cTn id="77" dur="500" fill="hold"/>
                                        <p:tgtEl>
                                          <p:spTgt spid="33"/>
                                        </p:tgtEl>
                                        <p:attrNameLst>
                                          <p:attrName>ppt_h</p:attrName>
                                        </p:attrNameLst>
                                      </p:cBhvr>
                                      <p:tavLst>
                                        <p:tav tm="0">
                                          <p:val>
                                            <p:fltVal val="0"/>
                                          </p:val>
                                        </p:tav>
                                        <p:tav tm="100000">
                                          <p:val>
                                            <p:strVal val="#ppt_h"/>
                                          </p:val>
                                        </p:tav>
                                      </p:tavLst>
                                    </p:anim>
                                    <p:animEffect transition="in" filter="fade">
                                      <p:cBhvr>
                                        <p:cTn id="78" dur="500"/>
                                        <p:tgtEl>
                                          <p:spTgt spid="33"/>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anim calcmode="lin" valueType="num">
                                      <p:cBhvr>
                                        <p:cTn id="81" dur="500" fill="hold"/>
                                        <p:tgtEl>
                                          <p:spTgt spid="34"/>
                                        </p:tgtEl>
                                        <p:attrNameLst>
                                          <p:attrName>ppt_w</p:attrName>
                                        </p:attrNameLst>
                                      </p:cBhvr>
                                      <p:tavLst>
                                        <p:tav tm="0">
                                          <p:val>
                                            <p:fltVal val="0"/>
                                          </p:val>
                                        </p:tav>
                                        <p:tav tm="100000">
                                          <p:val>
                                            <p:strVal val="#ppt_w"/>
                                          </p:val>
                                        </p:tav>
                                      </p:tavLst>
                                    </p:anim>
                                    <p:anim calcmode="lin" valueType="num">
                                      <p:cBhvr>
                                        <p:cTn id="82" dur="500" fill="hold"/>
                                        <p:tgtEl>
                                          <p:spTgt spid="34"/>
                                        </p:tgtEl>
                                        <p:attrNameLst>
                                          <p:attrName>ppt_h</p:attrName>
                                        </p:attrNameLst>
                                      </p:cBhvr>
                                      <p:tavLst>
                                        <p:tav tm="0">
                                          <p:val>
                                            <p:fltVal val="0"/>
                                          </p:val>
                                        </p:tav>
                                        <p:tav tm="100000">
                                          <p:val>
                                            <p:strVal val="#ppt_h"/>
                                          </p:val>
                                        </p:tav>
                                      </p:tavLst>
                                    </p:anim>
                                    <p:animEffect transition="in" filter="fade">
                                      <p:cBhvr>
                                        <p:cTn id="83" dur="500"/>
                                        <p:tgtEl>
                                          <p:spTgt spid="34"/>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35"/>
                                        </p:tgtEl>
                                        <p:attrNameLst>
                                          <p:attrName>style.visibility</p:attrName>
                                        </p:attrNameLst>
                                      </p:cBhvr>
                                      <p:to>
                                        <p:strVal val="visible"/>
                                      </p:to>
                                    </p:set>
                                    <p:anim calcmode="lin" valueType="num">
                                      <p:cBhvr>
                                        <p:cTn id="86" dur="500" fill="hold"/>
                                        <p:tgtEl>
                                          <p:spTgt spid="35"/>
                                        </p:tgtEl>
                                        <p:attrNameLst>
                                          <p:attrName>ppt_w</p:attrName>
                                        </p:attrNameLst>
                                      </p:cBhvr>
                                      <p:tavLst>
                                        <p:tav tm="0">
                                          <p:val>
                                            <p:fltVal val="0"/>
                                          </p:val>
                                        </p:tav>
                                        <p:tav tm="100000">
                                          <p:val>
                                            <p:strVal val="#ppt_w"/>
                                          </p:val>
                                        </p:tav>
                                      </p:tavLst>
                                    </p:anim>
                                    <p:anim calcmode="lin" valueType="num">
                                      <p:cBhvr>
                                        <p:cTn id="87" dur="500" fill="hold"/>
                                        <p:tgtEl>
                                          <p:spTgt spid="35"/>
                                        </p:tgtEl>
                                        <p:attrNameLst>
                                          <p:attrName>ppt_h</p:attrName>
                                        </p:attrNameLst>
                                      </p:cBhvr>
                                      <p:tavLst>
                                        <p:tav tm="0">
                                          <p:val>
                                            <p:fltVal val="0"/>
                                          </p:val>
                                        </p:tav>
                                        <p:tav tm="100000">
                                          <p:val>
                                            <p:strVal val="#ppt_h"/>
                                          </p:val>
                                        </p:tav>
                                      </p:tavLst>
                                    </p:anim>
                                    <p:animEffect transition="in" filter="fade">
                                      <p:cBhvr>
                                        <p:cTn id="88" dur="500"/>
                                        <p:tgtEl>
                                          <p:spTgt spid="35"/>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 calcmode="lin" valueType="num">
                                      <p:cBhvr>
                                        <p:cTn id="91" dur="500" fill="hold"/>
                                        <p:tgtEl>
                                          <p:spTgt spid="36"/>
                                        </p:tgtEl>
                                        <p:attrNameLst>
                                          <p:attrName>ppt_w</p:attrName>
                                        </p:attrNameLst>
                                      </p:cBhvr>
                                      <p:tavLst>
                                        <p:tav tm="0">
                                          <p:val>
                                            <p:fltVal val="0"/>
                                          </p:val>
                                        </p:tav>
                                        <p:tav tm="100000">
                                          <p:val>
                                            <p:strVal val="#ppt_w"/>
                                          </p:val>
                                        </p:tav>
                                      </p:tavLst>
                                    </p:anim>
                                    <p:anim calcmode="lin" valueType="num">
                                      <p:cBhvr>
                                        <p:cTn id="92" dur="500" fill="hold"/>
                                        <p:tgtEl>
                                          <p:spTgt spid="36"/>
                                        </p:tgtEl>
                                        <p:attrNameLst>
                                          <p:attrName>ppt_h</p:attrName>
                                        </p:attrNameLst>
                                      </p:cBhvr>
                                      <p:tavLst>
                                        <p:tav tm="0">
                                          <p:val>
                                            <p:fltVal val="0"/>
                                          </p:val>
                                        </p:tav>
                                        <p:tav tm="100000">
                                          <p:val>
                                            <p:strVal val="#ppt_h"/>
                                          </p:val>
                                        </p:tav>
                                      </p:tavLst>
                                    </p:anim>
                                    <p:animEffect transition="in" filter="fade">
                                      <p:cBhvr>
                                        <p:cTn id="93" dur="500"/>
                                        <p:tgtEl>
                                          <p:spTgt spid="36"/>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37"/>
                                        </p:tgtEl>
                                        <p:attrNameLst>
                                          <p:attrName>style.visibility</p:attrName>
                                        </p:attrNameLst>
                                      </p:cBhvr>
                                      <p:to>
                                        <p:strVal val="visible"/>
                                      </p:to>
                                    </p:set>
                                    <p:anim calcmode="lin" valueType="num">
                                      <p:cBhvr>
                                        <p:cTn id="96" dur="500" fill="hold"/>
                                        <p:tgtEl>
                                          <p:spTgt spid="37"/>
                                        </p:tgtEl>
                                        <p:attrNameLst>
                                          <p:attrName>ppt_w</p:attrName>
                                        </p:attrNameLst>
                                      </p:cBhvr>
                                      <p:tavLst>
                                        <p:tav tm="0">
                                          <p:val>
                                            <p:fltVal val="0"/>
                                          </p:val>
                                        </p:tav>
                                        <p:tav tm="100000">
                                          <p:val>
                                            <p:strVal val="#ppt_w"/>
                                          </p:val>
                                        </p:tav>
                                      </p:tavLst>
                                    </p:anim>
                                    <p:anim calcmode="lin" valueType="num">
                                      <p:cBhvr>
                                        <p:cTn id="97" dur="500" fill="hold"/>
                                        <p:tgtEl>
                                          <p:spTgt spid="37"/>
                                        </p:tgtEl>
                                        <p:attrNameLst>
                                          <p:attrName>ppt_h</p:attrName>
                                        </p:attrNameLst>
                                      </p:cBhvr>
                                      <p:tavLst>
                                        <p:tav tm="0">
                                          <p:val>
                                            <p:fltVal val="0"/>
                                          </p:val>
                                        </p:tav>
                                        <p:tav tm="100000">
                                          <p:val>
                                            <p:strVal val="#ppt_h"/>
                                          </p:val>
                                        </p:tav>
                                      </p:tavLst>
                                    </p:anim>
                                    <p:animEffect transition="in" filter="fade">
                                      <p:cBhvr>
                                        <p:cTn id="98" dur="500"/>
                                        <p:tgtEl>
                                          <p:spTgt spid="37"/>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2"/>
                                        </p:tgtEl>
                                        <p:attrNameLst>
                                          <p:attrName>style.visibility</p:attrName>
                                        </p:attrNameLst>
                                      </p:cBhvr>
                                      <p:to>
                                        <p:strVal val="visible"/>
                                      </p:to>
                                    </p:set>
                                    <p:anim calcmode="lin" valueType="num">
                                      <p:cBhvr>
                                        <p:cTn id="101" dur="500" fill="hold"/>
                                        <p:tgtEl>
                                          <p:spTgt spid="2"/>
                                        </p:tgtEl>
                                        <p:attrNameLst>
                                          <p:attrName>ppt_w</p:attrName>
                                        </p:attrNameLst>
                                      </p:cBhvr>
                                      <p:tavLst>
                                        <p:tav tm="0">
                                          <p:val>
                                            <p:fltVal val="0"/>
                                          </p:val>
                                        </p:tav>
                                        <p:tav tm="100000">
                                          <p:val>
                                            <p:strVal val="#ppt_w"/>
                                          </p:val>
                                        </p:tav>
                                      </p:tavLst>
                                    </p:anim>
                                    <p:anim calcmode="lin" valueType="num">
                                      <p:cBhvr>
                                        <p:cTn id="102" dur="500" fill="hold"/>
                                        <p:tgtEl>
                                          <p:spTgt spid="2"/>
                                        </p:tgtEl>
                                        <p:attrNameLst>
                                          <p:attrName>ppt_h</p:attrName>
                                        </p:attrNameLst>
                                      </p:cBhvr>
                                      <p:tavLst>
                                        <p:tav tm="0">
                                          <p:val>
                                            <p:fltVal val="0"/>
                                          </p:val>
                                        </p:tav>
                                        <p:tav tm="100000">
                                          <p:val>
                                            <p:strVal val="#ppt_h"/>
                                          </p:val>
                                        </p:tav>
                                      </p:tavLst>
                                    </p:anim>
                                    <p:animEffect transition="in" filter="fade">
                                      <p:cBhvr>
                                        <p:cTn id="103" dur="500"/>
                                        <p:tgtEl>
                                          <p:spTgt spid="2"/>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4"/>
                                        </p:tgtEl>
                                        <p:attrNameLst>
                                          <p:attrName>style.visibility</p:attrName>
                                        </p:attrNameLst>
                                      </p:cBhvr>
                                      <p:to>
                                        <p:strVal val="visible"/>
                                      </p:to>
                                    </p:set>
                                    <p:anim calcmode="lin" valueType="num">
                                      <p:cBhvr>
                                        <p:cTn id="106" dur="500" fill="hold"/>
                                        <p:tgtEl>
                                          <p:spTgt spid="4"/>
                                        </p:tgtEl>
                                        <p:attrNameLst>
                                          <p:attrName>ppt_w</p:attrName>
                                        </p:attrNameLst>
                                      </p:cBhvr>
                                      <p:tavLst>
                                        <p:tav tm="0">
                                          <p:val>
                                            <p:fltVal val="0"/>
                                          </p:val>
                                        </p:tav>
                                        <p:tav tm="100000">
                                          <p:val>
                                            <p:strVal val="#ppt_w"/>
                                          </p:val>
                                        </p:tav>
                                      </p:tavLst>
                                    </p:anim>
                                    <p:anim calcmode="lin" valueType="num">
                                      <p:cBhvr>
                                        <p:cTn id="107" dur="500" fill="hold"/>
                                        <p:tgtEl>
                                          <p:spTgt spid="4"/>
                                        </p:tgtEl>
                                        <p:attrNameLst>
                                          <p:attrName>ppt_h</p:attrName>
                                        </p:attrNameLst>
                                      </p:cBhvr>
                                      <p:tavLst>
                                        <p:tav tm="0">
                                          <p:val>
                                            <p:fltVal val="0"/>
                                          </p:val>
                                        </p:tav>
                                        <p:tav tm="100000">
                                          <p:val>
                                            <p:strVal val="#ppt_h"/>
                                          </p:val>
                                        </p:tav>
                                      </p:tavLst>
                                    </p:anim>
                                    <p:animEffect transition="in" filter="fade">
                                      <p:cBhvr>
                                        <p:cTn id="108" dur="500"/>
                                        <p:tgtEl>
                                          <p:spTgt spid="4"/>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5"/>
                                        </p:tgtEl>
                                        <p:attrNameLst>
                                          <p:attrName>style.visibility</p:attrName>
                                        </p:attrNameLst>
                                      </p:cBhvr>
                                      <p:to>
                                        <p:strVal val="visible"/>
                                      </p:to>
                                    </p:set>
                                    <p:anim calcmode="lin" valueType="num">
                                      <p:cBhvr>
                                        <p:cTn id="111" dur="500" fill="hold"/>
                                        <p:tgtEl>
                                          <p:spTgt spid="5"/>
                                        </p:tgtEl>
                                        <p:attrNameLst>
                                          <p:attrName>ppt_w</p:attrName>
                                        </p:attrNameLst>
                                      </p:cBhvr>
                                      <p:tavLst>
                                        <p:tav tm="0">
                                          <p:val>
                                            <p:fltVal val="0"/>
                                          </p:val>
                                        </p:tav>
                                        <p:tav tm="100000">
                                          <p:val>
                                            <p:strVal val="#ppt_w"/>
                                          </p:val>
                                        </p:tav>
                                      </p:tavLst>
                                    </p:anim>
                                    <p:anim calcmode="lin" valueType="num">
                                      <p:cBhvr>
                                        <p:cTn id="112" dur="500" fill="hold"/>
                                        <p:tgtEl>
                                          <p:spTgt spid="5"/>
                                        </p:tgtEl>
                                        <p:attrNameLst>
                                          <p:attrName>ppt_h</p:attrName>
                                        </p:attrNameLst>
                                      </p:cBhvr>
                                      <p:tavLst>
                                        <p:tav tm="0">
                                          <p:val>
                                            <p:fltVal val="0"/>
                                          </p:val>
                                        </p:tav>
                                        <p:tav tm="100000">
                                          <p:val>
                                            <p:strVal val="#ppt_h"/>
                                          </p:val>
                                        </p:tav>
                                      </p:tavLst>
                                    </p:anim>
                                    <p:animEffect transition="in" filter="fade">
                                      <p:cBhvr>
                                        <p:cTn id="113" dur="500"/>
                                        <p:tgtEl>
                                          <p:spTgt spid="5"/>
                                        </p:tgtEl>
                                      </p:cBhvr>
                                    </p:animEffect>
                                  </p:childTnLst>
                                </p:cTn>
                              </p:par>
                              <p:par>
                                <p:cTn id="114" presetID="53" presetClass="entr" presetSubtype="16" fill="hold" grpId="0" nodeType="withEffect">
                                  <p:stCondLst>
                                    <p:cond delay="0"/>
                                  </p:stCondLst>
                                  <p:childTnLst>
                                    <p:set>
                                      <p:cBhvr>
                                        <p:cTn id="115" dur="1" fill="hold">
                                          <p:stCondLst>
                                            <p:cond delay="0"/>
                                          </p:stCondLst>
                                        </p:cTn>
                                        <p:tgtEl>
                                          <p:spTgt spid="6"/>
                                        </p:tgtEl>
                                        <p:attrNameLst>
                                          <p:attrName>style.visibility</p:attrName>
                                        </p:attrNameLst>
                                      </p:cBhvr>
                                      <p:to>
                                        <p:strVal val="visible"/>
                                      </p:to>
                                    </p:set>
                                    <p:anim calcmode="lin" valueType="num">
                                      <p:cBhvr>
                                        <p:cTn id="116" dur="500" fill="hold"/>
                                        <p:tgtEl>
                                          <p:spTgt spid="6"/>
                                        </p:tgtEl>
                                        <p:attrNameLst>
                                          <p:attrName>ppt_w</p:attrName>
                                        </p:attrNameLst>
                                      </p:cBhvr>
                                      <p:tavLst>
                                        <p:tav tm="0">
                                          <p:val>
                                            <p:fltVal val="0"/>
                                          </p:val>
                                        </p:tav>
                                        <p:tav tm="100000">
                                          <p:val>
                                            <p:strVal val="#ppt_w"/>
                                          </p:val>
                                        </p:tav>
                                      </p:tavLst>
                                    </p:anim>
                                    <p:anim calcmode="lin" valueType="num">
                                      <p:cBhvr>
                                        <p:cTn id="117" dur="500" fill="hold"/>
                                        <p:tgtEl>
                                          <p:spTgt spid="6"/>
                                        </p:tgtEl>
                                        <p:attrNameLst>
                                          <p:attrName>ppt_h</p:attrName>
                                        </p:attrNameLst>
                                      </p:cBhvr>
                                      <p:tavLst>
                                        <p:tav tm="0">
                                          <p:val>
                                            <p:fltVal val="0"/>
                                          </p:val>
                                        </p:tav>
                                        <p:tav tm="100000">
                                          <p:val>
                                            <p:strVal val="#ppt_h"/>
                                          </p:val>
                                        </p:tav>
                                      </p:tavLst>
                                    </p:anim>
                                    <p:animEffect transition="in" filter="fade">
                                      <p:cBhvr>
                                        <p:cTn id="118" dur="500"/>
                                        <p:tgtEl>
                                          <p:spTgt spid="6"/>
                                        </p:tgtEl>
                                      </p:cBhvr>
                                    </p:animEffect>
                                  </p:childTnLst>
                                </p:cTn>
                              </p:par>
                              <p:par>
                                <p:cTn id="119" presetID="53" presetClass="entr" presetSubtype="16" fill="hold" grpId="0" nodeType="withEffect">
                                  <p:stCondLst>
                                    <p:cond delay="0"/>
                                  </p:stCondLst>
                                  <p:childTnLst>
                                    <p:set>
                                      <p:cBhvr>
                                        <p:cTn id="120" dur="1" fill="hold">
                                          <p:stCondLst>
                                            <p:cond delay="0"/>
                                          </p:stCondLst>
                                        </p:cTn>
                                        <p:tgtEl>
                                          <p:spTgt spid="12"/>
                                        </p:tgtEl>
                                        <p:attrNameLst>
                                          <p:attrName>style.visibility</p:attrName>
                                        </p:attrNameLst>
                                      </p:cBhvr>
                                      <p:to>
                                        <p:strVal val="visible"/>
                                      </p:to>
                                    </p:set>
                                    <p:anim calcmode="lin" valueType="num">
                                      <p:cBhvr>
                                        <p:cTn id="121" dur="500" fill="hold"/>
                                        <p:tgtEl>
                                          <p:spTgt spid="12"/>
                                        </p:tgtEl>
                                        <p:attrNameLst>
                                          <p:attrName>ppt_w</p:attrName>
                                        </p:attrNameLst>
                                      </p:cBhvr>
                                      <p:tavLst>
                                        <p:tav tm="0">
                                          <p:val>
                                            <p:fltVal val="0"/>
                                          </p:val>
                                        </p:tav>
                                        <p:tav tm="100000">
                                          <p:val>
                                            <p:strVal val="#ppt_w"/>
                                          </p:val>
                                        </p:tav>
                                      </p:tavLst>
                                    </p:anim>
                                    <p:anim calcmode="lin" valueType="num">
                                      <p:cBhvr>
                                        <p:cTn id="122" dur="500" fill="hold"/>
                                        <p:tgtEl>
                                          <p:spTgt spid="12"/>
                                        </p:tgtEl>
                                        <p:attrNameLst>
                                          <p:attrName>ppt_h</p:attrName>
                                        </p:attrNameLst>
                                      </p:cBhvr>
                                      <p:tavLst>
                                        <p:tav tm="0">
                                          <p:val>
                                            <p:fltVal val="0"/>
                                          </p:val>
                                        </p:tav>
                                        <p:tav tm="100000">
                                          <p:val>
                                            <p:strVal val="#ppt_h"/>
                                          </p:val>
                                        </p:tav>
                                      </p:tavLst>
                                    </p:anim>
                                    <p:animEffect transition="in" filter="fade">
                                      <p:cBhvr>
                                        <p:cTn id="123" dur="500"/>
                                        <p:tgtEl>
                                          <p:spTgt spid="12"/>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17"/>
                                        </p:tgtEl>
                                        <p:attrNameLst>
                                          <p:attrName>style.visibility</p:attrName>
                                        </p:attrNameLst>
                                      </p:cBhvr>
                                      <p:to>
                                        <p:strVal val="visible"/>
                                      </p:to>
                                    </p:set>
                                    <p:anim calcmode="lin" valueType="num">
                                      <p:cBhvr>
                                        <p:cTn id="126" dur="500" fill="hold"/>
                                        <p:tgtEl>
                                          <p:spTgt spid="17"/>
                                        </p:tgtEl>
                                        <p:attrNameLst>
                                          <p:attrName>ppt_w</p:attrName>
                                        </p:attrNameLst>
                                      </p:cBhvr>
                                      <p:tavLst>
                                        <p:tav tm="0">
                                          <p:val>
                                            <p:fltVal val="0"/>
                                          </p:val>
                                        </p:tav>
                                        <p:tav tm="100000">
                                          <p:val>
                                            <p:strVal val="#ppt_w"/>
                                          </p:val>
                                        </p:tav>
                                      </p:tavLst>
                                    </p:anim>
                                    <p:anim calcmode="lin" valueType="num">
                                      <p:cBhvr>
                                        <p:cTn id="127" dur="500" fill="hold"/>
                                        <p:tgtEl>
                                          <p:spTgt spid="17"/>
                                        </p:tgtEl>
                                        <p:attrNameLst>
                                          <p:attrName>ppt_h</p:attrName>
                                        </p:attrNameLst>
                                      </p:cBhvr>
                                      <p:tavLst>
                                        <p:tav tm="0">
                                          <p:val>
                                            <p:fltVal val="0"/>
                                          </p:val>
                                        </p:tav>
                                        <p:tav tm="100000">
                                          <p:val>
                                            <p:strVal val="#ppt_h"/>
                                          </p:val>
                                        </p:tav>
                                      </p:tavLst>
                                    </p:anim>
                                    <p:animEffect transition="in" filter="fade">
                                      <p:cBhvr>
                                        <p:cTn id="128" dur="500"/>
                                        <p:tgtEl>
                                          <p:spTgt spid="17"/>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18"/>
                                        </p:tgtEl>
                                        <p:attrNameLst>
                                          <p:attrName>style.visibility</p:attrName>
                                        </p:attrNameLst>
                                      </p:cBhvr>
                                      <p:to>
                                        <p:strVal val="visible"/>
                                      </p:to>
                                    </p:set>
                                    <p:anim calcmode="lin" valueType="num">
                                      <p:cBhvr>
                                        <p:cTn id="131" dur="500" fill="hold"/>
                                        <p:tgtEl>
                                          <p:spTgt spid="18"/>
                                        </p:tgtEl>
                                        <p:attrNameLst>
                                          <p:attrName>ppt_w</p:attrName>
                                        </p:attrNameLst>
                                      </p:cBhvr>
                                      <p:tavLst>
                                        <p:tav tm="0">
                                          <p:val>
                                            <p:fltVal val="0"/>
                                          </p:val>
                                        </p:tav>
                                        <p:tav tm="100000">
                                          <p:val>
                                            <p:strVal val="#ppt_w"/>
                                          </p:val>
                                        </p:tav>
                                      </p:tavLst>
                                    </p:anim>
                                    <p:anim calcmode="lin" valueType="num">
                                      <p:cBhvr>
                                        <p:cTn id="132" dur="500" fill="hold"/>
                                        <p:tgtEl>
                                          <p:spTgt spid="18"/>
                                        </p:tgtEl>
                                        <p:attrNameLst>
                                          <p:attrName>ppt_h</p:attrName>
                                        </p:attrNameLst>
                                      </p:cBhvr>
                                      <p:tavLst>
                                        <p:tav tm="0">
                                          <p:val>
                                            <p:fltVal val="0"/>
                                          </p:val>
                                        </p:tav>
                                        <p:tav tm="100000">
                                          <p:val>
                                            <p:strVal val="#ppt_h"/>
                                          </p:val>
                                        </p:tav>
                                      </p:tavLst>
                                    </p:anim>
                                    <p:animEffect transition="in" filter="fade">
                                      <p:cBhvr>
                                        <p:cTn id="133" dur="500"/>
                                        <p:tgtEl>
                                          <p:spTgt spid="18"/>
                                        </p:tgtEl>
                                      </p:cBhvr>
                                    </p:animEffect>
                                  </p:childTnLst>
                                </p:cTn>
                              </p:par>
                              <p:par>
                                <p:cTn id="134" presetID="53" presetClass="entr" presetSubtype="16" fill="hold" grpId="0" nodeType="withEffect">
                                  <p:stCondLst>
                                    <p:cond delay="0"/>
                                  </p:stCondLst>
                                  <p:childTnLst>
                                    <p:set>
                                      <p:cBhvr>
                                        <p:cTn id="135" dur="1" fill="hold">
                                          <p:stCondLst>
                                            <p:cond delay="0"/>
                                          </p:stCondLst>
                                        </p:cTn>
                                        <p:tgtEl>
                                          <p:spTgt spid="19"/>
                                        </p:tgtEl>
                                        <p:attrNameLst>
                                          <p:attrName>style.visibility</p:attrName>
                                        </p:attrNameLst>
                                      </p:cBhvr>
                                      <p:to>
                                        <p:strVal val="visible"/>
                                      </p:to>
                                    </p:set>
                                    <p:anim calcmode="lin" valueType="num">
                                      <p:cBhvr>
                                        <p:cTn id="136" dur="500" fill="hold"/>
                                        <p:tgtEl>
                                          <p:spTgt spid="19"/>
                                        </p:tgtEl>
                                        <p:attrNameLst>
                                          <p:attrName>ppt_w</p:attrName>
                                        </p:attrNameLst>
                                      </p:cBhvr>
                                      <p:tavLst>
                                        <p:tav tm="0">
                                          <p:val>
                                            <p:fltVal val="0"/>
                                          </p:val>
                                        </p:tav>
                                        <p:tav tm="100000">
                                          <p:val>
                                            <p:strVal val="#ppt_w"/>
                                          </p:val>
                                        </p:tav>
                                      </p:tavLst>
                                    </p:anim>
                                    <p:anim calcmode="lin" valueType="num">
                                      <p:cBhvr>
                                        <p:cTn id="137" dur="500" fill="hold"/>
                                        <p:tgtEl>
                                          <p:spTgt spid="19"/>
                                        </p:tgtEl>
                                        <p:attrNameLst>
                                          <p:attrName>ppt_h</p:attrName>
                                        </p:attrNameLst>
                                      </p:cBhvr>
                                      <p:tavLst>
                                        <p:tav tm="0">
                                          <p:val>
                                            <p:fltVal val="0"/>
                                          </p:val>
                                        </p:tav>
                                        <p:tav tm="100000">
                                          <p:val>
                                            <p:strVal val="#ppt_h"/>
                                          </p:val>
                                        </p:tav>
                                      </p:tavLst>
                                    </p:anim>
                                    <p:animEffect transition="in" filter="fade">
                                      <p:cBhvr>
                                        <p:cTn id="138" dur="500"/>
                                        <p:tgtEl>
                                          <p:spTgt spid="19"/>
                                        </p:tgtEl>
                                      </p:cBhvr>
                                    </p:animEffect>
                                  </p:childTnLst>
                                </p:cTn>
                              </p:par>
                              <p:par>
                                <p:cTn id="139" presetID="53" presetClass="entr" presetSubtype="16" fill="hold" grpId="0" nodeType="withEffect">
                                  <p:stCondLst>
                                    <p:cond delay="0"/>
                                  </p:stCondLst>
                                  <p:childTnLst>
                                    <p:set>
                                      <p:cBhvr>
                                        <p:cTn id="140" dur="1" fill="hold">
                                          <p:stCondLst>
                                            <p:cond delay="0"/>
                                          </p:stCondLst>
                                        </p:cTn>
                                        <p:tgtEl>
                                          <p:spTgt spid="20"/>
                                        </p:tgtEl>
                                        <p:attrNameLst>
                                          <p:attrName>style.visibility</p:attrName>
                                        </p:attrNameLst>
                                      </p:cBhvr>
                                      <p:to>
                                        <p:strVal val="visible"/>
                                      </p:to>
                                    </p:set>
                                    <p:anim calcmode="lin" valueType="num">
                                      <p:cBhvr>
                                        <p:cTn id="141" dur="500" fill="hold"/>
                                        <p:tgtEl>
                                          <p:spTgt spid="20"/>
                                        </p:tgtEl>
                                        <p:attrNameLst>
                                          <p:attrName>ppt_w</p:attrName>
                                        </p:attrNameLst>
                                      </p:cBhvr>
                                      <p:tavLst>
                                        <p:tav tm="0">
                                          <p:val>
                                            <p:fltVal val="0"/>
                                          </p:val>
                                        </p:tav>
                                        <p:tav tm="100000">
                                          <p:val>
                                            <p:strVal val="#ppt_w"/>
                                          </p:val>
                                        </p:tav>
                                      </p:tavLst>
                                    </p:anim>
                                    <p:anim calcmode="lin" valueType="num">
                                      <p:cBhvr>
                                        <p:cTn id="142" dur="500" fill="hold"/>
                                        <p:tgtEl>
                                          <p:spTgt spid="20"/>
                                        </p:tgtEl>
                                        <p:attrNameLst>
                                          <p:attrName>ppt_h</p:attrName>
                                        </p:attrNameLst>
                                      </p:cBhvr>
                                      <p:tavLst>
                                        <p:tav tm="0">
                                          <p:val>
                                            <p:fltVal val="0"/>
                                          </p:val>
                                        </p:tav>
                                        <p:tav tm="100000">
                                          <p:val>
                                            <p:strVal val="#ppt_h"/>
                                          </p:val>
                                        </p:tav>
                                      </p:tavLst>
                                    </p:anim>
                                    <p:animEffect transition="in" filter="fade">
                                      <p:cBhvr>
                                        <p:cTn id="143" dur="500"/>
                                        <p:tgtEl>
                                          <p:spTgt spid="20"/>
                                        </p:tgtEl>
                                      </p:cBhvr>
                                    </p:animEffect>
                                  </p:childTnLst>
                                </p:cTn>
                              </p:par>
                              <p:par>
                                <p:cTn id="144" presetID="53" presetClass="entr" presetSubtype="16" fill="hold" grpId="0" nodeType="withEffect">
                                  <p:stCondLst>
                                    <p:cond delay="0"/>
                                  </p:stCondLst>
                                  <p:childTnLst>
                                    <p:set>
                                      <p:cBhvr>
                                        <p:cTn id="145" dur="1" fill="hold">
                                          <p:stCondLst>
                                            <p:cond delay="0"/>
                                          </p:stCondLst>
                                        </p:cTn>
                                        <p:tgtEl>
                                          <p:spTgt spid="21"/>
                                        </p:tgtEl>
                                        <p:attrNameLst>
                                          <p:attrName>style.visibility</p:attrName>
                                        </p:attrNameLst>
                                      </p:cBhvr>
                                      <p:to>
                                        <p:strVal val="visible"/>
                                      </p:to>
                                    </p:set>
                                    <p:anim calcmode="lin" valueType="num">
                                      <p:cBhvr>
                                        <p:cTn id="146" dur="500" fill="hold"/>
                                        <p:tgtEl>
                                          <p:spTgt spid="21"/>
                                        </p:tgtEl>
                                        <p:attrNameLst>
                                          <p:attrName>ppt_w</p:attrName>
                                        </p:attrNameLst>
                                      </p:cBhvr>
                                      <p:tavLst>
                                        <p:tav tm="0">
                                          <p:val>
                                            <p:fltVal val="0"/>
                                          </p:val>
                                        </p:tav>
                                        <p:tav tm="100000">
                                          <p:val>
                                            <p:strVal val="#ppt_w"/>
                                          </p:val>
                                        </p:tav>
                                      </p:tavLst>
                                    </p:anim>
                                    <p:anim calcmode="lin" valueType="num">
                                      <p:cBhvr>
                                        <p:cTn id="147" dur="500" fill="hold"/>
                                        <p:tgtEl>
                                          <p:spTgt spid="21"/>
                                        </p:tgtEl>
                                        <p:attrNameLst>
                                          <p:attrName>ppt_h</p:attrName>
                                        </p:attrNameLst>
                                      </p:cBhvr>
                                      <p:tavLst>
                                        <p:tav tm="0">
                                          <p:val>
                                            <p:fltVal val="0"/>
                                          </p:val>
                                        </p:tav>
                                        <p:tav tm="100000">
                                          <p:val>
                                            <p:strVal val="#ppt_h"/>
                                          </p:val>
                                        </p:tav>
                                      </p:tavLst>
                                    </p:anim>
                                    <p:animEffect transition="in" filter="fade">
                                      <p:cBhvr>
                                        <p:cTn id="148" dur="500"/>
                                        <p:tgtEl>
                                          <p:spTgt spid="21"/>
                                        </p:tgtEl>
                                      </p:cBhvr>
                                    </p:animEffect>
                                  </p:childTnLst>
                                </p:cTn>
                              </p:par>
                              <p:par>
                                <p:cTn id="149" presetID="53" presetClass="entr" presetSubtype="16" fill="hold" grpId="0" nodeType="withEffect">
                                  <p:stCondLst>
                                    <p:cond delay="0"/>
                                  </p:stCondLst>
                                  <p:childTnLst>
                                    <p:set>
                                      <p:cBhvr>
                                        <p:cTn id="150" dur="1" fill="hold">
                                          <p:stCondLst>
                                            <p:cond delay="0"/>
                                          </p:stCondLst>
                                        </p:cTn>
                                        <p:tgtEl>
                                          <p:spTgt spid="22"/>
                                        </p:tgtEl>
                                        <p:attrNameLst>
                                          <p:attrName>style.visibility</p:attrName>
                                        </p:attrNameLst>
                                      </p:cBhvr>
                                      <p:to>
                                        <p:strVal val="visible"/>
                                      </p:to>
                                    </p:set>
                                    <p:anim calcmode="lin" valueType="num">
                                      <p:cBhvr>
                                        <p:cTn id="151" dur="500" fill="hold"/>
                                        <p:tgtEl>
                                          <p:spTgt spid="22"/>
                                        </p:tgtEl>
                                        <p:attrNameLst>
                                          <p:attrName>ppt_w</p:attrName>
                                        </p:attrNameLst>
                                      </p:cBhvr>
                                      <p:tavLst>
                                        <p:tav tm="0">
                                          <p:val>
                                            <p:fltVal val="0"/>
                                          </p:val>
                                        </p:tav>
                                        <p:tav tm="100000">
                                          <p:val>
                                            <p:strVal val="#ppt_w"/>
                                          </p:val>
                                        </p:tav>
                                      </p:tavLst>
                                    </p:anim>
                                    <p:anim calcmode="lin" valueType="num">
                                      <p:cBhvr>
                                        <p:cTn id="152" dur="500" fill="hold"/>
                                        <p:tgtEl>
                                          <p:spTgt spid="22"/>
                                        </p:tgtEl>
                                        <p:attrNameLst>
                                          <p:attrName>ppt_h</p:attrName>
                                        </p:attrNameLst>
                                      </p:cBhvr>
                                      <p:tavLst>
                                        <p:tav tm="0">
                                          <p:val>
                                            <p:fltVal val="0"/>
                                          </p:val>
                                        </p:tav>
                                        <p:tav tm="100000">
                                          <p:val>
                                            <p:strVal val="#ppt_h"/>
                                          </p:val>
                                        </p:tav>
                                      </p:tavLst>
                                    </p:anim>
                                    <p:animEffect transition="in" filter="fade">
                                      <p:cBhvr>
                                        <p:cTn id="153" dur="500"/>
                                        <p:tgtEl>
                                          <p:spTgt spid="22"/>
                                        </p:tgtEl>
                                      </p:cBhvr>
                                    </p:animEffect>
                                  </p:childTnLst>
                                </p:cTn>
                              </p:par>
                              <p:par>
                                <p:cTn id="154" presetID="53" presetClass="entr" presetSubtype="16" fill="hold" grpId="0" nodeType="withEffect">
                                  <p:stCondLst>
                                    <p:cond delay="0"/>
                                  </p:stCondLst>
                                  <p:childTnLst>
                                    <p:set>
                                      <p:cBhvr>
                                        <p:cTn id="155" dur="1" fill="hold">
                                          <p:stCondLst>
                                            <p:cond delay="0"/>
                                          </p:stCondLst>
                                        </p:cTn>
                                        <p:tgtEl>
                                          <p:spTgt spid="23"/>
                                        </p:tgtEl>
                                        <p:attrNameLst>
                                          <p:attrName>style.visibility</p:attrName>
                                        </p:attrNameLst>
                                      </p:cBhvr>
                                      <p:to>
                                        <p:strVal val="visible"/>
                                      </p:to>
                                    </p:set>
                                    <p:anim calcmode="lin" valueType="num">
                                      <p:cBhvr>
                                        <p:cTn id="156" dur="500" fill="hold"/>
                                        <p:tgtEl>
                                          <p:spTgt spid="23"/>
                                        </p:tgtEl>
                                        <p:attrNameLst>
                                          <p:attrName>ppt_w</p:attrName>
                                        </p:attrNameLst>
                                      </p:cBhvr>
                                      <p:tavLst>
                                        <p:tav tm="0">
                                          <p:val>
                                            <p:fltVal val="0"/>
                                          </p:val>
                                        </p:tav>
                                        <p:tav tm="100000">
                                          <p:val>
                                            <p:strVal val="#ppt_w"/>
                                          </p:val>
                                        </p:tav>
                                      </p:tavLst>
                                    </p:anim>
                                    <p:anim calcmode="lin" valueType="num">
                                      <p:cBhvr>
                                        <p:cTn id="157" dur="500" fill="hold"/>
                                        <p:tgtEl>
                                          <p:spTgt spid="23"/>
                                        </p:tgtEl>
                                        <p:attrNameLst>
                                          <p:attrName>ppt_h</p:attrName>
                                        </p:attrNameLst>
                                      </p:cBhvr>
                                      <p:tavLst>
                                        <p:tav tm="0">
                                          <p:val>
                                            <p:fltVal val="0"/>
                                          </p:val>
                                        </p:tav>
                                        <p:tav tm="100000">
                                          <p:val>
                                            <p:strVal val="#ppt_h"/>
                                          </p:val>
                                        </p:tav>
                                      </p:tavLst>
                                    </p:anim>
                                    <p:animEffect transition="in" filter="fade">
                                      <p:cBhvr>
                                        <p:cTn id="158" dur="500"/>
                                        <p:tgtEl>
                                          <p:spTgt spid="23"/>
                                        </p:tgtEl>
                                      </p:cBhvr>
                                    </p:animEffect>
                                  </p:childTnLst>
                                </p:cTn>
                              </p:par>
                              <p:par>
                                <p:cTn id="159" presetID="53" presetClass="entr" presetSubtype="16" fill="hold" grpId="0" nodeType="withEffect">
                                  <p:stCondLst>
                                    <p:cond delay="0"/>
                                  </p:stCondLst>
                                  <p:childTnLst>
                                    <p:set>
                                      <p:cBhvr>
                                        <p:cTn id="160" dur="1" fill="hold">
                                          <p:stCondLst>
                                            <p:cond delay="0"/>
                                          </p:stCondLst>
                                        </p:cTn>
                                        <p:tgtEl>
                                          <p:spTgt spid="24"/>
                                        </p:tgtEl>
                                        <p:attrNameLst>
                                          <p:attrName>style.visibility</p:attrName>
                                        </p:attrNameLst>
                                      </p:cBhvr>
                                      <p:to>
                                        <p:strVal val="visible"/>
                                      </p:to>
                                    </p:set>
                                    <p:anim calcmode="lin" valueType="num">
                                      <p:cBhvr>
                                        <p:cTn id="161" dur="500" fill="hold"/>
                                        <p:tgtEl>
                                          <p:spTgt spid="24"/>
                                        </p:tgtEl>
                                        <p:attrNameLst>
                                          <p:attrName>ppt_w</p:attrName>
                                        </p:attrNameLst>
                                      </p:cBhvr>
                                      <p:tavLst>
                                        <p:tav tm="0">
                                          <p:val>
                                            <p:fltVal val="0"/>
                                          </p:val>
                                        </p:tav>
                                        <p:tav tm="100000">
                                          <p:val>
                                            <p:strVal val="#ppt_w"/>
                                          </p:val>
                                        </p:tav>
                                      </p:tavLst>
                                    </p:anim>
                                    <p:anim calcmode="lin" valueType="num">
                                      <p:cBhvr>
                                        <p:cTn id="162" dur="500" fill="hold"/>
                                        <p:tgtEl>
                                          <p:spTgt spid="24"/>
                                        </p:tgtEl>
                                        <p:attrNameLst>
                                          <p:attrName>ppt_h</p:attrName>
                                        </p:attrNameLst>
                                      </p:cBhvr>
                                      <p:tavLst>
                                        <p:tav tm="0">
                                          <p:val>
                                            <p:fltVal val="0"/>
                                          </p:val>
                                        </p:tav>
                                        <p:tav tm="100000">
                                          <p:val>
                                            <p:strVal val="#ppt_h"/>
                                          </p:val>
                                        </p:tav>
                                      </p:tavLst>
                                    </p:anim>
                                    <p:animEffect transition="in" filter="fade">
                                      <p:cBhvr>
                                        <p:cTn id="163" dur="500"/>
                                        <p:tgtEl>
                                          <p:spTgt spid="24"/>
                                        </p:tgtEl>
                                      </p:cBhvr>
                                    </p:animEffect>
                                  </p:childTnLst>
                                </p:cTn>
                              </p:par>
                              <p:par>
                                <p:cTn id="164" presetID="53" presetClass="entr" presetSubtype="16" fill="hold" grpId="0" nodeType="withEffect">
                                  <p:stCondLst>
                                    <p:cond delay="0"/>
                                  </p:stCondLst>
                                  <p:childTnLst>
                                    <p:set>
                                      <p:cBhvr>
                                        <p:cTn id="165" dur="1" fill="hold">
                                          <p:stCondLst>
                                            <p:cond delay="0"/>
                                          </p:stCondLst>
                                        </p:cTn>
                                        <p:tgtEl>
                                          <p:spTgt spid="38"/>
                                        </p:tgtEl>
                                        <p:attrNameLst>
                                          <p:attrName>style.visibility</p:attrName>
                                        </p:attrNameLst>
                                      </p:cBhvr>
                                      <p:to>
                                        <p:strVal val="visible"/>
                                      </p:to>
                                    </p:set>
                                    <p:anim calcmode="lin" valueType="num">
                                      <p:cBhvr>
                                        <p:cTn id="166" dur="500" fill="hold"/>
                                        <p:tgtEl>
                                          <p:spTgt spid="38"/>
                                        </p:tgtEl>
                                        <p:attrNameLst>
                                          <p:attrName>ppt_w</p:attrName>
                                        </p:attrNameLst>
                                      </p:cBhvr>
                                      <p:tavLst>
                                        <p:tav tm="0">
                                          <p:val>
                                            <p:fltVal val="0"/>
                                          </p:val>
                                        </p:tav>
                                        <p:tav tm="100000">
                                          <p:val>
                                            <p:strVal val="#ppt_w"/>
                                          </p:val>
                                        </p:tav>
                                      </p:tavLst>
                                    </p:anim>
                                    <p:anim calcmode="lin" valueType="num">
                                      <p:cBhvr>
                                        <p:cTn id="167" dur="500" fill="hold"/>
                                        <p:tgtEl>
                                          <p:spTgt spid="38"/>
                                        </p:tgtEl>
                                        <p:attrNameLst>
                                          <p:attrName>ppt_h</p:attrName>
                                        </p:attrNameLst>
                                      </p:cBhvr>
                                      <p:tavLst>
                                        <p:tav tm="0">
                                          <p:val>
                                            <p:fltVal val="0"/>
                                          </p:val>
                                        </p:tav>
                                        <p:tav tm="100000">
                                          <p:val>
                                            <p:strVal val="#ppt_h"/>
                                          </p:val>
                                        </p:tav>
                                      </p:tavLst>
                                    </p:anim>
                                    <p:animEffect transition="in" filter="fade">
                                      <p:cBhvr>
                                        <p:cTn id="168" dur="500"/>
                                        <p:tgtEl>
                                          <p:spTgt spid="38"/>
                                        </p:tgtEl>
                                      </p:cBhvr>
                                    </p:animEffect>
                                  </p:childTnLst>
                                </p:cTn>
                              </p:par>
                              <p:par>
                                <p:cTn id="169" presetID="53" presetClass="entr" presetSubtype="16" fill="hold" grpId="0" nodeType="withEffect">
                                  <p:stCondLst>
                                    <p:cond delay="0"/>
                                  </p:stCondLst>
                                  <p:childTnLst>
                                    <p:set>
                                      <p:cBhvr>
                                        <p:cTn id="170" dur="1" fill="hold">
                                          <p:stCondLst>
                                            <p:cond delay="0"/>
                                          </p:stCondLst>
                                        </p:cTn>
                                        <p:tgtEl>
                                          <p:spTgt spid="39"/>
                                        </p:tgtEl>
                                        <p:attrNameLst>
                                          <p:attrName>style.visibility</p:attrName>
                                        </p:attrNameLst>
                                      </p:cBhvr>
                                      <p:to>
                                        <p:strVal val="visible"/>
                                      </p:to>
                                    </p:set>
                                    <p:anim calcmode="lin" valueType="num">
                                      <p:cBhvr>
                                        <p:cTn id="171" dur="500" fill="hold"/>
                                        <p:tgtEl>
                                          <p:spTgt spid="39"/>
                                        </p:tgtEl>
                                        <p:attrNameLst>
                                          <p:attrName>ppt_w</p:attrName>
                                        </p:attrNameLst>
                                      </p:cBhvr>
                                      <p:tavLst>
                                        <p:tav tm="0">
                                          <p:val>
                                            <p:fltVal val="0"/>
                                          </p:val>
                                        </p:tav>
                                        <p:tav tm="100000">
                                          <p:val>
                                            <p:strVal val="#ppt_w"/>
                                          </p:val>
                                        </p:tav>
                                      </p:tavLst>
                                    </p:anim>
                                    <p:anim calcmode="lin" valueType="num">
                                      <p:cBhvr>
                                        <p:cTn id="172" dur="500" fill="hold"/>
                                        <p:tgtEl>
                                          <p:spTgt spid="39"/>
                                        </p:tgtEl>
                                        <p:attrNameLst>
                                          <p:attrName>ppt_h</p:attrName>
                                        </p:attrNameLst>
                                      </p:cBhvr>
                                      <p:tavLst>
                                        <p:tav tm="0">
                                          <p:val>
                                            <p:fltVal val="0"/>
                                          </p:val>
                                        </p:tav>
                                        <p:tav tm="100000">
                                          <p:val>
                                            <p:strVal val="#ppt_h"/>
                                          </p:val>
                                        </p:tav>
                                      </p:tavLst>
                                    </p:anim>
                                    <p:animEffect transition="in" filter="fade">
                                      <p:cBhvr>
                                        <p:cTn id="173" dur="500"/>
                                        <p:tgtEl>
                                          <p:spTgt spid="39"/>
                                        </p:tgtEl>
                                      </p:cBhvr>
                                    </p:animEffect>
                                  </p:childTnLst>
                                </p:cTn>
                              </p:par>
                              <p:par>
                                <p:cTn id="174" presetID="53" presetClass="entr" presetSubtype="16" fill="hold" grpId="0" nodeType="withEffect">
                                  <p:stCondLst>
                                    <p:cond delay="0"/>
                                  </p:stCondLst>
                                  <p:childTnLst>
                                    <p:set>
                                      <p:cBhvr>
                                        <p:cTn id="175" dur="1" fill="hold">
                                          <p:stCondLst>
                                            <p:cond delay="0"/>
                                          </p:stCondLst>
                                        </p:cTn>
                                        <p:tgtEl>
                                          <p:spTgt spid="40"/>
                                        </p:tgtEl>
                                        <p:attrNameLst>
                                          <p:attrName>style.visibility</p:attrName>
                                        </p:attrNameLst>
                                      </p:cBhvr>
                                      <p:to>
                                        <p:strVal val="visible"/>
                                      </p:to>
                                    </p:set>
                                    <p:anim calcmode="lin" valueType="num">
                                      <p:cBhvr>
                                        <p:cTn id="176" dur="500" fill="hold"/>
                                        <p:tgtEl>
                                          <p:spTgt spid="40"/>
                                        </p:tgtEl>
                                        <p:attrNameLst>
                                          <p:attrName>ppt_w</p:attrName>
                                        </p:attrNameLst>
                                      </p:cBhvr>
                                      <p:tavLst>
                                        <p:tav tm="0">
                                          <p:val>
                                            <p:fltVal val="0"/>
                                          </p:val>
                                        </p:tav>
                                        <p:tav tm="100000">
                                          <p:val>
                                            <p:strVal val="#ppt_w"/>
                                          </p:val>
                                        </p:tav>
                                      </p:tavLst>
                                    </p:anim>
                                    <p:anim calcmode="lin" valueType="num">
                                      <p:cBhvr>
                                        <p:cTn id="177" dur="500" fill="hold"/>
                                        <p:tgtEl>
                                          <p:spTgt spid="40"/>
                                        </p:tgtEl>
                                        <p:attrNameLst>
                                          <p:attrName>ppt_h</p:attrName>
                                        </p:attrNameLst>
                                      </p:cBhvr>
                                      <p:tavLst>
                                        <p:tav tm="0">
                                          <p:val>
                                            <p:fltVal val="0"/>
                                          </p:val>
                                        </p:tav>
                                        <p:tav tm="100000">
                                          <p:val>
                                            <p:strVal val="#ppt_h"/>
                                          </p:val>
                                        </p:tav>
                                      </p:tavLst>
                                    </p:anim>
                                    <p:animEffect transition="in" filter="fade">
                                      <p:cBhvr>
                                        <p:cTn id="178" dur="500"/>
                                        <p:tgtEl>
                                          <p:spTgt spid="40"/>
                                        </p:tgtEl>
                                      </p:cBhvr>
                                    </p:animEffect>
                                  </p:childTnLst>
                                </p:cTn>
                              </p:par>
                              <p:par>
                                <p:cTn id="179" presetID="53" presetClass="entr" presetSubtype="16" fill="hold" grpId="0" nodeType="withEffect">
                                  <p:stCondLst>
                                    <p:cond delay="0"/>
                                  </p:stCondLst>
                                  <p:childTnLst>
                                    <p:set>
                                      <p:cBhvr>
                                        <p:cTn id="180" dur="1" fill="hold">
                                          <p:stCondLst>
                                            <p:cond delay="0"/>
                                          </p:stCondLst>
                                        </p:cTn>
                                        <p:tgtEl>
                                          <p:spTgt spid="41"/>
                                        </p:tgtEl>
                                        <p:attrNameLst>
                                          <p:attrName>style.visibility</p:attrName>
                                        </p:attrNameLst>
                                      </p:cBhvr>
                                      <p:to>
                                        <p:strVal val="visible"/>
                                      </p:to>
                                    </p:set>
                                    <p:anim calcmode="lin" valueType="num">
                                      <p:cBhvr>
                                        <p:cTn id="181" dur="500" fill="hold"/>
                                        <p:tgtEl>
                                          <p:spTgt spid="41"/>
                                        </p:tgtEl>
                                        <p:attrNameLst>
                                          <p:attrName>ppt_w</p:attrName>
                                        </p:attrNameLst>
                                      </p:cBhvr>
                                      <p:tavLst>
                                        <p:tav tm="0">
                                          <p:val>
                                            <p:fltVal val="0"/>
                                          </p:val>
                                        </p:tav>
                                        <p:tav tm="100000">
                                          <p:val>
                                            <p:strVal val="#ppt_w"/>
                                          </p:val>
                                        </p:tav>
                                      </p:tavLst>
                                    </p:anim>
                                    <p:anim calcmode="lin" valueType="num">
                                      <p:cBhvr>
                                        <p:cTn id="182" dur="500" fill="hold"/>
                                        <p:tgtEl>
                                          <p:spTgt spid="41"/>
                                        </p:tgtEl>
                                        <p:attrNameLst>
                                          <p:attrName>ppt_h</p:attrName>
                                        </p:attrNameLst>
                                      </p:cBhvr>
                                      <p:tavLst>
                                        <p:tav tm="0">
                                          <p:val>
                                            <p:fltVal val="0"/>
                                          </p:val>
                                        </p:tav>
                                        <p:tav tm="100000">
                                          <p:val>
                                            <p:strVal val="#ppt_h"/>
                                          </p:val>
                                        </p:tav>
                                      </p:tavLst>
                                    </p:anim>
                                    <p:animEffect transition="in" filter="fade">
                                      <p:cBhvr>
                                        <p:cTn id="183" dur="500"/>
                                        <p:tgtEl>
                                          <p:spTgt spid="41"/>
                                        </p:tgtEl>
                                      </p:cBhvr>
                                    </p:animEffect>
                                  </p:childTnLst>
                                </p:cTn>
                              </p:par>
                              <p:par>
                                <p:cTn id="184" presetID="53" presetClass="entr" presetSubtype="16" fill="hold" grpId="0" nodeType="withEffect">
                                  <p:stCondLst>
                                    <p:cond delay="0"/>
                                  </p:stCondLst>
                                  <p:childTnLst>
                                    <p:set>
                                      <p:cBhvr>
                                        <p:cTn id="185" dur="1" fill="hold">
                                          <p:stCondLst>
                                            <p:cond delay="0"/>
                                          </p:stCondLst>
                                        </p:cTn>
                                        <p:tgtEl>
                                          <p:spTgt spid="42"/>
                                        </p:tgtEl>
                                        <p:attrNameLst>
                                          <p:attrName>style.visibility</p:attrName>
                                        </p:attrNameLst>
                                      </p:cBhvr>
                                      <p:to>
                                        <p:strVal val="visible"/>
                                      </p:to>
                                    </p:set>
                                    <p:anim calcmode="lin" valueType="num">
                                      <p:cBhvr>
                                        <p:cTn id="186" dur="500" fill="hold"/>
                                        <p:tgtEl>
                                          <p:spTgt spid="42"/>
                                        </p:tgtEl>
                                        <p:attrNameLst>
                                          <p:attrName>ppt_w</p:attrName>
                                        </p:attrNameLst>
                                      </p:cBhvr>
                                      <p:tavLst>
                                        <p:tav tm="0">
                                          <p:val>
                                            <p:fltVal val="0"/>
                                          </p:val>
                                        </p:tav>
                                        <p:tav tm="100000">
                                          <p:val>
                                            <p:strVal val="#ppt_w"/>
                                          </p:val>
                                        </p:tav>
                                      </p:tavLst>
                                    </p:anim>
                                    <p:anim calcmode="lin" valueType="num">
                                      <p:cBhvr>
                                        <p:cTn id="187" dur="500" fill="hold"/>
                                        <p:tgtEl>
                                          <p:spTgt spid="42"/>
                                        </p:tgtEl>
                                        <p:attrNameLst>
                                          <p:attrName>ppt_h</p:attrName>
                                        </p:attrNameLst>
                                      </p:cBhvr>
                                      <p:tavLst>
                                        <p:tav tm="0">
                                          <p:val>
                                            <p:fltVal val="0"/>
                                          </p:val>
                                        </p:tav>
                                        <p:tav tm="100000">
                                          <p:val>
                                            <p:strVal val="#ppt_h"/>
                                          </p:val>
                                        </p:tav>
                                      </p:tavLst>
                                    </p:anim>
                                    <p:animEffect transition="in" filter="fade">
                                      <p:cBhvr>
                                        <p:cTn id="188" dur="500"/>
                                        <p:tgtEl>
                                          <p:spTgt spid="42"/>
                                        </p:tgtEl>
                                      </p:cBhvr>
                                    </p:animEffect>
                                  </p:childTnLst>
                                </p:cTn>
                              </p:par>
                              <p:par>
                                <p:cTn id="189" presetID="53" presetClass="entr" presetSubtype="16" fill="hold" grpId="0" nodeType="withEffect">
                                  <p:stCondLst>
                                    <p:cond delay="0"/>
                                  </p:stCondLst>
                                  <p:childTnLst>
                                    <p:set>
                                      <p:cBhvr>
                                        <p:cTn id="190" dur="1" fill="hold">
                                          <p:stCondLst>
                                            <p:cond delay="0"/>
                                          </p:stCondLst>
                                        </p:cTn>
                                        <p:tgtEl>
                                          <p:spTgt spid="43"/>
                                        </p:tgtEl>
                                        <p:attrNameLst>
                                          <p:attrName>style.visibility</p:attrName>
                                        </p:attrNameLst>
                                      </p:cBhvr>
                                      <p:to>
                                        <p:strVal val="visible"/>
                                      </p:to>
                                    </p:set>
                                    <p:anim calcmode="lin" valueType="num">
                                      <p:cBhvr>
                                        <p:cTn id="191" dur="500" fill="hold"/>
                                        <p:tgtEl>
                                          <p:spTgt spid="43"/>
                                        </p:tgtEl>
                                        <p:attrNameLst>
                                          <p:attrName>ppt_w</p:attrName>
                                        </p:attrNameLst>
                                      </p:cBhvr>
                                      <p:tavLst>
                                        <p:tav tm="0">
                                          <p:val>
                                            <p:fltVal val="0"/>
                                          </p:val>
                                        </p:tav>
                                        <p:tav tm="100000">
                                          <p:val>
                                            <p:strVal val="#ppt_w"/>
                                          </p:val>
                                        </p:tav>
                                      </p:tavLst>
                                    </p:anim>
                                    <p:anim calcmode="lin" valueType="num">
                                      <p:cBhvr>
                                        <p:cTn id="192" dur="500" fill="hold"/>
                                        <p:tgtEl>
                                          <p:spTgt spid="43"/>
                                        </p:tgtEl>
                                        <p:attrNameLst>
                                          <p:attrName>ppt_h</p:attrName>
                                        </p:attrNameLst>
                                      </p:cBhvr>
                                      <p:tavLst>
                                        <p:tav tm="0">
                                          <p:val>
                                            <p:fltVal val="0"/>
                                          </p:val>
                                        </p:tav>
                                        <p:tav tm="100000">
                                          <p:val>
                                            <p:strVal val="#ppt_h"/>
                                          </p:val>
                                        </p:tav>
                                      </p:tavLst>
                                    </p:anim>
                                    <p:animEffect transition="in" filter="fade">
                                      <p:cBhvr>
                                        <p:cTn id="193" dur="500"/>
                                        <p:tgtEl>
                                          <p:spTgt spid="43"/>
                                        </p:tgtEl>
                                      </p:cBhvr>
                                    </p:animEffect>
                                  </p:childTnLst>
                                </p:cTn>
                              </p:par>
                              <p:par>
                                <p:cTn id="194" presetID="53" presetClass="entr" presetSubtype="16" fill="hold" grpId="0" nodeType="withEffect">
                                  <p:stCondLst>
                                    <p:cond delay="0"/>
                                  </p:stCondLst>
                                  <p:childTnLst>
                                    <p:set>
                                      <p:cBhvr>
                                        <p:cTn id="195" dur="1" fill="hold">
                                          <p:stCondLst>
                                            <p:cond delay="0"/>
                                          </p:stCondLst>
                                        </p:cTn>
                                        <p:tgtEl>
                                          <p:spTgt spid="44"/>
                                        </p:tgtEl>
                                        <p:attrNameLst>
                                          <p:attrName>style.visibility</p:attrName>
                                        </p:attrNameLst>
                                      </p:cBhvr>
                                      <p:to>
                                        <p:strVal val="visible"/>
                                      </p:to>
                                    </p:set>
                                    <p:anim calcmode="lin" valueType="num">
                                      <p:cBhvr>
                                        <p:cTn id="196" dur="500" fill="hold"/>
                                        <p:tgtEl>
                                          <p:spTgt spid="44"/>
                                        </p:tgtEl>
                                        <p:attrNameLst>
                                          <p:attrName>ppt_w</p:attrName>
                                        </p:attrNameLst>
                                      </p:cBhvr>
                                      <p:tavLst>
                                        <p:tav tm="0">
                                          <p:val>
                                            <p:fltVal val="0"/>
                                          </p:val>
                                        </p:tav>
                                        <p:tav tm="100000">
                                          <p:val>
                                            <p:strVal val="#ppt_w"/>
                                          </p:val>
                                        </p:tav>
                                      </p:tavLst>
                                    </p:anim>
                                    <p:anim calcmode="lin" valueType="num">
                                      <p:cBhvr>
                                        <p:cTn id="197" dur="500" fill="hold"/>
                                        <p:tgtEl>
                                          <p:spTgt spid="44"/>
                                        </p:tgtEl>
                                        <p:attrNameLst>
                                          <p:attrName>ppt_h</p:attrName>
                                        </p:attrNameLst>
                                      </p:cBhvr>
                                      <p:tavLst>
                                        <p:tav tm="0">
                                          <p:val>
                                            <p:fltVal val="0"/>
                                          </p:val>
                                        </p:tav>
                                        <p:tav tm="100000">
                                          <p:val>
                                            <p:strVal val="#ppt_h"/>
                                          </p:val>
                                        </p:tav>
                                      </p:tavLst>
                                    </p:anim>
                                    <p:animEffect transition="in" filter="fade">
                                      <p:cBhvr>
                                        <p:cTn id="198" dur="500"/>
                                        <p:tgtEl>
                                          <p:spTgt spid="44"/>
                                        </p:tgtEl>
                                      </p:cBhvr>
                                    </p:animEffect>
                                  </p:childTnLst>
                                </p:cTn>
                              </p:par>
                              <p:par>
                                <p:cTn id="199" presetID="53" presetClass="entr" presetSubtype="16" fill="hold" grpId="0" nodeType="withEffect">
                                  <p:stCondLst>
                                    <p:cond delay="0"/>
                                  </p:stCondLst>
                                  <p:childTnLst>
                                    <p:set>
                                      <p:cBhvr>
                                        <p:cTn id="200" dur="1" fill="hold">
                                          <p:stCondLst>
                                            <p:cond delay="0"/>
                                          </p:stCondLst>
                                        </p:cTn>
                                        <p:tgtEl>
                                          <p:spTgt spid="45"/>
                                        </p:tgtEl>
                                        <p:attrNameLst>
                                          <p:attrName>style.visibility</p:attrName>
                                        </p:attrNameLst>
                                      </p:cBhvr>
                                      <p:to>
                                        <p:strVal val="visible"/>
                                      </p:to>
                                    </p:set>
                                    <p:anim calcmode="lin" valueType="num">
                                      <p:cBhvr>
                                        <p:cTn id="201" dur="500" fill="hold"/>
                                        <p:tgtEl>
                                          <p:spTgt spid="45"/>
                                        </p:tgtEl>
                                        <p:attrNameLst>
                                          <p:attrName>ppt_w</p:attrName>
                                        </p:attrNameLst>
                                      </p:cBhvr>
                                      <p:tavLst>
                                        <p:tav tm="0">
                                          <p:val>
                                            <p:fltVal val="0"/>
                                          </p:val>
                                        </p:tav>
                                        <p:tav tm="100000">
                                          <p:val>
                                            <p:strVal val="#ppt_w"/>
                                          </p:val>
                                        </p:tav>
                                      </p:tavLst>
                                    </p:anim>
                                    <p:anim calcmode="lin" valueType="num">
                                      <p:cBhvr>
                                        <p:cTn id="202" dur="500" fill="hold"/>
                                        <p:tgtEl>
                                          <p:spTgt spid="45"/>
                                        </p:tgtEl>
                                        <p:attrNameLst>
                                          <p:attrName>ppt_h</p:attrName>
                                        </p:attrNameLst>
                                      </p:cBhvr>
                                      <p:tavLst>
                                        <p:tav tm="0">
                                          <p:val>
                                            <p:fltVal val="0"/>
                                          </p:val>
                                        </p:tav>
                                        <p:tav tm="100000">
                                          <p:val>
                                            <p:strVal val="#ppt_h"/>
                                          </p:val>
                                        </p:tav>
                                      </p:tavLst>
                                    </p:anim>
                                    <p:animEffect transition="in" filter="fade">
                                      <p:cBhvr>
                                        <p:cTn id="203" dur="500"/>
                                        <p:tgtEl>
                                          <p:spTgt spid="45"/>
                                        </p:tgtEl>
                                      </p:cBhvr>
                                    </p:animEffect>
                                  </p:childTnLst>
                                </p:cTn>
                              </p:par>
                              <p:par>
                                <p:cTn id="204" presetID="53" presetClass="entr" presetSubtype="16" fill="hold" grpId="0" nodeType="withEffect">
                                  <p:stCondLst>
                                    <p:cond delay="0"/>
                                  </p:stCondLst>
                                  <p:childTnLst>
                                    <p:set>
                                      <p:cBhvr>
                                        <p:cTn id="205" dur="1" fill="hold">
                                          <p:stCondLst>
                                            <p:cond delay="0"/>
                                          </p:stCondLst>
                                        </p:cTn>
                                        <p:tgtEl>
                                          <p:spTgt spid="46"/>
                                        </p:tgtEl>
                                        <p:attrNameLst>
                                          <p:attrName>style.visibility</p:attrName>
                                        </p:attrNameLst>
                                      </p:cBhvr>
                                      <p:to>
                                        <p:strVal val="visible"/>
                                      </p:to>
                                    </p:set>
                                    <p:anim calcmode="lin" valueType="num">
                                      <p:cBhvr>
                                        <p:cTn id="206" dur="500" fill="hold"/>
                                        <p:tgtEl>
                                          <p:spTgt spid="46"/>
                                        </p:tgtEl>
                                        <p:attrNameLst>
                                          <p:attrName>ppt_w</p:attrName>
                                        </p:attrNameLst>
                                      </p:cBhvr>
                                      <p:tavLst>
                                        <p:tav tm="0">
                                          <p:val>
                                            <p:fltVal val="0"/>
                                          </p:val>
                                        </p:tav>
                                        <p:tav tm="100000">
                                          <p:val>
                                            <p:strVal val="#ppt_w"/>
                                          </p:val>
                                        </p:tav>
                                      </p:tavLst>
                                    </p:anim>
                                    <p:anim calcmode="lin" valueType="num">
                                      <p:cBhvr>
                                        <p:cTn id="207" dur="500" fill="hold"/>
                                        <p:tgtEl>
                                          <p:spTgt spid="46"/>
                                        </p:tgtEl>
                                        <p:attrNameLst>
                                          <p:attrName>ppt_h</p:attrName>
                                        </p:attrNameLst>
                                      </p:cBhvr>
                                      <p:tavLst>
                                        <p:tav tm="0">
                                          <p:val>
                                            <p:fltVal val="0"/>
                                          </p:val>
                                        </p:tav>
                                        <p:tav tm="100000">
                                          <p:val>
                                            <p:strVal val="#ppt_h"/>
                                          </p:val>
                                        </p:tav>
                                      </p:tavLst>
                                    </p:anim>
                                    <p:animEffect transition="in" filter="fade">
                                      <p:cBhvr>
                                        <p:cTn id="208" dur="500"/>
                                        <p:tgtEl>
                                          <p:spTgt spid="46"/>
                                        </p:tgtEl>
                                      </p:cBhvr>
                                    </p:animEffect>
                                  </p:childTnLst>
                                </p:cTn>
                              </p:par>
                              <p:par>
                                <p:cTn id="209" presetID="53" presetClass="entr" presetSubtype="16" fill="hold" grpId="0" nodeType="withEffect">
                                  <p:stCondLst>
                                    <p:cond delay="0"/>
                                  </p:stCondLst>
                                  <p:childTnLst>
                                    <p:set>
                                      <p:cBhvr>
                                        <p:cTn id="210" dur="1" fill="hold">
                                          <p:stCondLst>
                                            <p:cond delay="0"/>
                                          </p:stCondLst>
                                        </p:cTn>
                                        <p:tgtEl>
                                          <p:spTgt spid="3"/>
                                        </p:tgtEl>
                                        <p:attrNameLst>
                                          <p:attrName>style.visibility</p:attrName>
                                        </p:attrNameLst>
                                      </p:cBhvr>
                                      <p:to>
                                        <p:strVal val="visible"/>
                                      </p:to>
                                    </p:set>
                                    <p:anim calcmode="lin" valueType="num">
                                      <p:cBhvr>
                                        <p:cTn id="211" dur="500" fill="hold"/>
                                        <p:tgtEl>
                                          <p:spTgt spid="3"/>
                                        </p:tgtEl>
                                        <p:attrNameLst>
                                          <p:attrName>ppt_w</p:attrName>
                                        </p:attrNameLst>
                                      </p:cBhvr>
                                      <p:tavLst>
                                        <p:tav tm="0">
                                          <p:val>
                                            <p:fltVal val="0"/>
                                          </p:val>
                                        </p:tav>
                                        <p:tav tm="100000">
                                          <p:val>
                                            <p:strVal val="#ppt_w"/>
                                          </p:val>
                                        </p:tav>
                                      </p:tavLst>
                                    </p:anim>
                                    <p:anim calcmode="lin" valueType="num">
                                      <p:cBhvr>
                                        <p:cTn id="212" dur="500" fill="hold"/>
                                        <p:tgtEl>
                                          <p:spTgt spid="3"/>
                                        </p:tgtEl>
                                        <p:attrNameLst>
                                          <p:attrName>ppt_h</p:attrName>
                                        </p:attrNameLst>
                                      </p:cBhvr>
                                      <p:tavLst>
                                        <p:tav tm="0">
                                          <p:val>
                                            <p:fltVal val="0"/>
                                          </p:val>
                                        </p:tav>
                                        <p:tav tm="100000">
                                          <p:val>
                                            <p:strVal val="#ppt_h"/>
                                          </p:val>
                                        </p:tav>
                                      </p:tavLst>
                                    </p:anim>
                                    <p:animEffect transition="in" filter="fade">
                                      <p:cBhvr>
                                        <p:cTn id="213" dur="500"/>
                                        <p:tgtEl>
                                          <p:spTgt spid="3"/>
                                        </p:tgtEl>
                                      </p:cBhvr>
                                    </p:animEffect>
                                  </p:childTnLst>
                                </p:cTn>
                              </p:par>
                              <p:par>
                                <p:cTn id="214" presetID="53" presetClass="entr" presetSubtype="16" fill="hold" grpId="0" nodeType="withEffect">
                                  <p:stCondLst>
                                    <p:cond delay="0"/>
                                  </p:stCondLst>
                                  <p:childTnLst>
                                    <p:set>
                                      <p:cBhvr>
                                        <p:cTn id="215" dur="1" fill="hold">
                                          <p:stCondLst>
                                            <p:cond delay="0"/>
                                          </p:stCondLst>
                                        </p:cTn>
                                        <p:tgtEl>
                                          <p:spTgt spid="48"/>
                                        </p:tgtEl>
                                        <p:attrNameLst>
                                          <p:attrName>style.visibility</p:attrName>
                                        </p:attrNameLst>
                                      </p:cBhvr>
                                      <p:to>
                                        <p:strVal val="visible"/>
                                      </p:to>
                                    </p:set>
                                    <p:anim calcmode="lin" valueType="num">
                                      <p:cBhvr>
                                        <p:cTn id="216" dur="500" fill="hold"/>
                                        <p:tgtEl>
                                          <p:spTgt spid="48"/>
                                        </p:tgtEl>
                                        <p:attrNameLst>
                                          <p:attrName>ppt_w</p:attrName>
                                        </p:attrNameLst>
                                      </p:cBhvr>
                                      <p:tavLst>
                                        <p:tav tm="0">
                                          <p:val>
                                            <p:fltVal val="0"/>
                                          </p:val>
                                        </p:tav>
                                        <p:tav tm="100000">
                                          <p:val>
                                            <p:strVal val="#ppt_w"/>
                                          </p:val>
                                        </p:tav>
                                      </p:tavLst>
                                    </p:anim>
                                    <p:anim calcmode="lin" valueType="num">
                                      <p:cBhvr>
                                        <p:cTn id="217" dur="500" fill="hold"/>
                                        <p:tgtEl>
                                          <p:spTgt spid="48"/>
                                        </p:tgtEl>
                                        <p:attrNameLst>
                                          <p:attrName>ppt_h</p:attrName>
                                        </p:attrNameLst>
                                      </p:cBhvr>
                                      <p:tavLst>
                                        <p:tav tm="0">
                                          <p:val>
                                            <p:fltVal val="0"/>
                                          </p:val>
                                        </p:tav>
                                        <p:tav tm="100000">
                                          <p:val>
                                            <p:strVal val="#ppt_h"/>
                                          </p:val>
                                        </p:tav>
                                      </p:tavLst>
                                    </p:anim>
                                    <p:animEffect transition="in" filter="fade">
                                      <p:cBhvr>
                                        <p:cTn id="218" dur="500"/>
                                        <p:tgtEl>
                                          <p:spTgt spid="48"/>
                                        </p:tgtEl>
                                      </p:cBhvr>
                                    </p:animEffect>
                                  </p:childTnLst>
                                </p:cTn>
                              </p:par>
                              <p:par>
                                <p:cTn id="219" presetID="53" presetClass="entr" presetSubtype="16" fill="hold" grpId="0" nodeType="withEffect">
                                  <p:stCondLst>
                                    <p:cond delay="0"/>
                                  </p:stCondLst>
                                  <p:childTnLst>
                                    <p:set>
                                      <p:cBhvr>
                                        <p:cTn id="220" dur="1" fill="hold">
                                          <p:stCondLst>
                                            <p:cond delay="0"/>
                                          </p:stCondLst>
                                        </p:cTn>
                                        <p:tgtEl>
                                          <p:spTgt spid="49"/>
                                        </p:tgtEl>
                                        <p:attrNameLst>
                                          <p:attrName>style.visibility</p:attrName>
                                        </p:attrNameLst>
                                      </p:cBhvr>
                                      <p:to>
                                        <p:strVal val="visible"/>
                                      </p:to>
                                    </p:set>
                                    <p:anim calcmode="lin" valueType="num">
                                      <p:cBhvr>
                                        <p:cTn id="221" dur="500" fill="hold"/>
                                        <p:tgtEl>
                                          <p:spTgt spid="49"/>
                                        </p:tgtEl>
                                        <p:attrNameLst>
                                          <p:attrName>ppt_w</p:attrName>
                                        </p:attrNameLst>
                                      </p:cBhvr>
                                      <p:tavLst>
                                        <p:tav tm="0">
                                          <p:val>
                                            <p:fltVal val="0"/>
                                          </p:val>
                                        </p:tav>
                                        <p:tav tm="100000">
                                          <p:val>
                                            <p:strVal val="#ppt_w"/>
                                          </p:val>
                                        </p:tav>
                                      </p:tavLst>
                                    </p:anim>
                                    <p:anim calcmode="lin" valueType="num">
                                      <p:cBhvr>
                                        <p:cTn id="222" dur="500" fill="hold"/>
                                        <p:tgtEl>
                                          <p:spTgt spid="49"/>
                                        </p:tgtEl>
                                        <p:attrNameLst>
                                          <p:attrName>ppt_h</p:attrName>
                                        </p:attrNameLst>
                                      </p:cBhvr>
                                      <p:tavLst>
                                        <p:tav tm="0">
                                          <p:val>
                                            <p:fltVal val="0"/>
                                          </p:val>
                                        </p:tav>
                                        <p:tav tm="100000">
                                          <p:val>
                                            <p:strVal val="#ppt_h"/>
                                          </p:val>
                                        </p:tav>
                                      </p:tavLst>
                                    </p:anim>
                                    <p:animEffect transition="in" filter="fade">
                                      <p:cBhvr>
                                        <p:cTn id="223" dur="500"/>
                                        <p:tgtEl>
                                          <p:spTgt spid="49"/>
                                        </p:tgtEl>
                                      </p:cBhvr>
                                    </p:animEffect>
                                  </p:childTnLst>
                                </p:cTn>
                              </p:par>
                              <p:par>
                                <p:cTn id="224" presetID="53" presetClass="entr" presetSubtype="16" fill="hold" grpId="0" nodeType="withEffect">
                                  <p:stCondLst>
                                    <p:cond delay="0"/>
                                  </p:stCondLst>
                                  <p:childTnLst>
                                    <p:set>
                                      <p:cBhvr>
                                        <p:cTn id="225" dur="1" fill="hold">
                                          <p:stCondLst>
                                            <p:cond delay="0"/>
                                          </p:stCondLst>
                                        </p:cTn>
                                        <p:tgtEl>
                                          <p:spTgt spid="50"/>
                                        </p:tgtEl>
                                        <p:attrNameLst>
                                          <p:attrName>style.visibility</p:attrName>
                                        </p:attrNameLst>
                                      </p:cBhvr>
                                      <p:to>
                                        <p:strVal val="visible"/>
                                      </p:to>
                                    </p:set>
                                    <p:anim calcmode="lin" valueType="num">
                                      <p:cBhvr>
                                        <p:cTn id="226" dur="500" fill="hold"/>
                                        <p:tgtEl>
                                          <p:spTgt spid="50"/>
                                        </p:tgtEl>
                                        <p:attrNameLst>
                                          <p:attrName>ppt_w</p:attrName>
                                        </p:attrNameLst>
                                      </p:cBhvr>
                                      <p:tavLst>
                                        <p:tav tm="0">
                                          <p:val>
                                            <p:fltVal val="0"/>
                                          </p:val>
                                        </p:tav>
                                        <p:tav tm="100000">
                                          <p:val>
                                            <p:strVal val="#ppt_w"/>
                                          </p:val>
                                        </p:tav>
                                      </p:tavLst>
                                    </p:anim>
                                    <p:anim calcmode="lin" valueType="num">
                                      <p:cBhvr>
                                        <p:cTn id="227" dur="500" fill="hold"/>
                                        <p:tgtEl>
                                          <p:spTgt spid="50"/>
                                        </p:tgtEl>
                                        <p:attrNameLst>
                                          <p:attrName>ppt_h</p:attrName>
                                        </p:attrNameLst>
                                      </p:cBhvr>
                                      <p:tavLst>
                                        <p:tav tm="0">
                                          <p:val>
                                            <p:fltVal val="0"/>
                                          </p:val>
                                        </p:tav>
                                        <p:tav tm="100000">
                                          <p:val>
                                            <p:strVal val="#ppt_h"/>
                                          </p:val>
                                        </p:tav>
                                      </p:tavLst>
                                    </p:anim>
                                    <p:animEffect transition="in" filter="fade">
                                      <p:cBhvr>
                                        <p:cTn id="228" dur="500"/>
                                        <p:tgtEl>
                                          <p:spTgt spid="50"/>
                                        </p:tgtEl>
                                      </p:cBhvr>
                                    </p:animEffect>
                                  </p:childTnLst>
                                </p:cTn>
                              </p:par>
                              <p:par>
                                <p:cTn id="229" presetID="53" presetClass="entr" presetSubtype="16" fill="hold" grpId="0" nodeType="withEffect">
                                  <p:stCondLst>
                                    <p:cond delay="0"/>
                                  </p:stCondLst>
                                  <p:childTnLst>
                                    <p:set>
                                      <p:cBhvr>
                                        <p:cTn id="230" dur="1" fill="hold">
                                          <p:stCondLst>
                                            <p:cond delay="0"/>
                                          </p:stCondLst>
                                        </p:cTn>
                                        <p:tgtEl>
                                          <p:spTgt spid="51"/>
                                        </p:tgtEl>
                                        <p:attrNameLst>
                                          <p:attrName>style.visibility</p:attrName>
                                        </p:attrNameLst>
                                      </p:cBhvr>
                                      <p:to>
                                        <p:strVal val="visible"/>
                                      </p:to>
                                    </p:set>
                                    <p:anim calcmode="lin" valueType="num">
                                      <p:cBhvr>
                                        <p:cTn id="231" dur="500" fill="hold"/>
                                        <p:tgtEl>
                                          <p:spTgt spid="51"/>
                                        </p:tgtEl>
                                        <p:attrNameLst>
                                          <p:attrName>ppt_w</p:attrName>
                                        </p:attrNameLst>
                                      </p:cBhvr>
                                      <p:tavLst>
                                        <p:tav tm="0">
                                          <p:val>
                                            <p:fltVal val="0"/>
                                          </p:val>
                                        </p:tav>
                                        <p:tav tm="100000">
                                          <p:val>
                                            <p:strVal val="#ppt_w"/>
                                          </p:val>
                                        </p:tav>
                                      </p:tavLst>
                                    </p:anim>
                                    <p:anim calcmode="lin" valueType="num">
                                      <p:cBhvr>
                                        <p:cTn id="232" dur="500" fill="hold"/>
                                        <p:tgtEl>
                                          <p:spTgt spid="51"/>
                                        </p:tgtEl>
                                        <p:attrNameLst>
                                          <p:attrName>ppt_h</p:attrName>
                                        </p:attrNameLst>
                                      </p:cBhvr>
                                      <p:tavLst>
                                        <p:tav tm="0">
                                          <p:val>
                                            <p:fltVal val="0"/>
                                          </p:val>
                                        </p:tav>
                                        <p:tav tm="100000">
                                          <p:val>
                                            <p:strVal val="#ppt_h"/>
                                          </p:val>
                                        </p:tav>
                                      </p:tavLst>
                                    </p:anim>
                                    <p:animEffect transition="in" filter="fade">
                                      <p:cBhvr>
                                        <p:cTn id="233" dur="500"/>
                                        <p:tgtEl>
                                          <p:spTgt spid="51"/>
                                        </p:tgtEl>
                                      </p:cBhvr>
                                    </p:animEffect>
                                  </p:childTnLst>
                                </p:cTn>
                              </p:par>
                              <p:par>
                                <p:cTn id="234" presetID="53" presetClass="entr" presetSubtype="16" fill="hold" grpId="0" nodeType="withEffect">
                                  <p:stCondLst>
                                    <p:cond delay="0"/>
                                  </p:stCondLst>
                                  <p:childTnLst>
                                    <p:set>
                                      <p:cBhvr>
                                        <p:cTn id="235" dur="1" fill="hold">
                                          <p:stCondLst>
                                            <p:cond delay="0"/>
                                          </p:stCondLst>
                                        </p:cTn>
                                        <p:tgtEl>
                                          <p:spTgt spid="52"/>
                                        </p:tgtEl>
                                        <p:attrNameLst>
                                          <p:attrName>style.visibility</p:attrName>
                                        </p:attrNameLst>
                                      </p:cBhvr>
                                      <p:to>
                                        <p:strVal val="visible"/>
                                      </p:to>
                                    </p:set>
                                    <p:anim calcmode="lin" valueType="num">
                                      <p:cBhvr>
                                        <p:cTn id="236" dur="500" fill="hold"/>
                                        <p:tgtEl>
                                          <p:spTgt spid="52"/>
                                        </p:tgtEl>
                                        <p:attrNameLst>
                                          <p:attrName>ppt_w</p:attrName>
                                        </p:attrNameLst>
                                      </p:cBhvr>
                                      <p:tavLst>
                                        <p:tav tm="0">
                                          <p:val>
                                            <p:fltVal val="0"/>
                                          </p:val>
                                        </p:tav>
                                        <p:tav tm="100000">
                                          <p:val>
                                            <p:strVal val="#ppt_w"/>
                                          </p:val>
                                        </p:tav>
                                      </p:tavLst>
                                    </p:anim>
                                    <p:anim calcmode="lin" valueType="num">
                                      <p:cBhvr>
                                        <p:cTn id="237" dur="500" fill="hold"/>
                                        <p:tgtEl>
                                          <p:spTgt spid="52"/>
                                        </p:tgtEl>
                                        <p:attrNameLst>
                                          <p:attrName>ppt_h</p:attrName>
                                        </p:attrNameLst>
                                      </p:cBhvr>
                                      <p:tavLst>
                                        <p:tav tm="0">
                                          <p:val>
                                            <p:fltVal val="0"/>
                                          </p:val>
                                        </p:tav>
                                        <p:tav tm="100000">
                                          <p:val>
                                            <p:strVal val="#ppt_h"/>
                                          </p:val>
                                        </p:tav>
                                      </p:tavLst>
                                    </p:anim>
                                    <p:animEffect transition="in" filter="fade">
                                      <p:cBhvr>
                                        <p:cTn id="238" dur="500"/>
                                        <p:tgtEl>
                                          <p:spTgt spid="52"/>
                                        </p:tgtEl>
                                      </p:cBhvr>
                                    </p:animEffect>
                                  </p:childTnLst>
                                </p:cTn>
                              </p:par>
                              <p:par>
                                <p:cTn id="239" presetID="53" presetClass="entr" presetSubtype="16" fill="hold" grpId="0" nodeType="withEffect">
                                  <p:stCondLst>
                                    <p:cond delay="0"/>
                                  </p:stCondLst>
                                  <p:childTnLst>
                                    <p:set>
                                      <p:cBhvr>
                                        <p:cTn id="240" dur="1" fill="hold">
                                          <p:stCondLst>
                                            <p:cond delay="0"/>
                                          </p:stCondLst>
                                        </p:cTn>
                                        <p:tgtEl>
                                          <p:spTgt spid="53"/>
                                        </p:tgtEl>
                                        <p:attrNameLst>
                                          <p:attrName>style.visibility</p:attrName>
                                        </p:attrNameLst>
                                      </p:cBhvr>
                                      <p:to>
                                        <p:strVal val="visible"/>
                                      </p:to>
                                    </p:set>
                                    <p:anim calcmode="lin" valueType="num">
                                      <p:cBhvr>
                                        <p:cTn id="241" dur="500" fill="hold"/>
                                        <p:tgtEl>
                                          <p:spTgt spid="53"/>
                                        </p:tgtEl>
                                        <p:attrNameLst>
                                          <p:attrName>ppt_w</p:attrName>
                                        </p:attrNameLst>
                                      </p:cBhvr>
                                      <p:tavLst>
                                        <p:tav tm="0">
                                          <p:val>
                                            <p:fltVal val="0"/>
                                          </p:val>
                                        </p:tav>
                                        <p:tav tm="100000">
                                          <p:val>
                                            <p:strVal val="#ppt_w"/>
                                          </p:val>
                                        </p:tav>
                                      </p:tavLst>
                                    </p:anim>
                                    <p:anim calcmode="lin" valueType="num">
                                      <p:cBhvr>
                                        <p:cTn id="242" dur="500" fill="hold"/>
                                        <p:tgtEl>
                                          <p:spTgt spid="53"/>
                                        </p:tgtEl>
                                        <p:attrNameLst>
                                          <p:attrName>ppt_h</p:attrName>
                                        </p:attrNameLst>
                                      </p:cBhvr>
                                      <p:tavLst>
                                        <p:tav tm="0">
                                          <p:val>
                                            <p:fltVal val="0"/>
                                          </p:val>
                                        </p:tav>
                                        <p:tav tm="100000">
                                          <p:val>
                                            <p:strVal val="#ppt_h"/>
                                          </p:val>
                                        </p:tav>
                                      </p:tavLst>
                                    </p:anim>
                                    <p:animEffect transition="in" filter="fade">
                                      <p:cBhvr>
                                        <p:cTn id="243" dur="500"/>
                                        <p:tgtEl>
                                          <p:spTgt spid="53"/>
                                        </p:tgtEl>
                                      </p:cBhvr>
                                    </p:animEffect>
                                  </p:childTnLst>
                                </p:cTn>
                              </p:par>
                              <p:par>
                                <p:cTn id="244" presetID="53" presetClass="entr" presetSubtype="16" fill="hold" grpId="0" nodeType="withEffect">
                                  <p:stCondLst>
                                    <p:cond delay="0"/>
                                  </p:stCondLst>
                                  <p:childTnLst>
                                    <p:set>
                                      <p:cBhvr>
                                        <p:cTn id="245" dur="1" fill="hold">
                                          <p:stCondLst>
                                            <p:cond delay="0"/>
                                          </p:stCondLst>
                                        </p:cTn>
                                        <p:tgtEl>
                                          <p:spTgt spid="54"/>
                                        </p:tgtEl>
                                        <p:attrNameLst>
                                          <p:attrName>style.visibility</p:attrName>
                                        </p:attrNameLst>
                                      </p:cBhvr>
                                      <p:to>
                                        <p:strVal val="visible"/>
                                      </p:to>
                                    </p:set>
                                    <p:anim calcmode="lin" valueType="num">
                                      <p:cBhvr>
                                        <p:cTn id="246" dur="500" fill="hold"/>
                                        <p:tgtEl>
                                          <p:spTgt spid="54"/>
                                        </p:tgtEl>
                                        <p:attrNameLst>
                                          <p:attrName>ppt_w</p:attrName>
                                        </p:attrNameLst>
                                      </p:cBhvr>
                                      <p:tavLst>
                                        <p:tav tm="0">
                                          <p:val>
                                            <p:fltVal val="0"/>
                                          </p:val>
                                        </p:tav>
                                        <p:tav tm="100000">
                                          <p:val>
                                            <p:strVal val="#ppt_w"/>
                                          </p:val>
                                        </p:tav>
                                      </p:tavLst>
                                    </p:anim>
                                    <p:anim calcmode="lin" valueType="num">
                                      <p:cBhvr>
                                        <p:cTn id="247" dur="500" fill="hold"/>
                                        <p:tgtEl>
                                          <p:spTgt spid="54"/>
                                        </p:tgtEl>
                                        <p:attrNameLst>
                                          <p:attrName>ppt_h</p:attrName>
                                        </p:attrNameLst>
                                      </p:cBhvr>
                                      <p:tavLst>
                                        <p:tav tm="0">
                                          <p:val>
                                            <p:fltVal val="0"/>
                                          </p:val>
                                        </p:tav>
                                        <p:tav tm="100000">
                                          <p:val>
                                            <p:strVal val="#ppt_h"/>
                                          </p:val>
                                        </p:tav>
                                      </p:tavLst>
                                    </p:anim>
                                    <p:animEffect transition="in" filter="fade">
                                      <p:cBhvr>
                                        <p:cTn id="248" dur="500"/>
                                        <p:tgtEl>
                                          <p:spTgt spid="54"/>
                                        </p:tgtEl>
                                      </p:cBhvr>
                                    </p:animEffect>
                                  </p:childTnLst>
                                </p:cTn>
                              </p:par>
                              <p:par>
                                <p:cTn id="249" presetID="53" presetClass="entr" presetSubtype="16" fill="hold" grpId="0" nodeType="withEffect">
                                  <p:stCondLst>
                                    <p:cond delay="0"/>
                                  </p:stCondLst>
                                  <p:childTnLst>
                                    <p:set>
                                      <p:cBhvr>
                                        <p:cTn id="250" dur="1" fill="hold">
                                          <p:stCondLst>
                                            <p:cond delay="0"/>
                                          </p:stCondLst>
                                        </p:cTn>
                                        <p:tgtEl>
                                          <p:spTgt spid="55"/>
                                        </p:tgtEl>
                                        <p:attrNameLst>
                                          <p:attrName>style.visibility</p:attrName>
                                        </p:attrNameLst>
                                      </p:cBhvr>
                                      <p:to>
                                        <p:strVal val="visible"/>
                                      </p:to>
                                    </p:set>
                                    <p:anim calcmode="lin" valueType="num">
                                      <p:cBhvr>
                                        <p:cTn id="251" dur="500" fill="hold"/>
                                        <p:tgtEl>
                                          <p:spTgt spid="55"/>
                                        </p:tgtEl>
                                        <p:attrNameLst>
                                          <p:attrName>ppt_w</p:attrName>
                                        </p:attrNameLst>
                                      </p:cBhvr>
                                      <p:tavLst>
                                        <p:tav tm="0">
                                          <p:val>
                                            <p:fltVal val="0"/>
                                          </p:val>
                                        </p:tav>
                                        <p:tav tm="100000">
                                          <p:val>
                                            <p:strVal val="#ppt_w"/>
                                          </p:val>
                                        </p:tav>
                                      </p:tavLst>
                                    </p:anim>
                                    <p:anim calcmode="lin" valueType="num">
                                      <p:cBhvr>
                                        <p:cTn id="252" dur="500" fill="hold"/>
                                        <p:tgtEl>
                                          <p:spTgt spid="55"/>
                                        </p:tgtEl>
                                        <p:attrNameLst>
                                          <p:attrName>ppt_h</p:attrName>
                                        </p:attrNameLst>
                                      </p:cBhvr>
                                      <p:tavLst>
                                        <p:tav tm="0">
                                          <p:val>
                                            <p:fltVal val="0"/>
                                          </p:val>
                                        </p:tav>
                                        <p:tav tm="100000">
                                          <p:val>
                                            <p:strVal val="#ppt_h"/>
                                          </p:val>
                                        </p:tav>
                                      </p:tavLst>
                                    </p:anim>
                                    <p:animEffect transition="in" filter="fade">
                                      <p:cBhvr>
                                        <p:cTn id="253" dur="500"/>
                                        <p:tgtEl>
                                          <p:spTgt spid="55"/>
                                        </p:tgtEl>
                                      </p:cBhvr>
                                    </p:animEffect>
                                  </p:childTnLst>
                                </p:cTn>
                              </p:par>
                              <p:par>
                                <p:cTn id="254" presetID="53" presetClass="entr" presetSubtype="16" fill="hold" grpId="0" nodeType="withEffect">
                                  <p:stCondLst>
                                    <p:cond delay="0"/>
                                  </p:stCondLst>
                                  <p:childTnLst>
                                    <p:set>
                                      <p:cBhvr>
                                        <p:cTn id="255" dur="1" fill="hold">
                                          <p:stCondLst>
                                            <p:cond delay="0"/>
                                          </p:stCondLst>
                                        </p:cTn>
                                        <p:tgtEl>
                                          <p:spTgt spid="56"/>
                                        </p:tgtEl>
                                        <p:attrNameLst>
                                          <p:attrName>style.visibility</p:attrName>
                                        </p:attrNameLst>
                                      </p:cBhvr>
                                      <p:to>
                                        <p:strVal val="visible"/>
                                      </p:to>
                                    </p:set>
                                    <p:anim calcmode="lin" valueType="num">
                                      <p:cBhvr>
                                        <p:cTn id="256" dur="500" fill="hold"/>
                                        <p:tgtEl>
                                          <p:spTgt spid="56"/>
                                        </p:tgtEl>
                                        <p:attrNameLst>
                                          <p:attrName>ppt_w</p:attrName>
                                        </p:attrNameLst>
                                      </p:cBhvr>
                                      <p:tavLst>
                                        <p:tav tm="0">
                                          <p:val>
                                            <p:fltVal val="0"/>
                                          </p:val>
                                        </p:tav>
                                        <p:tav tm="100000">
                                          <p:val>
                                            <p:strVal val="#ppt_w"/>
                                          </p:val>
                                        </p:tav>
                                      </p:tavLst>
                                    </p:anim>
                                    <p:anim calcmode="lin" valueType="num">
                                      <p:cBhvr>
                                        <p:cTn id="257" dur="500" fill="hold"/>
                                        <p:tgtEl>
                                          <p:spTgt spid="56"/>
                                        </p:tgtEl>
                                        <p:attrNameLst>
                                          <p:attrName>ppt_h</p:attrName>
                                        </p:attrNameLst>
                                      </p:cBhvr>
                                      <p:tavLst>
                                        <p:tav tm="0">
                                          <p:val>
                                            <p:fltVal val="0"/>
                                          </p:val>
                                        </p:tav>
                                        <p:tav tm="100000">
                                          <p:val>
                                            <p:strVal val="#ppt_h"/>
                                          </p:val>
                                        </p:tav>
                                      </p:tavLst>
                                    </p:anim>
                                    <p:animEffect transition="in" filter="fade">
                                      <p:cBhvr>
                                        <p:cTn id="258" dur="500"/>
                                        <p:tgtEl>
                                          <p:spTgt spid="56"/>
                                        </p:tgtEl>
                                      </p:cBhvr>
                                    </p:animEffect>
                                  </p:childTnLst>
                                </p:cTn>
                              </p:par>
                              <p:par>
                                <p:cTn id="259" presetID="53" presetClass="entr" presetSubtype="16" fill="hold" grpId="0" nodeType="withEffect">
                                  <p:stCondLst>
                                    <p:cond delay="0"/>
                                  </p:stCondLst>
                                  <p:childTnLst>
                                    <p:set>
                                      <p:cBhvr>
                                        <p:cTn id="260" dur="1" fill="hold">
                                          <p:stCondLst>
                                            <p:cond delay="0"/>
                                          </p:stCondLst>
                                        </p:cTn>
                                        <p:tgtEl>
                                          <p:spTgt spid="57"/>
                                        </p:tgtEl>
                                        <p:attrNameLst>
                                          <p:attrName>style.visibility</p:attrName>
                                        </p:attrNameLst>
                                      </p:cBhvr>
                                      <p:to>
                                        <p:strVal val="visible"/>
                                      </p:to>
                                    </p:set>
                                    <p:anim calcmode="lin" valueType="num">
                                      <p:cBhvr>
                                        <p:cTn id="261" dur="500" fill="hold"/>
                                        <p:tgtEl>
                                          <p:spTgt spid="57"/>
                                        </p:tgtEl>
                                        <p:attrNameLst>
                                          <p:attrName>ppt_w</p:attrName>
                                        </p:attrNameLst>
                                      </p:cBhvr>
                                      <p:tavLst>
                                        <p:tav tm="0">
                                          <p:val>
                                            <p:fltVal val="0"/>
                                          </p:val>
                                        </p:tav>
                                        <p:tav tm="100000">
                                          <p:val>
                                            <p:strVal val="#ppt_w"/>
                                          </p:val>
                                        </p:tav>
                                      </p:tavLst>
                                    </p:anim>
                                    <p:anim calcmode="lin" valueType="num">
                                      <p:cBhvr>
                                        <p:cTn id="262" dur="500" fill="hold"/>
                                        <p:tgtEl>
                                          <p:spTgt spid="57"/>
                                        </p:tgtEl>
                                        <p:attrNameLst>
                                          <p:attrName>ppt_h</p:attrName>
                                        </p:attrNameLst>
                                      </p:cBhvr>
                                      <p:tavLst>
                                        <p:tav tm="0">
                                          <p:val>
                                            <p:fltVal val="0"/>
                                          </p:val>
                                        </p:tav>
                                        <p:tav tm="100000">
                                          <p:val>
                                            <p:strVal val="#ppt_h"/>
                                          </p:val>
                                        </p:tav>
                                      </p:tavLst>
                                    </p:anim>
                                    <p:animEffect transition="in" filter="fade">
                                      <p:cBhvr>
                                        <p:cTn id="263" dur="500"/>
                                        <p:tgtEl>
                                          <p:spTgt spid="57"/>
                                        </p:tgtEl>
                                      </p:cBhvr>
                                    </p:animEffect>
                                  </p:childTnLst>
                                </p:cTn>
                              </p:par>
                              <p:par>
                                <p:cTn id="264" presetID="53" presetClass="entr" presetSubtype="16" fill="hold" grpId="0" nodeType="withEffect">
                                  <p:stCondLst>
                                    <p:cond delay="0"/>
                                  </p:stCondLst>
                                  <p:childTnLst>
                                    <p:set>
                                      <p:cBhvr>
                                        <p:cTn id="265" dur="1" fill="hold">
                                          <p:stCondLst>
                                            <p:cond delay="0"/>
                                          </p:stCondLst>
                                        </p:cTn>
                                        <p:tgtEl>
                                          <p:spTgt spid="58"/>
                                        </p:tgtEl>
                                        <p:attrNameLst>
                                          <p:attrName>style.visibility</p:attrName>
                                        </p:attrNameLst>
                                      </p:cBhvr>
                                      <p:to>
                                        <p:strVal val="visible"/>
                                      </p:to>
                                    </p:set>
                                    <p:anim calcmode="lin" valueType="num">
                                      <p:cBhvr>
                                        <p:cTn id="266" dur="500" fill="hold"/>
                                        <p:tgtEl>
                                          <p:spTgt spid="58"/>
                                        </p:tgtEl>
                                        <p:attrNameLst>
                                          <p:attrName>ppt_w</p:attrName>
                                        </p:attrNameLst>
                                      </p:cBhvr>
                                      <p:tavLst>
                                        <p:tav tm="0">
                                          <p:val>
                                            <p:fltVal val="0"/>
                                          </p:val>
                                        </p:tav>
                                        <p:tav tm="100000">
                                          <p:val>
                                            <p:strVal val="#ppt_w"/>
                                          </p:val>
                                        </p:tav>
                                      </p:tavLst>
                                    </p:anim>
                                    <p:anim calcmode="lin" valueType="num">
                                      <p:cBhvr>
                                        <p:cTn id="267" dur="500" fill="hold"/>
                                        <p:tgtEl>
                                          <p:spTgt spid="58"/>
                                        </p:tgtEl>
                                        <p:attrNameLst>
                                          <p:attrName>ppt_h</p:attrName>
                                        </p:attrNameLst>
                                      </p:cBhvr>
                                      <p:tavLst>
                                        <p:tav tm="0">
                                          <p:val>
                                            <p:fltVal val="0"/>
                                          </p:val>
                                        </p:tav>
                                        <p:tav tm="100000">
                                          <p:val>
                                            <p:strVal val="#ppt_h"/>
                                          </p:val>
                                        </p:tav>
                                      </p:tavLst>
                                    </p:anim>
                                    <p:animEffect transition="in" filter="fade">
                                      <p:cBhvr>
                                        <p:cTn id="268" dur="500"/>
                                        <p:tgtEl>
                                          <p:spTgt spid="58"/>
                                        </p:tgtEl>
                                      </p:cBhvr>
                                    </p:animEffect>
                                  </p:childTnLst>
                                </p:cTn>
                              </p:par>
                              <p:par>
                                <p:cTn id="269" presetID="53" presetClass="entr" presetSubtype="16" fill="hold" grpId="0" nodeType="withEffect">
                                  <p:stCondLst>
                                    <p:cond delay="0"/>
                                  </p:stCondLst>
                                  <p:childTnLst>
                                    <p:set>
                                      <p:cBhvr>
                                        <p:cTn id="270" dur="1" fill="hold">
                                          <p:stCondLst>
                                            <p:cond delay="0"/>
                                          </p:stCondLst>
                                        </p:cTn>
                                        <p:tgtEl>
                                          <p:spTgt spid="59"/>
                                        </p:tgtEl>
                                        <p:attrNameLst>
                                          <p:attrName>style.visibility</p:attrName>
                                        </p:attrNameLst>
                                      </p:cBhvr>
                                      <p:to>
                                        <p:strVal val="visible"/>
                                      </p:to>
                                    </p:set>
                                    <p:anim calcmode="lin" valueType="num">
                                      <p:cBhvr>
                                        <p:cTn id="271" dur="500" fill="hold"/>
                                        <p:tgtEl>
                                          <p:spTgt spid="59"/>
                                        </p:tgtEl>
                                        <p:attrNameLst>
                                          <p:attrName>ppt_w</p:attrName>
                                        </p:attrNameLst>
                                      </p:cBhvr>
                                      <p:tavLst>
                                        <p:tav tm="0">
                                          <p:val>
                                            <p:fltVal val="0"/>
                                          </p:val>
                                        </p:tav>
                                        <p:tav tm="100000">
                                          <p:val>
                                            <p:strVal val="#ppt_w"/>
                                          </p:val>
                                        </p:tav>
                                      </p:tavLst>
                                    </p:anim>
                                    <p:anim calcmode="lin" valueType="num">
                                      <p:cBhvr>
                                        <p:cTn id="272" dur="500" fill="hold"/>
                                        <p:tgtEl>
                                          <p:spTgt spid="59"/>
                                        </p:tgtEl>
                                        <p:attrNameLst>
                                          <p:attrName>ppt_h</p:attrName>
                                        </p:attrNameLst>
                                      </p:cBhvr>
                                      <p:tavLst>
                                        <p:tav tm="0">
                                          <p:val>
                                            <p:fltVal val="0"/>
                                          </p:val>
                                        </p:tav>
                                        <p:tav tm="100000">
                                          <p:val>
                                            <p:strVal val="#ppt_h"/>
                                          </p:val>
                                        </p:tav>
                                      </p:tavLst>
                                    </p:anim>
                                    <p:animEffect transition="in" filter="fade">
                                      <p:cBhvr>
                                        <p:cTn id="273" dur="500"/>
                                        <p:tgtEl>
                                          <p:spTgt spid="59"/>
                                        </p:tgtEl>
                                      </p:cBhvr>
                                    </p:animEffect>
                                  </p:childTnLst>
                                </p:cTn>
                              </p:par>
                              <p:par>
                                <p:cTn id="274" presetID="53" presetClass="entr" presetSubtype="16" fill="hold" grpId="0" nodeType="withEffect">
                                  <p:stCondLst>
                                    <p:cond delay="0"/>
                                  </p:stCondLst>
                                  <p:childTnLst>
                                    <p:set>
                                      <p:cBhvr>
                                        <p:cTn id="275" dur="1" fill="hold">
                                          <p:stCondLst>
                                            <p:cond delay="0"/>
                                          </p:stCondLst>
                                        </p:cTn>
                                        <p:tgtEl>
                                          <p:spTgt spid="60"/>
                                        </p:tgtEl>
                                        <p:attrNameLst>
                                          <p:attrName>style.visibility</p:attrName>
                                        </p:attrNameLst>
                                      </p:cBhvr>
                                      <p:to>
                                        <p:strVal val="visible"/>
                                      </p:to>
                                    </p:set>
                                    <p:anim calcmode="lin" valueType="num">
                                      <p:cBhvr>
                                        <p:cTn id="276" dur="500" fill="hold"/>
                                        <p:tgtEl>
                                          <p:spTgt spid="60"/>
                                        </p:tgtEl>
                                        <p:attrNameLst>
                                          <p:attrName>ppt_w</p:attrName>
                                        </p:attrNameLst>
                                      </p:cBhvr>
                                      <p:tavLst>
                                        <p:tav tm="0">
                                          <p:val>
                                            <p:fltVal val="0"/>
                                          </p:val>
                                        </p:tav>
                                        <p:tav tm="100000">
                                          <p:val>
                                            <p:strVal val="#ppt_w"/>
                                          </p:val>
                                        </p:tav>
                                      </p:tavLst>
                                    </p:anim>
                                    <p:anim calcmode="lin" valueType="num">
                                      <p:cBhvr>
                                        <p:cTn id="277" dur="500" fill="hold"/>
                                        <p:tgtEl>
                                          <p:spTgt spid="60"/>
                                        </p:tgtEl>
                                        <p:attrNameLst>
                                          <p:attrName>ppt_h</p:attrName>
                                        </p:attrNameLst>
                                      </p:cBhvr>
                                      <p:tavLst>
                                        <p:tav tm="0">
                                          <p:val>
                                            <p:fltVal val="0"/>
                                          </p:val>
                                        </p:tav>
                                        <p:tav tm="100000">
                                          <p:val>
                                            <p:strVal val="#ppt_h"/>
                                          </p:val>
                                        </p:tav>
                                      </p:tavLst>
                                    </p:anim>
                                    <p:animEffect transition="in" filter="fade">
                                      <p:cBhvr>
                                        <p:cTn id="278"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2" grpId="0" animBg="1"/>
      <p:bldP spid="4" grpId="0" animBg="1"/>
      <p:bldP spid="5" grpId="0" animBg="1"/>
      <p:bldP spid="6" grpId="0" animBg="1"/>
      <p:bldP spid="12" grpId="0" animBg="1"/>
      <p:bldP spid="17" grpId="0" animBg="1"/>
      <p:bldP spid="18" grpId="0" animBg="1"/>
      <p:bldP spid="19" grpId="0" animBg="1"/>
      <p:bldP spid="20" grpId="0" animBg="1"/>
      <p:bldP spid="21" grpId="0" animBg="1"/>
      <p:bldP spid="22" grpId="0" animBg="1"/>
      <p:bldP spid="23" grpId="0" animBg="1"/>
      <p:bldP spid="24"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p:bldP spid="3"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0A4BA-A215-248C-3774-691547CE0177}"/>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C7209EB9-BF33-FEE9-2662-50C3938D4936}"/>
              </a:ext>
            </a:extLst>
          </p:cNvPr>
          <p:cNvCxnSpPr/>
          <p:nvPr/>
        </p:nvCxnSpPr>
        <p:spPr>
          <a:xfrm flipV="1">
            <a:off x="2893283" y="2578291"/>
            <a:ext cx="0" cy="363521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48B1B6-B3D3-51E6-D89C-6938C195E515}"/>
              </a:ext>
            </a:extLst>
          </p:cNvPr>
          <p:cNvCxnSpPr/>
          <p:nvPr/>
        </p:nvCxnSpPr>
        <p:spPr>
          <a:xfrm>
            <a:off x="2893284" y="6217448"/>
            <a:ext cx="5801337" cy="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id="{5F7D0A68-222F-7E9B-F81F-23E67BD7B2BD}"/>
              </a:ext>
            </a:extLst>
          </p:cNvPr>
          <p:cNvSpPr txBox="1">
            <a:spLocks noChangeArrowheads="1"/>
          </p:cNvSpPr>
          <p:nvPr/>
        </p:nvSpPr>
        <p:spPr bwMode="auto">
          <a:xfrm>
            <a:off x="8770759" y="5880842"/>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0000FF"/>
                </a:solidFill>
                <a:latin typeface="Helvetica Neue"/>
                <a:ea typeface="+mn-ea"/>
                <a:cs typeface="+mn-cs"/>
              </a:rPr>
              <a:t>X</a:t>
            </a:r>
            <a:endParaRPr lang="en-US" altLang="en-US" sz="3810" b="1" i="1" kern="1200" dirty="0">
              <a:solidFill>
                <a:srgbClr val="0000FF"/>
              </a:solidFill>
              <a:latin typeface="Helvetica Neue"/>
              <a:ea typeface="+mn-ea"/>
              <a:cs typeface="+mn-cs"/>
            </a:endParaRPr>
          </a:p>
        </p:txBody>
      </p:sp>
      <p:sp>
        <p:nvSpPr>
          <p:cNvPr id="10" name="Text Box 2">
            <a:extLst>
              <a:ext uri="{FF2B5EF4-FFF2-40B4-BE49-F238E27FC236}">
                <a16:creationId xmlns:a16="http://schemas.microsoft.com/office/drawing/2014/main" id="{9CC05527-E52B-A13C-B1FC-0DABB7368AA1}"/>
              </a:ext>
            </a:extLst>
          </p:cNvPr>
          <p:cNvSpPr txBox="1">
            <a:spLocks noChangeArrowheads="1"/>
          </p:cNvSpPr>
          <p:nvPr/>
        </p:nvSpPr>
        <p:spPr bwMode="auto">
          <a:xfrm>
            <a:off x="2474551" y="1913555"/>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FF0000"/>
                </a:solidFill>
                <a:latin typeface="Helvetica Neue"/>
                <a:ea typeface="+mn-ea"/>
                <a:cs typeface="+mn-cs"/>
              </a:rPr>
              <a:t>Y</a:t>
            </a:r>
            <a:endParaRPr lang="en-US" altLang="en-US" sz="3810" b="1" i="1" kern="1200" dirty="0">
              <a:solidFill>
                <a:srgbClr val="FF0000"/>
              </a:solidFill>
              <a:latin typeface="Helvetica Neue"/>
              <a:ea typeface="+mn-ea"/>
              <a:cs typeface="+mn-cs"/>
            </a:endParaRPr>
          </a:p>
        </p:txBody>
      </p:sp>
      <p:sp>
        <p:nvSpPr>
          <p:cNvPr id="28" name="Oval 27">
            <a:extLst>
              <a:ext uri="{FF2B5EF4-FFF2-40B4-BE49-F238E27FC236}">
                <a16:creationId xmlns:a16="http://schemas.microsoft.com/office/drawing/2014/main" id="{CC6F7B1D-9FD4-8017-771C-35EEB61BD1FF}"/>
              </a:ext>
            </a:extLst>
          </p:cNvPr>
          <p:cNvSpPr/>
          <p:nvPr/>
        </p:nvSpPr>
        <p:spPr>
          <a:xfrm flipH="1" flipV="1">
            <a:off x="3987405" y="359723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9" name="Oval 28">
            <a:extLst>
              <a:ext uri="{FF2B5EF4-FFF2-40B4-BE49-F238E27FC236}">
                <a16:creationId xmlns:a16="http://schemas.microsoft.com/office/drawing/2014/main" id="{8EF719C8-70FB-2D0E-113F-C1393083ACEE}"/>
              </a:ext>
            </a:extLst>
          </p:cNvPr>
          <p:cNvSpPr/>
          <p:nvPr/>
        </p:nvSpPr>
        <p:spPr>
          <a:xfrm flipH="1" flipV="1">
            <a:off x="3123562" y="359169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0" name="Oval 29">
            <a:extLst>
              <a:ext uri="{FF2B5EF4-FFF2-40B4-BE49-F238E27FC236}">
                <a16:creationId xmlns:a16="http://schemas.microsoft.com/office/drawing/2014/main" id="{8F83C405-BAEF-F36E-D5BB-F3E7894903CF}"/>
              </a:ext>
            </a:extLst>
          </p:cNvPr>
          <p:cNvSpPr/>
          <p:nvPr/>
        </p:nvSpPr>
        <p:spPr>
          <a:xfrm flipH="1" flipV="1">
            <a:off x="6381411" y="359723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3" name="Oval 32">
            <a:extLst>
              <a:ext uri="{FF2B5EF4-FFF2-40B4-BE49-F238E27FC236}">
                <a16:creationId xmlns:a16="http://schemas.microsoft.com/office/drawing/2014/main" id="{0F476D0B-3BFB-EA51-74D2-909E4D771920}"/>
              </a:ext>
            </a:extLst>
          </p:cNvPr>
          <p:cNvSpPr/>
          <p:nvPr/>
        </p:nvSpPr>
        <p:spPr>
          <a:xfrm flipH="1" flipV="1">
            <a:off x="5257245" y="359169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 name="Oval 4">
            <a:extLst>
              <a:ext uri="{FF2B5EF4-FFF2-40B4-BE49-F238E27FC236}">
                <a16:creationId xmlns:a16="http://schemas.microsoft.com/office/drawing/2014/main" id="{A8F420B5-FC4A-E786-090D-9E39D6823134}"/>
              </a:ext>
            </a:extLst>
          </p:cNvPr>
          <p:cNvSpPr/>
          <p:nvPr/>
        </p:nvSpPr>
        <p:spPr>
          <a:xfrm rot="5124093" flipH="1" flipV="1">
            <a:off x="6835554" y="358433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2" name="Oval 11">
            <a:extLst>
              <a:ext uri="{FF2B5EF4-FFF2-40B4-BE49-F238E27FC236}">
                <a16:creationId xmlns:a16="http://schemas.microsoft.com/office/drawing/2014/main" id="{F69F42FF-F55D-145D-9D08-09DB54001121}"/>
              </a:ext>
            </a:extLst>
          </p:cNvPr>
          <p:cNvSpPr/>
          <p:nvPr/>
        </p:nvSpPr>
        <p:spPr>
          <a:xfrm rot="5124093" flipH="1" flipV="1">
            <a:off x="5860863" y="359723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7" name="Oval 16">
            <a:extLst>
              <a:ext uri="{FF2B5EF4-FFF2-40B4-BE49-F238E27FC236}">
                <a16:creationId xmlns:a16="http://schemas.microsoft.com/office/drawing/2014/main" id="{87DEB3EE-8E6F-E7FE-CF0D-42CA10133AF9}"/>
              </a:ext>
            </a:extLst>
          </p:cNvPr>
          <p:cNvSpPr/>
          <p:nvPr/>
        </p:nvSpPr>
        <p:spPr>
          <a:xfrm rot="5124093" flipH="1" flipV="1">
            <a:off x="7677839" y="357590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6" name="Oval 45">
            <a:extLst>
              <a:ext uri="{FF2B5EF4-FFF2-40B4-BE49-F238E27FC236}">
                <a16:creationId xmlns:a16="http://schemas.microsoft.com/office/drawing/2014/main" id="{06FF9B1A-2C9A-E82C-D118-EC245A243FFB}"/>
              </a:ext>
            </a:extLst>
          </p:cNvPr>
          <p:cNvSpPr/>
          <p:nvPr/>
        </p:nvSpPr>
        <p:spPr>
          <a:xfrm flipH="1" flipV="1">
            <a:off x="4423242" y="360545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7" name="Title 2">
            <a:extLst>
              <a:ext uri="{FF2B5EF4-FFF2-40B4-BE49-F238E27FC236}">
                <a16:creationId xmlns:a16="http://schemas.microsoft.com/office/drawing/2014/main" id="{C3F226F3-43C2-2A98-1820-B179028B2FCA}"/>
              </a:ext>
            </a:extLst>
          </p:cNvPr>
          <p:cNvSpPr txBox="1">
            <a:spLocks/>
          </p:cNvSpPr>
          <p:nvPr/>
        </p:nvSpPr>
        <p:spPr>
          <a:xfrm>
            <a:off x="406539" y="1203010"/>
            <a:ext cx="10838089" cy="520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117" b="1" dirty="0">
                <a:solidFill>
                  <a:prstClr val="black"/>
                </a:solidFill>
                <a:latin typeface="Helvetica Neue"/>
                <a:cs typeface="Helvetica" panose="020B0604020202020204" pitchFamily="34" charset="0"/>
              </a:rPr>
              <a:t>Fig 5 (b): Zero correlation: </a:t>
            </a:r>
            <a:r>
              <a:rPr lang="en-US" sz="3117" b="1" dirty="0">
                <a:solidFill>
                  <a:srgbClr val="C00000"/>
                </a:solidFill>
                <a:latin typeface="Helvetica Neue"/>
                <a:cs typeface="Helvetica" panose="020B0604020202020204" pitchFamily="34" charset="0"/>
              </a:rPr>
              <a:t>r = 0</a:t>
            </a:r>
            <a:endParaRPr lang="en-US" sz="3117" b="1" dirty="0">
              <a:solidFill>
                <a:prstClr val="black"/>
              </a:solidFill>
              <a:latin typeface="Helvetica Neue"/>
              <a:cs typeface="Helvetica" panose="020B0604020202020204" pitchFamily="34" charset="0"/>
            </a:endParaRPr>
          </a:p>
        </p:txBody>
      </p:sp>
      <p:sp>
        <p:nvSpPr>
          <p:cNvPr id="49" name="Oval 48">
            <a:extLst>
              <a:ext uri="{FF2B5EF4-FFF2-40B4-BE49-F238E27FC236}">
                <a16:creationId xmlns:a16="http://schemas.microsoft.com/office/drawing/2014/main" id="{558EADD9-9529-76C0-F6BE-E4668C6041D8}"/>
              </a:ext>
            </a:extLst>
          </p:cNvPr>
          <p:cNvSpPr/>
          <p:nvPr/>
        </p:nvSpPr>
        <p:spPr>
          <a:xfrm rot="5124093" flipH="1" flipV="1">
            <a:off x="3658263" y="358161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2" name="Oval 51">
            <a:extLst>
              <a:ext uri="{FF2B5EF4-FFF2-40B4-BE49-F238E27FC236}">
                <a16:creationId xmlns:a16="http://schemas.microsoft.com/office/drawing/2014/main" id="{4FB06DA9-F6CD-8914-6843-EE3B62FFC34C}"/>
              </a:ext>
            </a:extLst>
          </p:cNvPr>
          <p:cNvSpPr/>
          <p:nvPr/>
        </p:nvSpPr>
        <p:spPr>
          <a:xfrm flipH="1" flipV="1">
            <a:off x="4817653" y="357683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9" name="Oval 58">
            <a:extLst>
              <a:ext uri="{FF2B5EF4-FFF2-40B4-BE49-F238E27FC236}">
                <a16:creationId xmlns:a16="http://schemas.microsoft.com/office/drawing/2014/main" id="{33483F50-1008-8971-1EDD-60A73F45C211}"/>
              </a:ext>
            </a:extLst>
          </p:cNvPr>
          <p:cNvSpPr/>
          <p:nvPr/>
        </p:nvSpPr>
        <p:spPr>
          <a:xfrm flipH="1" flipV="1">
            <a:off x="8370649" y="359723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cxnSp>
        <p:nvCxnSpPr>
          <p:cNvPr id="61" name="Straight Arrow Connector 60">
            <a:extLst>
              <a:ext uri="{FF2B5EF4-FFF2-40B4-BE49-F238E27FC236}">
                <a16:creationId xmlns:a16="http://schemas.microsoft.com/office/drawing/2014/main" id="{E8138B86-FD7C-C724-2443-298F294578AB}"/>
              </a:ext>
            </a:extLst>
          </p:cNvPr>
          <p:cNvCxnSpPr/>
          <p:nvPr/>
        </p:nvCxnSpPr>
        <p:spPr>
          <a:xfrm>
            <a:off x="2892970" y="3659517"/>
            <a:ext cx="5801337" cy="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2461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8"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anim calcmode="lin" valueType="num">
                                      <p:cBhvr additive="base">
                                        <p:cTn id="27" dur="500" fill="hold"/>
                                        <p:tgtEl>
                                          <p:spTgt spid="47"/>
                                        </p:tgtEl>
                                        <p:attrNameLst>
                                          <p:attrName>ppt_x</p:attrName>
                                        </p:attrNameLst>
                                      </p:cBhvr>
                                      <p:tavLst>
                                        <p:tav tm="0">
                                          <p:val>
                                            <p:strVal val="1+#ppt_w/2"/>
                                          </p:val>
                                        </p:tav>
                                        <p:tav tm="100000">
                                          <p:val>
                                            <p:strVal val="#ppt_x"/>
                                          </p:val>
                                        </p:tav>
                                      </p:tavLst>
                                    </p:anim>
                                    <p:anim calcmode="lin" valueType="num">
                                      <p:cBhvr additive="base">
                                        <p:cTn id="28" dur="500" fill="hold"/>
                                        <p:tgtEl>
                                          <p:spTgt spid="47"/>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 calcmode="lin" valueType="num">
                                      <p:cBhvr>
                                        <p:cTn id="31" dur="500" fill="hold"/>
                                        <p:tgtEl>
                                          <p:spTgt spid="28"/>
                                        </p:tgtEl>
                                        <p:attrNameLst>
                                          <p:attrName>ppt_w</p:attrName>
                                        </p:attrNameLst>
                                      </p:cBhvr>
                                      <p:tavLst>
                                        <p:tav tm="0">
                                          <p:val>
                                            <p:fltVal val="0"/>
                                          </p:val>
                                        </p:tav>
                                        <p:tav tm="100000">
                                          <p:val>
                                            <p:strVal val="#ppt_w"/>
                                          </p:val>
                                        </p:tav>
                                      </p:tavLst>
                                    </p:anim>
                                    <p:anim calcmode="lin" valueType="num">
                                      <p:cBhvr>
                                        <p:cTn id="32" dur="500" fill="hold"/>
                                        <p:tgtEl>
                                          <p:spTgt spid="28"/>
                                        </p:tgtEl>
                                        <p:attrNameLst>
                                          <p:attrName>ppt_h</p:attrName>
                                        </p:attrNameLst>
                                      </p:cBhvr>
                                      <p:tavLst>
                                        <p:tav tm="0">
                                          <p:val>
                                            <p:fltVal val="0"/>
                                          </p:val>
                                        </p:tav>
                                        <p:tav tm="100000">
                                          <p:val>
                                            <p:strVal val="#ppt_h"/>
                                          </p:val>
                                        </p:tav>
                                      </p:tavLst>
                                    </p:anim>
                                    <p:animEffect transition="in" filter="fade">
                                      <p:cBhvr>
                                        <p:cTn id="33" dur="500"/>
                                        <p:tgtEl>
                                          <p:spTgt spid="28"/>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 calcmode="lin" valueType="num">
                                      <p:cBhvr>
                                        <p:cTn id="36" dur="500" fill="hold"/>
                                        <p:tgtEl>
                                          <p:spTgt spid="29"/>
                                        </p:tgtEl>
                                        <p:attrNameLst>
                                          <p:attrName>ppt_w</p:attrName>
                                        </p:attrNameLst>
                                      </p:cBhvr>
                                      <p:tavLst>
                                        <p:tav tm="0">
                                          <p:val>
                                            <p:fltVal val="0"/>
                                          </p:val>
                                        </p:tav>
                                        <p:tav tm="100000">
                                          <p:val>
                                            <p:strVal val="#ppt_w"/>
                                          </p:val>
                                        </p:tav>
                                      </p:tavLst>
                                    </p:anim>
                                    <p:anim calcmode="lin" valueType="num">
                                      <p:cBhvr>
                                        <p:cTn id="37" dur="500" fill="hold"/>
                                        <p:tgtEl>
                                          <p:spTgt spid="29"/>
                                        </p:tgtEl>
                                        <p:attrNameLst>
                                          <p:attrName>ppt_h</p:attrName>
                                        </p:attrNameLst>
                                      </p:cBhvr>
                                      <p:tavLst>
                                        <p:tav tm="0">
                                          <p:val>
                                            <p:fltVal val="0"/>
                                          </p:val>
                                        </p:tav>
                                        <p:tav tm="100000">
                                          <p:val>
                                            <p:strVal val="#ppt_h"/>
                                          </p:val>
                                        </p:tav>
                                      </p:tavLst>
                                    </p:anim>
                                    <p:animEffect transition="in" filter="fade">
                                      <p:cBhvr>
                                        <p:cTn id="38" dur="500"/>
                                        <p:tgtEl>
                                          <p:spTgt spid="29"/>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fltVal val="0"/>
                                          </p:val>
                                        </p:tav>
                                        <p:tav tm="100000">
                                          <p:val>
                                            <p:strVal val="#ppt_w"/>
                                          </p:val>
                                        </p:tav>
                                      </p:tavLst>
                                    </p:anim>
                                    <p:anim calcmode="lin" valueType="num">
                                      <p:cBhvr>
                                        <p:cTn id="42" dur="500" fill="hold"/>
                                        <p:tgtEl>
                                          <p:spTgt spid="30"/>
                                        </p:tgtEl>
                                        <p:attrNameLst>
                                          <p:attrName>ppt_h</p:attrName>
                                        </p:attrNameLst>
                                      </p:cBhvr>
                                      <p:tavLst>
                                        <p:tav tm="0">
                                          <p:val>
                                            <p:fltVal val="0"/>
                                          </p:val>
                                        </p:tav>
                                        <p:tav tm="100000">
                                          <p:val>
                                            <p:strVal val="#ppt_h"/>
                                          </p:val>
                                        </p:tav>
                                      </p:tavLst>
                                    </p:anim>
                                    <p:animEffect transition="in" filter="fade">
                                      <p:cBhvr>
                                        <p:cTn id="43" dur="500"/>
                                        <p:tgtEl>
                                          <p:spTgt spid="30"/>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p:cTn id="46" dur="500" fill="hold"/>
                                        <p:tgtEl>
                                          <p:spTgt spid="33"/>
                                        </p:tgtEl>
                                        <p:attrNameLst>
                                          <p:attrName>ppt_w</p:attrName>
                                        </p:attrNameLst>
                                      </p:cBhvr>
                                      <p:tavLst>
                                        <p:tav tm="0">
                                          <p:val>
                                            <p:fltVal val="0"/>
                                          </p:val>
                                        </p:tav>
                                        <p:tav tm="100000">
                                          <p:val>
                                            <p:strVal val="#ppt_w"/>
                                          </p:val>
                                        </p:tav>
                                      </p:tavLst>
                                    </p:anim>
                                    <p:anim calcmode="lin" valueType="num">
                                      <p:cBhvr>
                                        <p:cTn id="47" dur="500" fill="hold"/>
                                        <p:tgtEl>
                                          <p:spTgt spid="33"/>
                                        </p:tgtEl>
                                        <p:attrNameLst>
                                          <p:attrName>ppt_h</p:attrName>
                                        </p:attrNameLst>
                                      </p:cBhvr>
                                      <p:tavLst>
                                        <p:tav tm="0">
                                          <p:val>
                                            <p:fltVal val="0"/>
                                          </p:val>
                                        </p:tav>
                                        <p:tav tm="100000">
                                          <p:val>
                                            <p:strVal val="#ppt_h"/>
                                          </p:val>
                                        </p:tav>
                                      </p:tavLst>
                                    </p:anim>
                                    <p:animEffect transition="in" filter="fade">
                                      <p:cBhvr>
                                        <p:cTn id="48" dur="500"/>
                                        <p:tgtEl>
                                          <p:spTgt spid="33"/>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5"/>
                                        </p:tgtEl>
                                        <p:attrNameLst>
                                          <p:attrName>style.visibility</p:attrName>
                                        </p:attrNameLst>
                                      </p:cBhvr>
                                      <p:to>
                                        <p:strVal val="visible"/>
                                      </p:to>
                                    </p:set>
                                    <p:anim calcmode="lin" valueType="num">
                                      <p:cBhvr>
                                        <p:cTn id="51" dur="500" fill="hold"/>
                                        <p:tgtEl>
                                          <p:spTgt spid="5"/>
                                        </p:tgtEl>
                                        <p:attrNameLst>
                                          <p:attrName>ppt_w</p:attrName>
                                        </p:attrNameLst>
                                      </p:cBhvr>
                                      <p:tavLst>
                                        <p:tav tm="0">
                                          <p:val>
                                            <p:fltVal val="0"/>
                                          </p:val>
                                        </p:tav>
                                        <p:tav tm="100000">
                                          <p:val>
                                            <p:strVal val="#ppt_w"/>
                                          </p:val>
                                        </p:tav>
                                      </p:tavLst>
                                    </p:anim>
                                    <p:anim calcmode="lin" valueType="num">
                                      <p:cBhvr>
                                        <p:cTn id="52" dur="500" fill="hold"/>
                                        <p:tgtEl>
                                          <p:spTgt spid="5"/>
                                        </p:tgtEl>
                                        <p:attrNameLst>
                                          <p:attrName>ppt_h</p:attrName>
                                        </p:attrNameLst>
                                      </p:cBhvr>
                                      <p:tavLst>
                                        <p:tav tm="0">
                                          <p:val>
                                            <p:fltVal val="0"/>
                                          </p:val>
                                        </p:tav>
                                        <p:tav tm="100000">
                                          <p:val>
                                            <p:strVal val="#ppt_h"/>
                                          </p:val>
                                        </p:tav>
                                      </p:tavLst>
                                    </p:anim>
                                    <p:animEffect transition="in" filter="fade">
                                      <p:cBhvr>
                                        <p:cTn id="53" dur="500"/>
                                        <p:tgtEl>
                                          <p:spTgt spid="5"/>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 calcmode="lin" valueType="num">
                                      <p:cBhvr>
                                        <p:cTn id="56" dur="500" fill="hold"/>
                                        <p:tgtEl>
                                          <p:spTgt spid="12"/>
                                        </p:tgtEl>
                                        <p:attrNameLst>
                                          <p:attrName>ppt_w</p:attrName>
                                        </p:attrNameLst>
                                      </p:cBhvr>
                                      <p:tavLst>
                                        <p:tav tm="0">
                                          <p:val>
                                            <p:fltVal val="0"/>
                                          </p:val>
                                        </p:tav>
                                        <p:tav tm="100000">
                                          <p:val>
                                            <p:strVal val="#ppt_w"/>
                                          </p:val>
                                        </p:tav>
                                      </p:tavLst>
                                    </p:anim>
                                    <p:anim calcmode="lin" valueType="num">
                                      <p:cBhvr>
                                        <p:cTn id="57" dur="500" fill="hold"/>
                                        <p:tgtEl>
                                          <p:spTgt spid="12"/>
                                        </p:tgtEl>
                                        <p:attrNameLst>
                                          <p:attrName>ppt_h</p:attrName>
                                        </p:attrNameLst>
                                      </p:cBhvr>
                                      <p:tavLst>
                                        <p:tav tm="0">
                                          <p:val>
                                            <p:fltVal val="0"/>
                                          </p:val>
                                        </p:tav>
                                        <p:tav tm="100000">
                                          <p:val>
                                            <p:strVal val="#ppt_h"/>
                                          </p:val>
                                        </p:tav>
                                      </p:tavLst>
                                    </p:anim>
                                    <p:animEffect transition="in" filter="fade">
                                      <p:cBhvr>
                                        <p:cTn id="58" dur="500"/>
                                        <p:tgtEl>
                                          <p:spTgt spid="12"/>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p:cTn id="61" dur="500" fill="hold"/>
                                        <p:tgtEl>
                                          <p:spTgt spid="17"/>
                                        </p:tgtEl>
                                        <p:attrNameLst>
                                          <p:attrName>ppt_w</p:attrName>
                                        </p:attrNameLst>
                                      </p:cBhvr>
                                      <p:tavLst>
                                        <p:tav tm="0">
                                          <p:val>
                                            <p:fltVal val="0"/>
                                          </p:val>
                                        </p:tav>
                                        <p:tav tm="100000">
                                          <p:val>
                                            <p:strVal val="#ppt_w"/>
                                          </p:val>
                                        </p:tav>
                                      </p:tavLst>
                                    </p:anim>
                                    <p:anim calcmode="lin" valueType="num">
                                      <p:cBhvr>
                                        <p:cTn id="62" dur="500" fill="hold"/>
                                        <p:tgtEl>
                                          <p:spTgt spid="17"/>
                                        </p:tgtEl>
                                        <p:attrNameLst>
                                          <p:attrName>ppt_h</p:attrName>
                                        </p:attrNameLst>
                                      </p:cBhvr>
                                      <p:tavLst>
                                        <p:tav tm="0">
                                          <p:val>
                                            <p:fltVal val="0"/>
                                          </p:val>
                                        </p:tav>
                                        <p:tav tm="100000">
                                          <p:val>
                                            <p:strVal val="#ppt_h"/>
                                          </p:val>
                                        </p:tav>
                                      </p:tavLst>
                                    </p:anim>
                                    <p:animEffect transition="in" filter="fade">
                                      <p:cBhvr>
                                        <p:cTn id="63" dur="500"/>
                                        <p:tgtEl>
                                          <p:spTgt spid="17"/>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46"/>
                                        </p:tgtEl>
                                        <p:attrNameLst>
                                          <p:attrName>style.visibility</p:attrName>
                                        </p:attrNameLst>
                                      </p:cBhvr>
                                      <p:to>
                                        <p:strVal val="visible"/>
                                      </p:to>
                                    </p:set>
                                    <p:anim calcmode="lin" valueType="num">
                                      <p:cBhvr>
                                        <p:cTn id="66" dur="500" fill="hold"/>
                                        <p:tgtEl>
                                          <p:spTgt spid="46"/>
                                        </p:tgtEl>
                                        <p:attrNameLst>
                                          <p:attrName>ppt_w</p:attrName>
                                        </p:attrNameLst>
                                      </p:cBhvr>
                                      <p:tavLst>
                                        <p:tav tm="0">
                                          <p:val>
                                            <p:fltVal val="0"/>
                                          </p:val>
                                        </p:tav>
                                        <p:tav tm="100000">
                                          <p:val>
                                            <p:strVal val="#ppt_w"/>
                                          </p:val>
                                        </p:tav>
                                      </p:tavLst>
                                    </p:anim>
                                    <p:anim calcmode="lin" valueType="num">
                                      <p:cBhvr>
                                        <p:cTn id="67" dur="500" fill="hold"/>
                                        <p:tgtEl>
                                          <p:spTgt spid="46"/>
                                        </p:tgtEl>
                                        <p:attrNameLst>
                                          <p:attrName>ppt_h</p:attrName>
                                        </p:attrNameLst>
                                      </p:cBhvr>
                                      <p:tavLst>
                                        <p:tav tm="0">
                                          <p:val>
                                            <p:fltVal val="0"/>
                                          </p:val>
                                        </p:tav>
                                        <p:tav tm="100000">
                                          <p:val>
                                            <p:strVal val="#ppt_h"/>
                                          </p:val>
                                        </p:tav>
                                      </p:tavLst>
                                    </p:anim>
                                    <p:animEffect transition="in" filter="fade">
                                      <p:cBhvr>
                                        <p:cTn id="68" dur="500"/>
                                        <p:tgtEl>
                                          <p:spTgt spid="46"/>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anim calcmode="lin" valueType="num">
                                      <p:cBhvr>
                                        <p:cTn id="71" dur="500" fill="hold"/>
                                        <p:tgtEl>
                                          <p:spTgt spid="49"/>
                                        </p:tgtEl>
                                        <p:attrNameLst>
                                          <p:attrName>ppt_w</p:attrName>
                                        </p:attrNameLst>
                                      </p:cBhvr>
                                      <p:tavLst>
                                        <p:tav tm="0">
                                          <p:val>
                                            <p:fltVal val="0"/>
                                          </p:val>
                                        </p:tav>
                                        <p:tav tm="100000">
                                          <p:val>
                                            <p:strVal val="#ppt_w"/>
                                          </p:val>
                                        </p:tav>
                                      </p:tavLst>
                                    </p:anim>
                                    <p:anim calcmode="lin" valueType="num">
                                      <p:cBhvr>
                                        <p:cTn id="72" dur="500" fill="hold"/>
                                        <p:tgtEl>
                                          <p:spTgt spid="49"/>
                                        </p:tgtEl>
                                        <p:attrNameLst>
                                          <p:attrName>ppt_h</p:attrName>
                                        </p:attrNameLst>
                                      </p:cBhvr>
                                      <p:tavLst>
                                        <p:tav tm="0">
                                          <p:val>
                                            <p:fltVal val="0"/>
                                          </p:val>
                                        </p:tav>
                                        <p:tav tm="100000">
                                          <p:val>
                                            <p:strVal val="#ppt_h"/>
                                          </p:val>
                                        </p:tav>
                                      </p:tavLst>
                                    </p:anim>
                                    <p:animEffect transition="in" filter="fade">
                                      <p:cBhvr>
                                        <p:cTn id="73" dur="500"/>
                                        <p:tgtEl>
                                          <p:spTgt spid="49"/>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52"/>
                                        </p:tgtEl>
                                        <p:attrNameLst>
                                          <p:attrName>style.visibility</p:attrName>
                                        </p:attrNameLst>
                                      </p:cBhvr>
                                      <p:to>
                                        <p:strVal val="visible"/>
                                      </p:to>
                                    </p:set>
                                    <p:anim calcmode="lin" valueType="num">
                                      <p:cBhvr>
                                        <p:cTn id="76" dur="500" fill="hold"/>
                                        <p:tgtEl>
                                          <p:spTgt spid="52"/>
                                        </p:tgtEl>
                                        <p:attrNameLst>
                                          <p:attrName>ppt_w</p:attrName>
                                        </p:attrNameLst>
                                      </p:cBhvr>
                                      <p:tavLst>
                                        <p:tav tm="0">
                                          <p:val>
                                            <p:fltVal val="0"/>
                                          </p:val>
                                        </p:tav>
                                        <p:tav tm="100000">
                                          <p:val>
                                            <p:strVal val="#ppt_w"/>
                                          </p:val>
                                        </p:tav>
                                      </p:tavLst>
                                    </p:anim>
                                    <p:anim calcmode="lin" valueType="num">
                                      <p:cBhvr>
                                        <p:cTn id="77" dur="500" fill="hold"/>
                                        <p:tgtEl>
                                          <p:spTgt spid="52"/>
                                        </p:tgtEl>
                                        <p:attrNameLst>
                                          <p:attrName>ppt_h</p:attrName>
                                        </p:attrNameLst>
                                      </p:cBhvr>
                                      <p:tavLst>
                                        <p:tav tm="0">
                                          <p:val>
                                            <p:fltVal val="0"/>
                                          </p:val>
                                        </p:tav>
                                        <p:tav tm="100000">
                                          <p:val>
                                            <p:strVal val="#ppt_h"/>
                                          </p:val>
                                        </p:tav>
                                      </p:tavLst>
                                    </p:anim>
                                    <p:animEffect transition="in" filter="fade">
                                      <p:cBhvr>
                                        <p:cTn id="78" dur="500"/>
                                        <p:tgtEl>
                                          <p:spTgt spid="52"/>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59"/>
                                        </p:tgtEl>
                                        <p:attrNameLst>
                                          <p:attrName>style.visibility</p:attrName>
                                        </p:attrNameLst>
                                      </p:cBhvr>
                                      <p:to>
                                        <p:strVal val="visible"/>
                                      </p:to>
                                    </p:set>
                                    <p:anim calcmode="lin" valueType="num">
                                      <p:cBhvr>
                                        <p:cTn id="81" dur="500" fill="hold"/>
                                        <p:tgtEl>
                                          <p:spTgt spid="59"/>
                                        </p:tgtEl>
                                        <p:attrNameLst>
                                          <p:attrName>ppt_w</p:attrName>
                                        </p:attrNameLst>
                                      </p:cBhvr>
                                      <p:tavLst>
                                        <p:tav tm="0">
                                          <p:val>
                                            <p:fltVal val="0"/>
                                          </p:val>
                                        </p:tav>
                                        <p:tav tm="100000">
                                          <p:val>
                                            <p:strVal val="#ppt_w"/>
                                          </p:val>
                                        </p:tav>
                                      </p:tavLst>
                                    </p:anim>
                                    <p:anim calcmode="lin" valueType="num">
                                      <p:cBhvr>
                                        <p:cTn id="82" dur="500" fill="hold"/>
                                        <p:tgtEl>
                                          <p:spTgt spid="59"/>
                                        </p:tgtEl>
                                        <p:attrNameLst>
                                          <p:attrName>ppt_h</p:attrName>
                                        </p:attrNameLst>
                                      </p:cBhvr>
                                      <p:tavLst>
                                        <p:tav tm="0">
                                          <p:val>
                                            <p:fltVal val="0"/>
                                          </p:val>
                                        </p:tav>
                                        <p:tav tm="100000">
                                          <p:val>
                                            <p:strVal val="#ppt_h"/>
                                          </p:val>
                                        </p:tav>
                                      </p:tavLst>
                                    </p:anim>
                                    <p:animEffect transition="in" filter="fade">
                                      <p:cBhvr>
                                        <p:cTn id="83" dur="500"/>
                                        <p:tgtEl>
                                          <p:spTgt spid="59"/>
                                        </p:tgtEl>
                                      </p:cBhvr>
                                    </p:animEffect>
                                  </p:childTnLst>
                                </p:cTn>
                              </p:par>
                            </p:childTnLst>
                          </p:cTn>
                        </p:par>
                      </p:childTnLst>
                    </p:cTn>
                  </p:par>
                  <p:par>
                    <p:cTn id="84" fill="hold">
                      <p:stCondLst>
                        <p:cond delay="indefinite"/>
                      </p:stCondLst>
                      <p:childTnLst>
                        <p:par>
                          <p:cTn id="85" fill="hold">
                            <p:stCondLst>
                              <p:cond delay="0"/>
                            </p:stCondLst>
                            <p:childTnLst>
                              <p:par>
                                <p:cTn id="86" presetID="2" presetClass="entr" presetSubtype="8" fill="hold" nodeType="clickEffect">
                                  <p:stCondLst>
                                    <p:cond delay="0"/>
                                  </p:stCondLst>
                                  <p:childTnLst>
                                    <p:set>
                                      <p:cBhvr>
                                        <p:cTn id="87" dur="1" fill="hold">
                                          <p:stCondLst>
                                            <p:cond delay="0"/>
                                          </p:stCondLst>
                                        </p:cTn>
                                        <p:tgtEl>
                                          <p:spTgt spid="61"/>
                                        </p:tgtEl>
                                        <p:attrNameLst>
                                          <p:attrName>style.visibility</p:attrName>
                                        </p:attrNameLst>
                                      </p:cBhvr>
                                      <p:to>
                                        <p:strVal val="visible"/>
                                      </p:to>
                                    </p:set>
                                    <p:anim calcmode="lin" valueType="num">
                                      <p:cBhvr additive="base">
                                        <p:cTn id="88" dur="500" fill="hold"/>
                                        <p:tgtEl>
                                          <p:spTgt spid="61"/>
                                        </p:tgtEl>
                                        <p:attrNameLst>
                                          <p:attrName>ppt_x</p:attrName>
                                        </p:attrNameLst>
                                      </p:cBhvr>
                                      <p:tavLst>
                                        <p:tav tm="0">
                                          <p:val>
                                            <p:strVal val="0-#ppt_w/2"/>
                                          </p:val>
                                        </p:tav>
                                        <p:tav tm="100000">
                                          <p:val>
                                            <p:strVal val="#ppt_x"/>
                                          </p:val>
                                        </p:tav>
                                      </p:tavLst>
                                    </p:anim>
                                    <p:anim calcmode="lin" valueType="num">
                                      <p:cBhvr additive="base">
                                        <p:cTn id="89" dur="5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8" grpId="0" animBg="1"/>
      <p:bldP spid="29" grpId="0" animBg="1"/>
      <p:bldP spid="30" grpId="0" animBg="1"/>
      <p:bldP spid="33" grpId="0" animBg="1"/>
      <p:bldP spid="5" grpId="0" animBg="1"/>
      <p:bldP spid="12" grpId="0" animBg="1"/>
      <p:bldP spid="17" grpId="0" animBg="1"/>
      <p:bldP spid="46" grpId="0" animBg="1"/>
      <p:bldP spid="47" grpId="0"/>
      <p:bldP spid="49" grpId="0" animBg="1"/>
      <p:bldP spid="52" grpId="0" animBg="1"/>
      <p:bldP spid="5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79693-5429-9C92-30E0-7FBDC8968B36}"/>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6B9BB2BE-3AF0-0069-D5A1-7EB5B08235E7}"/>
              </a:ext>
            </a:extLst>
          </p:cNvPr>
          <p:cNvCxnSpPr/>
          <p:nvPr/>
        </p:nvCxnSpPr>
        <p:spPr>
          <a:xfrm flipV="1">
            <a:off x="2893283" y="2578291"/>
            <a:ext cx="0" cy="363521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BC45C58-3049-5763-7CAE-560A60A94736}"/>
              </a:ext>
            </a:extLst>
          </p:cNvPr>
          <p:cNvCxnSpPr/>
          <p:nvPr/>
        </p:nvCxnSpPr>
        <p:spPr>
          <a:xfrm>
            <a:off x="2893284" y="6217448"/>
            <a:ext cx="5801337" cy="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id="{7F0B64B6-19FE-D239-5CC4-1C072DCB9D50}"/>
              </a:ext>
            </a:extLst>
          </p:cNvPr>
          <p:cNvSpPr txBox="1">
            <a:spLocks noChangeArrowheads="1"/>
          </p:cNvSpPr>
          <p:nvPr/>
        </p:nvSpPr>
        <p:spPr bwMode="auto">
          <a:xfrm>
            <a:off x="8770759" y="5880842"/>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0000FF"/>
                </a:solidFill>
                <a:latin typeface="Helvetica Neue"/>
                <a:ea typeface="+mn-ea"/>
                <a:cs typeface="+mn-cs"/>
              </a:rPr>
              <a:t>X</a:t>
            </a:r>
            <a:endParaRPr lang="en-US" altLang="en-US" sz="3810" b="1" i="1" kern="1200" dirty="0">
              <a:solidFill>
                <a:srgbClr val="0000FF"/>
              </a:solidFill>
              <a:latin typeface="Helvetica Neue"/>
              <a:ea typeface="+mn-ea"/>
              <a:cs typeface="+mn-cs"/>
            </a:endParaRPr>
          </a:p>
        </p:txBody>
      </p:sp>
      <p:sp>
        <p:nvSpPr>
          <p:cNvPr id="10" name="Text Box 2">
            <a:extLst>
              <a:ext uri="{FF2B5EF4-FFF2-40B4-BE49-F238E27FC236}">
                <a16:creationId xmlns:a16="http://schemas.microsoft.com/office/drawing/2014/main" id="{27DE5D35-4DB9-DE0C-42AD-1A7235D6B244}"/>
              </a:ext>
            </a:extLst>
          </p:cNvPr>
          <p:cNvSpPr txBox="1">
            <a:spLocks noChangeArrowheads="1"/>
          </p:cNvSpPr>
          <p:nvPr/>
        </p:nvSpPr>
        <p:spPr bwMode="auto">
          <a:xfrm>
            <a:off x="2474551" y="1913555"/>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FF0000"/>
                </a:solidFill>
                <a:latin typeface="Helvetica Neue"/>
                <a:ea typeface="+mn-ea"/>
                <a:cs typeface="+mn-cs"/>
              </a:rPr>
              <a:t>Y</a:t>
            </a:r>
            <a:endParaRPr lang="en-US" altLang="en-US" sz="3810" b="1" i="1" kern="1200" dirty="0">
              <a:solidFill>
                <a:srgbClr val="FF0000"/>
              </a:solidFill>
              <a:latin typeface="Helvetica Neue"/>
              <a:ea typeface="+mn-ea"/>
              <a:cs typeface="+mn-cs"/>
            </a:endParaRPr>
          </a:p>
        </p:txBody>
      </p:sp>
      <p:sp>
        <p:nvSpPr>
          <p:cNvPr id="29" name="Oval 28">
            <a:extLst>
              <a:ext uri="{FF2B5EF4-FFF2-40B4-BE49-F238E27FC236}">
                <a16:creationId xmlns:a16="http://schemas.microsoft.com/office/drawing/2014/main" id="{7A8046C8-C997-6490-A88D-12F59590C276}"/>
              </a:ext>
            </a:extLst>
          </p:cNvPr>
          <p:cNvSpPr/>
          <p:nvPr/>
        </p:nvSpPr>
        <p:spPr>
          <a:xfrm rot="17290128" flipH="1" flipV="1">
            <a:off x="6044964" y="297987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 name="Oval 4">
            <a:extLst>
              <a:ext uri="{FF2B5EF4-FFF2-40B4-BE49-F238E27FC236}">
                <a16:creationId xmlns:a16="http://schemas.microsoft.com/office/drawing/2014/main" id="{145F0A4C-3450-2EEE-6861-3B732C521A2B}"/>
              </a:ext>
            </a:extLst>
          </p:cNvPr>
          <p:cNvSpPr/>
          <p:nvPr/>
        </p:nvSpPr>
        <p:spPr>
          <a:xfrm rot="814221" flipH="1" flipV="1">
            <a:off x="6057976" y="478525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7" name="Oval 16">
            <a:extLst>
              <a:ext uri="{FF2B5EF4-FFF2-40B4-BE49-F238E27FC236}">
                <a16:creationId xmlns:a16="http://schemas.microsoft.com/office/drawing/2014/main" id="{72E3A9A8-AFC2-BA9E-B851-CC1B8334493C}"/>
              </a:ext>
            </a:extLst>
          </p:cNvPr>
          <p:cNvSpPr/>
          <p:nvPr/>
        </p:nvSpPr>
        <p:spPr>
          <a:xfrm rot="200562" flipH="1" flipV="1">
            <a:off x="6060782" y="536312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6" name="Oval 45">
            <a:extLst>
              <a:ext uri="{FF2B5EF4-FFF2-40B4-BE49-F238E27FC236}">
                <a16:creationId xmlns:a16="http://schemas.microsoft.com/office/drawing/2014/main" id="{3AA6B4AD-2DF9-6236-C306-30A70F76D356}"/>
              </a:ext>
            </a:extLst>
          </p:cNvPr>
          <p:cNvSpPr/>
          <p:nvPr/>
        </p:nvSpPr>
        <p:spPr>
          <a:xfrm rot="17290128" flipH="1" flipV="1">
            <a:off x="6042934" y="372722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7" name="Title 2">
            <a:extLst>
              <a:ext uri="{FF2B5EF4-FFF2-40B4-BE49-F238E27FC236}">
                <a16:creationId xmlns:a16="http://schemas.microsoft.com/office/drawing/2014/main" id="{3495F285-84EC-3301-ABF6-2E84A22D5EC4}"/>
              </a:ext>
            </a:extLst>
          </p:cNvPr>
          <p:cNvSpPr txBox="1">
            <a:spLocks/>
          </p:cNvSpPr>
          <p:nvPr/>
        </p:nvSpPr>
        <p:spPr>
          <a:xfrm>
            <a:off x="406539" y="1203010"/>
            <a:ext cx="10838089" cy="520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117" b="1" dirty="0">
                <a:solidFill>
                  <a:prstClr val="black"/>
                </a:solidFill>
                <a:latin typeface="Helvetica Neue"/>
                <a:cs typeface="Helvetica" panose="020B0604020202020204" pitchFamily="34" charset="0"/>
              </a:rPr>
              <a:t>Fig 5 (c): Zero correlation: </a:t>
            </a:r>
            <a:r>
              <a:rPr lang="en-US" sz="3117" b="1" dirty="0">
                <a:solidFill>
                  <a:srgbClr val="C00000"/>
                </a:solidFill>
                <a:latin typeface="Helvetica Neue"/>
                <a:cs typeface="Helvetica" panose="020B0604020202020204" pitchFamily="34" charset="0"/>
              </a:rPr>
              <a:t>r = 0</a:t>
            </a:r>
            <a:endParaRPr lang="en-US" sz="3117" b="1" dirty="0">
              <a:solidFill>
                <a:prstClr val="black"/>
              </a:solidFill>
              <a:latin typeface="Helvetica Neue"/>
              <a:cs typeface="Helvetica" panose="020B0604020202020204" pitchFamily="34" charset="0"/>
            </a:endParaRPr>
          </a:p>
        </p:txBody>
      </p:sp>
      <p:sp>
        <p:nvSpPr>
          <p:cNvPr id="49" name="Oval 48">
            <a:extLst>
              <a:ext uri="{FF2B5EF4-FFF2-40B4-BE49-F238E27FC236}">
                <a16:creationId xmlns:a16="http://schemas.microsoft.com/office/drawing/2014/main" id="{E3B0AF2F-F680-E265-50E8-176A7C080A4E}"/>
              </a:ext>
            </a:extLst>
          </p:cNvPr>
          <p:cNvSpPr/>
          <p:nvPr/>
        </p:nvSpPr>
        <p:spPr>
          <a:xfrm rot="814221" flipH="1" flipV="1">
            <a:off x="6041272" y="431520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2" name="Oval 51">
            <a:extLst>
              <a:ext uri="{FF2B5EF4-FFF2-40B4-BE49-F238E27FC236}">
                <a16:creationId xmlns:a16="http://schemas.microsoft.com/office/drawing/2014/main" id="{20364441-C9B7-2E8A-2B77-2485FFE0E5F6}"/>
              </a:ext>
            </a:extLst>
          </p:cNvPr>
          <p:cNvSpPr/>
          <p:nvPr/>
        </p:nvSpPr>
        <p:spPr>
          <a:xfrm rot="17290128" flipH="1" flipV="1">
            <a:off x="6056313" y="336647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9" name="Oval 58">
            <a:extLst>
              <a:ext uri="{FF2B5EF4-FFF2-40B4-BE49-F238E27FC236}">
                <a16:creationId xmlns:a16="http://schemas.microsoft.com/office/drawing/2014/main" id="{A784573E-3FFD-7710-8A53-582B5EDFA89B}"/>
              </a:ext>
            </a:extLst>
          </p:cNvPr>
          <p:cNvSpPr/>
          <p:nvPr/>
        </p:nvSpPr>
        <p:spPr>
          <a:xfrm rot="3650497" flipH="1" flipV="1">
            <a:off x="6052301" y="581993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cxnSp>
        <p:nvCxnSpPr>
          <p:cNvPr id="61" name="Straight Arrow Connector 60">
            <a:extLst>
              <a:ext uri="{FF2B5EF4-FFF2-40B4-BE49-F238E27FC236}">
                <a16:creationId xmlns:a16="http://schemas.microsoft.com/office/drawing/2014/main" id="{AA393D46-1FAC-6B6B-AC46-6D21376B6856}"/>
              </a:ext>
            </a:extLst>
          </p:cNvPr>
          <p:cNvCxnSpPr>
            <a:cxnSpLocks/>
          </p:cNvCxnSpPr>
          <p:nvPr/>
        </p:nvCxnSpPr>
        <p:spPr>
          <a:xfrm flipV="1">
            <a:off x="6113483" y="2578290"/>
            <a:ext cx="0" cy="363521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1243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8"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anim calcmode="lin" valueType="num">
                                      <p:cBhvr additive="base">
                                        <p:cTn id="27" dur="500" fill="hold"/>
                                        <p:tgtEl>
                                          <p:spTgt spid="47"/>
                                        </p:tgtEl>
                                        <p:attrNameLst>
                                          <p:attrName>ppt_x</p:attrName>
                                        </p:attrNameLst>
                                      </p:cBhvr>
                                      <p:tavLst>
                                        <p:tav tm="0">
                                          <p:val>
                                            <p:strVal val="1+#ppt_w/2"/>
                                          </p:val>
                                        </p:tav>
                                        <p:tav tm="100000">
                                          <p:val>
                                            <p:strVal val="#ppt_x"/>
                                          </p:val>
                                        </p:tav>
                                      </p:tavLst>
                                    </p:anim>
                                    <p:anim calcmode="lin" valueType="num">
                                      <p:cBhvr additive="base">
                                        <p:cTn id="28" dur="500" fill="hold"/>
                                        <p:tgtEl>
                                          <p:spTgt spid="47"/>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p:cTn id="31" dur="500" fill="hold"/>
                                        <p:tgtEl>
                                          <p:spTgt spid="29"/>
                                        </p:tgtEl>
                                        <p:attrNameLst>
                                          <p:attrName>ppt_w</p:attrName>
                                        </p:attrNameLst>
                                      </p:cBhvr>
                                      <p:tavLst>
                                        <p:tav tm="0">
                                          <p:val>
                                            <p:fltVal val="0"/>
                                          </p:val>
                                        </p:tav>
                                        <p:tav tm="100000">
                                          <p:val>
                                            <p:strVal val="#ppt_w"/>
                                          </p:val>
                                        </p:tav>
                                      </p:tavLst>
                                    </p:anim>
                                    <p:anim calcmode="lin" valueType="num">
                                      <p:cBhvr>
                                        <p:cTn id="32" dur="500" fill="hold"/>
                                        <p:tgtEl>
                                          <p:spTgt spid="29"/>
                                        </p:tgtEl>
                                        <p:attrNameLst>
                                          <p:attrName>ppt_h</p:attrName>
                                        </p:attrNameLst>
                                      </p:cBhvr>
                                      <p:tavLst>
                                        <p:tav tm="0">
                                          <p:val>
                                            <p:fltVal val="0"/>
                                          </p:val>
                                        </p:tav>
                                        <p:tav tm="100000">
                                          <p:val>
                                            <p:strVal val="#ppt_h"/>
                                          </p:val>
                                        </p:tav>
                                      </p:tavLst>
                                    </p:anim>
                                    <p:animEffect transition="in" filter="fade">
                                      <p:cBhvr>
                                        <p:cTn id="33" dur="500"/>
                                        <p:tgtEl>
                                          <p:spTgt spid="29"/>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p:cTn id="36" dur="500" fill="hold"/>
                                        <p:tgtEl>
                                          <p:spTgt spid="5"/>
                                        </p:tgtEl>
                                        <p:attrNameLst>
                                          <p:attrName>ppt_w</p:attrName>
                                        </p:attrNameLst>
                                      </p:cBhvr>
                                      <p:tavLst>
                                        <p:tav tm="0">
                                          <p:val>
                                            <p:fltVal val="0"/>
                                          </p:val>
                                        </p:tav>
                                        <p:tav tm="100000">
                                          <p:val>
                                            <p:strVal val="#ppt_w"/>
                                          </p:val>
                                        </p:tav>
                                      </p:tavLst>
                                    </p:anim>
                                    <p:anim calcmode="lin" valueType="num">
                                      <p:cBhvr>
                                        <p:cTn id="37" dur="500" fill="hold"/>
                                        <p:tgtEl>
                                          <p:spTgt spid="5"/>
                                        </p:tgtEl>
                                        <p:attrNameLst>
                                          <p:attrName>ppt_h</p:attrName>
                                        </p:attrNameLst>
                                      </p:cBhvr>
                                      <p:tavLst>
                                        <p:tav tm="0">
                                          <p:val>
                                            <p:fltVal val="0"/>
                                          </p:val>
                                        </p:tav>
                                        <p:tav tm="100000">
                                          <p:val>
                                            <p:strVal val="#ppt_h"/>
                                          </p:val>
                                        </p:tav>
                                      </p:tavLst>
                                    </p:anim>
                                    <p:animEffect transition="in" filter="fade">
                                      <p:cBhvr>
                                        <p:cTn id="38" dur="500"/>
                                        <p:tgtEl>
                                          <p:spTgt spid="5"/>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 calcmode="lin" valueType="num">
                                      <p:cBhvr>
                                        <p:cTn id="41" dur="500" fill="hold"/>
                                        <p:tgtEl>
                                          <p:spTgt spid="17"/>
                                        </p:tgtEl>
                                        <p:attrNameLst>
                                          <p:attrName>ppt_w</p:attrName>
                                        </p:attrNameLst>
                                      </p:cBhvr>
                                      <p:tavLst>
                                        <p:tav tm="0">
                                          <p:val>
                                            <p:fltVal val="0"/>
                                          </p:val>
                                        </p:tav>
                                        <p:tav tm="100000">
                                          <p:val>
                                            <p:strVal val="#ppt_w"/>
                                          </p:val>
                                        </p:tav>
                                      </p:tavLst>
                                    </p:anim>
                                    <p:anim calcmode="lin" valueType="num">
                                      <p:cBhvr>
                                        <p:cTn id="42" dur="500" fill="hold"/>
                                        <p:tgtEl>
                                          <p:spTgt spid="17"/>
                                        </p:tgtEl>
                                        <p:attrNameLst>
                                          <p:attrName>ppt_h</p:attrName>
                                        </p:attrNameLst>
                                      </p:cBhvr>
                                      <p:tavLst>
                                        <p:tav tm="0">
                                          <p:val>
                                            <p:fltVal val="0"/>
                                          </p:val>
                                        </p:tav>
                                        <p:tav tm="100000">
                                          <p:val>
                                            <p:strVal val="#ppt_h"/>
                                          </p:val>
                                        </p:tav>
                                      </p:tavLst>
                                    </p:anim>
                                    <p:animEffect transition="in" filter="fade">
                                      <p:cBhvr>
                                        <p:cTn id="43" dur="500"/>
                                        <p:tgtEl>
                                          <p:spTgt spid="17"/>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46"/>
                                        </p:tgtEl>
                                        <p:attrNameLst>
                                          <p:attrName>style.visibility</p:attrName>
                                        </p:attrNameLst>
                                      </p:cBhvr>
                                      <p:to>
                                        <p:strVal val="visible"/>
                                      </p:to>
                                    </p:set>
                                    <p:anim calcmode="lin" valueType="num">
                                      <p:cBhvr>
                                        <p:cTn id="46" dur="500" fill="hold"/>
                                        <p:tgtEl>
                                          <p:spTgt spid="46"/>
                                        </p:tgtEl>
                                        <p:attrNameLst>
                                          <p:attrName>ppt_w</p:attrName>
                                        </p:attrNameLst>
                                      </p:cBhvr>
                                      <p:tavLst>
                                        <p:tav tm="0">
                                          <p:val>
                                            <p:fltVal val="0"/>
                                          </p:val>
                                        </p:tav>
                                        <p:tav tm="100000">
                                          <p:val>
                                            <p:strVal val="#ppt_w"/>
                                          </p:val>
                                        </p:tav>
                                      </p:tavLst>
                                    </p:anim>
                                    <p:anim calcmode="lin" valueType="num">
                                      <p:cBhvr>
                                        <p:cTn id="47" dur="500" fill="hold"/>
                                        <p:tgtEl>
                                          <p:spTgt spid="46"/>
                                        </p:tgtEl>
                                        <p:attrNameLst>
                                          <p:attrName>ppt_h</p:attrName>
                                        </p:attrNameLst>
                                      </p:cBhvr>
                                      <p:tavLst>
                                        <p:tav tm="0">
                                          <p:val>
                                            <p:fltVal val="0"/>
                                          </p:val>
                                        </p:tav>
                                        <p:tav tm="100000">
                                          <p:val>
                                            <p:strVal val="#ppt_h"/>
                                          </p:val>
                                        </p:tav>
                                      </p:tavLst>
                                    </p:anim>
                                    <p:animEffect transition="in" filter="fade">
                                      <p:cBhvr>
                                        <p:cTn id="48" dur="500"/>
                                        <p:tgtEl>
                                          <p:spTgt spid="46"/>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anim calcmode="lin" valueType="num">
                                      <p:cBhvr>
                                        <p:cTn id="51" dur="500" fill="hold"/>
                                        <p:tgtEl>
                                          <p:spTgt spid="49"/>
                                        </p:tgtEl>
                                        <p:attrNameLst>
                                          <p:attrName>ppt_w</p:attrName>
                                        </p:attrNameLst>
                                      </p:cBhvr>
                                      <p:tavLst>
                                        <p:tav tm="0">
                                          <p:val>
                                            <p:fltVal val="0"/>
                                          </p:val>
                                        </p:tav>
                                        <p:tav tm="100000">
                                          <p:val>
                                            <p:strVal val="#ppt_w"/>
                                          </p:val>
                                        </p:tav>
                                      </p:tavLst>
                                    </p:anim>
                                    <p:anim calcmode="lin" valueType="num">
                                      <p:cBhvr>
                                        <p:cTn id="52" dur="500" fill="hold"/>
                                        <p:tgtEl>
                                          <p:spTgt spid="49"/>
                                        </p:tgtEl>
                                        <p:attrNameLst>
                                          <p:attrName>ppt_h</p:attrName>
                                        </p:attrNameLst>
                                      </p:cBhvr>
                                      <p:tavLst>
                                        <p:tav tm="0">
                                          <p:val>
                                            <p:fltVal val="0"/>
                                          </p:val>
                                        </p:tav>
                                        <p:tav tm="100000">
                                          <p:val>
                                            <p:strVal val="#ppt_h"/>
                                          </p:val>
                                        </p:tav>
                                      </p:tavLst>
                                    </p:anim>
                                    <p:animEffect transition="in" filter="fade">
                                      <p:cBhvr>
                                        <p:cTn id="53" dur="500"/>
                                        <p:tgtEl>
                                          <p:spTgt spid="49"/>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52"/>
                                        </p:tgtEl>
                                        <p:attrNameLst>
                                          <p:attrName>style.visibility</p:attrName>
                                        </p:attrNameLst>
                                      </p:cBhvr>
                                      <p:to>
                                        <p:strVal val="visible"/>
                                      </p:to>
                                    </p:set>
                                    <p:anim calcmode="lin" valueType="num">
                                      <p:cBhvr>
                                        <p:cTn id="56" dur="500" fill="hold"/>
                                        <p:tgtEl>
                                          <p:spTgt spid="52"/>
                                        </p:tgtEl>
                                        <p:attrNameLst>
                                          <p:attrName>ppt_w</p:attrName>
                                        </p:attrNameLst>
                                      </p:cBhvr>
                                      <p:tavLst>
                                        <p:tav tm="0">
                                          <p:val>
                                            <p:fltVal val="0"/>
                                          </p:val>
                                        </p:tav>
                                        <p:tav tm="100000">
                                          <p:val>
                                            <p:strVal val="#ppt_w"/>
                                          </p:val>
                                        </p:tav>
                                      </p:tavLst>
                                    </p:anim>
                                    <p:anim calcmode="lin" valueType="num">
                                      <p:cBhvr>
                                        <p:cTn id="57" dur="500" fill="hold"/>
                                        <p:tgtEl>
                                          <p:spTgt spid="52"/>
                                        </p:tgtEl>
                                        <p:attrNameLst>
                                          <p:attrName>ppt_h</p:attrName>
                                        </p:attrNameLst>
                                      </p:cBhvr>
                                      <p:tavLst>
                                        <p:tav tm="0">
                                          <p:val>
                                            <p:fltVal val="0"/>
                                          </p:val>
                                        </p:tav>
                                        <p:tav tm="100000">
                                          <p:val>
                                            <p:strVal val="#ppt_h"/>
                                          </p:val>
                                        </p:tav>
                                      </p:tavLst>
                                    </p:anim>
                                    <p:animEffect transition="in" filter="fade">
                                      <p:cBhvr>
                                        <p:cTn id="58" dur="500"/>
                                        <p:tgtEl>
                                          <p:spTgt spid="52"/>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59"/>
                                        </p:tgtEl>
                                        <p:attrNameLst>
                                          <p:attrName>style.visibility</p:attrName>
                                        </p:attrNameLst>
                                      </p:cBhvr>
                                      <p:to>
                                        <p:strVal val="visible"/>
                                      </p:to>
                                    </p:set>
                                    <p:anim calcmode="lin" valueType="num">
                                      <p:cBhvr>
                                        <p:cTn id="61" dur="500" fill="hold"/>
                                        <p:tgtEl>
                                          <p:spTgt spid="59"/>
                                        </p:tgtEl>
                                        <p:attrNameLst>
                                          <p:attrName>ppt_w</p:attrName>
                                        </p:attrNameLst>
                                      </p:cBhvr>
                                      <p:tavLst>
                                        <p:tav tm="0">
                                          <p:val>
                                            <p:fltVal val="0"/>
                                          </p:val>
                                        </p:tav>
                                        <p:tav tm="100000">
                                          <p:val>
                                            <p:strVal val="#ppt_w"/>
                                          </p:val>
                                        </p:tav>
                                      </p:tavLst>
                                    </p:anim>
                                    <p:anim calcmode="lin" valueType="num">
                                      <p:cBhvr>
                                        <p:cTn id="62" dur="500" fill="hold"/>
                                        <p:tgtEl>
                                          <p:spTgt spid="59"/>
                                        </p:tgtEl>
                                        <p:attrNameLst>
                                          <p:attrName>ppt_h</p:attrName>
                                        </p:attrNameLst>
                                      </p:cBhvr>
                                      <p:tavLst>
                                        <p:tav tm="0">
                                          <p:val>
                                            <p:fltVal val="0"/>
                                          </p:val>
                                        </p:tav>
                                        <p:tav tm="100000">
                                          <p:val>
                                            <p:strVal val="#ppt_h"/>
                                          </p:val>
                                        </p:tav>
                                      </p:tavLst>
                                    </p:anim>
                                    <p:animEffect transition="in" filter="fade">
                                      <p:cBhvr>
                                        <p:cTn id="63" dur="500"/>
                                        <p:tgtEl>
                                          <p:spTgt spid="59"/>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8" fill="hold" nodeType="clickEffect">
                                  <p:stCondLst>
                                    <p:cond delay="0"/>
                                  </p:stCondLst>
                                  <p:childTnLst>
                                    <p:set>
                                      <p:cBhvr>
                                        <p:cTn id="67" dur="1" fill="hold">
                                          <p:stCondLst>
                                            <p:cond delay="0"/>
                                          </p:stCondLst>
                                        </p:cTn>
                                        <p:tgtEl>
                                          <p:spTgt spid="61"/>
                                        </p:tgtEl>
                                        <p:attrNameLst>
                                          <p:attrName>style.visibility</p:attrName>
                                        </p:attrNameLst>
                                      </p:cBhvr>
                                      <p:to>
                                        <p:strVal val="visible"/>
                                      </p:to>
                                    </p:set>
                                    <p:anim calcmode="lin" valueType="num">
                                      <p:cBhvr additive="base">
                                        <p:cTn id="68" dur="500" fill="hold"/>
                                        <p:tgtEl>
                                          <p:spTgt spid="61"/>
                                        </p:tgtEl>
                                        <p:attrNameLst>
                                          <p:attrName>ppt_x</p:attrName>
                                        </p:attrNameLst>
                                      </p:cBhvr>
                                      <p:tavLst>
                                        <p:tav tm="0">
                                          <p:val>
                                            <p:strVal val="0-#ppt_w/2"/>
                                          </p:val>
                                        </p:tav>
                                        <p:tav tm="100000">
                                          <p:val>
                                            <p:strVal val="#ppt_x"/>
                                          </p:val>
                                        </p:tav>
                                      </p:tavLst>
                                    </p:anim>
                                    <p:anim calcmode="lin" valueType="num">
                                      <p:cBhvr additive="base">
                                        <p:cTn id="69" dur="5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9" grpId="0" animBg="1"/>
      <p:bldP spid="5" grpId="0" animBg="1"/>
      <p:bldP spid="17" grpId="0" animBg="1"/>
      <p:bldP spid="46" grpId="0" animBg="1"/>
      <p:bldP spid="47" grpId="0"/>
      <p:bldP spid="49" grpId="0" animBg="1"/>
      <p:bldP spid="52" grpId="0" animBg="1"/>
      <p:bldP spid="5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2618F-8BCD-C600-F1FD-FE59380BBA35}"/>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6C4821EE-2687-B247-2D6E-5E81F310CB64}"/>
              </a:ext>
            </a:extLst>
          </p:cNvPr>
          <p:cNvCxnSpPr/>
          <p:nvPr/>
        </p:nvCxnSpPr>
        <p:spPr>
          <a:xfrm flipV="1">
            <a:off x="2893283" y="2578291"/>
            <a:ext cx="0" cy="363521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2CF45E7-13A7-6C57-F0E2-653DED4F910B}"/>
              </a:ext>
            </a:extLst>
          </p:cNvPr>
          <p:cNvCxnSpPr/>
          <p:nvPr/>
        </p:nvCxnSpPr>
        <p:spPr>
          <a:xfrm>
            <a:off x="2893284" y="6217448"/>
            <a:ext cx="5801337" cy="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id="{80321DF9-99B0-F748-F1D4-173CF8FDA679}"/>
              </a:ext>
            </a:extLst>
          </p:cNvPr>
          <p:cNvSpPr txBox="1">
            <a:spLocks noChangeArrowheads="1"/>
          </p:cNvSpPr>
          <p:nvPr/>
        </p:nvSpPr>
        <p:spPr bwMode="auto">
          <a:xfrm>
            <a:off x="8770759" y="5880842"/>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0000FF"/>
                </a:solidFill>
                <a:latin typeface="Helvetica Neue"/>
                <a:ea typeface="+mn-ea"/>
                <a:cs typeface="+mn-cs"/>
              </a:rPr>
              <a:t>X</a:t>
            </a:r>
            <a:endParaRPr lang="en-US" altLang="en-US" sz="3810" b="1" i="1" kern="1200" dirty="0">
              <a:solidFill>
                <a:srgbClr val="0000FF"/>
              </a:solidFill>
              <a:latin typeface="Helvetica Neue"/>
              <a:ea typeface="+mn-ea"/>
              <a:cs typeface="+mn-cs"/>
            </a:endParaRPr>
          </a:p>
        </p:txBody>
      </p:sp>
      <p:sp>
        <p:nvSpPr>
          <p:cNvPr id="10" name="Text Box 2">
            <a:extLst>
              <a:ext uri="{FF2B5EF4-FFF2-40B4-BE49-F238E27FC236}">
                <a16:creationId xmlns:a16="http://schemas.microsoft.com/office/drawing/2014/main" id="{910457FB-5438-9EE2-44BE-3FC03864ED71}"/>
              </a:ext>
            </a:extLst>
          </p:cNvPr>
          <p:cNvSpPr txBox="1">
            <a:spLocks noChangeArrowheads="1"/>
          </p:cNvSpPr>
          <p:nvPr/>
        </p:nvSpPr>
        <p:spPr bwMode="auto">
          <a:xfrm>
            <a:off x="2474551" y="1913555"/>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FF0000"/>
                </a:solidFill>
                <a:latin typeface="Helvetica Neue"/>
                <a:ea typeface="+mn-ea"/>
                <a:cs typeface="+mn-cs"/>
              </a:rPr>
              <a:t>Y</a:t>
            </a:r>
            <a:endParaRPr lang="en-US" altLang="en-US" sz="3810" b="1" i="1" kern="1200" dirty="0">
              <a:solidFill>
                <a:srgbClr val="FF0000"/>
              </a:solidFill>
              <a:latin typeface="Helvetica Neue"/>
              <a:ea typeface="+mn-ea"/>
              <a:cs typeface="+mn-cs"/>
            </a:endParaRPr>
          </a:p>
        </p:txBody>
      </p:sp>
      <p:sp>
        <p:nvSpPr>
          <p:cNvPr id="11" name="Oval 10">
            <a:extLst>
              <a:ext uri="{FF2B5EF4-FFF2-40B4-BE49-F238E27FC236}">
                <a16:creationId xmlns:a16="http://schemas.microsoft.com/office/drawing/2014/main" id="{07308B68-5885-A152-61F0-FD769F676E20}"/>
              </a:ext>
            </a:extLst>
          </p:cNvPr>
          <p:cNvSpPr/>
          <p:nvPr/>
        </p:nvSpPr>
        <p:spPr>
          <a:xfrm flipH="1" flipV="1">
            <a:off x="4768869" y="436086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5" name="Oval 24">
            <a:extLst>
              <a:ext uri="{FF2B5EF4-FFF2-40B4-BE49-F238E27FC236}">
                <a16:creationId xmlns:a16="http://schemas.microsoft.com/office/drawing/2014/main" id="{1CE9204F-C229-34C6-4F64-2CE9EF2E6436}"/>
              </a:ext>
            </a:extLst>
          </p:cNvPr>
          <p:cNvSpPr/>
          <p:nvPr/>
        </p:nvSpPr>
        <p:spPr>
          <a:xfrm flipH="1" flipV="1">
            <a:off x="4193453" y="498984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6" name="Oval 25">
            <a:extLst>
              <a:ext uri="{FF2B5EF4-FFF2-40B4-BE49-F238E27FC236}">
                <a16:creationId xmlns:a16="http://schemas.microsoft.com/office/drawing/2014/main" id="{EA75AED2-A336-7659-06EC-43D5A1800A69}"/>
              </a:ext>
            </a:extLst>
          </p:cNvPr>
          <p:cNvSpPr/>
          <p:nvPr/>
        </p:nvSpPr>
        <p:spPr>
          <a:xfrm flipH="1" flipV="1">
            <a:off x="5210024" y="324828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7" name="Oval 26">
            <a:extLst>
              <a:ext uri="{FF2B5EF4-FFF2-40B4-BE49-F238E27FC236}">
                <a16:creationId xmlns:a16="http://schemas.microsoft.com/office/drawing/2014/main" id="{B0C70613-2FDF-3196-71BC-D4B2917EC00A}"/>
              </a:ext>
            </a:extLst>
          </p:cNvPr>
          <p:cNvSpPr/>
          <p:nvPr/>
        </p:nvSpPr>
        <p:spPr>
          <a:xfrm flipH="1" flipV="1">
            <a:off x="5346232" y="433000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8" name="Oval 27">
            <a:extLst>
              <a:ext uri="{FF2B5EF4-FFF2-40B4-BE49-F238E27FC236}">
                <a16:creationId xmlns:a16="http://schemas.microsoft.com/office/drawing/2014/main" id="{6ABF5DEC-D1C9-76F9-DEE0-2473179F88FD}"/>
              </a:ext>
            </a:extLst>
          </p:cNvPr>
          <p:cNvSpPr/>
          <p:nvPr/>
        </p:nvSpPr>
        <p:spPr>
          <a:xfrm flipH="1" flipV="1">
            <a:off x="8759628" y="260733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9" name="Oval 28">
            <a:extLst>
              <a:ext uri="{FF2B5EF4-FFF2-40B4-BE49-F238E27FC236}">
                <a16:creationId xmlns:a16="http://schemas.microsoft.com/office/drawing/2014/main" id="{0E536A4D-0D8C-F999-8815-7F3AAB7124AC}"/>
              </a:ext>
            </a:extLst>
          </p:cNvPr>
          <p:cNvSpPr/>
          <p:nvPr/>
        </p:nvSpPr>
        <p:spPr>
          <a:xfrm flipH="1" flipV="1">
            <a:off x="8153694" y="255037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0" name="Oval 29">
            <a:extLst>
              <a:ext uri="{FF2B5EF4-FFF2-40B4-BE49-F238E27FC236}">
                <a16:creationId xmlns:a16="http://schemas.microsoft.com/office/drawing/2014/main" id="{CD0F9122-67D5-48ED-936E-97302F612641}"/>
              </a:ext>
            </a:extLst>
          </p:cNvPr>
          <p:cNvSpPr/>
          <p:nvPr/>
        </p:nvSpPr>
        <p:spPr>
          <a:xfrm flipH="1" flipV="1">
            <a:off x="4815068" y="555958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1" name="Oval 30">
            <a:extLst>
              <a:ext uri="{FF2B5EF4-FFF2-40B4-BE49-F238E27FC236}">
                <a16:creationId xmlns:a16="http://schemas.microsoft.com/office/drawing/2014/main" id="{2D53FEC5-6114-2791-4E9B-09C16BE23962}"/>
              </a:ext>
            </a:extLst>
          </p:cNvPr>
          <p:cNvSpPr/>
          <p:nvPr/>
        </p:nvSpPr>
        <p:spPr>
          <a:xfrm flipH="1" flipV="1">
            <a:off x="3869039" y="410591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2" name="Oval 31">
            <a:extLst>
              <a:ext uri="{FF2B5EF4-FFF2-40B4-BE49-F238E27FC236}">
                <a16:creationId xmlns:a16="http://schemas.microsoft.com/office/drawing/2014/main" id="{1078A9B7-BA74-FA0A-9AB3-C00FABAF0D66}"/>
              </a:ext>
            </a:extLst>
          </p:cNvPr>
          <p:cNvSpPr/>
          <p:nvPr/>
        </p:nvSpPr>
        <p:spPr>
          <a:xfrm flipH="1" flipV="1">
            <a:off x="8268066" y="385087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3" name="Oval 32">
            <a:extLst>
              <a:ext uri="{FF2B5EF4-FFF2-40B4-BE49-F238E27FC236}">
                <a16:creationId xmlns:a16="http://schemas.microsoft.com/office/drawing/2014/main" id="{638DB17A-FCFA-4834-9DA8-0CED76D84374}"/>
              </a:ext>
            </a:extLst>
          </p:cNvPr>
          <p:cNvSpPr/>
          <p:nvPr/>
        </p:nvSpPr>
        <p:spPr>
          <a:xfrm flipH="1" flipV="1">
            <a:off x="6529311" y="464179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4" name="Oval 33">
            <a:extLst>
              <a:ext uri="{FF2B5EF4-FFF2-40B4-BE49-F238E27FC236}">
                <a16:creationId xmlns:a16="http://schemas.microsoft.com/office/drawing/2014/main" id="{9C1CE79C-2872-14FF-C472-8724BE759D0D}"/>
              </a:ext>
            </a:extLst>
          </p:cNvPr>
          <p:cNvSpPr/>
          <p:nvPr/>
        </p:nvSpPr>
        <p:spPr>
          <a:xfrm flipH="1" flipV="1">
            <a:off x="6611324" y="561377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5" name="Oval 34">
            <a:extLst>
              <a:ext uri="{FF2B5EF4-FFF2-40B4-BE49-F238E27FC236}">
                <a16:creationId xmlns:a16="http://schemas.microsoft.com/office/drawing/2014/main" id="{05D10212-44CA-9344-59B9-98078AB4DFDE}"/>
              </a:ext>
            </a:extLst>
          </p:cNvPr>
          <p:cNvSpPr/>
          <p:nvPr/>
        </p:nvSpPr>
        <p:spPr>
          <a:xfrm flipH="1" flipV="1">
            <a:off x="6289233" y="296286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6" name="Oval 35">
            <a:extLst>
              <a:ext uri="{FF2B5EF4-FFF2-40B4-BE49-F238E27FC236}">
                <a16:creationId xmlns:a16="http://schemas.microsoft.com/office/drawing/2014/main" id="{8DC17B6B-28C9-03C4-DA01-38468C17309B}"/>
              </a:ext>
            </a:extLst>
          </p:cNvPr>
          <p:cNvSpPr/>
          <p:nvPr/>
        </p:nvSpPr>
        <p:spPr>
          <a:xfrm flipH="1" flipV="1">
            <a:off x="5931827" y="409303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7" name="Oval 36">
            <a:extLst>
              <a:ext uri="{FF2B5EF4-FFF2-40B4-BE49-F238E27FC236}">
                <a16:creationId xmlns:a16="http://schemas.microsoft.com/office/drawing/2014/main" id="{F1DC27E7-9807-F7FF-773A-75A055E32E5F}"/>
              </a:ext>
            </a:extLst>
          </p:cNvPr>
          <p:cNvSpPr/>
          <p:nvPr/>
        </p:nvSpPr>
        <p:spPr>
          <a:xfrm flipH="1" flipV="1">
            <a:off x="6507130" y="257812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 name="Oval 1">
            <a:extLst>
              <a:ext uri="{FF2B5EF4-FFF2-40B4-BE49-F238E27FC236}">
                <a16:creationId xmlns:a16="http://schemas.microsoft.com/office/drawing/2014/main" id="{2FB0DA04-1A1F-72C1-A5AA-31F8F3C5663D}"/>
              </a:ext>
            </a:extLst>
          </p:cNvPr>
          <p:cNvSpPr/>
          <p:nvPr/>
        </p:nvSpPr>
        <p:spPr>
          <a:xfrm flipH="1" flipV="1">
            <a:off x="8283366" y="208963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 name="Oval 3">
            <a:extLst>
              <a:ext uri="{FF2B5EF4-FFF2-40B4-BE49-F238E27FC236}">
                <a16:creationId xmlns:a16="http://schemas.microsoft.com/office/drawing/2014/main" id="{8BAB0308-3833-4D34-04B0-6701D4AC2DC3}"/>
              </a:ext>
            </a:extLst>
          </p:cNvPr>
          <p:cNvSpPr/>
          <p:nvPr/>
        </p:nvSpPr>
        <p:spPr>
          <a:xfrm flipH="1" flipV="1">
            <a:off x="7585095" y="330881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 name="Oval 4">
            <a:extLst>
              <a:ext uri="{FF2B5EF4-FFF2-40B4-BE49-F238E27FC236}">
                <a16:creationId xmlns:a16="http://schemas.microsoft.com/office/drawing/2014/main" id="{68A0EB17-8347-5E89-7F1F-540439F2C44E}"/>
              </a:ext>
            </a:extLst>
          </p:cNvPr>
          <p:cNvSpPr/>
          <p:nvPr/>
        </p:nvSpPr>
        <p:spPr>
          <a:xfrm flipH="1" flipV="1">
            <a:off x="4965910" y="391797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6" name="Oval 5">
            <a:extLst>
              <a:ext uri="{FF2B5EF4-FFF2-40B4-BE49-F238E27FC236}">
                <a16:creationId xmlns:a16="http://schemas.microsoft.com/office/drawing/2014/main" id="{3CF1F8FD-3E03-BA27-B092-AC8E4AD650AD}"/>
              </a:ext>
            </a:extLst>
          </p:cNvPr>
          <p:cNvSpPr/>
          <p:nvPr/>
        </p:nvSpPr>
        <p:spPr>
          <a:xfrm flipH="1" flipV="1">
            <a:off x="5196497" y="495399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2" name="Oval 11">
            <a:extLst>
              <a:ext uri="{FF2B5EF4-FFF2-40B4-BE49-F238E27FC236}">
                <a16:creationId xmlns:a16="http://schemas.microsoft.com/office/drawing/2014/main" id="{1F3B4073-E565-6651-D93A-BB99AB3FBD43}"/>
              </a:ext>
            </a:extLst>
          </p:cNvPr>
          <p:cNvSpPr/>
          <p:nvPr/>
        </p:nvSpPr>
        <p:spPr>
          <a:xfrm flipH="1" flipV="1">
            <a:off x="6882964" y="552337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7" name="Oval 16">
            <a:extLst>
              <a:ext uri="{FF2B5EF4-FFF2-40B4-BE49-F238E27FC236}">
                <a16:creationId xmlns:a16="http://schemas.microsoft.com/office/drawing/2014/main" id="{C8BBA004-D2B8-7A3F-A182-18A270E8F220}"/>
              </a:ext>
            </a:extLst>
          </p:cNvPr>
          <p:cNvSpPr/>
          <p:nvPr/>
        </p:nvSpPr>
        <p:spPr>
          <a:xfrm flipH="1" flipV="1">
            <a:off x="3189060" y="521250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8" name="Oval 17">
            <a:extLst>
              <a:ext uri="{FF2B5EF4-FFF2-40B4-BE49-F238E27FC236}">
                <a16:creationId xmlns:a16="http://schemas.microsoft.com/office/drawing/2014/main" id="{73F0B510-52C7-84F9-1429-9462112AFABE}"/>
              </a:ext>
            </a:extLst>
          </p:cNvPr>
          <p:cNvSpPr/>
          <p:nvPr/>
        </p:nvSpPr>
        <p:spPr>
          <a:xfrm flipH="1" flipV="1">
            <a:off x="7795281" y="197033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9" name="Oval 18">
            <a:extLst>
              <a:ext uri="{FF2B5EF4-FFF2-40B4-BE49-F238E27FC236}">
                <a16:creationId xmlns:a16="http://schemas.microsoft.com/office/drawing/2014/main" id="{F376A725-A0F7-EC41-67D0-89C542519646}"/>
              </a:ext>
            </a:extLst>
          </p:cNvPr>
          <p:cNvSpPr/>
          <p:nvPr/>
        </p:nvSpPr>
        <p:spPr>
          <a:xfrm flipH="1" flipV="1">
            <a:off x="6644169" y="433327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0" name="Oval 19">
            <a:extLst>
              <a:ext uri="{FF2B5EF4-FFF2-40B4-BE49-F238E27FC236}">
                <a16:creationId xmlns:a16="http://schemas.microsoft.com/office/drawing/2014/main" id="{C11A342D-C105-E21A-2768-325AE408D959}"/>
              </a:ext>
            </a:extLst>
          </p:cNvPr>
          <p:cNvSpPr/>
          <p:nvPr/>
        </p:nvSpPr>
        <p:spPr>
          <a:xfrm flipH="1" flipV="1">
            <a:off x="5809212" y="277173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1" name="Oval 20">
            <a:extLst>
              <a:ext uri="{FF2B5EF4-FFF2-40B4-BE49-F238E27FC236}">
                <a16:creationId xmlns:a16="http://schemas.microsoft.com/office/drawing/2014/main" id="{720AF0A1-2B05-9BF3-C671-BDAB1FCF7DA7}"/>
              </a:ext>
            </a:extLst>
          </p:cNvPr>
          <p:cNvSpPr/>
          <p:nvPr/>
        </p:nvSpPr>
        <p:spPr>
          <a:xfrm flipH="1" flipV="1">
            <a:off x="3565482" y="462373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2" name="Oval 21">
            <a:extLst>
              <a:ext uri="{FF2B5EF4-FFF2-40B4-BE49-F238E27FC236}">
                <a16:creationId xmlns:a16="http://schemas.microsoft.com/office/drawing/2014/main" id="{463AFA3C-0C26-A92F-D6B2-E2A7E894BC67}"/>
              </a:ext>
            </a:extLst>
          </p:cNvPr>
          <p:cNvSpPr/>
          <p:nvPr/>
        </p:nvSpPr>
        <p:spPr>
          <a:xfrm flipH="1" flipV="1">
            <a:off x="5359192" y="578916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3" name="Oval 22">
            <a:extLst>
              <a:ext uri="{FF2B5EF4-FFF2-40B4-BE49-F238E27FC236}">
                <a16:creationId xmlns:a16="http://schemas.microsoft.com/office/drawing/2014/main" id="{A9CBBEFD-BA06-E89A-D444-6BA28F660F16}"/>
              </a:ext>
            </a:extLst>
          </p:cNvPr>
          <p:cNvSpPr/>
          <p:nvPr/>
        </p:nvSpPr>
        <p:spPr>
          <a:xfrm flipH="1" flipV="1">
            <a:off x="7679931" y="256764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4" name="Oval 23">
            <a:extLst>
              <a:ext uri="{FF2B5EF4-FFF2-40B4-BE49-F238E27FC236}">
                <a16:creationId xmlns:a16="http://schemas.microsoft.com/office/drawing/2014/main" id="{18A92027-B0FF-5D76-9855-ABBC94BEA3B2}"/>
              </a:ext>
            </a:extLst>
          </p:cNvPr>
          <p:cNvSpPr/>
          <p:nvPr/>
        </p:nvSpPr>
        <p:spPr>
          <a:xfrm flipH="1" flipV="1">
            <a:off x="3877803" y="555600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8" name="Oval 37">
            <a:extLst>
              <a:ext uri="{FF2B5EF4-FFF2-40B4-BE49-F238E27FC236}">
                <a16:creationId xmlns:a16="http://schemas.microsoft.com/office/drawing/2014/main" id="{DE2B75FC-8E7B-7122-F632-0D152F7A427D}"/>
              </a:ext>
            </a:extLst>
          </p:cNvPr>
          <p:cNvSpPr/>
          <p:nvPr/>
        </p:nvSpPr>
        <p:spPr>
          <a:xfrm flipH="1" flipV="1">
            <a:off x="5806297" y="579261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9" name="Oval 38">
            <a:extLst>
              <a:ext uri="{FF2B5EF4-FFF2-40B4-BE49-F238E27FC236}">
                <a16:creationId xmlns:a16="http://schemas.microsoft.com/office/drawing/2014/main" id="{CBCEAE74-1D16-850C-E821-79DE1816C987}"/>
              </a:ext>
            </a:extLst>
          </p:cNvPr>
          <p:cNvSpPr/>
          <p:nvPr/>
        </p:nvSpPr>
        <p:spPr>
          <a:xfrm flipH="1" flipV="1">
            <a:off x="4486450" y="569213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0" name="Oval 39">
            <a:extLst>
              <a:ext uri="{FF2B5EF4-FFF2-40B4-BE49-F238E27FC236}">
                <a16:creationId xmlns:a16="http://schemas.microsoft.com/office/drawing/2014/main" id="{659E7042-3B47-02D6-6BCD-6A673CB81632}"/>
              </a:ext>
            </a:extLst>
          </p:cNvPr>
          <p:cNvSpPr/>
          <p:nvPr/>
        </p:nvSpPr>
        <p:spPr>
          <a:xfrm flipH="1" flipV="1">
            <a:off x="3840463" y="516692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1" name="Oval 40">
            <a:extLst>
              <a:ext uri="{FF2B5EF4-FFF2-40B4-BE49-F238E27FC236}">
                <a16:creationId xmlns:a16="http://schemas.microsoft.com/office/drawing/2014/main" id="{AF16319B-9E87-F76B-4AE7-8B43DC7E1F1D}"/>
              </a:ext>
            </a:extLst>
          </p:cNvPr>
          <p:cNvSpPr/>
          <p:nvPr/>
        </p:nvSpPr>
        <p:spPr>
          <a:xfrm flipH="1" flipV="1">
            <a:off x="7061653" y="309697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2" name="Oval 41">
            <a:extLst>
              <a:ext uri="{FF2B5EF4-FFF2-40B4-BE49-F238E27FC236}">
                <a16:creationId xmlns:a16="http://schemas.microsoft.com/office/drawing/2014/main" id="{4D3C8BB8-252D-AA81-2810-7FACB8C4F64C}"/>
              </a:ext>
            </a:extLst>
          </p:cNvPr>
          <p:cNvSpPr/>
          <p:nvPr/>
        </p:nvSpPr>
        <p:spPr>
          <a:xfrm flipH="1" flipV="1">
            <a:off x="7270899" y="279709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3" name="Oval 42">
            <a:extLst>
              <a:ext uri="{FF2B5EF4-FFF2-40B4-BE49-F238E27FC236}">
                <a16:creationId xmlns:a16="http://schemas.microsoft.com/office/drawing/2014/main" id="{2E395B68-CE61-7F8D-7467-2EB44CA64821}"/>
              </a:ext>
            </a:extLst>
          </p:cNvPr>
          <p:cNvSpPr/>
          <p:nvPr/>
        </p:nvSpPr>
        <p:spPr>
          <a:xfrm flipH="1" flipV="1">
            <a:off x="5191947" y="250350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4" name="Oval 43">
            <a:extLst>
              <a:ext uri="{FF2B5EF4-FFF2-40B4-BE49-F238E27FC236}">
                <a16:creationId xmlns:a16="http://schemas.microsoft.com/office/drawing/2014/main" id="{613F8519-919E-55CD-D966-5960B8417AAC}"/>
              </a:ext>
            </a:extLst>
          </p:cNvPr>
          <p:cNvSpPr/>
          <p:nvPr/>
        </p:nvSpPr>
        <p:spPr>
          <a:xfrm flipH="1" flipV="1">
            <a:off x="7357247" y="464541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5" name="Oval 44">
            <a:extLst>
              <a:ext uri="{FF2B5EF4-FFF2-40B4-BE49-F238E27FC236}">
                <a16:creationId xmlns:a16="http://schemas.microsoft.com/office/drawing/2014/main" id="{79043B72-08F3-FA83-9A81-79540E760280}"/>
              </a:ext>
            </a:extLst>
          </p:cNvPr>
          <p:cNvSpPr/>
          <p:nvPr/>
        </p:nvSpPr>
        <p:spPr>
          <a:xfrm flipH="1" flipV="1">
            <a:off x="6450919" y="534079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6" name="Oval 45">
            <a:extLst>
              <a:ext uri="{FF2B5EF4-FFF2-40B4-BE49-F238E27FC236}">
                <a16:creationId xmlns:a16="http://schemas.microsoft.com/office/drawing/2014/main" id="{0974C145-FFD7-232B-32F9-3A77F589658C}"/>
              </a:ext>
            </a:extLst>
          </p:cNvPr>
          <p:cNvSpPr/>
          <p:nvPr/>
        </p:nvSpPr>
        <p:spPr>
          <a:xfrm flipH="1" flipV="1">
            <a:off x="5328461" y="542220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7" name="Title 2">
            <a:extLst>
              <a:ext uri="{FF2B5EF4-FFF2-40B4-BE49-F238E27FC236}">
                <a16:creationId xmlns:a16="http://schemas.microsoft.com/office/drawing/2014/main" id="{0CD7CC0A-E8E5-C9FA-3EBC-A2DC077D970D}"/>
              </a:ext>
            </a:extLst>
          </p:cNvPr>
          <p:cNvSpPr txBox="1">
            <a:spLocks/>
          </p:cNvSpPr>
          <p:nvPr/>
        </p:nvSpPr>
        <p:spPr>
          <a:xfrm>
            <a:off x="406539" y="1203010"/>
            <a:ext cx="10838089" cy="520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117" b="1" dirty="0">
                <a:solidFill>
                  <a:prstClr val="black"/>
                </a:solidFill>
                <a:latin typeface="Helvetica Neue"/>
                <a:cs typeface="Helvetica" panose="020B0604020202020204" pitchFamily="34" charset="0"/>
              </a:rPr>
              <a:t>Fig 6: Weak positive correlation: </a:t>
            </a:r>
            <a:r>
              <a:rPr lang="en-US" sz="3117" b="1" dirty="0">
                <a:solidFill>
                  <a:srgbClr val="C00000"/>
                </a:solidFill>
                <a:latin typeface="Helvetica Neue"/>
                <a:cs typeface="Helvetica" panose="020B0604020202020204" pitchFamily="34" charset="0"/>
              </a:rPr>
              <a:t> 0 &lt; r ≤ 0.25</a:t>
            </a:r>
            <a:endParaRPr lang="en-US" sz="3117" b="1" dirty="0">
              <a:solidFill>
                <a:prstClr val="black"/>
              </a:solidFill>
              <a:latin typeface="Helvetica Neue"/>
              <a:cs typeface="Helvetica" panose="020B0604020202020204" pitchFamily="34" charset="0"/>
            </a:endParaRPr>
          </a:p>
        </p:txBody>
      </p:sp>
      <p:sp>
        <p:nvSpPr>
          <p:cNvPr id="3" name="Oval 2">
            <a:extLst>
              <a:ext uri="{FF2B5EF4-FFF2-40B4-BE49-F238E27FC236}">
                <a16:creationId xmlns:a16="http://schemas.microsoft.com/office/drawing/2014/main" id="{8CB55757-F0FC-5968-CB48-87EDBC555100}"/>
              </a:ext>
            </a:extLst>
          </p:cNvPr>
          <p:cNvSpPr/>
          <p:nvPr/>
        </p:nvSpPr>
        <p:spPr>
          <a:xfrm flipH="1" flipV="1">
            <a:off x="3989321" y="367557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8" name="Oval 47">
            <a:extLst>
              <a:ext uri="{FF2B5EF4-FFF2-40B4-BE49-F238E27FC236}">
                <a16:creationId xmlns:a16="http://schemas.microsoft.com/office/drawing/2014/main" id="{CE24E43E-B715-F1E6-CCF1-92C579182FC7}"/>
              </a:ext>
            </a:extLst>
          </p:cNvPr>
          <p:cNvSpPr/>
          <p:nvPr/>
        </p:nvSpPr>
        <p:spPr>
          <a:xfrm flipH="1" flipV="1">
            <a:off x="4566685" y="364470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9" name="Oval 48">
            <a:extLst>
              <a:ext uri="{FF2B5EF4-FFF2-40B4-BE49-F238E27FC236}">
                <a16:creationId xmlns:a16="http://schemas.microsoft.com/office/drawing/2014/main" id="{CC2D4752-3E67-E136-0FB4-109E12AB3F56}"/>
              </a:ext>
            </a:extLst>
          </p:cNvPr>
          <p:cNvSpPr/>
          <p:nvPr/>
        </p:nvSpPr>
        <p:spPr>
          <a:xfrm flipH="1" flipV="1">
            <a:off x="8049679" y="295077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0" name="Oval 49">
            <a:extLst>
              <a:ext uri="{FF2B5EF4-FFF2-40B4-BE49-F238E27FC236}">
                <a16:creationId xmlns:a16="http://schemas.microsoft.com/office/drawing/2014/main" id="{67D4E5E7-1176-E5D4-7B40-4EAC69A05560}"/>
              </a:ext>
            </a:extLst>
          </p:cNvPr>
          <p:cNvSpPr/>
          <p:nvPr/>
        </p:nvSpPr>
        <p:spPr>
          <a:xfrm flipH="1" flipV="1">
            <a:off x="6312936" y="371928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1" name="Oval 50">
            <a:extLst>
              <a:ext uri="{FF2B5EF4-FFF2-40B4-BE49-F238E27FC236}">
                <a16:creationId xmlns:a16="http://schemas.microsoft.com/office/drawing/2014/main" id="{AEE7FA9B-BF60-9E2D-AFAA-AD66C6089900}"/>
              </a:ext>
            </a:extLst>
          </p:cNvPr>
          <p:cNvSpPr/>
          <p:nvPr/>
        </p:nvSpPr>
        <p:spPr>
          <a:xfrm flipH="1" flipV="1">
            <a:off x="5904739" y="349722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2" name="Oval 51">
            <a:extLst>
              <a:ext uri="{FF2B5EF4-FFF2-40B4-BE49-F238E27FC236}">
                <a16:creationId xmlns:a16="http://schemas.microsoft.com/office/drawing/2014/main" id="{B6E031E0-97AD-64A8-D077-59A4F35CC025}"/>
              </a:ext>
            </a:extLst>
          </p:cNvPr>
          <p:cNvSpPr/>
          <p:nvPr/>
        </p:nvSpPr>
        <p:spPr>
          <a:xfrm flipH="1" flipV="1">
            <a:off x="6244417" y="443095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3" name="Oval 52">
            <a:extLst>
              <a:ext uri="{FF2B5EF4-FFF2-40B4-BE49-F238E27FC236}">
                <a16:creationId xmlns:a16="http://schemas.microsoft.com/office/drawing/2014/main" id="{8EBBFC5D-79E5-0F39-B896-1FA9315C8CE9}"/>
              </a:ext>
            </a:extLst>
          </p:cNvPr>
          <p:cNvSpPr/>
          <p:nvPr/>
        </p:nvSpPr>
        <p:spPr>
          <a:xfrm flipH="1" flipV="1">
            <a:off x="6000303" y="510063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4" name="Oval 53">
            <a:extLst>
              <a:ext uri="{FF2B5EF4-FFF2-40B4-BE49-F238E27FC236}">
                <a16:creationId xmlns:a16="http://schemas.microsoft.com/office/drawing/2014/main" id="{A50FDB26-6F1C-5E86-123C-B85B12CE10F2}"/>
              </a:ext>
            </a:extLst>
          </p:cNvPr>
          <p:cNvSpPr/>
          <p:nvPr/>
        </p:nvSpPr>
        <p:spPr>
          <a:xfrm flipH="1" flipV="1">
            <a:off x="5601078" y="482736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5" name="Oval 54">
            <a:extLst>
              <a:ext uri="{FF2B5EF4-FFF2-40B4-BE49-F238E27FC236}">
                <a16:creationId xmlns:a16="http://schemas.microsoft.com/office/drawing/2014/main" id="{08E70CB6-907E-DF86-D411-65B8D21E656F}"/>
              </a:ext>
            </a:extLst>
          </p:cNvPr>
          <p:cNvSpPr/>
          <p:nvPr/>
        </p:nvSpPr>
        <p:spPr>
          <a:xfrm flipH="1" flipV="1">
            <a:off x="7555897" y="365249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6" name="Oval 55">
            <a:extLst>
              <a:ext uri="{FF2B5EF4-FFF2-40B4-BE49-F238E27FC236}">
                <a16:creationId xmlns:a16="http://schemas.microsoft.com/office/drawing/2014/main" id="{19866C70-A7BE-FDC1-EEEE-02ED755E3037}"/>
              </a:ext>
            </a:extLst>
          </p:cNvPr>
          <p:cNvSpPr/>
          <p:nvPr/>
        </p:nvSpPr>
        <p:spPr>
          <a:xfrm flipH="1" flipV="1">
            <a:off x="7311784" y="432218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7" name="Oval 56">
            <a:extLst>
              <a:ext uri="{FF2B5EF4-FFF2-40B4-BE49-F238E27FC236}">
                <a16:creationId xmlns:a16="http://schemas.microsoft.com/office/drawing/2014/main" id="{A1F1A049-C6CD-0294-D99F-F251230E87A3}"/>
              </a:ext>
            </a:extLst>
          </p:cNvPr>
          <p:cNvSpPr/>
          <p:nvPr/>
        </p:nvSpPr>
        <p:spPr>
          <a:xfrm flipH="1" flipV="1">
            <a:off x="6853217" y="370561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8" name="Oval 57">
            <a:extLst>
              <a:ext uri="{FF2B5EF4-FFF2-40B4-BE49-F238E27FC236}">
                <a16:creationId xmlns:a16="http://schemas.microsoft.com/office/drawing/2014/main" id="{2903D967-A290-5F9D-4E26-E9FFA52A3C6E}"/>
              </a:ext>
            </a:extLst>
          </p:cNvPr>
          <p:cNvSpPr/>
          <p:nvPr/>
        </p:nvSpPr>
        <p:spPr>
          <a:xfrm flipH="1" flipV="1">
            <a:off x="8471135" y="436738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9" name="Oval 58">
            <a:extLst>
              <a:ext uri="{FF2B5EF4-FFF2-40B4-BE49-F238E27FC236}">
                <a16:creationId xmlns:a16="http://schemas.microsoft.com/office/drawing/2014/main" id="{13A89FFD-7177-B818-EB95-3FE75B73B225}"/>
              </a:ext>
            </a:extLst>
          </p:cNvPr>
          <p:cNvSpPr/>
          <p:nvPr/>
        </p:nvSpPr>
        <p:spPr>
          <a:xfrm flipH="1" flipV="1">
            <a:off x="6829339" y="508028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60" name="Oval 59">
            <a:extLst>
              <a:ext uri="{FF2B5EF4-FFF2-40B4-BE49-F238E27FC236}">
                <a16:creationId xmlns:a16="http://schemas.microsoft.com/office/drawing/2014/main" id="{1C13E750-C3B9-6025-E049-0E8221E0EDF9}"/>
              </a:ext>
            </a:extLst>
          </p:cNvPr>
          <p:cNvSpPr/>
          <p:nvPr/>
        </p:nvSpPr>
        <p:spPr>
          <a:xfrm flipH="1" flipV="1">
            <a:off x="7827797" y="476379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Tree>
    <p:extLst>
      <p:ext uri="{BB962C8B-B14F-4D97-AF65-F5344CB8AC3E}">
        <p14:creationId xmlns:p14="http://schemas.microsoft.com/office/powerpoint/2010/main" val="647628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8"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anim calcmode="lin" valueType="num">
                                      <p:cBhvr additive="base">
                                        <p:cTn id="27" dur="500" fill="hold"/>
                                        <p:tgtEl>
                                          <p:spTgt spid="47"/>
                                        </p:tgtEl>
                                        <p:attrNameLst>
                                          <p:attrName>ppt_x</p:attrName>
                                        </p:attrNameLst>
                                      </p:cBhvr>
                                      <p:tavLst>
                                        <p:tav tm="0">
                                          <p:val>
                                            <p:strVal val="1+#ppt_w/2"/>
                                          </p:val>
                                        </p:tav>
                                        <p:tav tm="100000">
                                          <p:val>
                                            <p:strVal val="#ppt_x"/>
                                          </p:val>
                                        </p:tav>
                                      </p:tavLst>
                                    </p:anim>
                                    <p:anim calcmode="lin" valueType="num">
                                      <p:cBhvr additive="base">
                                        <p:cTn id="28" dur="500" fill="hold"/>
                                        <p:tgtEl>
                                          <p:spTgt spid="47"/>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 calcmode="lin" valueType="num">
                                      <p:cBhvr>
                                        <p:cTn id="36" dur="500" fill="hold"/>
                                        <p:tgtEl>
                                          <p:spTgt spid="25"/>
                                        </p:tgtEl>
                                        <p:attrNameLst>
                                          <p:attrName>ppt_w</p:attrName>
                                        </p:attrNameLst>
                                      </p:cBhvr>
                                      <p:tavLst>
                                        <p:tav tm="0">
                                          <p:val>
                                            <p:fltVal val="0"/>
                                          </p:val>
                                        </p:tav>
                                        <p:tav tm="100000">
                                          <p:val>
                                            <p:strVal val="#ppt_w"/>
                                          </p:val>
                                        </p:tav>
                                      </p:tavLst>
                                    </p:anim>
                                    <p:anim calcmode="lin" valueType="num">
                                      <p:cBhvr>
                                        <p:cTn id="37" dur="500" fill="hold"/>
                                        <p:tgtEl>
                                          <p:spTgt spid="25"/>
                                        </p:tgtEl>
                                        <p:attrNameLst>
                                          <p:attrName>ppt_h</p:attrName>
                                        </p:attrNameLst>
                                      </p:cBhvr>
                                      <p:tavLst>
                                        <p:tav tm="0">
                                          <p:val>
                                            <p:fltVal val="0"/>
                                          </p:val>
                                        </p:tav>
                                        <p:tav tm="100000">
                                          <p:val>
                                            <p:strVal val="#ppt_h"/>
                                          </p:val>
                                        </p:tav>
                                      </p:tavLst>
                                    </p:anim>
                                    <p:animEffect transition="in" filter="fade">
                                      <p:cBhvr>
                                        <p:cTn id="38" dur="500"/>
                                        <p:tgtEl>
                                          <p:spTgt spid="25"/>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 calcmode="lin" valueType="num">
                                      <p:cBhvr>
                                        <p:cTn id="41" dur="500" fill="hold"/>
                                        <p:tgtEl>
                                          <p:spTgt spid="26"/>
                                        </p:tgtEl>
                                        <p:attrNameLst>
                                          <p:attrName>ppt_w</p:attrName>
                                        </p:attrNameLst>
                                      </p:cBhvr>
                                      <p:tavLst>
                                        <p:tav tm="0">
                                          <p:val>
                                            <p:fltVal val="0"/>
                                          </p:val>
                                        </p:tav>
                                        <p:tav tm="100000">
                                          <p:val>
                                            <p:strVal val="#ppt_w"/>
                                          </p:val>
                                        </p:tav>
                                      </p:tavLst>
                                    </p:anim>
                                    <p:anim calcmode="lin" valueType="num">
                                      <p:cBhvr>
                                        <p:cTn id="42" dur="500" fill="hold"/>
                                        <p:tgtEl>
                                          <p:spTgt spid="26"/>
                                        </p:tgtEl>
                                        <p:attrNameLst>
                                          <p:attrName>ppt_h</p:attrName>
                                        </p:attrNameLst>
                                      </p:cBhvr>
                                      <p:tavLst>
                                        <p:tav tm="0">
                                          <p:val>
                                            <p:fltVal val="0"/>
                                          </p:val>
                                        </p:tav>
                                        <p:tav tm="100000">
                                          <p:val>
                                            <p:strVal val="#ppt_h"/>
                                          </p:val>
                                        </p:tav>
                                      </p:tavLst>
                                    </p:anim>
                                    <p:animEffect transition="in" filter="fade">
                                      <p:cBhvr>
                                        <p:cTn id="43" dur="500"/>
                                        <p:tgtEl>
                                          <p:spTgt spid="26"/>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7"/>
                                        </p:tgtEl>
                                        <p:attrNameLst>
                                          <p:attrName>style.visibility</p:attrName>
                                        </p:attrNameLst>
                                      </p:cBhvr>
                                      <p:to>
                                        <p:strVal val="visible"/>
                                      </p:to>
                                    </p:set>
                                    <p:anim calcmode="lin" valueType="num">
                                      <p:cBhvr>
                                        <p:cTn id="46" dur="500" fill="hold"/>
                                        <p:tgtEl>
                                          <p:spTgt spid="27"/>
                                        </p:tgtEl>
                                        <p:attrNameLst>
                                          <p:attrName>ppt_w</p:attrName>
                                        </p:attrNameLst>
                                      </p:cBhvr>
                                      <p:tavLst>
                                        <p:tav tm="0">
                                          <p:val>
                                            <p:fltVal val="0"/>
                                          </p:val>
                                        </p:tav>
                                        <p:tav tm="100000">
                                          <p:val>
                                            <p:strVal val="#ppt_w"/>
                                          </p:val>
                                        </p:tav>
                                      </p:tavLst>
                                    </p:anim>
                                    <p:anim calcmode="lin" valueType="num">
                                      <p:cBhvr>
                                        <p:cTn id="47" dur="500" fill="hold"/>
                                        <p:tgtEl>
                                          <p:spTgt spid="27"/>
                                        </p:tgtEl>
                                        <p:attrNameLst>
                                          <p:attrName>ppt_h</p:attrName>
                                        </p:attrNameLst>
                                      </p:cBhvr>
                                      <p:tavLst>
                                        <p:tav tm="0">
                                          <p:val>
                                            <p:fltVal val="0"/>
                                          </p:val>
                                        </p:tav>
                                        <p:tav tm="100000">
                                          <p:val>
                                            <p:strVal val="#ppt_h"/>
                                          </p:val>
                                        </p:tav>
                                      </p:tavLst>
                                    </p:anim>
                                    <p:animEffect transition="in" filter="fade">
                                      <p:cBhvr>
                                        <p:cTn id="48" dur="500"/>
                                        <p:tgtEl>
                                          <p:spTgt spid="27"/>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p:cTn id="51" dur="500" fill="hold"/>
                                        <p:tgtEl>
                                          <p:spTgt spid="28"/>
                                        </p:tgtEl>
                                        <p:attrNameLst>
                                          <p:attrName>ppt_w</p:attrName>
                                        </p:attrNameLst>
                                      </p:cBhvr>
                                      <p:tavLst>
                                        <p:tav tm="0">
                                          <p:val>
                                            <p:fltVal val="0"/>
                                          </p:val>
                                        </p:tav>
                                        <p:tav tm="100000">
                                          <p:val>
                                            <p:strVal val="#ppt_w"/>
                                          </p:val>
                                        </p:tav>
                                      </p:tavLst>
                                    </p:anim>
                                    <p:anim calcmode="lin" valueType="num">
                                      <p:cBhvr>
                                        <p:cTn id="52" dur="500" fill="hold"/>
                                        <p:tgtEl>
                                          <p:spTgt spid="28"/>
                                        </p:tgtEl>
                                        <p:attrNameLst>
                                          <p:attrName>ppt_h</p:attrName>
                                        </p:attrNameLst>
                                      </p:cBhvr>
                                      <p:tavLst>
                                        <p:tav tm="0">
                                          <p:val>
                                            <p:fltVal val="0"/>
                                          </p:val>
                                        </p:tav>
                                        <p:tav tm="100000">
                                          <p:val>
                                            <p:strVal val="#ppt_h"/>
                                          </p:val>
                                        </p:tav>
                                      </p:tavLst>
                                    </p:anim>
                                    <p:animEffect transition="in" filter="fade">
                                      <p:cBhvr>
                                        <p:cTn id="53" dur="500"/>
                                        <p:tgtEl>
                                          <p:spTgt spid="28"/>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29"/>
                                        </p:tgtEl>
                                        <p:attrNameLst>
                                          <p:attrName>style.visibility</p:attrName>
                                        </p:attrNameLst>
                                      </p:cBhvr>
                                      <p:to>
                                        <p:strVal val="visible"/>
                                      </p:to>
                                    </p:set>
                                    <p:anim calcmode="lin" valueType="num">
                                      <p:cBhvr>
                                        <p:cTn id="56" dur="500" fill="hold"/>
                                        <p:tgtEl>
                                          <p:spTgt spid="29"/>
                                        </p:tgtEl>
                                        <p:attrNameLst>
                                          <p:attrName>ppt_w</p:attrName>
                                        </p:attrNameLst>
                                      </p:cBhvr>
                                      <p:tavLst>
                                        <p:tav tm="0">
                                          <p:val>
                                            <p:fltVal val="0"/>
                                          </p:val>
                                        </p:tav>
                                        <p:tav tm="100000">
                                          <p:val>
                                            <p:strVal val="#ppt_w"/>
                                          </p:val>
                                        </p:tav>
                                      </p:tavLst>
                                    </p:anim>
                                    <p:anim calcmode="lin" valueType="num">
                                      <p:cBhvr>
                                        <p:cTn id="57" dur="500" fill="hold"/>
                                        <p:tgtEl>
                                          <p:spTgt spid="29"/>
                                        </p:tgtEl>
                                        <p:attrNameLst>
                                          <p:attrName>ppt_h</p:attrName>
                                        </p:attrNameLst>
                                      </p:cBhvr>
                                      <p:tavLst>
                                        <p:tav tm="0">
                                          <p:val>
                                            <p:fltVal val="0"/>
                                          </p:val>
                                        </p:tav>
                                        <p:tav tm="100000">
                                          <p:val>
                                            <p:strVal val="#ppt_h"/>
                                          </p:val>
                                        </p:tav>
                                      </p:tavLst>
                                    </p:anim>
                                    <p:animEffect transition="in" filter="fade">
                                      <p:cBhvr>
                                        <p:cTn id="58" dur="500"/>
                                        <p:tgtEl>
                                          <p:spTgt spid="29"/>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 calcmode="lin" valueType="num">
                                      <p:cBhvr>
                                        <p:cTn id="61" dur="500" fill="hold"/>
                                        <p:tgtEl>
                                          <p:spTgt spid="30"/>
                                        </p:tgtEl>
                                        <p:attrNameLst>
                                          <p:attrName>ppt_w</p:attrName>
                                        </p:attrNameLst>
                                      </p:cBhvr>
                                      <p:tavLst>
                                        <p:tav tm="0">
                                          <p:val>
                                            <p:fltVal val="0"/>
                                          </p:val>
                                        </p:tav>
                                        <p:tav tm="100000">
                                          <p:val>
                                            <p:strVal val="#ppt_w"/>
                                          </p:val>
                                        </p:tav>
                                      </p:tavLst>
                                    </p:anim>
                                    <p:anim calcmode="lin" valueType="num">
                                      <p:cBhvr>
                                        <p:cTn id="62" dur="500" fill="hold"/>
                                        <p:tgtEl>
                                          <p:spTgt spid="30"/>
                                        </p:tgtEl>
                                        <p:attrNameLst>
                                          <p:attrName>ppt_h</p:attrName>
                                        </p:attrNameLst>
                                      </p:cBhvr>
                                      <p:tavLst>
                                        <p:tav tm="0">
                                          <p:val>
                                            <p:fltVal val="0"/>
                                          </p:val>
                                        </p:tav>
                                        <p:tav tm="100000">
                                          <p:val>
                                            <p:strVal val="#ppt_h"/>
                                          </p:val>
                                        </p:tav>
                                      </p:tavLst>
                                    </p:anim>
                                    <p:animEffect transition="in" filter="fade">
                                      <p:cBhvr>
                                        <p:cTn id="63" dur="500"/>
                                        <p:tgtEl>
                                          <p:spTgt spid="30"/>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p:cTn id="66" dur="500" fill="hold"/>
                                        <p:tgtEl>
                                          <p:spTgt spid="31"/>
                                        </p:tgtEl>
                                        <p:attrNameLst>
                                          <p:attrName>ppt_w</p:attrName>
                                        </p:attrNameLst>
                                      </p:cBhvr>
                                      <p:tavLst>
                                        <p:tav tm="0">
                                          <p:val>
                                            <p:fltVal val="0"/>
                                          </p:val>
                                        </p:tav>
                                        <p:tav tm="100000">
                                          <p:val>
                                            <p:strVal val="#ppt_w"/>
                                          </p:val>
                                        </p:tav>
                                      </p:tavLst>
                                    </p:anim>
                                    <p:anim calcmode="lin" valueType="num">
                                      <p:cBhvr>
                                        <p:cTn id="67" dur="500" fill="hold"/>
                                        <p:tgtEl>
                                          <p:spTgt spid="31"/>
                                        </p:tgtEl>
                                        <p:attrNameLst>
                                          <p:attrName>ppt_h</p:attrName>
                                        </p:attrNameLst>
                                      </p:cBhvr>
                                      <p:tavLst>
                                        <p:tav tm="0">
                                          <p:val>
                                            <p:fltVal val="0"/>
                                          </p:val>
                                        </p:tav>
                                        <p:tav tm="100000">
                                          <p:val>
                                            <p:strVal val="#ppt_h"/>
                                          </p:val>
                                        </p:tav>
                                      </p:tavLst>
                                    </p:anim>
                                    <p:animEffect transition="in" filter="fade">
                                      <p:cBhvr>
                                        <p:cTn id="68" dur="500"/>
                                        <p:tgtEl>
                                          <p:spTgt spid="31"/>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p:cTn id="71" dur="500" fill="hold"/>
                                        <p:tgtEl>
                                          <p:spTgt spid="32"/>
                                        </p:tgtEl>
                                        <p:attrNameLst>
                                          <p:attrName>ppt_w</p:attrName>
                                        </p:attrNameLst>
                                      </p:cBhvr>
                                      <p:tavLst>
                                        <p:tav tm="0">
                                          <p:val>
                                            <p:fltVal val="0"/>
                                          </p:val>
                                        </p:tav>
                                        <p:tav tm="100000">
                                          <p:val>
                                            <p:strVal val="#ppt_w"/>
                                          </p:val>
                                        </p:tav>
                                      </p:tavLst>
                                    </p:anim>
                                    <p:anim calcmode="lin" valueType="num">
                                      <p:cBhvr>
                                        <p:cTn id="72" dur="500" fill="hold"/>
                                        <p:tgtEl>
                                          <p:spTgt spid="32"/>
                                        </p:tgtEl>
                                        <p:attrNameLst>
                                          <p:attrName>ppt_h</p:attrName>
                                        </p:attrNameLst>
                                      </p:cBhvr>
                                      <p:tavLst>
                                        <p:tav tm="0">
                                          <p:val>
                                            <p:fltVal val="0"/>
                                          </p:val>
                                        </p:tav>
                                        <p:tav tm="100000">
                                          <p:val>
                                            <p:strVal val="#ppt_h"/>
                                          </p:val>
                                        </p:tav>
                                      </p:tavLst>
                                    </p:anim>
                                    <p:animEffect transition="in" filter="fade">
                                      <p:cBhvr>
                                        <p:cTn id="73" dur="500"/>
                                        <p:tgtEl>
                                          <p:spTgt spid="32"/>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anim calcmode="lin" valueType="num">
                                      <p:cBhvr>
                                        <p:cTn id="76" dur="500" fill="hold"/>
                                        <p:tgtEl>
                                          <p:spTgt spid="33"/>
                                        </p:tgtEl>
                                        <p:attrNameLst>
                                          <p:attrName>ppt_w</p:attrName>
                                        </p:attrNameLst>
                                      </p:cBhvr>
                                      <p:tavLst>
                                        <p:tav tm="0">
                                          <p:val>
                                            <p:fltVal val="0"/>
                                          </p:val>
                                        </p:tav>
                                        <p:tav tm="100000">
                                          <p:val>
                                            <p:strVal val="#ppt_w"/>
                                          </p:val>
                                        </p:tav>
                                      </p:tavLst>
                                    </p:anim>
                                    <p:anim calcmode="lin" valueType="num">
                                      <p:cBhvr>
                                        <p:cTn id="77" dur="500" fill="hold"/>
                                        <p:tgtEl>
                                          <p:spTgt spid="33"/>
                                        </p:tgtEl>
                                        <p:attrNameLst>
                                          <p:attrName>ppt_h</p:attrName>
                                        </p:attrNameLst>
                                      </p:cBhvr>
                                      <p:tavLst>
                                        <p:tav tm="0">
                                          <p:val>
                                            <p:fltVal val="0"/>
                                          </p:val>
                                        </p:tav>
                                        <p:tav tm="100000">
                                          <p:val>
                                            <p:strVal val="#ppt_h"/>
                                          </p:val>
                                        </p:tav>
                                      </p:tavLst>
                                    </p:anim>
                                    <p:animEffect transition="in" filter="fade">
                                      <p:cBhvr>
                                        <p:cTn id="78" dur="500"/>
                                        <p:tgtEl>
                                          <p:spTgt spid="33"/>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anim calcmode="lin" valueType="num">
                                      <p:cBhvr>
                                        <p:cTn id="81" dur="500" fill="hold"/>
                                        <p:tgtEl>
                                          <p:spTgt spid="34"/>
                                        </p:tgtEl>
                                        <p:attrNameLst>
                                          <p:attrName>ppt_w</p:attrName>
                                        </p:attrNameLst>
                                      </p:cBhvr>
                                      <p:tavLst>
                                        <p:tav tm="0">
                                          <p:val>
                                            <p:fltVal val="0"/>
                                          </p:val>
                                        </p:tav>
                                        <p:tav tm="100000">
                                          <p:val>
                                            <p:strVal val="#ppt_w"/>
                                          </p:val>
                                        </p:tav>
                                      </p:tavLst>
                                    </p:anim>
                                    <p:anim calcmode="lin" valueType="num">
                                      <p:cBhvr>
                                        <p:cTn id="82" dur="500" fill="hold"/>
                                        <p:tgtEl>
                                          <p:spTgt spid="34"/>
                                        </p:tgtEl>
                                        <p:attrNameLst>
                                          <p:attrName>ppt_h</p:attrName>
                                        </p:attrNameLst>
                                      </p:cBhvr>
                                      <p:tavLst>
                                        <p:tav tm="0">
                                          <p:val>
                                            <p:fltVal val="0"/>
                                          </p:val>
                                        </p:tav>
                                        <p:tav tm="100000">
                                          <p:val>
                                            <p:strVal val="#ppt_h"/>
                                          </p:val>
                                        </p:tav>
                                      </p:tavLst>
                                    </p:anim>
                                    <p:animEffect transition="in" filter="fade">
                                      <p:cBhvr>
                                        <p:cTn id="83" dur="500"/>
                                        <p:tgtEl>
                                          <p:spTgt spid="34"/>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35"/>
                                        </p:tgtEl>
                                        <p:attrNameLst>
                                          <p:attrName>style.visibility</p:attrName>
                                        </p:attrNameLst>
                                      </p:cBhvr>
                                      <p:to>
                                        <p:strVal val="visible"/>
                                      </p:to>
                                    </p:set>
                                    <p:anim calcmode="lin" valueType="num">
                                      <p:cBhvr>
                                        <p:cTn id="86" dur="500" fill="hold"/>
                                        <p:tgtEl>
                                          <p:spTgt spid="35"/>
                                        </p:tgtEl>
                                        <p:attrNameLst>
                                          <p:attrName>ppt_w</p:attrName>
                                        </p:attrNameLst>
                                      </p:cBhvr>
                                      <p:tavLst>
                                        <p:tav tm="0">
                                          <p:val>
                                            <p:fltVal val="0"/>
                                          </p:val>
                                        </p:tav>
                                        <p:tav tm="100000">
                                          <p:val>
                                            <p:strVal val="#ppt_w"/>
                                          </p:val>
                                        </p:tav>
                                      </p:tavLst>
                                    </p:anim>
                                    <p:anim calcmode="lin" valueType="num">
                                      <p:cBhvr>
                                        <p:cTn id="87" dur="500" fill="hold"/>
                                        <p:tgtEl>
                                          <p:spTgt spid="35"/>
                                        </p:tgtEl>
                                        <p:attrNameLst>
                                          <p:attrName>ppt_h</p:attrName>
                                        </p:attrNameLst>
                                      </p:cBhvr>
                                      <p:tavLst>
                                        <p:tav tm="0">
                                          <p:val>
                                            <p:fltVal val="0"/>
                                          </p:val>
                                        </p:tav>
                                        <p:tav tm="100000">
                                          <p:val>
                                            <p:strVal val="#ppt_h"/>
                                          </p:val>
                                        </p:tav>
                                      </p:tavLst>
                                    </p:anim>
                                    <p:animEffect transition="in" filter="fade">
                                      <p:cBhvr>
                                        <p:cTn id="88" dur="500"/>
                                        <p:tgtEl>
                                          <p:spTgt spid="35"/>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36"/>
                                        </p:tgtEl>
                                        <p:attrNameLst>
                                          <p:attrName>style.visibility</p:attrName>
                                        </p:attrNameLst>
                                      </p:cBhvr>
                                      <p:to>
                                        <p:strVal val="visible"/>
                                      </p:to>
                                    </p:set>
                                    <p:anim calcmode="lin" valueType="num">
                                      <p:cBhvr>
                                        <p:cTn id="91" dur="500" fill="hold"/>
                                        <p:tgtEl>
                                          <p:spTgt spid="36"/>
                                        </p:tgtEl>
                                        <p:attrNameLst>
                                          <p:attrName>ppt_w</p:attrName>
                                        </p:attrNameLst>
                                      </p:cBhvr>
                                      <p:tavLst>
                                        <p:tav tm="0">
                                          <p:val>
                                            <p:fltVal val="0"/>
                                          </p:val>
                                        </p:tav>
                                        <p:tav tm="100000">
                                          <p:val>
                                            <p:strVal val="#ppt_w"/>
                                          </p:val>
                                        </p:tav>
                                      </p:tavLst>
                                    </p:anim>
                                    <p:anim calcmode="lin" valueType="num">
                                      <p:cBhvr>
                                        <p:cTn id="92" dur="500" fill="hold"/>
                                        <p:tgtEl>
                                          <p:spTgt spid="36"/>
                                        </p:tgtEl>
                                        <p:attrNameLst>
                                          <p:attrName>ppt_h</p:attrName>
                                        </p:attrNameLst>
                                      </p:cBhvr>
                                      <p:tavLst>
                                        <p:tav tm="0">
                                          <p:val>
                                            <p:fltVal val="0"/>
                                          </p:val>
                                        </p:tav>
                                        <p:tav tm="100000">
                                          <p:val>
                                            <p:strVal val="#ppt_h"/>
                                          </p:val>
                                        </p:tav>
                                      </p:tavLst>
                                    </p:anim>
                                    <p:animEffect transition="in" filter="fade">
                                      <p:cBhvr>
                                        <p:cTn id="93" dur="500"/>
                                        <p:tgtEl>
                                          <p:spTgt spid="36"/>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37"/>
                                        </p:tgtEl>
                                        <p:attrNameLst>
                                          <p:attrName>style.visibility</p:attrName>
                                        </p:attrNameLst>
                                      </p:cBhvr>
                                      <p:to>
                                        <p:strVal val="visible"/>
                                      </p:to>
                                    </p:set>
                                    <p:anim calcmode="lin" valueType="num">
                                      <p:cBhvr>
                                        <p:cTn id="96" dur="500" fill="hold"/>
                                        <p:tgtEl>
                                          <p:spTgt spid="37"/>
                                        </p:tgtEl>
                                        <p:attrNameLst>
                                          <p:attrName>ppt_w</p:attrName>
                                        </p:attrNameLst>
                                      </p:cBhvr>
                                      <p:tavLst>
                                        <p:tav tm="0">
                                          <p:val>
                                            <p:fltVal val="0"/>
                                          </p:val>
                                        </p:tav>
                                        <p:tav tm="100000">
                                          <p:val>
                                            <p:strVal val="#ppt_w"/>
                                          </p:val>
                                        </p:tav>
                                      </p:tavLst>
                                    </p:anim>
                                    <p:anim calcmode="lin" valueType="num">
                                      <p:cBhvr>
                                        <p:cTn id="97" dur="500" fill="hold"/>
                                        <p:tgtEl>
                                          <p:spTgt spid="37"/>
                                        </p:tgtEl>
                                        <p:attrNameLst>
                                          <p:attrName>ppt_h</p:attrName>
                                        </p:attrNameLst>
                                      </p:cBhvr>
                                      <p:tavLst>
                                        <p:tav tm="0">
                                          <p:val>
                                            <p:fltVal val="0"/>
                                          </p:val>
                                        </p:tav>
                                        <p:tav tm="100000">
                                          <p:val>
                                            <p:strVal val="#ppt_h"/>
                                          </p:val>
                                        </p:tav>
                                      </p:tavLst>
                                    </p:anim>
                                    <p:animEffect transition="in" filter="fade">
                                      <p:cBhvr>
                                        <p:cTn id="98" dur="500"/>
                                        <p:tgtEl>
                                          <p:spTgt spid="37"/>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2"/>
                                        </p:tgtEl>
                                        <p:attrNameLst>
                                          <p:attrName>style.visibility</p:attrName>
                                        </p:attrNameLst>
                                      </p:cBhvr>
                                      <p:to>
                                        <p:strVal val="visible"/>
                                      </p:to>
                                    </p:set>
                                    <p:anim calcmode="lin" valueType="num">
                                      <p:cBhvr>
                                        <p:cTn id="101" dur="500" fill="hold"/>
                                        <p:tgtEl>
                                          <p:spTgt spid="2"/>
                                        </p:tgtEl>
                                        <p:attrNameLst>
                                          <p:attrName>ppt_w</p:attrName>
                                        </p:attrNameLst>
                                      </p:cBhvr>
                                      <p:tavLst>
                                        <p:tav tm="0">
                                          <p:val>
                                            <p:fltVal val="0"/>
                                          </p:val>
                                        </p:tav>
                                        <p:tav tm="100000">
                                          <p:val>
                                            <p:strVal val="#ppt_w"/>
                                          </p:val>
                                        </p:tav>
                                      </p:tavLst>
                                    </p:anim>
                                    <p:anim calcmode="lin" valueType="num">
                                      <p:cBhvr>
                                        <p:cTn id="102" dur="500" fill="hold"/>
                                        <p:tgtEl>
                                          <p:spTgt spid="2"/>
                                        </p:tgtEl>
                                        <p:attrNameLst>
                                          <p:attrName>ppt_h</p:attrName>
                                        </p:attrNameLst>
                                      </p:cBhvr>
                                      <p:tavLst>
                                        <p:tav tm="0">
                                          <p:val>
                                            <p:fltVal val="0"/>
                                          </p:val>
                                        </p:tav>
                                        <p:tav tm="100000">
                                          <p:val>
                                            <p:strVal val="#ppt_h"/>
                                          </p:val>
                                        </p:tav>
                                      </p:tavLst>
                                    </p:anim>
                                    <p:animEffect transition="in" filter="fade">
                                      <p:cBhvr>
                                        <p:cTn id="103" dur="500"/>
                                        <p:tgtEl>
                                          <p:spTgt spid="2"/>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4"/>
                                        </p:tgtEl>
                                        <p:attrNameLst>
                                          <p:attrName>style.visibility</p:attrName>
                                        </p:attrNameLst>
                                      </p:cBhvr>
                                      <p:to>
                                        <p:strVal val="visible"/>
                                      </p:to>
                                    </p:set>
                                    <p:anim calcmode="lin" valueType="num">
                                      <p:cBhvr>
                                        <p:cTn id="106" dur="500" fill="hold"/>
                                        <p:tgtEl>
                                          <p:spTgt spid="4"/>
                                        </p:tgtEl>
                                        <p:attrNameLst>
                                          <p:attrName>ppt_w</p:attrName>
                                        </p:attrNameLst>
                                      </p:cBhvr>
                                      <p:tavLst>
                                        <p:tav tm="0">
                                          <p:val>
                                            <p:fltVal val="0"/>
                                          </p:val>
                                        </p:tav>
                                        <p:tav tm="100000">
                                          <p:val>
                                            <p:strVal val="#ppt_w"/>
                                          </p:val>
                                        </p:tav>
                                      </p:tavLst>
                                    </p:anim>
                                    <p:anim calcmode="lin" valueType="num">
                                      <p:cBhvr>
                                        <p:cTn id="107" dur="500" fill="hold"/>
                                        <p:tgtEl>
                                          <p:spTgt spid="4"/>
                                        </p:tgtEl>
                                        <p:attrNameLst>
                                          <p:attrName>ppt_h</p:attrName>
                                        </p:attrNameLst>
                                      </p:cBhvr>
                                      <p:tavLst>
                                        <p:tav tm="0">
                                          <p:val>
                                            <p:fltVal val="0"/>
                                          </p:val>
                                        </p:tav>
                                        <p:tav tm="100000">
                                          <p:val>
                                            <p:strVal val="#ppt_h"/>
                                          </p:val>
                                        </p:tav>
                                      </p:tavLst>
                                    </p:anim>
                                    <p:animEffect transition="in" filter="fade">
                                      <p:cBhvr>
                                        <p:cTn id="108" dur="500"/>
                                        <p:tgtEl>
                                          <p:spTgt spid="4"/>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5"/>
                                        </p:tgtEl>
                                        <p:attrNameLst>
                                          <p:attrName>style.visibility</p:attrName>
                                        </p:attrNameLst>
                                      </p:cBhvr>
                                      <p:to>
                                        <p:strVal val="visible"/>
                                      </p:to>
                                    </p:set>
                                    <p:anim calcmode="lin" valueType="num">
                                      <p:cBhvr>
                                        <p:cTn id="111" dur="500" fill="hold"/>
                                        <p:tgtEl>
                                          <p:spTgt spid="5"/>
                                        </p:tgtEl>
                                        <p:attrNameLst>
                                          <p:attrName>ppt_w</p:attrName>
                                        </p:attrNameLst>
                                      </p:cBhvr>
                                      <p:tavLst>
                                        <p:tav tm="0">
                                          <p:val>
                                            <p:fltVal val="0"/>
                                          </p:val>
                                        </p:tav>
                                        <p:tav tm="100000">
                                          <p:val>
                                            <p:strVal val="#ppt_w"/>
                                          </p:val>
                                        </p:tav>
                                      </p:tavLst>
                                    </p:anim>
                                    <p:anim calcmode="lin" valueType="num">
                                      <p:cBhvr>
                                        <p:cTn id="112" dur="500" fill="hold"/>
                                        <p:tgtEl>
                                          <p:spTgt spid="5"/>
                                        </p:tgtEl>
                                        <p:attrNameLst>
                                          <p:attrName>ppt_h</p:attrName>
                                        </p:attrNameLst>
                                      </p:cBhvr>
                                      <p:tavLst>
                                        <p:tav tm="0">
                                          <p:val>
                                            <p:fltVal val="0"/>
                                          </p:val>
                                        </p:tav>
                                        <p:tav tm="100000">
                                          <p:val>
                                            <p:strVal val="#ppt_h"/>
                                          </p:val>
                                        </p:tav>
                                      </p:tavLst>
                                    </p:anim>
                                    <p:animEffect transition="in" filter="fade">
                                      <p:cBhvr>
                                        <p:cTn id="113" dur="500"/>
                                        <p:tgtEl>
                                          <p:spTgt spid="5"/>
                                        </p:tgtEl>
                                      </p:cBhvr>
                                    </p:animEffect>
                                  </p:childTnLst>
                                </p:cTn>
                              </p:par>
                              <p:par>
                                <p:cTn id="114" presetID="53" presetClass="entr" presetSubtype="16" fill="hold" grpId="0" nodeType="withEffect">
                                  <p:stCondLst>
                                    <p:cond delay="0"/>
                                  </p:stCondLst>
                                  <p:childTnLst>
                                    <p:set>
                                      <p:cBhvr>
                                        <p:cTn id="115" dur="1" fill="hold">
                                          <p:stCondLst>
                                            <p:cond delay="0"/>
                                          </p:stCondLst>
                                        </p:cTn>
                                        <p:tgtEl>
                                          <p:spTgt spid="6"/>
                                        </p:tgtEl>
                                        <p:attrNameLst>
                                          <p:attrName>style.visibility</p:attrName>
                                        </p:attrNameLst>
                                      </p:cBhvr>
                                      <p:to>
                                        <p:strVal val="visible"/>
                                      </p:to>
                                    </p:set>
                                    <p:anim calcmode="lin" valueType="num">
                                      <p:cBhvr>
                                        <p:cTn id="116" dur="500" fill="hold"/>
                                        <p:tgtEl>
                                          <p:spTgt spid="6"/>
                                        </p:tgtEl>
                                        <p:attrNameLst>
                                          <p:attrName>ppt_w</p:attrName>
                                        </p:attrNameLst>
                                      </p:cBhvr>
                                      <p:tavLst>
                                        <p:tav tm="0">
                                          <p:val>
                                            <p:fltVal val="0"/>
                                          </p:val>
                                        </p:tav>
                                        <p:tav tm="100000">
                                          <p:val>
                                            <p:strVal val="#ppt_w"/>
                                          </p:val>
                                        </p:tav>
                                      </p:tavLst>
                                    </p:anim>
                                    <p:anim calcmode="lin" valueType="num">
                                      <p:cBhvr>
                                        <p:cTn id="117" dur="500" fill="hold"/>
                                        <p:tgtEl>
                                          <p:spTgt spid="6"/>
                                        </p:tgtEl>
                                        <p:attrNameLst>
                                          <p:attrName>ppt_h</p:attrName>
                                        </p:attrNameLst>
                                      </p:cBhvr>
                                      <p:tavLst>
                                        <p:tav tm="0">
                                          <p:val>
                                            <p:fltVal val="0"/>
                                          </p:val>
                                        </p:tav>
                                        <p:tav tm="100000">
                                          <p:val>
                                            <p:strVal val="#ppt_h"/>
                                          </p:val>
                                        </p:tav>
                                      </p:tavLst>
                                    </p:anim>
                                    <p:animEffect transition="in" filter="fade">
                                      <p:cBhvr>
                                        <p:cTn id="118" dur="500"/>
                                        <p:tgtEl>
                                          <p:spTgt spid="6"/>
                                        </p:tgtEl>
                                      </p:cBhvr>
                                    </p:animEffect>
                                  </p:childTnLst>
                                </p:cTn>
                              </p:par>
                              <p:par>
                                <p:cTn id="119" presetID="53" presetClass="entr" presetSubtype="16" fill="hold" grpId="0" nodeType="withEffect">
                                  <p:stCondLst>
                                    <p:cond delay="0"/>
                                  </p:stCondLst>
                                  <p:childTnLst>
                                    <p:set>
                                      <p:cBhvr>
                                        <p:cTn id="120" dur="1" fill="hold">
                                          <p:stCondLst>
                                            <p:cond delay="0"/>
                                          </p:stCondLst>
                                        </p:cTn>
                                        <p:tgtEl>
                                          <p:spTgt spid="12"/>
                                        </p:tgtEl>
                                        <p:attrNameLst>
                                          <p:attrName>style.visibility</p:attrName>
                                        </p:attrNameLst>
                                      </p:cBhvr>
                                      <p:to>
                                        <p:strVal val="visible"/>
                                      </p:to>
                                    </p:set>
                                    <p:anim calcmode="lin" valueType="num">
                                      <p:cBhvr>
                                        <p:cTn id="121" dur="500" fill="hold"/>
                                        <p:tgtEl>
                                          <p:spTgt spid="12"/>
                                        </p:tgtEl>
                                        <p:attrNameLst>
                                          <p:attrName>ppt_w</p:attrName>
                                        </p:attrNameLst>
                                      </p:cBhvr>
                                      <p:tavLst>
                                        <p:tav tm="0">
                                          <p:val>
                                            <p:fltVal val="0"/>
                                          </p:val>
                                        </p:tav>
                                        <p:tav tm="100000">
                                          <p:val>
                                            <p:strVal val="#ppt_w"/>
                                          </p:val>
                                        </p:tav>
                                      </p:tavLst>
                                    </p:anim>
                                    <p:anim calcmode="lin" valueType="num">
                                      <p:cBhvr>
                                        <p:cTn id="122" dur="500" fill="hold"/>
                                        <p:tgtEl>
                                          <p:spTgt spid="12"/>
                                        </p:tgtEl>
                                        <p:attrNameLst>
                                          <p:attrName>ppt_h</p:attrName>
                                        </p:attrNameLst>
                                      </p:cBhvr>
                                      <p:tavLst>
                                        <p:tav tm="0">
                                          <p:val>
                                            <p:fltVal val="0"/>
                                          </p:val>
                                        </p:tav>
                                        <p:tav tm="100000">
                                          <p:val>
                                            <p:strVal val="#ppt_h"/>
                                          </p:val>
                                        </p:tav>
                                      </p:tavLst>
                                    </p:anim>
                                    <p:animEffect transition="in" filter="fade">
                                      <p:cBhvr>
                                        <p:cTn id="123" dur="500"/>
                                        <p:tgtEl>
                                          <p:spTgt spid="12"/>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17"/>
                                        </p:tgtEl>
                                        <p:attrNameLst>
                                          <p:attrName>style.visibility</p:attrName>
                                        </p:attrNameLst>
                                      </p:cBhvr>
                                      <p:to>
                                        <p:strVal val="visible"/>
                                      </p:to>
                                    </p:set>
                                    <p:anim calcmode="lin" valueType="num">
                                      <p:cBhvr>
                                        <p:cTn id="126" dur="500" fill="hold"/>
                                        <p:tgtEl>
                                          <p:spTgt spid="17"/>
                                        </p:tgtEl>
                                        <p:attrNameLst>
                                          <p:attrName>ppt_w</p:attrName>
                                        </p:attrNameLst>
                                      </p:cBhvr>
                                      <p:tavLst>
                                        <p:tav tm="0">
                                          <p:val>
                                            <p:fltVal val="0"/>
                                          </p:val>
                                        </p:tav>
                                        <p:tav tm="100000">
                                          <p:val>
                                            <p:strVal val="#ppt_w"/>
                                          </p:val>
                                        </p:tav>
                                      </p:tavLst>
                                    </p:anim>
                                    <p:anim calcmode="lin" valueType="num">
                                      <p:cBhvr>
                                        <p:cTn id="127" dur="500" fill="hold"/>
                                        <p:tgtEl>
                                          <p:spTgt spid="17"/>
                                        </p:tgtEl>
                                        <p:attrNameLst>
                                          <p:attrName>ppt_h</p:attrName>
                                        </p:attrNameLst>
                                      </p:cBhvr>
                                      <p:tavLst>
                                        <p:tav tm="0">
                                          <p:val>
                                            <p:fltVal val="0"/>
                                          </p:val>
                                        </p:tav>
                                        <p:tav tm="100000">
                                          <p:val>
                                            <p:strVal val="#ppt_h"/>
                                          </p:val>
                                        </p:tav>
                                      </p:tavLst>
                                    </p:anim>
                                    <p:animEffect transition="in" filter="fade">
                                      <p:cBhvr>
                                        <p:cTn id="128" dur="500"/>
                                        <p:tgtEl>
                                          <p:spTgt spid="17"/>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18"/>
                                        </p:tgtEl>
                                        <p:attrNameLst>
                                          <p:attrName>style.visibility</p:attrName>
                                        </p:attrNameLst>
                                      </p:cBhvr>
                                      <p:to>
                                        <p:strVal val="visible"/>
                                      </p:to>
                                    </p:set>
                                    <p:anim calcmode="lin" valueType="num">
                                      <p:cBhvr>
                                        <p:cTn id="131" dur="500" fill="hold"/>
                                        <p:tgtEl>
                                          <p:spTgt spid="18"/>
                                        </p:tgtEl>
                                        <p:attrNameLst>
                                          <p:attrName>ppt_w</p:attrName>
                                        </p:attrNameLst>
                                      </p:cBhvr>
                                      <p:tavLst>
                                        <p:tav tm="0">
                                          <p:val>
                                            <p:fltVal val="0"/>
                                          </p:val>
                                        </p:tav>
                                        <p:tav tm="100000">
                                          <p:val>
                                            <p:strVal val="#ppt_w"/>
                                          </p:val>
                                        </p:tav>
                                      </p:tavLst>
                                    </p:anim>
                                    <p:anim calcmode="lin" valueType="num">
                                      <p:cBhvr>
                                        <p:cTn id="132" dur="500" fill="hold"/>
                                        <p:tgtEl>
                                          <p:spTgt spid="18"/>
                                        </p:tgtEl>
                                        <p:attrNameLst>
                                          <p:attrName>ppt_h</p:attrName>
                                        </p:attrNameLst>
                                      </p:cBhvr>
                                      <p:tavLst>
                                        <p:tav tm="0">
                                          <p:val>
                                            <p:fltVal val="0"/>
                                          </p:val>
                                        </p:tav>
                                        <p:tav tm="100000">
                                          <p:val>
                                            <p:strVal val="#ppt_h"/>
                                          </p:val>
                                        </p:tav>
                                      </p:tavLst>
                                    </p:anim>
                                    <p:animEffect transition="in" filter="fade">
                                      <p:cBhvr>
                                        <p:cTn id="133" dur="500"/>
                                        <p:tgtEl>
                                          <p:spTgt spid="18"/>
                                        </p:tgtEl>
                                      </p:cBhvr>
                                    </p:animEffect>
                                  </p:childTnLst>
                                </p:cTn>
                              </p:par>
                              <p:par>
                                <p:cTn id="134" presetID="53" presetClass="entr" presetSubtype="16" fill="hold" grpId="0" nodeType="withEffect">
                                  <p:stCondLst>
                                    <p:cond delay="0"/>
                                  </p:stCondLst>
                                  <p:childTnLst>
                                    <p:set>
                                      <p:cBhvr>
                                        <p:cTn id="135" dur="1" fill="hold">
                                          <p:stCondLst>
                                            <p:cond delay="0"/>
                                          </p:stCondLst>
                                        </p:cTn>
                                        <p:tgtEl>
                                          <p:spTgt spid="19"/>
                                        </p:tgtEl>
                                        <p:attrNameLst>
                                          <p:attrName>style.visibility</p:attrName>
                                        </p:attrNameLst>
                                      </p:cBhvr>
                                      <p:to>
                                        <p:strVal val="visible"/>
                                      </p:to>
                                    </p:set>
                                    <p:anim calcmode="lin" valueType="num">
                                      <p:cBhvr>
                                        <p:cTn id="136" dur="500" fill="hold"/>
                                        <p:tgtEl>
                                          <p:spTgt spid="19"/>
                                        </p:tgtEl>
                                        <p:attrNameLst>
                                          <p:attrName>ppt_w</p:attrName>
                                        </p:attrNameLst>
                                      </p:cBhvr>
                                      <p:tavLst>
                                        <p:tav tm="0">
                                          <p:val>
                                            <p:fltVal val="0"/>
                                          </p:val>
                                        </p:tav>
                                        <p:tav tm="100000">
                                          <p:val>
                                            <p:strVal val="#ppt_w"/>
                                          </p:val>
                                        </p:tav>
                                      </p:tavLst>
                                    </p:anim>
                                    <p:anim calcmode="lin" valueType="num">
                                      <p:cBhvr>
                                        <p:cTn id="137" dur="500" fill="hold"/>
                                        <p:tgtEl>
                                          <p:spTgt spid="19"/>
                                        </p:tgtEl>
                                        <p:attrNameLst>
                                          <p:attrName>ppt_h</p:attrName>
                                        </p:attrNameLst>
                                      </p:cBhvr>
                                      <p:tavLst>
                                        <p:tav tm="0">
                                          <p:val>
                                            <p:fltVal val="0"/>
                                          </p:val>
                                        </p:tav>
                                        <p:tav tm="100000">
                                          <p:val>
                                            <p:strVal val="#ppt_h"/>
                                          </p:val>
                                        </p:tav>
                                      </p:tavLst>
                                    </p:anim>
                                    <p:animEffect transition="in" filter="fade">
                                      <p:cBhvr>
                                        <p:cTn id="138" dur="500"/>
                                        <p:tgtEl>
                                          <p:spTgt spid="19"/>
                                        </p:tgtEl>
                                      </p:cBhvr>
                                    </p:animEffect>
                                  </p:childTnLst>
                                </p:cTn>
                              </p:par>
                              <p:par>
                                <p:cTn id="139" presetID="53" presetClass="entr" presetSubtype="16" fill="hold" grpId="0" nodeType="withEffect">
                                  <p:stCondLst>
                                    <p:cond delay="0"/>
                                  </p:stCondLst>
                                  <p:childTnLst>
                                    <p:set>
                                      <p:cBhvr>
                                        <p:cTn id="140" dur="1" fill="hold">
                                          <p:stCondLst>
                                            <p:cond delay="0"/>
                                          </p:stCondLst>
                                        </p:cTn>
                                        <p:tgtEl>
                                          <p:spTgt spid="20"/>
                                        </p:tgtEl>
                                        <p:attrNameLst>
                                          <p:attrName>style.visibility</p:attrName>
                                        </p:attrNameLst>
                                      </p:cBhvr>
                                      <p:to>
                                        <p:strVal val="visible"/>
                                      </p:to>
                                    </p:set>
                                    <p:anim calcmode="lin" valueType="num">
                                      <p:cBhvr>
                                        <p:cTn id="141" dur="500" fill="hold"/>
                                        <p:tgtEl>
                                          <p:spTgt spid="20"/>
                                        </p:tgtEl>
                                        <p:attrNameLst>
                                          <p:attrName>ppt_w</p:attrName>
                                        </p:attrNameLst>
                                      </p:cBhvr>
                                      <p:tavLst>
                                        <p:tav tm="0">
                                          <p:val>
                                            <p:fltVal val="0"/>
                                          </p:val>
                                        </p:tav>
                                        <p:tav tm="100000">
                                          <p:val>
                                            <p:strVal val="#ppt_w"/>
                                          </p:val>
                                        </p:tav>
                                      </p:tavLst>
                                    </p:anim>
                                    <p:anim calcmode="lin" valueType="num">
                                      <p:cBhvr>
                                        <p:cTn id="142" dur="500" fill="hold"/>
                                        <p:tgtEl>
                                          <p:spTgt spid="20"/>
                                        </p:tgtEl>
                                        <p:attrNameLst>
                                          <p:attrName>ppt_h</p:attrName>
                                        </p:attrNameLst>
                                      </p:cBhvr>
                                      <p:tavLst>
                                        <p:tav tm="0">
                                          <p:val>
                                            <p:fltVal val="0"/>
                                          </p:val>
                                        </p:tav>
                                        <p:tav tm="100000">
                                          <p:val>
                                            <p:strVal val="#ppt_h"/>
                                          </p:val>
                                        </p:tav>
                                      </p:tavLst>
                                    </p:anim>
                                    <p:animEffect transition="in" filter="fade">
                                      <p:cBhvr>
                                        <p:cTn id="143" dur="500"/>
                                        <p:tgtEl>
                                          <p:spTgt spid="20"/>
                                        </p:tgtEl>
                                      </p:cBhvr>
                                    </p:animEffect>
                                  </p:childTnLst>
                                </p:cTn>
                              </p:par>
                              <p:par>
                                <p:cTn id="144" presetID="53" presetClass="entr" presetSubtype="16" fill="hold" grpId="0" nodeType="withEffect">
                                  <p:stCondLst>
                                    <p:cond delay="0"/>
                                  </p:stCondLst>
                                  <p:childTnLst>
                                    <p:set>
                                      <p:cBhvr>
                                        <p:cTn id="145" dur="1" fill="hold">
                                          <p:stCondLst>
                                            <p:cond delay="0"/>
                                          </p:stCondLst>
                                        </p:cTn>
                                        <p:tgtEl>
                                          <p:spTgt spid="21"/>
                                        </p:tgtEl>
                                        <p:attrNameLst>
                                          <p:attrName>style.visibility</p:attrName>
                                        </p:attrNameLst>
                                      </p:cBhvr>
                                      <p:to>
                                        <p:strVal val="visible"/>
                                      </p:to>
                                    </p:set>
                                    <p:anim calcmode="lin" valueType="num">
                                      <p:cBhvr>
                                        <p:cTn id="146" dur="500" fill="hold"/>
                                        <p:tgtEl>
                                          <p:spTgt spid="21"/>
                                        </p:tgtEl>
                                        <p:attrNameLst>
                                          <p:attrName>ppt_w</p:attrName>
                                        </p:attrNameLst>
                                      </p:cBhvr>
                                      <p:tavLst>
                                        <p:tav tm="0">
                                          <p:val>
                                            <p:fltVal val="0"/>
                                          </p:val>
                                        </p:tav>
                                        <p:tav tm="100000">
                                          <p:val>
                                            <p:strVal val="#ppt_w"/>
                                          </p:val>
                                        </p:tav>
                                      </p:tavLst>
                                    </p:anim>
                                    <p:anim calcmode="lin" valueType="num">
                                      <p:cBhvr>
                                        <p:cTn id="147" dur="500" fill="hold"/>
                                        <p:tgtEl>
                                          <p:spTgt spid="21"/>
                                        </p:tgtEl>
                                        <p:attrNameLst>
                                          <p:attrName>ppt_h</p:attrName>
                                        </p:attrNameLst>
                                      </p:cBhvr>
                                      <p:tavLst>
                                        <p:tav tm="0">
                                          <p:val>
                                            <p:fltVal val="0"/>
                                          </p:val>
                                        </p:tav>
                                        <p:tav tm="100000">
                                          <p:val>
                                            <p:strVal val="#ppt_h"/>
                                          </p:val>
                                        </p:tav>
                                      </p:tavLst>
                                    </p:anim>
                                    <p:animEffect transition="in" filter="fade">
                                      <p:cBhvr>
                                        <p:cTn id="148" dur="500"/>
                                        <p:tgtEl>
                                          <p:spTgt spid="21"/>
                                        </p:tgtEl>
                                      </p:cBhvr>
                                    </p:animEffect>
                                  </p:childTnLst>
                                </p:cTn>
                              </p:par>
                              <p:par>
                                <p:cTn id="149" presetID="53" presetClass="entr" presetSubtype="16" fill="hold" grpId="0" nodeType="withEffect">
                                  <p:stCondLst>
                                    <p:cond delay="0"/>
                                  </p:stCondLst>
                                  <p:childTnLst>
                                    <p:set>
                                      <p:cBhvr>
                                        <p:cTn id="150" dur="1" fill="hold">
                                          <p:stCondLst>
                                            <p:cond delay="0"/>
                                          </p:stCondLst>
                                        </p:cTn>
                                        <p:tgtEl>
                                          <p:spTgt spid="22"/>
                                        </p:tgtEl>
                                        <p:attrNameLst>
                                          <p:attrName>style.visibility</p:attrName>
                                        </p:attrNameLst>
                                      </p:cBhvr>
                                      <p:to>
                                        <p:strVal val="visible"/>
                                      </p:to>
                                    </p:set>
                                    <p:anim calcmode="lin" valueType="num">
                                      <p:cBhvr>
                                        <p:cTn id="151" dur="500" fill="hold"/>
                                        <p:tgtEl>
                                          <p:spTgt spid="22"/>
                                        </p:tgtEl>
                                        <p:attrNameLst>
                                          <p:attrName>ppt_w</p:attrName>
                                        </p:attrNameLst>
                                      </p:cBhvr>
                                      <p:tavLst>
                                        <p:tav tm="0">
                                          <p:val>
                                            <p:fltVal val="0"/>
                                          </p:val>
                                        </p:tav>
                                        <p:tav tm="100000">
                                          <p:val>
                                            <p:strVal val="#ppt_w"/>
                                          </p:val>
                                        </p:tav>
                                      </p:tavLst>
                                    </p:anim>
                                    <p:anim calcmode="lin" valueType="num">
                                      <p:cBhvr>
                                        <p:cTn id="152" dur="500" fill="hold"/>
                                        <p:tgtEl>
                                          <p:spTgt spid="22"/>
                                        </p:tgtEl>
                                        <p:attrNameLst>
                                          <p:attrName>ppt_h</p:attrName>
                                        </p:attrNameLst>
                                      </p:cBhvr>
                                      <p:tavLst>
                                        <p:tav tm="0">
                                          <p:val>
                                            <p:fltVal val="0"/>
                                          </p:val>
                                        </p:tav>
                                        <p:tav tm="100000">
                                          <p:val>
                                            <p:strVal val="#ppt_h"/>
                                          </p:val>
                                        </p:tav>
                                      </p:tavLst>
                                    </p:anim>
                                    <p:animEffect transition="in" filter="fade">
                                      <p:cBhvr>
                                        <p:cTn id="153" dur="500"/>
                                        <p:tgtEl>
                                          <p:spTgt spid="22"/>
                                        </p:tgtEl>
                                      </p:cBhvr>
                                    </p:animEffect>
                                  </p:childTnLst>
                                </p:cTn>
                              </p:par>
                              <p:par>
                                <p:cTn id="154" presetID="53" presetClass="entr" presetSubtype="16" fill="hold" grpId="0" nodeType="withEffect">
                                  <p:stCondLst>
                                    <p:cond delay="0"/>
                                  </p:stCondLst>
                                  <p:childTnLst>
                                    <p:set>
                                      <p:cBhvr>
                                        <p:cTn id="155" dur="1" fill="hold">
                                          <p:stCondLst>
                                            <p:cond delay="0"/>
                                          </p:stCondLst>
                                        </p:cTn>
                                        <p:tgtEl>
                                          <p:spTgt spid="23"/>
                                        </p:tgtEl>
                                        <p:attrNameLst>
                                          <p:attrName>style.visibility</p:attrName>
                                        </p:attrNameLst>
                                      </p:cBhvr>
                                      <p:to>
                                        <p:strVal val="visible"/>
                                      </p:to>
                                    </p:set>
                                    <p:anim calcmode="lin" valueType="num">
                                      <p:cBhvr>
                                        <p:cTn id="156" dur="500" fill="hold"/>
                                        <p:tgtEl>
                                          <p:spTgt spid="23"/>
                                        </p:tgtEl>
                                        <p:attrNameLst>
                                          <p:attrName>ppt_w</p:attrName>
                                        </p:attrNameLst>
                                      </p:cBhvr>
                                      <p:tavLst>
                                        <p:tav tm="0">
                                          <p:val>
                                            <p:fltVal val="0"/>
                                          </p:val>
                                        </p:tav>
                                        <p:tav tm="100000">
                                          <p:val>
                                            <p:strVal val="#ppt_w"/>
                                          </p:val>
                                        </p:tav>
                                      </p:tavLst>
                                    </p:anim>
                                    <p:anim calcmode="lin" valueType="num">
                                      <p:cBhvr>
                                        <p:cTn id="157" dur="500" fill="hold"/>
                                        <p:tgtEl>
                                          <p:spTgt spid="23"/>
                                        </p:tgtEl>
                                        <p:attrNameLst>
                                          <p:attrName>ppt_h</p:attrName>
                                        </p:attrNameLst>
                                      </p:cBhvr>
                                      <p:tavLst>
                                        <p:tav tm="0">
                                          <p:val>
                                            <p:fltVal val="0"/>
                                          </p:val>
                                        </p:tav>
                                        <p:tav tm="100000">
                                          <p:val>
                                            <p:strVal val="#ppt_h"/>
                                          </p:val>
                                        </p:tav>
                                      </p:tavLst>
                                    </p:anim>
                                    <p:animEffect transition="in" filter="fade">
                                      <p:cBhvr>
                                        <p:cTn id="158" dur="500"/>
                                        <p:tgtEl>
                                          <p:spTgt spid="23"/>
                                        </p:tgtEl>
                                      </p:cBhvr>
                                    </p:animEffect>
                                  </p:childTnLst>
                                </p:cTn>
                              </p:par>
                              <p:par>
                                <p:cTn id="159" presetID="53" presetClass="entr" presetSubtype="16" fill="hold" grpId="0" nodeType="withEffect">
                                  <p:stCondLst>
                                    <p:cond delay="0"/>
                                  </p:stCondLst>
                                  <p:childTnLst>
                                    <p:set>
                                      <p:cBhvr>
                                        <p:cTn id="160" dur="1" fill="hold">
                                          <p:stCondLst>
                                            <p:cond delay="0"/>
                                          </p:stCondLst>
                                        </p:cTn>
                                        <p:tgtEl>
                                          <p:spTgt spid="24"/>
                                        </p:tgtEl>
                                        <p:attrNameLst>
                                          <p:attrName>style.visibility</p:attrName>
                                        </p:attrNameLst>
                                      </p:cBhvr>
                                      <p:to>
                                        <p:strVal val="visible"/>
                                      </p:to>
                                    </p:set>
                                    <p:anim calcmode="lin" valueType="num">
                                      <p:cBhvr>
                                        <p:cTn id="161" dur="500" fill="hold"/>
                                        <p:tgtEl>
                                          <p:spTgt spid="24"/>
                                        </p:tgtEl>
                                        <p:attrNameLst>
                                          <p:attrName>ppt_w</p:attrName>
                                        </p:attrNameLst>
                                      </p:cBhvr>
                                      <p:tavLst>
                                        <p:tav tm="0">
                                          <p:val>
                                            <p:fltVal val="0"/>
                                          </p:val>
                                        </p:tav>
                                        <p:tav tm="100000">
                                          <p:val>
                                            <p:strVal val="#ppt_w"/>
                                          </p:val>
                                        </p:tav>
                                      </p:tavLst>
                                    </p:anim>
                                    <p:anim calcmode="lin" valueType="num">
                                      <p:cBhvr>
                                        <p:cTn id="162" dur="500" fill="hold"/>
                                        <p:tgtEl>
                                          <p:spTgt spid="24"/>
                                        </p:tgtEl>
                                        <p:attrNameLst>
                                          <p:attrName>ppt_h</p:attrName>
                                        </p:attrNameLst>
                                      </p:cBhvr>
                                      <p:tavLst>
                                        <p:tav tm="0">
                                          <p:val>
                                            <p:fltVal val="0"/>
                                          </p:val>
                                        </p:tav>
                                        <p:tav tm="100000">
                                          <p:val>
                                            <p:strVal val="#ppt_h"/>
                                          </p:val>
                                        </p:tav>
                                      </p:tavLst>
                                    </p:anim>
                                    <p:animEffect transition="in" filter="fade">
                                      <p:cBhvr>
                                        <p:cTn id="163" dur="500"/>
                                        <p:tgtEl>
                                          <p:spTgt spid="24"/>
                                        </p:tgtEl>
                                      </p:cBhvr>
                                    </p:animEffect>
                                  </p:childTnLst>
                                </p:cTn>
                              </p:par>
                              <p:par>
                                <p:cTn id="164" presetID="53" presetClass="entr" presetSubtype="16" fill="hold" grpId="0" nodeType="withEffect">
                                  <p:stCondLst>
                                    <p:cond delay="0"/>
                                  </p:stCondLst>
                                  <p:childTnLst>
                                    <p:set>
                                      <p:cBhvr>
                                        <p:cTn id="165" dur="1" fill="hold">
                                          <p:stCondLst>
                                            <p:cond delay="0"/>
                                          </p:stCondLst>
                                        </p:cTn>
                                        <p:tgtEl>
                                          <p:spTgt spid="38"/>
                                        </p:tgtEl>
                                        <p:attrNameLst>
                                          <p:attrName>style.visibility</p:attrName>
                                        </p:attrNameLst>
                                      </p:cBhvr>
                                      <p:to>
                                        <p:strVal val="visible"/>
                                      </p:to>
                                    </p:set>
                                    <p:anim calcmode="lin" valueType="num">
                                      <p:cBhvr>
                                        <p:cTn id="166" dur="500" fill="hold"/>
                                        <p:tgtEl>
                                          <p:spTgt spid="38"/>
                                        </p:tgtEl>
                                        <p:attrNameLst>
                                          <p:attrName>ppt_w</p:attrName>
                                        </p:attrNameLst>
                                      </p:cBhvr>
                                      <p:tavLst>
                                        <p:tav tm="0">
                                          <p:val>
                                            <p:fltVal val="0"/>
                                          </p:val>
                                        </p:tav>
                                        <p:tav tm="100000">
                                          <p:val>
                                            <p:strVal val="#ppt_w"/>
                                          </p:val>
                                        </p:tav>
                                      </p:tavLst>
                                    </p:anim>
                                    <p:anim calcmode="lin" valueType="num">
                                      <p:cBhvr>
                                        <p:cTn id="167" dur="500" fill="hold"/>
                                        <p:tgtEl>
                                          <p:spTgt spid="38"/>
                                        </p:tgtEl>
                                        <p:attrNameLst>
                                          <p:attrName>ppt_h</p:attrName>
                                        </p:attrNameLst>
                                      </p:cBhvr>
                                      <p:tavLst>
                                        <p:tav tm="0">
                                          <p:val>
                                            <p:fltVal val="0"/>
                                          </p:val>
                                        </p:tav>
                                        <p:tav tm="100000">
                                          <p:val>
                                            <p:strVal val="#ppt_h"/>
                                          </p:val>
                                        </p:tav>
                                      </p:tavLst>
                                    </p:anim>
                                    <p:animEffect transition="in" filter="fade">
                                      <p:cBhvr>
                                        <p:cTn id="168" dur="500"/>
                                        <p:tgtEl>
                                          <p:spTgt spid="38"/>
                                        </p:tgtEl>
                                      </p:cBhvr>
                                    </p:animEffect>
                                  </p:childTnLst>
                                </p:cTn>
                              </p:par>
                              <p:par>
                                <p:cTn id="169" presetID="53" presetClass="entr" presetSubtype="16" fill="hold" grpId="0" nodeType="withEffect">
                                  <p:stCondLst>
                                    <p:cond delay="0"/>
                                  </p:stCondLst>
                                  <p:childTnLst>
                                    <p:set>
                                      <p:cBhvr>
                                        <p:cTn id="170" dur="1" fill="hold">
                                          <p:stCondLst>
                                            <p:cond delay="0"/>
                                          </p:stCondLst>
                                        </p:cTn>
                                        <p:tgtEl>
                                          <p:spTgt spid="39"/>
                                        </p:tgtEl>
                                        <p:attrNameLst>
                                          <p:attrName>style.visibility</p:attrName>
                                        </p:attrNameLst>
                                      </p:cBhvr>
                                      <p:to>
                                        <p:strVal val="visible"/>
                                      </p:to>
                                    </p:set>
                                    <p:anim calcmode="lin" valueType="num">
                                      <p:cBhvr>
                                        <p:cTn id="171" dur="500" fill="hold"/>
                                        <p:tgtEl>
                                          <p:spTgt spid="39"/>
                                        </p:tgtEl>
                                        <p:attrNameLst>
                                          <p:attrName>ppt_w</p:attrName>
                                        </p:attrNameLst>
                                      </p:cBhvr>
                                      <p:tavLst>
                                        <p:tav tm="0">
                                          <p:val>
                                            <p:fltVal val="0"/>
                                          </p:val>
                                        </p:tav>
                                        <p:tav tm="100000">
                                          <p:val>
                                            <p:strVal val="#ppt_w"/>
                                          </p:val>
                                        </p:tav>
                                      </p:tavLst>
                                    </p:anim>
                                    <p:anim calcmode="lin" valueType="num">
                                      <p:cBhvr>
                                        <p:cTn id="172" dur="500" fill="hold"/>
                                        <p:tgtEl>
                                          <p:spTgt spid="39"/>
                                        </p:tgtEl>
                                        <p:attrNameLst>
                                          <p:attrName>ppt_h</p:attrName>
                                        </p:attrNameLst>
                                      </p:cBhvr>
                                      <p:tavLst>
                                        <p:tav tm="0">
                                          <p:val>
                                            <p:fltVal val="0"/>
                                          </p:val>
                                        </p:tav>
                                        <p:tav tm="100000">
                                          <p:val>
                                            <p:strVal val="#ppt_h"/>
                                          </p:val>
                                        </p:tav>
                                      </p:tavLst>
                                    </p:anim>
                                    <p:animEffect transition="in" filter="fade">
                                      <p:cBhvr>
                                        <p:cTn id="173" dur="500"/>
                                        <p:tgtEl>
                                          <p:spTgt spid="39"/>
                                        </p:tgtEl>
                                      </p:cBhvr>
                                    </p:animEffect>
                                  </p:childTnLst>
                                </p:cTn>
                              </p:par>
                              <p:par>
                                <p:cTn id="174" presetID="53" presetClass="entr" presetSubtype="16" fill="hold" grpId="0" nodeType="withEffect">
                                  <p:stCondLst>
                                    <p:cond delay="0"/>
                                  </p:stCondLst>
                                  <p:childTnLst>
                                    <p:set>
                                      <p:cBhvr>
                                        <p:cTn id="175" dur="1" fill="hold">
                                          <p:stCondLst>
                                            <p:cond delay="0"/>
                                          </p:stCondLst>
                                        </p:cTn>
                                        <p:tgtEl>
                                          <p:spTgt spid="40"/>
                                        </p:tgtEl>
                                        <p:attrNameLst>
                                          <p:attrName>style.visibility</p:attrName>
                                        </p:attrNameLst>
                                      </p:cBhvr>
                                      <p:to>
                                        <p:strVal val="visible"/>
                                      </p:to>
                                    </p:set>
                                    <p:anim calcmode="lin" valueType="num">
                                      <p:cBhvr>
                                        <p:cTn id="176" dur="500" fill="hold"/>
                                        <p:tgtEl>
                                          <p:spTgt spid="40"/>
                                        </p:tgtEl>
                                        <p:attrNameLst>
                                          <p:attrName>ppt_w</p:attrName>
                                        </p:attrNameLst>
                                      </p:cBhvr>
                                      <p:tavLst>
                                        <p:tav tm="0">
                                          <p:val>
                                            <p:fltVal val="0"/>
                                          </p:val>
                                        </p:tav>
                                        <p:tav tm="100000">
                                          <p:val>
                                            <p:strVal val="#ppt_w"/>
                                          </p:val>
                                        </p:tav>
                                      </p:tavLst>
                                    </p:anim>
                                    <p:anim calcmode="lin" valueType="num">
                                      <p:cBhvr>
                                        <p:cTn id="177" dur="500" fill="hold"/>
                                        <p:tgtEl>
                                          <p:spTgt spid="40"/>
                                        </p:tgtEl>
                                        <p:attrNameLst>
                                          <p:attrName>ppt_h</p:attrName>
                                        </p:attrNameLst>
                                      </p:cBhvr>
                                      <p:tavLst>
                                        <p:tav tm="0">
                                          <p:val>
                                            <p:fltVal val="0"/>
                                          </p:val>
                                        </p:tav>
                                        <p:tav tm="100000">
                                          <p:val>
                                            <p:strVal val="#ppt_h"/>
                                          </p:val>
                                        </p:tav>
                                      </p:tavLst>
                                    </p:anim>
                                    <p:animEffect transition="in" filter="fade">
                                      <p:cBhvr>
                                        <p:cTn id="178" dur="500"/>
                                        <p:tgtEl>
                                          <p:spTgt spid="40"/>
                                        </p:tgtEl>
                                      </p:cBhvr>
                                    </p:animEffect>
                                  </p:childTnLst>
                                </p:cTn>
                              </p:par>
                              <p:par>
                                <p:cTn id="179" presetID="53" presetClass="entr" presetSubtype="16" fill="hold" grpId="0" nodeType="withEffect">
                                  <p:stCondLst>
                                    <p:cond delay="0"/>
                                  </p:stCondLst>
                                  <p:childTnLst>
                                    <p:set>
                                      <p:cBhvr>
                                        <p:cTn id="180" dur="1" fill="hold">
                                          <p:stCondLst>
                                            <p:cond delay="0"/>
                                          </p:stCondLst>
                                        </p:cTn>
                                        <p:tgtEl>
                                          <p:spTgt spid="41"/>
                                        </p:tgtEl>
                                        <p:attrNameLst>
                                          <p:attrName>style.visibility</p:attrName>
                                        </p:attrNameLst>
                                      </p:cBhvr>
                                      <p:to>
                                        <p:strVal val="visible"/>
                                      </p:to>
                                    </p:set>
                                    <p:anim calcmode="lin" valueType="num">
                                      <p:cBhvr>
                                        <p:cTn id="181" dur="500" fill="hold"/>
                                        <p:tgtEl>
                                          <p:spTgt spid="41"/>
                                        </p:tgtEl>
                                        <p:attrNameLst>
                                          <p:attrName>ppt_w</p:attrName>
                                        </p:attrNameLst>
                                      </p:cBhvr>
                                      <p:tavLst>
                                        <p:tav tm="0">
                                          <p:val>
                                            <p:fltVal val="0"/>
                                          </p:val>
                                        </p:tav>
                                        <p:tav tm="100000">
                                          <p:val>
                                            <p:strVal val="#ppt_w"/>
                                          </p:val>
                                        </p:tav>
                                      </p:tavLst>
                                    </p:anim>
                                    <p:anim calcmode="lin" valueType="num">
                                      <p:cBhvr>
                                        <p:cTn id="182" dur="500" fill="hold"/>
                                        <p:tgtEl>
                                          <p:spTgt spid="41"/>
                                        </p:tgtEl>
                                        <p:attrNameLst>
                                          <p:attrName>ppt_h</p:attrName>
                                        </p:attrNameLst>
                                      </p:cBhvr>
                                      <p:tavLst>
                                        <p:tav tm="0">
                                          <p:val>
                                            <p:fltVal val="0"/>
                                          </p:val>
                                        </p:tav>
                                        <p:tav tm="100000">
                                          <p:val>
                                            <p:strVal val="#ppt_h"/>
                                          </p:val>
                                        </p:tav>
                                      </p:tavLst>
                                    </p:anim>
                                    <p:animEffect transition="in" filter="fade">
                                      <p:cBhvr>
                                        <p:cTn id="183" dur="500"/>
                                        <p:tgtEl>
                                          <p:spTgt spid="41"/>
                                        </p:tgtEl>
                                      </p:cBhvr>
                                    </p:animEffect>
                                  </p:childTnLst>
                                </p:cTn>
                              </p:par>
                              <p:par>
                                <p:cTn id="184" presetID="53" presetClass="entr" presetSubtype="16" fill="hold" grpId="0" nodeType="withEffect">
                                  <p:stCondLst>
                                    <p:cond delay="0"/>
                                  </p:stCondLst>
                                  <p:childTnLst>
                                    <p:set>
                                      <p:cBhvr>
                                        <p:cTn id="185" dur="1" fill="hold">
                                          <p:stCondLst>
                                            <p:cond delay="0"/>
                                          </p:stCondLst>
                                        </p:cTn>
                                        <p:tgtEl>
                                          <p:spTgt spid="42"/>
                                        </p:tgtEl>
                                        <p:attrNameLst>
                                          <p:attrName>style.visibility</p:attrName>
                                        </p:attrNameLst>
                                      </p:cBhvr>
                                      <p:to>
                                        <p:strVal val="visible"/>
                                      </p:to>
                                    </p:set>
                                    <p:anim calcmode="lin" valueType="num">
                                      <p:cBhvr>
                                        <p:cTn id="186" dur="500" fill="hold"/>
                                        <p:tgtEl>
                                          <p:spTgt spid="42"/>
                                        </p:tgtEl>
                                        <p:attrNameLst>
                                          <p:attrName>ppt_w</p:attrName>
                                        </p:attrNameLst>
                                      </p:cBhvr>
                                      <p:tavLst>
                                        <p:tav tm="0">
                                          <p:val>
                                            <p:fltVal val="0"/>
                                          </p:val>
                                        </p:tav>
                                        <p:tav tm="100000">
                                          <p:val>
                                            <p:strVal val="#ppt_w"/>
                                          </p:val>
                                        </p:tav>
                                      </p:tavLst>
                                    </p:anim>
                                    <p:anim calcmode="lin" valueType="num">
                                      <p:cBhvr>
                                        <p:cTn id="187" dur="500" fill="hold"/>
                                        <p:tgtEl>
                                          <p:spTgt spid="42"/>
                                        </p:tgtEl>
                                        <p:attrNameLst>
                                          <p:attrName>ppt_h</p:attrName>
                                        </p:attrNameLst>
                                      </p:cBhvr>
                                      <p:tavLst>
                                        <p:tav tm="0">
                                          <p:val>
                                            <p:fltVal val="0"/>
                                          </p:val>
                                        </p:tav>
                                        <p:tav tm="100000">
                                          <p:val>
                                            <p:strVal val="#ppt_h"/>
                                          </p:val>
                                        </p:tav>
                                      </p:tavLst>
                                    </p:anim>
                                    <p:animEffect transition="in" filter="fade">
                                      <p:cBhvr>
                                        <p:cTn id="188" dur="500"/>
                                        <p:tgtEl>
                                          <p:spTgt spid="42"/>
                                        </p:tgtEl>
                                      </p:cBhvr>
                                    </p:animEffect>
                                  </p:childTnLst>
                                </p:cTn>
                              </p:par>
                              <p:par>
                                <p:cTn id="189" presetID="53" presetClass="entr" presetSubtype="16" fill="hold" grpId="0" nodeType="withEffect">
                                  <p:stCondLst>
                                    <p:cond delay="0"/>
                                  </p:stCondLst>
                                  <p:childTnLst>
                                    <p:set>
                                      <p:cBhvr>
                                        <p:cTn id="190" dur="1" fill="hold">
                                          <p:stCondLst>
                                            <p:cond delay="0"/>
                                          </p:stCondLst>
                                        </p:cTn>
                                        <p:tgtEl>
                                          <p:spTgt spid="43"/>
                                        </p:tgtEl>
                                        <p:attrNameLst>
                                          <p:attrName>style.visibility</p:attrName>
                                        </p:attrNameLst>
                                      </p:cBhvr>
                                      <p:to>
                                        <p:strVal val="visible"/>
                                      </p:to>
                                    </p:set>
                                    <p:anim calcmode="lin" valueType="num">
                                      <p:cBhvr>
                                        <p:cTn id="191" dur="500" fill="hold"/>
                                        <p:tgtEl>
                                          <p:spTgt spid="43"/>
                                        </p:tgtEl>
                                        <p:attrNameLst>
                                          <p:attrName>ppt_w</p:attrName>
                                        </p:attrNameLst>
                                      </p:cBhvr>
                                      <p:tavLst>
                                        <p:tav tm="0">
                                          <p:val>
                                            <p:fltVal val="0"/>
                                          </p:val>
                                        </p:tav>
                                        <p:tav tm="100000">
                                          <p:val>
                                            <p:strVal val="#ppt_w"/>
                                          </p:val>
                                        </p:tav>
                                      </p:tavLst>
                                    </p:anim>
                                    <p:anim calcmode="lin" valueType="num">
                                      <p:cBhvr>
                                        <p:cTn id="192" dur="500" fill="hold"/>
                                        <p:tgtEl>
                                          <p:spTgt spid="43"/>
                                        </p:tgtEl>
                                        <p:attrNameLst>
                                          <p:attrName>ppt_h</p:attrName>
                                        </p:attrNameLst>
                                      </p:cBhvr>
                                      <p:tavLst>
                                        <p:tav tm="0">
                                          <p:val>
                                            <p:fltVal val="0"/>
                                          </p:val>
                                        </p:tav>
                                        <p:tav tm="100000">
                                          <p:val>
                                            <p:strVal val="#ppt_h"/>
                                          </p:val>
                                        </p:tav>
                                      </p:tavLst>
                                    </p:anim>
                                    <p:animEffect transition="in" filter="fade">
                                      <p:cBhvr>
                                        <p:cTn id="193" dur="500"/>
                                        <p:tgtEl>
                                          <p:spTgt spid="43"/>
                                        </p:tgtEl>
                                      </p:cBhvr>
                                    </p:animEffect>
                                  </p:childTnLst>
                                </p:cTn>
                              </p:par>
                              <p:par>
                                <p:cTn id="194" presetID="53" presetClass="entr" presetSubtype="16" fill="hold" grpId="0" nodeType="withEffect">
                                  <p:stCondLst>
                                    <p:cond delay="0"/>
                                  </p:stCondLst>
                                  <p:childTnLst>
                                    <p:set>
                                      <p:cBhvr>
                                        <p:cTn id="195" dur="1" fill="hold">
                                          <p:stCondLst>
                                            <p:cond delay="0"/>
                                          </p:stCondLst>
                                        </p:cTn>
                                        <p:tgtEl>
                                          <p:spTgt spid="44"/>
                                        </p:tgtEl>
                                        <p:attrNameLst>
                                          <p:attrName>style.visibility</p:attrName>
                                        </p:attrNameLst>
                                      </p:cBhvr>
                                      <p:to>
                                        <p:strVal val="visible"/>
                                      </p:to>
                                    </p:set>
                                    <p:anim calcmode="lin" valueType="num">
                                      <p:cBhvr>
                                        <p:cTn id="196" dur="500" fill="hold"/>
                                        <p:tgtEl>
                                          <p:spTgt spid="44"/>
                                        </p:tgtEl>
                                        <p:attrNameLst>
                                          <p:attrName>ppt_w</p:attrName>
                                        </p:attrNameLst>
                                      </p:cBhvr>
                                      <p:tavLst>
                                        <p:tav tm="0">
                                          <p:val>
                                            <p:fltVal val="0"/>
                                          </p:val>
                                        </p:tav>
                                        <p:tav tm="100000">
                                          <p:val>
                                            <p:strVal val="#ppt_w"/>
                                          </p:val>
                                        </p:tav>
                                      </p:tavLst>
                                    </p:anim>
                                    <p:anim calcmode="lin" valueType="num">
                                      <p:cBhvr>
                                        <p:cTn id="197" dur="500" fill="hold"/>
                                        <p:tgtEl>
                                          <p:spTgt spid="44"/>
                                        </p:tgtEl>
                                        <p:attrNameLst>
                                          <p:attrName>ppt_h</p:attrName>
                                        </p:attrNameLst>
                                      </p:cBhvr>
                                      <p:tavLst>
                                        <p:tav tm="0">
                                          <p:val>
                                            <p:fltVal val="0"/>
                                          </p:val>
                                        </p:tav>
                                        <p:tav tm="100000">
                                          <p:val>
                                            <p:strVal val="#ppt_h"/>
                                          </p:val>
                                        </p:tav>
                                      </p:tavLst>
                                    </p:anim>
                                    <p:animEffect transition="in" filter="fade">
                                      <p:cBhvr>
                                        <p:cTn id="198" dur="500"/>
                                        <p:tgtEl>
                                          <p:spTgt spid="44"/>
                                        </p:tgtEl>
                                      </p:cBhvr>
                                    </p:animEffect>
                                  </p:childTnLst>
                                </p:cTn>
                              </p:par>
                              <p:par>
                                <p:cTn id="199" presetID="53" presetClass="entr" presetSubtype="16" fill="hold" grpId="0" nodeType="withEffect">
                                  <p:stCondLst>
                                    <p:cond delay="0"/>
                                  </p:stCondLst>
                                  <p:childTnLst>
                                    <p:set>
                                      <p:cBhvr>
                                        <p:cTn id="200" dur="1" fill="hold">
                                          <p:stCondLst>
                                            <p:cond delay="0"/>
                                          </p:stCondLst>
                                        </p:cTn>
                                        <p:tgtEl>
                                          <p:spTgt spid="45"/>
                                        </p:tgtEl>
                                        <p:attrNameLst>
                                          <p:attrName>style.visibility</p:attrName>
                                        </p:attrNameLst>
                                      </p:cBhvr>
                                      <p:to>
                                        <p:strVal val="visible"/>
                                      </p:to>
                                    </p:set>
                                    <p:anim calcmode="lin" valueType="num">
                                      <p:cBhvr>
                                        <p:cTn id="201" dur="500" fill="hold"/>
                                        <p:tgtEl>
                                          <p:spTgt spid="45"/>
                                        </p:tgtEl>
                                        <p:attrNameLst>
                                          <p:attrName>ppt_w</p:attrName>
                                        </p:attrNameLst>
                                      </p:cBhvr>
                                      <p:tavLst>
                                        <p:tav tm="0">
                                          <p:val>
                                            <p:fltVal val="0"/>
                                          </p:val>
                                        </p:tav>
                                        <p:tav tm="100000">
                                          <p:val>
                                            <p:strVal val="#ppt_w"/>
                                          </p:val>
                                        </p:tav>
                                      </p:tavLst>
                                    </p:anim>
                                    <p:anim calcmode="lin" valueType="num">
                                      <p:cBhvr>
                                        <p:cTn id="202" dur="500" fill="hold"/>
                                        <p:tgtEl>
                                          <p:spTgt spid="45"/>
                                        </p:tgtEl>
                                        <p:attrNameLst>
                                          <p:attrName>ppt_h</p:attrName>
                                        </p:attrNameLst>
                                      </p:cBhvr>
                                      <p:tavLst>
                                        <p:tav tm="0">
                                          <p:val>
                                            <p:fltVal val="0"/>
                                          </p:val>
                                        </p:tav>
                                        <p:tav tm="100000">
                                          <p:val>
                                            <p:strVal val="#ppt_h"/>
                                          </p:val>
                                        </p:tav>
                                      </p:tavLst>
                                    </p:anim>
                                    <p:animEffect transition="in" filter="fade">
                                      <p:cBhvr>
                                        <p:cTn id="203" dur="500"/>
                                        <p:tgtEl>
                                          <p:spTgt spid="45"/>
                                        </p:tgtEl>
                                      </p:cBhvr>
                                    </p:animEffect>
                                  </p:childTnLst>
                                </p:cTn>
                              </p:par>
                              <p:par>
                                <p:cTn id="204" presetID="53" presetClass="entr" presetSubtype="16" fill="hold" grpId="0" nodeType="withEffect">
                                  <p:stCondLst>
                                    <p:cond delay="0"/>
                                  </p:stCondLst>
                                  <p:childTnLst>
                                    <p:set>
                                      <p:cBhvr>
                                        <p:cTn id="205" dur="1" fill="hold">
                                          <p:stCondLst>
                                            <p:cond delay="0"/>
                                          </p:stCondLst>
                                        </p:cTn>
                                        <p:tgtEl>
                                          <p:spTgt spid="46"/>
                                        </p:tgtEl>
                                        <p:attrNameLst>
                                          <p:attrName>style.visibility</p:attrName>
                                        </p:attrNameLst>
                                      </p:cBhvr>
                                      <p:to>
                                        <p:strVal val="visible"/>
                                      </p:to>
                                    </p:set>
                                    <p:anim calcmode="lin" valueType="num">
                                      <p:cBhvr>
                                        <p:cTn id="206" dur="500" fill="hold"/>
                                        <p:tgtEl>
                                          <p:spTgt spid="46"/>
                                        </p:tgtEl>
                                        <p:attrNameLst>
                                          <p:attrName>ppt_w</p:attrName>
                                        </p:attrNameLst>
                                      </p:cBhvr>
                                      <p:tavLst>
                                        <p:tav tm="0">
                                          <p:val>
                                            <p:fltVal val="0"/>
                                          </p:val>
                                        </p:tav>
                                        <p:tav tm="100000">
                                          <p:val>
                                            <p:strVal val="#ppt_w"/>
                                          </p:val>
                                        </p:tav>
                                      </p:tavLst>
                                    </p:anim>
                                    <p:anim calcmode="lin" valueType="num">
                                      <p:cBhvr>
                                        <p:cTn id="207" dur="500" fill="hold"/>
                                        <p:tgtEl>
                                          <p:spTgt spid="46"/>
                                        </p:tgtEl>
                                        <p:attrNameLst>
                                          <p:attrName>ppt_h</p:attrName>
                                        </p:attrNameLst>
                                      </p:cBhvr>
                                      <p:tavLst>
                                        <p:tav tm="0">
                                          <p:val>
                                            <p:fltVal val="0"/>
                                          </p:val>
                                        </p:tav>
                                        <p:tav tm="100000">
                                          <p:val>
                                            <p:strVal val="#ppt_h"/>
                                          </p:val>
                                        </p:tav>
                                      </p:tavLst>
                                    </p:anim>
                                    <p:animEffect transition="in" filter="fade">
                                      <p:cBhvr>
                                        <p:cTn id="208" dur="500"/>
                                        <p:tgtEl>
                                          <p:spTgt spid="46"/>
                                        </p:tgtEl>
                                      </p:cBhvr>
                                    </p:animEffect>
                                  </p:childTnLst>
                                </p:cTn>
                              </p:par>
                              <p:par>
                                <p:cTn id="209" presetID="53" presetClass="entr" presetSubtype="16" fill="hold" grpId="0" nodeType="withEffect">
                                  <p:stCondLst>
                                    <p:cond delay="0"/>
                                  </p:stCondLst>
                                  <p:childTnLst>
                                    <p:set>
                                      <p:cBhvr>
                                        <p:cTn id="210" dur="1" fill="hold">
                                          <p:stCondLst>
                                            <p:cond delay="0"/>
                                          </p:stCondLst>
                                        </p:cTn>
                                        <p:tgtEl>
                                          <p:spTgt spid="3"/>
                                        </p:tgtEl>
                                        <p:attrNameLst>
                                          <p:attrName>style.visibility</p:attrName>
                                        </p:attrNameLst>
                                      </p:cBhvr>
                                      <p:to>
                                        <p:strVal val="visible"/>
                                      </p:to>
                                    </p:set>
                                    <p:anim calcmode="lin" valueType="num">
                                      <p:cBhvr>
                                        <p:cTn id="211" dur="500" fill="hold"/>
                                        <p:tgtEl>
                                          <p:spTgt spid="3"/>
                                        </p:tgtEl>
                                        <p:attrNameLst>
                                          <p:attrName>ppt_w</p:attrName>
                                        </p:attrNameLst>
                                      </p:cBhvr>
                                      <p:tavLst>
                                        <p:tav tm="0">
                                          <p:val>
                                            <p:fltVal val="0"/>
                                          </p:val>
                                        </p:tav>
                                        <p:tav tm="100000">
                                          <p:val>
                                            <p:strVal val="#ppt_w"/>
                                          </p:val>
                                        </p:tav>
                                      </p:tavLst>
                                    </p:anim>
                                    <p:anim calcmode="lin" valueType="num">
                                      <p:cBhvr>
                                        <p:cTn id="212" dur="500" fill="hold"/>
                                        <p:tgtEl>
                                          <p:spTgt spid="3"/>
                                        </p:tgtEl>
                                        <p:attrNameLst>
                                          <p:attrName>ppt_h</p:attrName>
                                        </p:attrNameLst>
                                      </p:cBhvr>
                                      <p:tavLst>
                                        <p:tav tm="0">
                                          <p:val>
                                            <p:fltVal val="0"/>
                                          </p:val>
                                        </p:tav>
                                        <p:tav tm="100000">
                                          <p:val>
                                            <p:strVal val="#ppt_h"/>
                                          </p:val>
                                        </p:tav>
                                      </p:tavLst>
                                    </p:anim>
                                    <p:animEffect transition="in" filter="fade">
                                      <p:cBhvr>
                                        <p:cTn id="213" dur="500"/>
                                        <p:tgtEl>
                                          <p:spTgt spid="3"/>
                                        </p:tgtEl>
                                      </p:cBhvr>
                                    </p:animEffect>
                                  </p:childTnLst>
                                </p:cTn>
                              </p:par>
                              <p:par>
                                <p:cTn id="214" presetID="53" presetClass="entr" presetSubtype="16" fill="hold" grpId="0" nodeType="withEffect">
                                  <p:stCondLst>
                                    <p:cond delay="0"/>
                                  </p:stCondLst>
                                  <p:childTnLst>
                                    <p:set>
                                      <p:cBhvr>
                                        <p:cTn id="215" dur="1" fill="hold">
                                          <p:stCondLst>
                                            <p:cond delay="0"/>
                                          </p:stCondLst>
                                        </p:cTn>
                                        <p:tgtEl>
                                          <p:spTgt spid="48"/>
                                        </p:tgtEl>
                                        <p:attrNameLst>
                                          <p:attrName>style.visibility</p:attrName>
                                        </p:attrNameLst>
                                      </p:cBhvr>
                                      <p:to>
                                        <p:strVal val="visible"/>
                                      </p:to>
                                    </p:set>
                                    <p:anim calcmode="lin" valueType="num">
                                      <p:cBhvr>
                                        <p:cTn id="216" dur="500" fill="hold"/>
                                        <p:tgtEl>
                                          <p:spTgt spid="48"/>
                                        </p:tgtEl>
                                        <p:attrNameLst>
                                          <p:attrName>ppt_w</p:attrName>
                                        </p:attrNameLst>
                                      </p:cBhvr>
                                      <p:tavLst>
                                        <p:tav tm="0">
                                          <p:val>
                                            <p:fltVal val="0"/>
                                          </p:val>
                                        </p:tav>
                                        <p:tav tm="100000">
                                          <p:val>
                                            <p:strVal val="#ppt_w"/>
                                          </p:val>
                                        </p:tav>
                                      </p:tavLst>
                                    </p:anim>
                                    <p:anim calcmode="lin" valueType="num">
                                      <p:cBhvr>
                                        <p:cTn id="217" dur="500" fill="hold"/>
                                        <p:tgtEl>
                                          <p:spTgt spid="48"/>
                                        </p:tgtEl>
                                        <p:attrNameLst>
                                          <p:attrName>ppt_h</p:attrName>
                                        </p:attrNameLst>
                                      </p:cBhvr>
                                      <p:tavLst>
                                        <p:tav tm="0">
                                          <p:val>
                                            <p:fltVal val="0"/>
                                          </p:val>
                                        </p:tav>
                                        <p:tav tm="100000">
                                          <p:val>
                                            <p:strVal val="#ppt_h"/>
                                          </p:val>
                                        </p:tav>
                                      </p:tavLst>
                                    </p:anim>
                                    <p:animEffect transition="in" filter="fade">
                                      <p:cBhvr>
                                        <p:cTn id="218" dur="500"/>
                                        <p:tgtEl>
                                          <p:spTgt spid="48"/>
                                        </p:tgtEl>
                                      </p:cBhvr>
                                    </p:animEffect>
                                  </p:childTnLst>
                                </p:cTn>
                              </p:par>
                              <p:par>
                                <p:cTn id="219" presetID="53" presetClass="entr" presetSubtype="16" fill="hold" grpId="0" nodeType="withEffect">
                                  <p:stCondLst>
                                    <p:cond delay="0"/>
                                  </p:stCondLst>
                                  <p:childTnLst>
                                    <p:set>
                                      <p:cBhvr>
                                        <p:cTn id="220" dur="1" fill="hold">
                                          <p:stCondLst>
                                            <p:cond delay="0"/>
                                          </p:stCondLst>
                                        </p:cTn>
                                        <p:tgtEl>
                                          <p:spTgt spid="49"/>
                                        </p:tgtEl>
                                        <p:attrNameLst>
                                          <p:attrName>style.visibility</p:attrName>
                                        </p:attrNameLst>
                                      </p:cBhvr>
                                      <p:to>
                                        <p:strVal val="visible"/>
                                      </p:to>
                                    </p:set>
                                    <p:anim calcmode="lin" valueType="num">
                                      <p:cBhvr>
                                        <p:cTn id="221" dur="500" fill="hold"/>
                                        <p:tgtEl>
                                          <p:spTgt spid="49"/>
                                        </p:tgtEl>
                                        <p:attrNameLst>
                                          <p:attrName>ppt_w</p:attrName>
                                        </p:attrNameLst>
                                      </p:cBhvr>
                                      <p:tavLst>
                                        <p:tav tm="0">
                                          <p:val>
                                            <p:fltVal val="0"/>
                                          </p:val>
                                        </p:tav>
                                        <p:tav tm="100000">
                                          <p:val>
                                            <p:strVal val="#ppt_w"/>
                                          </p:val>
                                        </p:tav>
                                      </p:tavLst>
                                    </p:anim>
                                    <p:anim calcmode="lin" valueType="num">
                                      <p:cBhvr>
                                        <p:cTn id="222" dur="500" fill="hold"/>
                                        <p:tgtEl>
                                          <p:spTgt spid="49"/>
                                        </p:tgtEl>
                                        <p:attrNameLst>
                                          <p:attrName>ppt_h</p:attrName>
                                        </p:attrNameLst>
                                      </p:cBhvr>
                                      <p:tavLst>
                                        <p:tav tm="0">
                                          <p:val>
                                            <p:fltVal val="0"/>
                                          </p:val>
                                        </p:tav>
                                        <p:tav tm="100000">
                                          <p:val>
                                            <p:strVal val="#ppt_h"/>
                                          </p:val>
                                        </p:tav>
                                      </p:tavLst>
                                    </p:anim>
                                    <p:animEffect transition="in" filter="fade">
                                      <p:cBhvr>
                                        <p:cTn id="223" dur="500"/>
                                        <p:tgtEl>
                                          <p:spTgt spid="49"/>
                                        </p:tgtEl>
                                      </p:cBhvr>
                                    </p:animEffect>
                                  </p:childTnLst>
                                </p:cTn>
                              </p:par>
                              <p:par>
                                <p:cTn id="224" presetID="53" presetClass="entr" presetSubtype="16" fill="hold" grpId="0" nodeType="withEffect">
                                  <p:stCondLst>
                                    <p:cond delay="0"/>
                                  </p:stCondLst>
                                  <p:childTnLst>
                                    <p:set>
                                      <p:cBhvr>
                                        <p:cTn id="225" dur="1" fill="hold">
                                          <p:stCondLst>
                                            <p:cond delay="0"/>
                                          </p:stCondLst>
                                        </p:cTn>
                                        <p:tgtEl>
                                          <p:spTgt spid="50"/>
                                        </p:tgtEl>
                                        <p:attrNameLst>
                                          <p:attrName>style.visibility</p:attrName>
                                        </p:attrNameLst>
                                      </p:cBhvr>
                                      <p:to>
                                        <p:strVal val="visible"/>
                                      </p:to>
                                    </p:set>
                                    <p:anim calcmode="lin" valueType="num">
                                      <p:cBhvr>
                                        <p:cTn id="226" dur="500" fill="hold"/>
                                        <p:tgtEl>
                                          <p:spTgt spid="50"/>
                                        </p:tgtEl>
                                        <p:attrNameLst>
                                          <p:attrName>ppt_w</p:attrName>
                                        </p:attrNameLst>
                                      </p:cBhvr>
                                      <p:tavLst>
                                        <p:tav tm="0">
                                          <p:val>
                                            <p:fltVal val="0"/>
                                          </p:val>
                                        </p:tav>
                                        <p:tav tm="100000">
                                          <p:val>
                                            <p:strVal val="#ppt_w"/>
                                          </p:val>
                                        </p:tav>
                                      </p:tavLst>
                                    </p:anim>
                                    <p:anim calcmode="lin" valueType="num">
                                      <p:cBhvr>
                                        <p:cTn id="227" dur="500" fill="hold"/>
                                        <p:tgtEl>
                                          <p:spTgt spid="50"/>
                                        </p:tgtEl>
                                        <p:attrNameLst>
                                          <p:attrName>ppt_h</p:attrName>
                                        </p:attrNameLst>
                                      </p:cBhvr>
                                      <p:tavLst>
                                        <p:tav tm="0">
                                          <p:val>
                                            <p:fltVal val="0"/>
                                          </p:val>
                                        </p:tav>
                                        <p:tav tm="100000">
                                          <p:val>
                                            <p:strVal val="#ppt_h"/>
                                          </p:val>
                                        </p:tav>
                                      </p:tavLst>
                                    </p:anim>
                                    <p:animEffect transition="in" filter="fade">
                                      <p:cBhvr>
                                        <p:cTn id="228" dur="500"/>
                                        <p:tgtEl>
                                          <p:spTgt spid="50"/>
                                        </p:tgtEl>
                                      </p:cBhvr>
                                    </p:animEffect>
                                  </p:childTnLst>
                                </p:cTn>
                              </p:par>
                              <p:par>
                                <p:cTn id="229" presetID="53" presetClass="entr" presetSubtype="16" fill="hold" grpId="0" nodeType="withEffect">
                                  <p:stCondLst>
                                    <p:cond delay="0"/>
                                  </p:stCondLst>
                                  <p:childTnLst>
                                    <p:set>
                                      <p:cBhvr>
                                        <p:cTn id="230" dur="1" fill="hold">
                                          <p:stCondLst>
                                            <p:cond delay="0"/>
                                          </p:stCondLst>
                                        </p:cTn>
                                        <p:tgtEl>
                                          <p:spTgt spid="51"/>
                                        </p:tgtEl>
                                        <p:attrNameLst>
                                          <p:attrName>style.visibility</p:attrName>
                                        </p:attrNameLst>
                                      </p:cBhvr>
                                      <p:to>
                                        <p:strVal val="visible"/>
                                      </p:to>
                                    </p:set>
                                    <p:anim calcmode="lin" valueType="num">
                                      <p:cBhvr>
                                        <p:cTn id="231" dur="500" fill="hold"/>
                                        <p:tgtEl>
                                          <p:spTgt spid="51"/>
                                        </p:tgtEl>
                                        <p:attrNameLst>
                                          <p:attrName>ppt_w</p:attrName>
                                        </p:attrNameLst>
                                      </p:cBhvr>
                                      <p:tavLst>
                                        <p:tav tm="0">
                                          <p:val>
                                            <p:fltVal val="0"/>
                                          </p:val>
                                        </p:tav>
                                        <p:tav tm="100000">
                                          <p:val>
                                            <p:strVal val="#ppt_w"/>
                                          </p:val>
                                        </p:tav>
                                      </p:tavLst>
                                    </p:anim>
                                    <p:anim calcmode="lin" valueType="num">
                                      <p:cBhvr>
                                        <p:cTn id="232" dur="500" fill="hold"/>
                                        <p:tgtEl>
                                          <p:spTgt spid="51"/>
                                        </p:tgtEl>
                                        <p:attrNameLst>
                                          <p:attrName>ppt_h</p:attrName>
                                        </p:attrNameLst>
                                      </p:cBhvr>
                                      <p:tavLst>
                                        <p:tav tm="0">
                                          <p:val>
                                            <p:fltVal val="0"/>
                                          </p:val>
                                        </p:tav>
                                        <p:tav tm="100000">
                                          <p:val>
                                            <p:strVal val="#ppt_h"/>
                                          </p:val>
                                        </p:tav>
                                      </p:tavLst>
                                    </p:anim>
                                    <p:animEffect transition="in" filter="fade">
                                      <p:cBhvr>
                                        <p:cTn id="233" dur="500"/>
                                        <p:tgtEl>
                                          <p:spTgt spid="51"/>
                                        </p:tgtEl>
                                      </p:cBhvr>
                                    </p:animEffect>
                                  </p:childTnLst>
                                </p:cTn>
                              </p:par>
                              <p:par>
                                <p:cTn id="234" presetID="53" presetClass="entr" presetSubtype="16" fill="hold" grpId="0" nodeType="withEffect">
                                  <p:stCondLst>
                                    <p:cond delay="0"/>
                                  </p:stCondLst>
                                  <p:childTnLst>
                                    <p:set>
                                      <p:cBhvr>
                                        <p:cTn id="235" dur="1" fill="hold">
                                          <p:stCondLst>
                                            <p:cond delay="0"/>
                                          </p:stCondLst>
                                        </p:cTn>
                                        <p:tgtEl>
                                          <p:spTgt spid="52"/>
                                        </p:tgtEl>
                                        <p:attrNameLst>
                                          <p:attrName>style.visibility</p:attrName>
                                        </p:attrNameLst>
                                      </p:cBhvr>
                                      <p:to>
                                        <p:strVal val="visible"/>
                                      </p:to>
                                    </p:set>
                                    <p:anim calcmode="lin" valueType="num">
                                      <p:cBhvr>
                                        <p:cTn id="236" dur="500" fill="hold"/>
                                        <p:tgtEl>
                                          <p:spTgt spid="52"/>
                                        </p:tgtEl>
                                        <p:attrNameLst>
                                          <p:attrName>ppt_w</p:attrName>
                                        </p:attrNameLst>
                                      </p:cBhvr>
                                      <p:tavLst>
                                        <p:tav tm="0">
                                          <p:val>
                                            <p:fltVal val="0"/>
                                          </p:val>
                                        </p:tav>
                                        <p:tav tm="100000">
                                          <p:val>
                                            <p:strVal val="#ppt_w"/>
                                          </p:val>
                                        </p:tav>
                                      </p:tavLst>
                                    </p:anim>
                                    <p:anim calcmode="lin" valueType="num">
                                      <p:cBhvr>
                                        <p:cTn id="237" dur="500" fill="hold"/>
                                        <p:tgtEl>
                                          <p:spTgt spid="52"/>
                                        </p:tgtEl>
                                        <p:attrNameLst>
                                          <p:attrName>ppt_h</p:attrName>
                                        </p:attrNameLst>
                                      </p:cBhvr>
                                      <p:tavLst>
                                        <p:tav tm="0">
                                          <p:val>
                                            <p:fltVal val="0"/>
                                          </p:val>
                                        </p:tav>
                                        <p:tav tm="100000">
                                          <p:val>
                                            <p:strVal val="#ppt_h"/>
                                          </p:val>
                                        </p:tav>
                                      </p:tavLst>
                                    </p:anim>
                                    <p:animEffect transition="in" filter="fade">
                                      <p:cBhvr>
                                        <p:cTn id="238" dur="500"/>
                                        <p:tgtEl>
                                          <p:spTgt spid="52"/>
                                        </p:tgtEl>
                                      </p:cBhvr>
                                    </p:animEffect>
                                  </p:childTnLst>
                                </p:cTn>
                              </p:par>
                              <p:par>
                                <p:cTn id="239" presetID="53" presetClass="entr" presetSubtype="16" fill="hold" grpId="0" nodeType="withEffect">
                                  <p:stCondLst>
                                    <p:cond delay="0"/>
                                  </p:stCondLst>
                                  <p:childTnLst>
                                    <p:set>
                                      <p:cBhvr>
                                        <p:cTn id="240" dur="1" fill="hold">
                                          <p:stCondLst>
                                            <p:cond delay="0"/>
                                          </p:stCondLst>
                                        </p:cTn>
                                        <p:tgtEl>
                                          <p:spTgt spid="53"/>
                                        </p:tgtEl>
                                        <p:attrNameLst>
                                          <p:attrName>style.visibility</p:attrName>
                                        </p:attrNameLst>
                                      </p:cBhvr>
                                      <p:to>
                                        <p:strVal val="visible"/>
                                      </p:to>
                                    </p:set>
                                    <p:anim calcmode="lin" valueType="num">
                                      <p:cBhvr>
                                        <p:cTn id="241" dur="500" fill="hold"/>
                                        <p:tgtEl>
                                          <p:spTgt spid="53"/>
                                        </p:tgtEl>
                                        <p:attrNameLst>
                                          <p:attrName>ppt_w</p:attrName>
                                        </p:attrNameLst>
                                      </p:cBhvr>
                                      <p:tavLst>
                                        <p:tav tm="0">
                                          <p:val>
                                            <p:fltVal val="0"/>
                                          </p:val>
                                        </p:tav>
                                        <p:tav tm="100000">
                                          <p:val>
                                            <p:strVal val="#ppt_w"/>
                                          </p:val>
                                        </p:tav>
                                      </p:tavLst>
                                    </p:anim>
                                    <p:anim calcmode="lin" valueType="num">
                                      <p:cBhvr>
                                        <p:cTn id="242" dur="500" fill="hold"/>
                                        <p:tgtEl>
                                          <p:spTgt spid="53"/>
                                        </p:tgtEl>
                                        <p:attrNameLst>
                                          <p:attrName>ppt_h</p:attrName>
                                        </p:attrNameLst>
                                      </p:cBhvr>
                                      <p:tavLst>
                                        <p:tav tm="0">
                                          <p:val>
                                            <p:fltVal val="0"/>
                                          </p:val>
                                        </p:tav>
                                        <p:tav tm="100000">
                                          <p:val>
                                            <p:strVal val="#ppt_h"/>
                                          </p:val>
                                        </p:tav>
                                      </p:tavLst>
                                    </p:anim>
                                    <p:animEffect transition="in" filter="fade">
                                      <p:cBhvr>
                                        <p:cTn id="243" dur="500"/>
                                        <p:tgtEl>
                                          <p:spTgt spid="53"/>
                                        </p:tgtEl>
                                      </p:cBhvr>
                                    </p:animEffect>
                                  </p:childTnLst>
                                </p:cTn>
                              </p:par>
                              <p:par>
                                <p:cTn id="244" presetID="53" presetClass="entr" presetSubtype="16" fill="hold" grpId="0" nodeType="withEffect">
                                  <p:stCondLst>
                                    <p:cond delay="0"/>
                                  </p:stCondLst>
                                  <p:childTnLst>
                                    <p:set>
                                      <p:cBhvr>
                                        <p:cTn id="245" dur="1" fill="hold">
                                          <p:stCondLst>
                                            <p:cond delay="0"/>
                                          </p:stCondLst>
                                        </p:cTn>
                                        <p:tgtEl>
                                          <p:spTgt spid="54"/>
                                        </p:tgtEl>
                                        <p:attrNameLst>
                                          <p:attrName>style.visibility</p:attrName>
                                        </p:attrNameLst>
                                      </p:cBhvr>
                                      <p:to>
                                        <p:strVal val="visible"/>
                                      </p:to>
                                    </p:set>
                                    <p:anim calcmode="lin" valueType="num">
                                      <p:cBhvr>
                                        <p:cTn id="246" dur="500" fill="hold"/>
                                        <p:tgtEl>
                                          <p:spTgt spid="54"/>
                                        </p:tgtEl>
                                        <p:attrNameLst>
                                          <p:attrName>ppt_w</p:attrName>
                                        </p:attrNameLst>
                                      </p:cBhvr>
                                      <p:tavLst>
                                        <p:tav tm="0">
                                          <p:val>
                                            <p:fltVal val="0"/>
                                          </p:val>
                                        </p:tav>
                                        <p:tav tm="100000">
                                          <p:val>
                                            <p:strVal val="#ppt_w"/>
                                          </p:val>
                                        </p:tav>
                                      </p:tavLst>
                                    </p:anim>
                                    <p:anim calcmode="lin" valueType="num">
                                      <p:cBhvr>
                                        <p:cTn id="247" dur="500" fill="hold"/>
                                        <p:tgtEl>
                                          <p:spTgt spid="54"/>
                                        </p:tgtEl>
                                        <p:attrNameLst>
                                          <p:attrName>ppt_h</p:attrName>
                                        </p:attrNameLst>
                                      </p:cBhvr>
                                      <p:tavLst>
                                        <p:tav tm="0">
                                          <p:val>
                                            <p:fltVal val="0"/>
                                          </p:val>
                                        </p:tav>
                                        <p:tav tm="100000">
                                          <p:val>
                                            <p:strVal val="#ppt_h"/>
                                          </p:val>
                                        </p:tav>
                                      </p:tavLst>
                                    </p:anim>
                                    <p:animEffect transition="in" filter="fade">
                                      <p:cBhvr>
                                        <p:cTn id="248" dur="500"/>
                                        <p:tgtEl>
                                          <p:spTgt spid="54"/>
                                        </p:tgtEl>
                                      </p:cBhvr>
                                    </p:animEffect>
                                  </p:childTnLst>
                                </p:cTn>
                              </p:par>
                              <p:par>
                                <p:cTn id="249" presetID="53" presetClass="entr" presetSubtype="16" fill="hold" grpId="0" nodeType="withEffect">
                                  <p:stCondLst>
                                    <p:cond delay="0"/>
                                  </p:stCondLst>
                                  <p:childTnLst>
                                    <p:set>
                                      <p:cBhvr>
                                        <p:cTn id="250" dur="1" fill="hold">
                                          <p:stCondLst>
                                            <p:cond delay="0"/>
                                          </p:stCondLst>
                                        </p:cTn>
                                        <p:tgtEl>
                                          <p:spTgt spid="55"/>
                                        </p:tgtEl>
                                        <p:attrNameLst>
                                          <p:attrName>style.visibility</p:attrName>
                                        </p:attrNameLst>
                                      </p:cBhvr>
                                      <p:to>
                                        <p:strVal val="visible"/>
                                      </p:to>
                                    </p:set>
                                    <p:anim calcmode="lin" valueType="num">
                                      <p:cBhvr>
                                        <p:cTn id="251" dur="500" fill="hold"/>
                                        <p:tgtEl>
                                          <p:spTgt spid="55"/>
                                        </p:tgtEl>
                                        <p:attrNameLst>
                                          <p:attrName>ppt_w</p:attrName>
                                        </p:attrNameLst>
                                      </p:cBhvr>
                                      <p:tavLst>
                                        <p:tav tm="0">
                                          <p:val>
                                            <p:fltVal val="0"/>
                                          </p:val>
                                        </p:tav>
                                        <p:tav tm="100000">
                                          <p:val>
                                            <p:strVal val="#ppt_w"/>
                                          </p:val>
                                        </p:tav>
                                      </p:tavLst>
                                    </p:anim>
                                    <p:anim calcmode="lin" valueType="num">
                                      <p:cBhvr>
                                        <p:cTn id="252" dur="500" fill="hold"/>
                                        <p:tgtEl>
                                          <p:spTgt spid="55"/>
                                        </p:tgtEl>
                                        <p:attrNameLst>
                                          <p:attrName>ppt_h</p:attrName>
                                        </p:attrNameLst>
                                      </p:cBhvr>
                                      <p:tavLst>
                                        <p:tav tm="0">
                                          <p:val>
                                            <p:fltVal val="0"/>
                                          </p:val>
                                        </p:tav>
                                        <p:tav tm="100000">
                                          <p:val>
                                            <p:strVal val="#ppt_h"/>
                                          </p:val>
                                        </p:tav>
                                      </p:tavLst>
                                    </p:anim>
                                    <p:animEffect transition="in" filter="fade">
                                      <p:cBhvr>
                                        <p:cTn id="253" dur="500"/>
                                        <p:tgtEl>
                                          <p:spTgt spid="55"/>
                                        </p:tgtEl>
                                      </p:cBhvr>
                                    </p:animEffect>
                                  </p:childTnLst>
                                </p:cTn>
                              </p:par>
                              <p:par>
                                <p:cTn id="254" presetID="53" presetClass="entr" presetSubtype="16" fill="hold" grpId="0" nodeType="withEffect">
                                  <p:stCondLst>
                                    <p:cond delay="0"/>
                                  </p:stCondLst>
                                  <p:childTnLst>
                                    <p:set>
                                      <p:cBhvr>
                                        <p:cTn id="255" dur="1" fill="hold">
                                          <p:stCondLst>
                                            <p:cond delay="0"/>
                                          </p:stCondLst>
                                        </p:cTn>
                                        <p:tgtEl>
                                          <p:spTgt spid="56"/>
                                        </p:tgtEl>
                                        <p:attrNameLst>
                                          <p:attrName>style.visibility</p:attrName>
                                        </p:attrNameLst>
                                      </p:cBhvr>
                                      <p:to>
                                        <p:strVal val="visible"/>
                                      </p:to>
                                    </p:set>
                                    <p:anim calcmode="lin" valueType="num">
                                      <p:cBhvr>
                                        <p:cTn id="256" dur="500" fill="hold"/>
                                        <p:tgtEl>
                                          <p:spTgt spid="56"/>
                                        </p:tgtEl>
                                        <p:attrNameLst>
                                          <p:attrName>ppt_w</p:attrName>
                                        </p:attrNameLst>
                                      </p:cBhvr>
                                      <p:tavLst>
                                        <p:tav tm="0">
                                          <p:val>
                                            <p:fltVal val="0"/>
                                          </p:val>
                                        </p:tav>
                                        <p:tav tm="100000">
                                          <p:val>
                                            <p:strVal val="#ppt_w"/>
                                          </p:val>
                                        </p:tav>
                                      </p:tavLst>
                                    </p:anim>
                                    <p:anim calcmode="lin" valueType="num">
                                      <p:cBhvr>
                                        <p:cTn id="257" dur="500" fill="hold"/>
                                        <p:tgtEl>
                                          <p:spTgt spid="56"/>
                                        </p:tgtEl>
                                        <p:attrNameLst>
                                          <p:attrName>ppt_h</p:attrName>
                                        </p:attrNameLst>
                                      </p:cBhvr>
                                      <p:tavLst>
                                        <p:tav tm="0">
                                          <p:val>
                                            <p:fltVal val="0"/>
                                          </p:val>
                                        </p:tav>
                                        <p:tav tm="100000">
                                          <p:val>
                                            <p:strVal val="#ppt_h"/>
                                          </p:val>
                                        </p:tav>
                                      </p:tavLst>
                                    </p:anim>
                                    <p:animEffect transition="in" filter="fade">
                                      <p:cBhvr>
                                        <p:cTn id="258" dur="500"/>
                                        <p:tgtEl>
                                          <p:spTgt spid="56"/>
                                        </p:tgtEl>
                                      </p:cBhvr>
                                    </p:animEffect>
                                  </p:childTnLst>
                                </p:cTn>
                              </p:par>
                              <p:par>
                                <p:cTn id="259" presetID="53" presetClass="entr" presetSubtype="16" fill="hold" grpId="0" nodeType="withEffect">
                                  <p:stCondLst>
                                    <p:cond delay="0"/>
                                  </p:stCondLst>
                                  <p:childTnLst>
                                    <p:set>
                                      <p:cBhvr>
                                        <p:cTn id="260" dur="1" fill="hold">
                                          <p:stCondLst>
                                            <p:cond delay="0"/>
                                          </p:stCondLst>
                                        </p:cTn>
                                        <p:tgtEl>
                                          <p:spTgt spid="57"/>
                                        </p:tgtEl>
                                        <p:attrNameLst>
                                          <p:attrName>style.visibility</p:attrName>
                                        </p:attrNameLst>
                                      </p:cBhvr>
                                      <p:to>
                                        <p:strVal val="visible"/>
                                      </p:to>
                                    </p:set>
                                    <p:anim calcmode="lin" valueType="num">
                                      <p:cBhvr>
                                        <p:cTn id="261" dur="500" fill="hold"/>
                                        <p:tgtEl>
                                          <p:spTgt spid="57"/>
                                        </p:tgtEl>
                                        <p:attrNameLst>
                                          <p:attrName>ppt_w</p:attrName>
                                        </p:attrNameLst>
                                      </p:cBhvr>
                                      <p:tavLst>
                                        <p:tav tm="0">
                                          <p:val>
                                            <p:fltVal val="0"/>
                                          </p:val>
                                        </p:tav>
                                        <p:tav tm="100000">
                                          <p:val>
                                            <p:strVal val="#ppt_w"/>
                                          </p:val>
                                        </p:tav>
                                      </p:tavLst>
                                    </p:anim>
                                    <p:anim calcmode="lin" valueType="num">
                                      <p:cBhvr>
                                        <p:cTn id="262" dur="500" fill="hold"/>
                                        <p:tgtEl>
                                          <p:spTgt spid="57"/>
                                        </p:tgtEl>
                                        <p:attrNameLst>
                                          <p:attrName>ppt_h</p:attrName>
                                        </p:attrNameLst>
                                      </p:cBhvr>
                                      <p:tavLst>
                                        <p:tav tm="0">
                                          <p:val>
                                            <p:fltVal val="0"/>
                                          </p:val>
                                        </p:tav>
                                        <p:tav tm="100000">
                                          <p:val>
                                            <p:strVal val="#ppt_h"/>
                                          </p:val>
                                        </p:tav>
                                      </p:tavLst>
                                    </p:anim>
                                    <p:animEffect transition="in" filter="fade">
                                      <p:cBhvr>
                                        <p:cTn id="263" dur="500"/>
                                        <p:tgtEl>
                                          <p:spTgt spid="57"/>
                                        </p:tgtEl>
                                      </p:cBhvr>
                                    </p:animEffect>
                                  </p:childTnLst>
                                </p:cTn>
                              </p:par>
                              <p:par>
                                <p:cTn id="264" presetID="53" presetClass="entr" presetSubtype="16" fill="hold" grpId="0" nodeType="withEffect">
                                  <p:stCondLst>
                                    <p:cond delay="0"/>
                                  </p:stCondLst>
                                  <p:childTnLst>
                                    <p:set>
                                      <p:cBhvr>
                                        <p:cTn id="265" dur="1" fill="hold">
                                          <p:stCondLst>
                                            <p:cond delay="0"/>
                                          </p:stCondLst>
                                        </p:cTn>
                                        <p:tgtEl>
                                          <p:spTgt spid="58"/>
                                        </p:tgtEl>
                                        <p:attrNameLst>
                                          <p:attrName>style.visibility</p:attrName>
                                        </p:attrNameLst>
                                      </p:cBhvr>
                                      <p:to>
                                        <p:strVal val="visible"/>
                                      </p:to>
                                    </p:set>
                                    <p:anim calcmode="lin" valueType="num">
                                      <p:cBhvr>
                                        <p:cTn id="266" dur="500" fill="hold"/>
                                        <p:tgtEl>
                                          <p:spTgt spid="58"/>
                                        </p:tgtEl>
                                        <p:attrNameLst>
                                          <p:attrName>ppt_w</p:attrName>
                                        </p:attrNameLst>
                                      </p:cBhvr>
                                      <p:tavLst>
                                        <p:tav tm="0">
                                          <p:val>
                                            <p:fltVal val="0"/>
                                          </p:val>
                                        </p:tav>
                                        <p:tav tm="100000">
                                          <p:val>
                                            <p:strVal val="#ppt_w"/>
                                          </p:val>
                                        </p:tav>
                                      </p:tavLst>
                                    </p:anim>
                                    <p:anim calcmode="lin" valueType="num">
                                      <p:cBhvr>
                                        <p:cTn id="267" dur="500" fill="hold"/>
                                        <p:tgtEl>
                                          <p:spTgt spid="58"/>
                                        </p:tgtEl>
                                        <p:attrNameLst>
                                          <p:attrName>ppt_h</p:attrName>
                                        </p:attrNameLst>
                                      </p:cBhvr>
                                      <p:tavLst>
                                        <p:tav tm="0">
                                          <p:val>
                                            <p:fltVal val="0"/>
                                          </p:val>
                                        </p:tav>
                                        <p:tav tm="100000">
                                          <p:val>
                                            <p:strVal val="#ppt_h"/>
                                          </p:val>
                                        </p:tav>
                                      </p:tavLst>
                                    </p:anim>
                                    <p:animEffect transition="in" filter="fade">
                                      <p:cBhvr>
                                        <p:cTn id="268" dur="500"/>
                                        <p:tgtEl>
                                          <p:spTgt spid="58"/>
                                        </p:tgtEl>
                                      </p:cBhvr>
                                    </p:animEffect>
                                  </p:childTnLst>
                                </p:cTn>
                              </p:par>
                              <p:par>
                                <p:cTn id="269" presetID="53" presetClass="entr" presetSubtype="16" fill="hold" grpId="0" nodeType="withEffect">
                                  <p:stCondLst>
                                    <p:cond delay="0"/>
                                  </p:stCondLst>
                                  <p:childTnLst>
                                    <p:set>
                                      <p:cBhvr>
                                        <p:cTn id="270" dur="1" fill="hold">
                                          <p:stCondLst>
                                            <p:cond delay="0"/>
                                          </p:stCondLst>
                                        </p:cTn>
                                        <p:tgtEl>
                                          <p:spTgt spid="59"/>
                                        </p:tgtEl>
                                        <p:attrNameLst>
                                          <p:attrName>style.visibility</p:attrName>
                                        </p:attrNameLst>
                                      </p:cBhvr>
                                      <p:to>
                                        <p:strVal val="visible"/>
                                      </p:to>
                                    </p:set>
                                    <p:anim calcmode="lin" valueType="num">
                                      <p:cBhvr>
                                        <p:cTn id="271" dur="500" fill="hold"/>
                                        <p:tgtEl>
                                          <p:spTgt spid="59"/>
                                        </p:tgtEl>
                                        <p:attrNameLst>
                                          <p:attrName>ppt_w</p:attrName>
                                        </p:attrNameLst>
                                      </p:cBhvr>
                                      <p:tavLst>
                                        <p:tav tm="0">
                                          <p:val>
                                            <p:fltVal val="0"/>
                                          </p:val>
                                        </p:tav>
                                        <p:tav tm="100000">
                                          <p:val>
                                            <p:strVal val="#ppt_w"/>
                                          </p:val>
                                        </p:tav>
                                      </p:tavLst>
                                    </p:anim>
                                    <p:anim calcmode="lin" valueType="num">
                                      <p:cBhvr>
                                        <p:cTn id="272" dur="500" fill="hold"/>
                                        <p:tgtEl>
                                          <p:spTgt spid="59"/>
                                        </p:tgtEl>
                                        <p:attrNameLst>
                                          <p:attrName>ppt_h</p:attrName>
                                        </p:attrNameLst>
                                      </p:cBhvr>
                                      <p:tavLst>
                                        <p:tav tm="0">
                                          <p:val>
                                            <p:fltVal val="0"/>
                                          </p:val>
                                        </p:tav>
                                        <p:tav tm="100000">
                                          <p:val>
                                            <p:strVal val="#ppt_h"/>
                                          </p:val>
                                        </p:tav>
                                      </p:tavLst>
                                    </p:anim>
                                    <p:animEffect transition="in" filter="fade">
                                      <p:cBhvr>
                                        <p:cTn id="273" dur="500"/>
                                        <p:tgtEl>
                                          <p:spTgt spid="59"/>
                                        </p:tgtEl>
                                      </p:cBhvr>
                                    </p:animEffect>
                                  </p:childTnLst>
                                </p:cTn>
                              </p:par>
                              <p:par>
                                <p:cTn id="274" presetID="53" presetClass="entr" presetSubtype="16" fill="hold" grpId="0" nodeType="withEffect">
                                  <p:stCondLst>
                                    <p:cond delay="0"/>
                                  </p:stCondLst>
                                  <p:childTnLst>
                                    <p:set>
                                      <p:cBhvr>
                                        <p:cTn id="275" dur="1" fill="hold">
                                          <p:stCondLst>
                                            <p:cond delay="0"/>
                                          </p:stCondLst>
                                        </p:cTn>
                                        <p:tgtEl>
                                          <p:spTgt spid="60"/>
                                        </p:tgtEl>
                                        <p:attrNameLst>
                                          <p:attrName>style.visibility</p:attrName>
                                        </p:attrNameLst>
                                      </p:cBhvr>
                                      <p:to>
                                        <p:strVal val="visible"/>
                                      </p:to>
                                    </p:set>
                                    <p:anim calcmode="lin" valueType="num">
                                      <p:cBhvr>
                                        <p:cTn id="276" dur="500" fill="hold"/>
                                        <p:tgtEl>
                                          <p:spTgt spid="60"/>
                                        </p:tgtEl>
                                        <p:attrNameLst>
                                          <p:attrName>ppt_w</p:attrName>
                                        </p:attrNameLst>
                                      </p:cBhvr>
                                      <p:tavLst>
                                        <p:tav tm="0">
                                          <p:val>
                                            <p:fltVal val="0"/>
                                          </p:val>
                                        </p:tav>
                                        <p:tav tm="100000">
                                          <p:val>
                                            <p:strVal val="#ppt_w"/>
                                          </p:val>
                                        </p:tav>
                                      </p:tavLst>
                                    </p:anim>
                                    <p:anim calcmode="lin" valueType="num">
                                      <p:cBhvr>
                                        <p:cTn id="277" dur="500" fill="hold"/>
                                        <p:tgtEl>
                                          <p:spTgt spid="60"/>
                                        </p:tgtEl>
                                        <p:attrNameLst>
                                          <p:attrName>ppt_h</p:attrName>
                                        </p:attrNameLst>
                                      </p:cBhvr>
                                      <p:tavLst>
                                        <p:tav tm="0">
                                          <p:val>
                                            <p:fltVal val="0"/>
                                          </p:val>
                                        </p:tav>
                                        <p:tav tm="100000">
                                          <p:val>
                                            <p:strVal val="#ppt_h"/>
                                          </p:val>
                                        </p:tav>
                                      </p:tavLst>
                                    </p:anim>
                                    <p:animEffect transition="in" filter="fade">
                                      <p:cBhvr>
                                        <p:cTn id="278"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2" grpId="0" animBg="1"/>
      <p:bldP spid="4" grpId="0" animBg="1"/>
      <p:bldP spid="5" grpId="0" animBg="1"/>
      <p:bldP spid="6" grpId="0" animBg="1"/>
      <p:bldP spid="12" grpId="0" animBg="1"/>
      <p:bldP spid="17" grpId="0" animBg="1"/>
      <p:bldP spid="18" grpId="0" animBg="1"/>
      <p:bldP spid="19" grpId="0" animBg="1"/>
      <p:bldP spid="20" grpId="0" animBg="1"/>
      <p:bldP spid="21" grpId="0" animBg="1"/>
      <p:bldP spid="22" grpId="0" animBg="1"/>
      <p:bldP spid="23" grpId="0" animBg="1"/>
      <p:bldP spid="24"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p:bldP spid="3"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C13AE-9DDC-4905-571A-08899052AFF6}"/>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F3CD9AC5-299E-960A-D868-089608D93318}"/>
              </a:ext>
            </a:extLst>
          </p:cNvPr>
          <p:cNvCxnSpPr/>
          <p:nvPr/>
        </p:nvCxnSpPr>
        <p:spPr>
          <a:xfrm flipV="1">
            <a:off x="2893283" y="2578291"/>
            <a:ext cx="0" cy="363521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BD52DE4-6AEB-99BF-1F1E-0B33BD87713C}"/>
              </a:ext>
            </a:extLst>
          </p:cNvPr>
          <p:cNvCxnSpPr/>
          <p:nvPr/>
        </p:nvCxnSpPr>
        <p:spPr>
          <a:xfrm>
            <a:off x="2893284" y="6217448"/>
            <a:ext cx="5801337" cy="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id="{EFC23958-1DDC-355C-800A-85AB2E3E1E0D}"/>
              </a:ext>
            </a:extLst>
          </p:cNvPr>
          <p:cNvSpPr txBox="1">
            <a:spLocks noChangeArrowheads="1"/>
          </p:cNvSpPr>
          <p:nvPr/>
        </p:nvSpPr>
        <p:spPr bwMode="auto">
          <a:xfrm>
            <a:off x="8770759" y="5880842"/>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0000FF"/>
                </a:solidFill>
                <a:latin typeface="Helvetica Neue"/>
                <a:ea typeface="+mn-ea"/>
                <a:cs typeface="+mn-cs"/>
              </a:rPr>
              <a:t>X</a:t>
            </a:r>
            <a:endParaRPr lang="en-US" altLang="en-US" sz="3810" b="1" i="1" kern="1200" dirty="0">
              <a:solidFill>
                <a:srgbClr val="0000FF"/>
              </a:solidFill>
              <a:latin typeface="Helvetica Neue"/>
              <a:ea typeface="+mn-ea"/>
              <a:cs typeface="+mn-cs"/>
            </a:endParaRPr>
          </a:p>
        </p:txBody>
      </p:sp>
      <p:sp>
        <p:nvSpPr>
          <p:cNvPr id="10" name="Text Box 2">
            <a:extLst>
              <a:ext uri="{FF2B5EF4-FFF2-40B4-BE49-F238E27FC236}">
                <a16:creationId xmlns:a16="http://schemas.microsoft.com/office/drawing/2014/main" id="{1F58D7B3-C679-5A90-0A90-AB7D7F3D6E4E}"/>
              </a:ext>
            </a:extLst>
          </p:cNvPr>
          <p:cNvSpPr txBox="1">
            <a:spLocks noChangeArrowheads="1"/>
          </p:cNvSpPr>
          <p:nvPr/>
        </p:nvSpPr>
        <p:spPr bwMode="auto">
          <a:xfrm>
            <a:off x="2474551" y="1913555"/>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FF0000"/>
                </a:solidFill>
                <a:latin typeface="Helvetica Neue"/>
                <a:ea typeface="+mn-ea"/>
                <a:cs typeface="+mn-cs"/>
              </a:rPr>
              <a:t>Y</a:t>
            </a:r>
            <a:endParaRPr lang="en-US" altLang="en-US" sz="3810" b="1" i="1" kern="1200" dirty="0">
              <a:solidFill>
                <a:srgbClr val="FF0000"/>
              </a:solidFill>
              <a:latin typeface="Helvetica Neue"/>
              <a:ea typeface="+mn-ea"/>
              <a:cs typeface="+mn-cs"/>
            </a:endParaRPr>
          </a:p>
        </p:txBody>
      </p:sp>
      <p:sp>
        <p:nvSpPr>
          <p:cNvPr id="11" name="Oval 10">
            <a:extLst>
              <a:ext uri="{FF2B5EF4-FFF2-40B4-BE49-F238E27FC236}">
                <a16:creationId xmlns:a16="http://schemas.microsoft.com/office/drawing/2014/main" id="{CC102576-678B-EAD7-E947-4D4D361FAA4F}"/>
              </a:ext>
            </a:extLst>
          </p:cNvPr>
          <p:cNvSpPr/>
          <p:nvPr/>
        </p:nvSpPr>
        <p:spPr>
          <a:xfrm flipH="1" flipV="1">
            <a:off x="4768869" y="436086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5" name="Oval 24">
            <a:extLst>
              <a:ext uri="{FF2B5EF4-FFF2-40B4-BE49-F238E27FC236}">
                <a16:creationId xmlns:a16="http://schemas.microsoft.com/office/drawing/2014/main" id="{63542D8C-02D5-0858-F8EB-03887E8F2FF3}"/>
              </a:ext>
            </a:extLst>
          </p:cNvPr>
          <p:cNvSpPr/>
          <p:nvPr/>
        </p:nvSpPr>
        <p:spPr>
          <a:xfrm flipH="1" flipV="1">
            <a:off x="4138478" y="474481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7" name="Oval 26">
            <a:extLst>
              <a:ext uri="{FF2B5EF4-FFF2-40B4-BE49-F238E27FC236}">
                <a16:creationId xmlns:a16="http://schemas.microsoft.com/office/drawing/2014/main" id="{2AE70972-4C3C-240C-FE8B-834555095A57}"/>
              </a:ext>
            </a:extLst>
          </p:cNvPr>
          <p:cNvSpPr/>
          <p:nvPr/>
        </p:nvSpPr>
        <p:spPr>
          <a:xfrm flipH="1" flipV="1">
            <a:off x="5346232" y="433000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8" name="Oval 27">
            <a:extLst>
              <a:ext uri="{FF2B5EF4-FFF2-40B4-BE49-F238E27FC236}">
                <a16:creationId xmlns:a16="http://schemas.microsoft.com/office/drawing/2014/main" id="{CE349F6B-9123-4CFE-E1F2-038F187451E6}"/>
              </a:ext>
            </a:extLst>
          </p:cNvPr>
          <p:cNvSpPr/>
          <p:nvPr/>
        </p:nvSpPr>
        <p:spPr>
          <a:xfrm flipH="1" flipV="1">
            <a:off x="8759628" y="260733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9" name="Oval 28">
            <a:extLst>
              <a:ext uri="{FF2B5EF4-FFF2-40B4-BE49-F238E27FC236}">
                <a16:creationId xmlns:a16="http://schemas.microsoft.com/office/drawing/2014/main" id="{796FD4C1-7820-B531-AA86-5AAD871DCAA8}"/>
              </a:ext>
            </a:extLst>
          </p:cNvPr>
          <p:cNvSpPr/>
          <p:nvPr/>
        </p:nvSpPr>
        <p:spPr>
          <a:xfrm flipH="1" flipV="1">
            <a:off x="8153694" y="255037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0" name="Oval 29">
            <a:extLst>
              <a:ext uri="{FF2B5EF4-FFF2-40B4-BE49-F238E27FC236}">
                <a16:creationId xmlns:a16="http://schemas.microsoft.com/office/drawing/2014/main" id="{BD775BBE-D26E-1ECB-F4AF-8F5F8C17C2BF}"/>
              </a:ext>
            </a:extLst>
          </p:cNvPr>
          <p:cNvSpPr/>
          <p:nvPr/>
        </p:nvSpPr>
        <p:spPr>
          <a:xfrm flipH="1" flipV="1">
            <a:off x="4815068" y="555958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3" name="Oval 32">
            <a:extLst>
              <a:ext uri="{FF2B5EF4-FFF2-40B4-BE49-F238E27FC236}">
                <a16:creationId xmlns:a16="http://schemas.microsoft.com/office/drawing/2014/main" id="{2F6922C4-5D2B-042A-2C55-0CFF494A41DA}"/>
              </a:ext>
            </a:extLst>
          </p:cNvPr>
          <p:cNvSpPr/>
          <p:nvPr/>
        </p:nvSpPr>
        <p:spPr>
          <a:xfrm flipH="1" flipV="1">
            <a:off x="6519513" y="486386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5" name="Oval 34">
            <a:extLst>
              <a:ext uri="{FF2B5EF4-FFF2-40B4-BE49-F238E27FC236}">
                <a16:creationId xmlns:a16="http://schemas.microsoft.com/office/drawing/2014/main" id="{DC882DF0-3240-A300-4225-8B48B8B2F4F4}"/>
              </a:ext>
            </a:extLst>
          </p:cNvPr>
          <p:cNvSpPr/>
          <p:nvPr/>
        </p:nvSpPr>
        <p:spPr>
          <a:xfrm flipH="1" flipV="1">
            <a:off x="6289233" y="296286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6" name="Oval 35">
            <a:extLst>
              <a:ext uri="{FF2B5EF4-FFF2-40B4-BE49-F238E27FC236}">
                <a16:creationId xmlns:a16="http://schemas.microsoft.com/office/drawing/2014/main" id="{96987976-3A45-C23D-076B-5BDE3F51F35C}"/>
              </a:ext>
            </a:extLst>
          </p:cNvPr>
          <p:cNvSpPr/>
          <p:nvPr/>
        </p:nvSpPr>
        <p:spPr>
          <a:xfrm flipH="1" flipV="1">
            <a:off x="5931827" y="409303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 name="Oval 1">
            <a:extLst>
              <a:ext uri="{FF2B5EF4-FFF2-40B4-BE49-F238E27FC236}">
                <a16:creationId xmlns:a16="http://schemas.microsoft.com/office/drawing/2014/main" id="{B6439240-88A7-A582-6657-D043F2CED2EC}"/>
              </a:ext>
            </a:extLst>
          </p:cNvPr>
          <p:cNvSpPr/>
          <p:nvPr/>
        </p:nvSpPr>
        <p:spPr>
          <a:xfrm flipH="1" flipV="1">
            <a:off x="8283366" y="208963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 name="Oval 3">
            <a:extLst>
              <a:ext uri="{FF2B5EF4-FFF2-40B4-BE49-F238E27FC236}">
                <a16:creationId xmlns:a16="http://schemas.microsoft.com/office/drawing/2014/main" id="{5BCA715B-317F-BA7D-FD1A-B3BB8057EFDC}"/>
              </a:ext>
            </a:extLst>
          </p:cNvPr>
          <p:cNvSpPr/>
          <p:nvPr/>
        </p:nvSpPr>
        <p:spPr>
          <a:xfrm flipH="1" flipV="1">
            <a:off x="7585095" y="330881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 name="Oval 4">
            <a:extLst>
              <a:ext uri="{FF2B5EF4-FFF2-40B4-BE49-F238E27FC236}">
                <a16:creationId xmlns:a16="http://schemas.microsoft.com/office/drawing/2014/main" id="{86687CD1-599E-E338-E7D2-3BA23833942D}"/>
              </a:ext>
            </a:extLst>
          </p:cNvPr>
          <p:cNvSpPr/>
          <p:nvPr/>
        </p:nvSpPr>
        <p:spPr>
          <a:xfrm flipH="1" flipV="1">
            <a:off x="4663015" y="502230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6" name="Oval 5">
            <a:extLst>
              <a:ext uri="{FF2B5EF4-FFF2-40B4-BE49-F238E27FC236}">
                <a16:creationId xmlns:a16="http://schemas.microsoft.com/office/drawing/2014/main" id="{4F3B3668-0894-2561-7484-6C0FC85CB57B}"/>
              </a:ext>
            </a:extLst>
          </p:cNvPr>
          <p:cNvSpPr/>
          <p:nvPr/>
        </p:nvSpPr>
        <p:spPr>
          <a:xfrm flipH="1" flipV="1">
            <a:off x="5196497" y="495399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7" name="Oval 16">
            <a:extLst>
              <a:ext uri="{FF2B5EF4-FFF2-40B4-BE49-F238E27FC236}">
                <a16:creationId xmlns:a16="http://schemas.microsoft.com/office/drawing/2014/main" id="{2CD96C3B-0D62-A46F-2957-2CE5E3DE5149}"/>
              </a:ext>
            </a:extLst>
          </p:cNvPr>
          <p:cNvSpPr/>
          <p:nvPr/>
        </p:nvSpPr>
        <p:spPr>
          <a:xfrm flipH="1" flipV="1">
            <a:off x="4275517" y="528873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8" name="Oval 17">
            <a:extLst>
              <a:ext uri="{FF2B5EF4-FFF2-40B4-BE49-F238E27FC236}">
                <a16:creationId xmlns:a16="http://schemas.microsoft.com/office/drawing/2014/main" id="{3A8B3095-1C3B-AB60-0E99-B6ECF5061354}"/>
              </a:ext>
            </a:extLst>
          </p:cNvPr>
          <p:cNvSpPr/>
          <p:nvPr/>
        </p:nvSpPr>
        <p:spPr>
          <a:xfrm flipH="1" flipV="1">
            <a:off x="7285503" y="227530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9" name="Oval 18">
            <a:extLst>
              <a:ext uri="{FF2B5EF4-FFF2-40B4-BE49-F238E27FC236}">
                <a16:creationId xmlns:a16="http://schemas.microsoft.com/office/drawing/2014/main" id="{78663951-AFAC-EFB9-B1A3-06BF662454A1}"/>
              </a:ext>
            </a:extLst>
          </p:cNvPr>
          <p:cNvSpPr/>
          <p:nvPr/>
        </p:nvSpPr>
        <p:spPr>
          <a:xfrm flipH="1" flipV="1">
            <a:off x="6644169" y="433327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2" name="Oval 21">
            <a:extLst>
              <a:ext uri="{FF2B5EF4-FFF2-40B4-BE49-F238E27FC236}">
                <a16:creationId xmlns:a16="http://schemas.microsoft.com/office/drawing/2014/main" id="{62E4D044-8DA6-2A71-0760-A578A5EBA981}"/>
              </a:ext>
            </a:extLst>
          </p:cNvPr>
          <p:cNvSpPr/>
          <p:nvPr/>
        </p:nvSpPr>
        <p:spPr>
          <a:xfrm flipH="1" flipV="1">
            <a:off x="5359192" y="578916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3" name="Oval 22">
            <a:extLst>
              <a:ext uri="{FF2B5EF4-FFF2-40B4-BE49-F238E27FC236}">
                <a16:creationId xmlns:a16="http://schemas.microsoft.com/office/drawing/2014/main" id="{D7D8B519-66ED-36E4-F4FC-FAD1FEEDFC36}"/>
              </a:ext>
            </a:extLst>
          </p:cNvPr>
          <p:cNvSpPr/>
          <p:nvPr/>
        </p:nvSpPr>
        <p:spPr>
          <a:xfrm flipH="1" flipV="1">
            <a:off x="7679931" y="256764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4" name="Oval 23">
            <a:extLst>
              <a:ext uri="{FF2B5EF4-FFF2-40B4-BE49-F238E27FC236}">
                <a16:creationId xmlns:a16="http://schemas.microsoft.com/office/drawing/2014/main" id="{9F2A3063-CF7D-078B-39CD-C0F86494935D}"/>
              </a:ext>
            </a:extLst>
          </p:cNvPr>
          <p:cNvSpPr/>
          <p:nvPr/>
        </p:nvSpPr>
        <p:spPr>
          <a:xfrm flipH="1" flipV="1">
            <a:off x="3877803" y="555600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8" name="Oval 37">
            <a:extLst>
              <a:ext uri="{FF2B5EF4-FFF2-40B4-BE49-F238E27FC236}">
                <a16:creationId xmlns:a16="http://schemas.microsoft.com/office/drawing/2014/main" id="{9FA55DA0-0E0E-C2E2-DD60-97CA49DE5CE4}"/>
              </a:ext>
            </a:extLst>
          </p:cNvPr>
          <p:cNvSpPr/>
          <p:nvPr/>
        </p:nvSpPr>
        <p:spPr>
          <a:xfrm flipH="1" flipV="1">
            <a:off x="5149568" y="368742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9" name="Oval 38">
            <a:extLst>
              <a:ext uri="{FF2B5EF4-FFF2-40B4-BE49-F238E27FC236}">
                <a16:creationId xmlns:a16="http://schemas.microsoft.com/office/drawing/2014/main" id="{F1FA1EF2-89D3-CBDB-FE11-5AC9B88DFDEF}"/>
              </a:ext>
            </a:extLst>
          </p:cNvPr>
          <p:cNvSpPr/>
          <p:nvPr/>
        </p:nvSpPr>
        <p:spPr>
          <a:xfrm flipH="1" flipV="1">
            <a:off x="4486450" y="569213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0" name="Oval 39">
            <a:extLst>
              <a:ext uri="{FF2B5EF4-FFF2-40B4-BE49-F238E27FC236}">
                <a16:creationId xmlns:a16="http://schemas.microsoft.com/office/drawing/2014/main" id="{3F178133-B1A6-8EFE-02CB-C22A8FA72E82}"/>
              </a:ext>
            </a:extLst>
          </p:cNvPr>
          <p:cNvSpPr/>
          <p:nvPr/>
        </p:nvSpPr>
        <p:spPr>
          <a:xfrm flipH="1" flipV="1">
            <a:off x="3840463" y="516692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1" name="Oval 40">
            <a:extLst>
              <a:ext uri="{FF2B5EF4-FFF2-40B4-BE49-F238E27FC236}">
                <a16:creationId xmlns:a16="http://schemas.microsoft.com/office/drawing/2014/main" id="{1E737DED-6AA4-87FB-90B9-5C07E721A4D8}"/>
              </a:ext>
            </a:extLst>
          </p:cNvPr>
          <p:cNvSpPr/>
          <p:nvPr/>
        </p:nvSpPr>
        <p:spPr>
          <a:xfrm flipH="1" flipV="1">
            <a:off x="7061653" y="309697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2" name="Oval 41">
            <a:extLst>
              <a:ext uri="{FF2B5EF4-FFF2-40B4-BE49-F238E27FC236}">
                <a16:creationId xmlns:a16="http://schemas.microsoft.com/office/drawing/2014/main" id="{38B48666-79F1-D16B-7455-9B4B7836519D}"/>
              </a:ext>
            </a:extLst>
          </p:cNvPr>
          <p:cNvSpPr/>
          <p:nvPr/>
        </p:nvSpPr>
        <p:spPr>
          <a:xfrm flipH="1" flipV="1">
            <a:off x="6853217" y="264610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6" name="Oval 45">
            <a:extLst>
              <a:ext uri="{FF2B5EF4-FFF2-40B4-BE49-F238E27FC236}">
                <a16:creationId xmlns:a16="http://schemas.microsoft.com/office/drawing/2014/main" id="{56661133-1F6F-497D-EE79-76AA4B9B61BF}"/>
              </a:ext>
            </a:extLst>
          </p:cNvPr>
          <p:cNvSpPr/>
          <p:nvPr/>
        </p:nvSpPr>
        <p:spPr>
          <a:xfrm flipH="1" flipV="1">
            <a:off x="5328461" y="542220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7" name="Title 2">
            <a:extLst>
              <a:ext uri="{FF2B5EF4-FFF2-40B4-BE49-F238E27FC236}">
                <a16:creationId xmlns:a16="http://schemas.microsoft.com/office/drawing/2014/main" id="{A5BAB91B-4C15-FC2C-7ECC-362E6D8DC09A}"/>
              </a:ext>
            </a:extLst>
          </p:cNvPr>
          <p:cNvSpPr txBox="1">
            <a:spLocks/>
          </p:cNvSpPr>
          <p:nvPr/>
        </p:nvSpPr>
        <p:spPr>
          <a:xfrm>
            <a:off x="406539" y="1203010"/>
            <a:ext cx="10838089" cy="520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117" b="1" dirty="0">
                <a:solidFill>
                  <a:prstClr val="black"/>
                </a:solidFill>
                <a:latin typeface="Helvetica Neue"/>
                <a:cs typeface="Helvetica" panose="020B0604020202020204" pitchFamily="34" charset="0"/>
              </a:rPr>
              <a:t>Fig 7: Moderate positive correlation: </a:t>
            </a:r>
            <a:r>
              <a:rPr lang="en-US" sz="3117" b="1" dirty="0">
                <a:solidFill>
                  <a:srgbClr val="C00000"/>
                </a:solidFill>
                <a:latin typeface="Helvetica Neue"/>
                <a:cs typeface="Helvetica" panose="020B0604020202020204" pitchFamily="34" charset="0"/>
              </a:rPr>
              <a:t> 0.25 &lt; r ≤ 0.75</a:t>
            </a:r>
            <a:endParaRPr lang="en-US" sz="3117" b="1" dirty="0">
              <a:solidFill>
                <a:prstClr val="black"/>
              </a:solidFill>
              <a:latin typeface="Helvetica Neue"/>
              <a:cs typeface="Helvetica" panose="020B0604020202020204" pitchFamily="34" charset="0"/>
            </a:endParaRPr>
          </a:p>
        </p:txBody>
      </p:sp>
      <p:sp>
        <p:nvSpPr>
          <p:cNvPr id="49" name="Oval 48">
            <a:extLst>
              <a:ext uri="{FF2B5EF4-FFF2-40B4-BE49-F238E27FC236}">
                <a16:creationId xmlns:a16="http://schemas.microsoft.com/office/drawing/2014/main" id="{8BF90ADF-158F-45E6-0BA6-1D642843B47A}"/>
              </a:ext>
            </a:extLst>
          </p:cNvPr>
          <p:cNvSpPr/>
          <p:nvPr/>
        </p:nvSpPr>
        <p:spPr>
          <a:xfrm flipH="1" flipV="1">
            <a:off x="8049679" y="295077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0" name="Oval 49">
            <a:extLst>
              <a:ext uri="{FF2B5EF4-FFF2-40B4-BE49-F238E27FC236}">
                <a16:creationId xmlns:a16="http://schemas.microsoft.com/office/drawing/2014/main" id="{A983B56E-9ECF-3907-7CCD-5AE081167C4A}"/>
              </a:ext>
            </a:extLst>
          </p:cNvPr>
          <p:cNvSpPr/>
          <p:nvPr/>
        </p:nvSpPr>
        <p:spPr>
          <a:xfrm flipH="1" flipV="1">
            <a:off x="6312936" y="371928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1" name="Oval 50">
            <a:extLst>
              <a:ext uri="{FF2B5EF4-FFF2-40B4-BE49-F238E27FC236}">
                <a16:creationId xmlns:a16="http://schemas.microsoft.com/office/drawing/2014/main" id="{0AD3B65F-204D-D3DB-13A4-868E13D7E97E}"/>
              </a:ext>
            </a:extLst>
          </p:cNvPr>
          <p:cNvSpPr/>
          <p:nvPr/>
        </p:nvSpPr>
        <p:spPr>
          <a:xfrm flipH="1" flipV="1">
            <a:off x="5904739" y="349722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2" name="Oval 51">
            <a:extLst>
              <a:ext uri="{FF2B5EF4-FFF2-40B4-BE49-F238E27FC236}">
                <a16:creationId xmlns:a16="http://schemas.microsoft.com/office/drawing/2014/main" id="{5E16B2EB-FAD1-2ADE-1E06-D4FBB5EDF242}"/>
              </a:ext>
            </a:extLst>
          </p:cNvPr>
          <p:cNvSpPr/>
          <p:nvPr/>
        </p:nvSpPr>
        <p:spPr>
          <a:xfrm flipH="1" flipV="1">
            <a:off x="6092403" y="562595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3" name="Oval 52">
            <a:extLst>
              <a:ext uri="{FF2B5EF4-FFF2-40B4-BE49-F238E27FC236}">
                <a16:creationId xmlns:a16="http://schemas.microsoft.com/office/drawing/2014/main" id="{2EBFACD4-BB67-A18D-9244-7D465469796A}"/>
              </a:ext>
            </a:extLst>
          </p:cNvPr>
          <p:cNvSpPr/>
          <p:nvPr/>
        </p:nvSpPr>
        <p:spPr>
          <a:xfrm flipH="1" flipV="1">
            <a:off x="6000303" y="510063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4" name="Oval 53">
            <a:extLst>
              <a:ext uri="{FF2B5EF4-FFF2-40B4-BE49-F238E27FC236}">
                <a16:creationId xmlns:a16="http://schemas.microsoft.com/office/drawing/2014/main" id="{A1C3C4B6-E29B-8D0B-8E36-CB024AE0560C}"/>
              </a:ext>
            </a:extLst>
          </p:cNvPr>
          <p:cNvSpPr/>
          <p:nvPr/>
        </p:nvSpPr>
        <p:spPr>
          <a:xfrm flipH="1" flipV="1">
            <a:off x="5601078" y="482736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5" name="Oval 54">
            <a:extLst>
              <a:ext uri="{FF2B5EF4-FFF2-40B4-BE49-F238E27FC236}">
                <a16:creationId xmlns:a16="http://schemas.microsoft.com/office/drawing/2014/main" id="{F711DF56-1B9C-ECD2-64AC-D108FF44F8C1}"/>
              </a:ext>
            </a:extLst>
          </p:cNvPr>
          <p:cNvSpPr/>
          <p:nvPr/>
        </p:nvSpPr>
        <p:spPr>
          <a:xfrm flipH="1" flipV="1">
            <a:off x="7466271" y="415354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7" name="Oval 56">
            <a:extLst>
              <a:ext uri="{FF2B5EF4-FFF2-40B4-BE49-F238E27FC236}">
                <a16:creationId xmlns:a16="http://schemas.microsoft.com/office/drawing/2014/main" id="{F5B19D86-EAE0-9194-FA2C-0AB07FD1E817}"/>
              </a:ext>
            </a:extLst>
          </p:cNvPr>
          <p:cNvSpPr/>
          <p:nvPr/>
        </p:nvSpPr>
        <p:spPr>
          <a:xfrm flipH="1" flipV="1">
            <a:off x="6853217" y="370561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Tree>
    <p:extLst>
      <p:ext uri="{BB962C8B-B14F-4D97-AF65-F5344CB8AC3E}">
        <p14:creationId xmlns:p14="http://schemas.microsoft.com/office/powerpoint/2010/main" val="231373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8"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anim calcmode="lin" valueType="num">
                                      <p:cBhvr additive="base">
                                        <p:cTn id="27" dur="500" fill="hold"/>
                                        <p:tgtEl>
                                          <p:spTgt spid="47"/>
                                        </p:tgtEl>
                                        <p:attrNameLst>
                                          <p:attrName>ppt_x</p:attrName>
                                        </p:attrNameLst>
                                      </p:cBhvr>
                                      <p:tavLst>
                                        <p:tav tm="0">
                                          <p:val>
                                            <p:strVal val="1+#ppt_w/2"/>
                                          </p:val>
                                        </p:tav>
                                        <p:tav tm="100000">
                                          <p:val>
                                            <p:strVal val="#ppt_x"/>
                                          </p:val>
                                        </p:tav>
                                      </p:tavLst>
                                    </p:anim>
                                    <p:anim calcmode="lin" valueType="num">
                                      <p:cBhvr additive="base">
                                        <p:cTn id="28" dur="500" fill="hold"/>
                                        <p:tgtEl>
                                          <p:spTgt spid="47"/>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 calcmode="lin" valueType="num">
                                      <p:cBhvr>
                                        <p:cTn id="36" dur="500" fill="hold"/>
                                        <p:tgtEl>
                                          <p:spTgt spid="25"/>
                                        </p:tgtEl>
                                        <p:attrNameLst>
                                          <p:attrName>ppt_w</p:attrName>
                                        </p:attrNameLst>
                                      </p:cBhvr>
                                      <p:tavLst>
                                        <p:tav tm="0">
                                          <p:val>
                                            <p:fltVal val="0"/>
                                          </p:val>
                                        </p:tav>
                                        <p:tav tm="100000">
                                          <p:val>
                                            <p:strVal val="#ppt_w"/>
                                          </p:val>
                                        </p:tav>
                                      </p:tavLst>
                                    </p:anim>
                                    <p:anim calcmode="lin" valueType="num">
                                      <p:cBhvr>
                                        <p:cTn id="37" dur="500" fill="hold"/>
                                        <p:tgtEl>
                                          <p:spTgt spid="25"/>
                                        </p:tgtEl>
                                        <p:attrNameLst>
                                          <p:attrName>ppt_h</p:attrName>
                                        </p:attrNameLst>
                                      </p:cBhvr>
                                      <p:tavLst>
                                        <p:tav tm="0">
                                          <p:val>
                                            <p:fltVal val="0"/>
                                          </p:val>
                                        </p:tav>
                                        <p:tav tm="100000">
                                          <p:val>
                                            <p:strVal val="#ppt_h"/>
                                          </p:val>
                                        </p:tav>
                                      </p:tavLst>
                                    </p:anim>
                                    <p:animEffect transition="in" filter="fade">
                                      <p:cBhvr>
                                        <p:cTn id="38" dur="500"/>
                                        <p:tgtEl>
                                          <p:spTgt spid="25"/>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anim calcmode="lin" valueType="num">
                                      <p:cBhvr>
                                        <p:cTn id="41" dur="500" fill="hold"/>
                                        <p:tgtEl>
                                          <p:spTgt spid="27"/>
                                        </p:tgtEl>
                                        <p:attrNameLst>
                                          <p:attrName>ppt_w</p:attrName>
                                        </p:attrNameLst>
                                      </p:cBhvr>
                                      <p:tavLst>
                                        <p:tav tm="0">
                                          <p:val>
                                            <p:fltVal val="0"/>
                                          </p:val>
                                        </p:tav>
                                        <p:tav tm="100000">
                                          <p:val>
                                            <p:strVal val="#ppt_w"/>
                                          </p:val>
                                        </p:tav>
                                      </p:tavLst>
                                    </p:anim>
                                    <p:anim calcmode="lin" valueType="num">
                                      <p:cBhvr>
                                        <p:cTn id="42" dur="500" fill="hold"/>
                                        <p:tgtEl>
                                          <p:spTgt spid="27"/>
                                        </p:tgtEl>
                                        <p:attrNameLst>
                                          <p:attrName>ppt_h</p:attrName>
                                        </p:attrNameLst>
                                      </p:cBhvr>
                                      <p:tavLst>
                                        <p:tav tm="0">
                                          <p:val>
                                            <p:fltVal val="0"/>
                                          </p:val>
                                        </p:tav>
                                        <p:tav tm="100000">
                                          <p:val>
                                            <p:strVal val="#ppt_h"/>
                                          </p:val>
                                        </p:tav>
                                      </p:tavLst>
                                    </p:anim>
                                    <p:animEffect transition="in" filter="fade">
                                      <p:cBhvr>
                                        <p:cTn id="43" dur="500"/>
                                        <p:tgtEl>
                                          <p:spTgt spid="27"/>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 calcmode="lin" valueType="num">
                                      <p:cBhvr>
                                        <p:cTn id="46" dur="500" fill="hold"/>
                                        <p:tgtEl>
                                          <p:spTgt spid="28"/>
                                        </p:tgtEl>
                                        <p:attrNameLst>
                                          <p:attrName>ppt_w</p:attrName>
                                        </p:attrNameLst>
                                      </p:cBhvr>
                                      <p:tavLst>
                                        <p:tav tm="0">
                                          <p:val>
                                            <p:fltVal val="0"/>
                                          </p:val>
                                        </p:tav>
                                        <p:tav tm="100000">
                                          <p:val>
                                            <p:strVal val="#ppt_w"/>
                                          </p:val>
                                        </p:tav>
                                      </p:tavLst>
                                    </p:anim>
                                    <p:anim calcmode="lin" valueType="num">
                                      <p:cBhvr>
                                        <p:cTn id="47" dur="500" fill="hold"/>
                                        <p:tgtEl>
                                          <p:spTgt spid="28"/>
                                        </p:tgtEl>
                                        <p:attrNameLst>
                                          <p:attrName>ppt_h</p:attrName>
                                        </p:attrNameLst>
                                      </p:cBhvr>
                                      <p:tavLst>
                                        <p:tav tm="0">
                                          <p:val>
                                            <p:fltVal val="0"/>
                                          </p:val>
                                        </p:tav>
                                        <p:tav tm="100000">
                                          <p:val>
                                            <p:strVal val="#ppt_h"/>
                                          </p:val>
                                        </p:tav>
                                      </p:tavLst>
                                    </p:anim>
                                    <p:animEffect transition="in" filter="fade">
                                      <p:cBhvr>
                                        <p:cTn id="48" dur="500"/>
                                        <p:tgtEl>
                                          <p:spTgt spid="28"/>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 calcmode="lin" valueType="num">
                                      <p:cBhvr>
                                        <p:cTn id="51" dur="500" fill="hold"/>
                                        <p:tgtEl>
                                          <p:spTgt spid="29"/>
                                        </p:tgtEl>
                                        <p:attrNameLst>
                                          <p:attrName>ppt_w</p:attrName>
                                        </p:attrNameLst>
                                      </p:cBhvr>
                                      <p:tavLst>
                                        <p:tav tm="0">
                                          <p:val>
                                            <p:fltVal val="0"/>
                                          </p:val>
                                        </p:tav>
                                        <p:tav tm="100000">
                                          <p:val>
                                            <p:strVal val="#ppt_w"/>
                                          </p:val>
                                        </p:tav>
                                      </p:tavLst>
                                    </p:anim>
                                    <p:anim calcmode="lin" valueType="num">
                                      <p:cBhvr>
                                        <p:cTn id="52" dur="500" fill="hold"/>
                                        <p:tgtEl>
                                          <p:spTgt spid="29"/>
                                        </p:tgtEl>
                                        <p:attrNameLst>
                                          <p:attrName>ppt_h</p:attrName>
                                        </p:attrNameLst>
                                      </p:cBhvr>
                                      <p:tavLst>
                                        <p:tav tm="0">
                                          <p:val>
                                            <p:fltVal val="0"/>
                                          </p:val>
                                        </p:tav>
                                        <p:tav tm="100000">
                                          <p:val>
                                            <p:strVal val="#ppt_h"/>
                                          </p:val>
                                        </p:tav>
                                      </p:tavLst>
                                    </p:anim>
                                    <p:animEffect transition="in" filter="fade">
                                      <p:cBhvr>
                                        <p:cTn id="53" dur="500"/>
                                        <p:tgtEl>
                                          <p:spTgt spid="29"/>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 calcmode="lin" valueType="num">
                                      <p:cBhvr>
                                        <p:cTn id="56" dur="500" fill="hold"/>
                                        <p:tgtEl>
                                          <p:spTgt spid="30"/>
                                        </p:tgtEl>
                                        <p:attrNameLst>
                                          <p:attrName>ppt_w</p:attrName>
                                        </p:attrNameLst>
                                      </p:cBhvr>
                                      <p:tavLst>
                                        <p:tav tm="0">
                                          <p:val>
                                            <p:fltVal val="0"/>
                                          </p:val>
                                        </p:tav>
                                        <p:tav tm="100000">
                                          <p:val>
                                            <p:strVal val="#ppt_w"/>
                                          </p:val>
                                        </p:tav>
                                      </p:tavLst>
                                    </p:anim>
                                    <p:anim calcmode="lin" valueType="num">
                                      <p:cBhvr>
                                        <p:cTn id="57" dur="500" fill="hold"/>
                                        <p:tgtEl>
                                          <p:spTgt spid="30"/>
                                        </p:tgtEl>
                                        <p:attrNameLst>
                                          <p:attrName>ppt_h</p:attrName>
                                        </p:attrNameLst>
                                      </p:cBhvr>
                                      <p:tavLst>
                                        <p:tav tm="0">
                                          <p:val>
                                            <p:fltVal val="0"/>
                                          </p:val>
                                        </p:tav>
                                        <p:tav tm="100000">
                                          <p:val>
                                            <p:strVal val="#ppt_h"/>
                                          </p:val>
                                        </p:tav>
                                      </p:tavLst>
                                    </p:anim>
                                    <p:animEffect transition="in" filter="fade">
                                      <p:cBhvr>
                                        <p:cTn id="58" dur="500"/>
                                        <p:tgtEl>
                                          <p:spTgt spid="30"/>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anim calcmode="lin" valueType="num">
                                      <p:cBhvr>
                                        <p:cTn id="61" dur="500" fill="hold"/>
                                        <p:tgtEl>
                                          <p:spTgt spid="33"/>
                                        </p:tgtEl>
                                        <p:attrNameLst>
                                          <p:attrName>ppt_w</p:attrName>
                                        </p:attrNameLst>
                                      </p:cBhvr>
                                      <p:tavLst>
                                        <p:tav tm="0">
                                          <p:val>
                                            <p:fltVal val="0"/>
                                          </p:val>
                                        </p:tav>
                                        <p:tav tm="100000">
                                          <p:val>
                                            <p:strVal val="#ppt_w"/>
                                          </p:val>
                                        </p:tav>
                                      </p:tavLst>
                                    </p:anim>
                                    <p:anim calcmode="lin" valueType="num">
                                      <p:cBhvr>
                                        <p:cTn id="62" dur="500" fill="hold"/>
                                        <p:tgtEl>
                                          <p:spTgt spid="33"/>
                                        </p:tgtEl>
                                        <p:attrNameLst>
                                          <p:attrName>ppt_h</p:attrName>
                                        </p:attrNameLst>
                                      </p:cBhvr>
                                      <p:tavLst>
                                        <p:tav tm="0">
                                          <p:val>
                                            <p:fltVal val="0"/>
                                          </p:val>
                                        </p:tav>
                                        <p:tav tm="100000">
                                          <p:val>
                                            <p:strVal val="#ppt_h"/>
                                          </p:val>
                                        </p:tav>
                                      </p:tavLst>
                                    </p:anim>
                                    <p:animEffect transition="in" filter="fade">
                                      <p:cBhvr>
                                        <p:cTn id="63" dur="500"/>
                                        <p:tgtEl>
                                          <p:spTgt spid="33"/>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anim calcmode="lin" valueType="num">
                                      <p:cBhvr>
                                        <p:cTn id="66" dur="500" fill="hold"/>
                                        <p:tgtEl>
                                          <p:spTgt spid="35"/>
                                        </p:tgtEl>
                                        <p:attrNameLst>
                                          <p:attrName>ppt_w</p:attrName>
                                        </p:attrNameLst>
                                      </p:cBhvr>
                                      <p:tavLst>
                                        <p:tav tm="0">
                                          <p:val>
                                            <p:fltVal val="0"/>
                                          </p:val>
                                        </p:tav>
                                        <p:tav tm="100000">
                                          <p:val>
                                            <p:strVal val="#ppt_w"/>
                                          </p:val>
                                        </p:tav>
                                      </p:tavLst>
                                    </p:anim>
                                    <p:anim calcmode="lin" valueType="num">
                                      <p:cBhvr>
                                        <p:cTn id="67" dur="500" fill="hold"/>
                                        <p:tgtEl>
                                          <p:spTgt spid="35"/>
                                        </p:tgtEl>
                                        <p:attrNameLst>
                                          <p:attrName>ppt_h</p:attrName>
                                        </p:attrNameLst>
                                      </p:cBhvr>
                                      <p:tavLst>
                                        <p:tav tm="0">
                                          <p:val>
                                            <p:fltVal val="0"/>
                                          </p:val>
                                        </p:tav>
                                        <p:tav tm="100000">
                                          <p:val>
                                            <p:strVal val="#ppt_h"/>
                                          </p:val>
                                        </p:tav>
                                      </p:tavLst>
                                    </p:anim>
                                    <p:animEffect transition="in" filter="fade">
                                      <p:cBhvr>
                                        <p:cTn id="68" dur="500"/>
                                        <p:tgtEl>
                                          <p:spTgt spid="35"/>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36"/>
                                        </p:tgtEl>
                                        <p:attrNameLst>
                                          <p:attrName>style.visibility</p:attrName>
                                        </p:attrNameLst>
                                      </p:cBhvr>
                                      <p:to>
                                        <p:strVal val="visible"/>
                                      </p:to>
                                    </p:set>
                                    <p:anim calcmode="lin" valueType="num">
                                      <p:cBhvr>
                                        <p:cTn id="71" dur="500" fill="hold"/>
                                        <p:tgtEl>
                                          <p:spTgt spid="36"/>
                                        </p:tgtEl>
                                        <p:attrNameLst>
                                          <p:attrName>ppt_w</p:attrName>
                                        </p:attrNameLst>
                                      </p:cBhvr>
                                      <p:tavLst>
                                        <p:tav tm="0">
                                          <p:val>
                                            <p:fltVal val="0"/>
                                          </p:val>
                                        </p:tav>
                                        <p:tav tm="100000">
                                          <p:val>
                                            <p:strVal val="#ppt_w"/>
                                          </p:val>
                                        </p:tav>
                                      </p:tavLst>
                                    </p:anim>
                                    <p:anim calcmode="lin" valueType="num">
                                      <p:cBhvr>
                                        <p:cTn id="72" dur="500" fill="hold"/>
                                        <p:tgtEl>
                                          <p:spTgt spid="36"/>
                                        </p:tgtEl>
                                        <p:attrNameLst>
                                          <p:attrName>ppt_h</p:attrName>
                                        </p:attrNameLst>
                                      </p:cBhvr>
                                      <p:tavLst>
                                        <p:tav tm="0">
                                          <p:val>
                                            <p:fltVal val="0"/>
                                          </p:val>
                                        </p:tav>
                                        <p:tav tm="100000">
                                          <p:val>
                                            <p:strVal val="#ppt_h"/>
                                          </p:val>
                                        </p:tav>
                                      </p:tavLst>
                                    </p:anim>
                                    <p:animEffect transition="in" filter="fade">
                                      <p:cBhvr>
                                        <p:cTn id="73" dur="500"/>
                                        <p:tgtEl>
                                          <p:spTgt spid="36"/>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2"/>
                                        </p:tgtEl>
                                        <p:attrNameLst>
                                          <p:attrName>style.visibility</p:attrName>
                                        </p:attrNameLst>
                                      </p:cBhvr>
                                      <p:to>
                                        <p:strVal val="visible"/>
                                      </p:to>
                                    </p:set>
                                    <p:anim calcmode="lin" valueType="num">
                                      <p:cBhvr>
                                        <p:cTn id="76" dur="500" fill="hold"/>
                                        <p:tgtEl>
                                          <p:spTgt spid="2"/>
                                        </p:tgtEl>
                                        <p:attrNameLst>
                                          <p:attrName>ppt_w</p:attrName>
                                        </p:attrNameLst>
                                      </p:cBhvr>
                                      <p:tavLst>
                                        <p:tav tm="0">
                                          <p:val>
                                            <p:fltVal val="0"/>
                                          </p:val>
                                        </p:tav>
                                        <p:tav tm="100000">
                                          <p:val>
                                            <p:strVal val="#ppt_w"/>
                                          </p:val>
                                        </p:tav>
                                      </p:tavLst>
                                    </p:anim>
                                    <p:anim calcmode="lin" valueType="num">
                                      <p:cBhvr>
                                        <p:cTn id="77" dur="500" fill="hold"/>
                                        <p:tgtEl>
                                          <p:spTgt spid="2"/>
                                        </p:tgtEl>
                                        <p:attrNameLst>
                                          <p:attrName>ppt_h</p:attrName>
                                        </p:attrNameLst>
                                      </p:cBhvr>
                                      <p:tavLst>
                                        <p:tav tm="0">
                                          <p:val>
                                            <p:fltVal val="0"/>
                                          </p:val>
                                        </p:tav>
                                        <p:tav tm="100000">
                                          <p:val>
                                            <p:strVal val="#ppt_h"/>
                                          </p:val>
                                        </p:tav>
                                      </p:tavLst>
                                    </p:anim>
                                    <p:animEffect transition="in" filter="fade">
                                      <p:cBhvr>
                                        <p:cTn id="78" dur="500"/>
                                        <p:tgtEl>
                                          <p:spTgt spid="2"/>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4"/>
                                        </p:tgtEl>
                                        <p:attrNameLst>
                                          <p:attrName>style.visibility</p:attrName>
                                        </p:attrNameLst>
                                      </p:cBhvr>
                                      <p:to>
                                        <p:strVal val="visible"/>
                                      </p:to>
                                    </p:set>
                                    <p:anim calcmode="lin" valueType="num">
                                      <p:cBhvr>
                                        <p:cTn id="81" dur="500" fill="hold"/>
                                        <p:tgtEl>
                                          <p:spTgt spid="4"/>
                                        </p:tgtEl>
                                        <p:attrNameLst>
                                          <p:attrName>ppt_w</p:attrName>
                                        </p:attrNameLst>
                                      </p:cBhvr>
                                      <p:tavLst>
                                        <p:tav tm="0">
                                          <p:val>
                                            <p:fltVal val="0"/>
                                          </p:val>
                                        </p:tav>
                                        <p:tav tm="100000">
                                          <p:val>
                                            <p:strVal val="#ppt_w"/>
                                          </p:val>
                                        </p:tav>
                                      </p:tavLst>
                                    </p:anim>
                                    <p:anim calcmode="lin" valueType="num">
                                      <p:cBhvr>
                                        <p:cTn id="82" dur="500" fill="hold"/>
                                        <p:tgtEl>
                                          <p:spTgt spid="4"/>
                                        </p:tgtEl>
                                        <p:attrNameLst>
                                          <p:attrName>ppt_h</p:attrName>
                                        </p:attrNameLst>
                                      </p:cBhvr>
                                      <p:tavLst>
                                        <p:tav tm="0">
                                          <p:val>
                                            <p:fltVal val="0"/>
                                          </p:val>
                                        </p:tav>
                                        <p:tav tm="100000">
                                          <p:val>
                                            <p:strVal val="#ppt_h"/>
                                          </p:val>
                                        </p:tav>
                                      </p:tavLst>
                                    </p:anim>
                                    <p:animEffect transition="in" filter="fade">
                                      <p:cBhvr>
                                        <p:cTn id="83" dur="500"/>
                                        <p:tgtEl>
                                          <p:spTgt spid="4"/>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5"/>
                                        </p:tgtEl>
                                        <p:attrNameLst>
                                          <p:attrName>style.visibility</p:attrName>
                                        </p:attrNameLst>
                                      </p:cBhvr>
                                      <p:to>
                                        <p:strVal val="visible"/>
                                      </p:to>
                                    </p:set>
                                    <p:anim calcmode="lin" valueType="num">
                                      <p:cBhvr>
                                        <p:cTn id="86" dur="500" fill="hold"/>
                                        <p:tgtEl>
                                          <p:spTgt spid="5"/>
                                        </p:tgtEl>
                                        <p:attrNameLst>
                                          <p:attrName>ppt_w</p:attrName>
                                        </p:attrNameLst>
                                      </p:cBhvr>
                                      <p:tavLst>
                                        <p:tav tm="0">
                                          <p:val>
                                            <p:fltVal val="0"/>
                                          </p:val>
                                        </p:tav>
                                        <p:tav tm="100000">
                                          <p:val>
                                            <p:strVal val="#ppt_w"/>
                                          </p:val>
                                        </p:tav>
                                      </p:tavLst>
                                    </p:anim>
                                    <p:anim calcmode="lin" valueType="num">
                                      <p:cBhvr>
                                        <p:cTn id="87" dur="500" fill="hold"/>
                                        <p:tgtEl>
                                          <p:spTgt spid="5"/>
                                        </p:tgtEl>
                                        <p:attrNameLst>
                                          <p:attrName>ppt_h</p:attrName>
                                        </p:attrNameLst>
                                      </p:cBhvr>
                                      <p:tavLst>
                                        <p:tav tm="0">
                                          <p:val>
                                            <p:fltVal val="0"/>
                                          </p:val>
                                        </p:tav>
                                        <p:tav tm="100000">
                                          <p:val>
                                            <p:strVal val="#ppt_h"/>
                                          </p:val>
                                        </p:tav>
                                      </p:tavLst>
                                    </p:anim>
                                    <p:animEffect transition="in" filter="fade">
                                      <p:cBhvr>
                                        <p:cTn id="88" dur="500"/>
                                        <p:tgtEl>
                                          <p:spTgt spid="5"/>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6"/>
                                        </p:tgtEl>
                                        <p:attrNameLst>
                                          <p:attrName>style.visibility</p:attrName>
                                        </p:attrNameLst>
                                      </p:cBhvr>
                                      <p:to>
                                        <p:strVal val="visible"/>
                                      </p:to>
                                    </p:set>
                                    <p:anim calcmode="lin" valueType="num">
                                      <p:cBhvr>
                                        <p:cTn id="91" dur="500" fill="hold"/>
                                        <p:tgtEl>
                                          <p:spTgt spid="6"/>
                                        </p:tgtEl>
                                        <p:attrNameLst>
                                          <p:attrName>ppt_w</p:attrName>
                                        </p:attrNameLst>
                                      </p:cBhvr>
                                      <p:tavLst>
                                        <p:tav tm="0">
                                          <p:val>
                                            <p:fltVal val="0"/>
                                          </p:val>
                                        </p:tav>
                                        <p:tav tm="100000">
                                          <p:val>
                                            <p:strVal val="#ppt_w"/>
                                          </p:val>
                                        </p:tav>
                                      </p:tavLst>
                                    </p:anim>
                                    <p:anim calcmode="lin" valueType="num">
                                      <p:cBhvr>
                                        <p:cTn id="92" dur="500" fill="hold"/>
                                        <p:tgtEl>
                                          <p:spTgt spid="6"/>
                                        </p:tgtEl>
                                        <p:attrNameLst>
                                          <p:attrName>ppt_h</p:attrName>
                                        </p:attrNameLst>
                                      </p:cBhvr>
                                      <p:tavLst>
                                        <p:tav tm="0">
                                          <p:val>
                                            <p:fltVal val="0"/>
                                          </p:val>
                                        </p:tav>
                                        <p:tav tm="100000">
                                          <p:val>
                                            <p:strVal val="#ppt_h"/>
                                          </p:val>
                                        </p:tav>
                                      </p:tavLst>
                                    </p:anim>
                                    <p:animEffect transition="in" filter="fade">
                                      <p:cBhvr>
                                        <p:cTn id="93" dur="500"/>
                                        <p:tgtEl>
                                          <p:spTgt spid="6"/>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17"/>
                                        </p:tgtEl>
                                        <p:attrNameLst>
                                          <p:attrName>style.visibility</p:attrName>
                                        </p:attrNameLst>
                                      </p:cBhvr>
                                      <p:to>
                                        <p:strVal val="visible"/>
                                      </p:to>
                                    </p:set>
                                    <p:anim calcmode="lin" valueType="num">
                                      <p:cBhvr>
                                        <p:cTn id="96" dur="500" fill="hold"/>
                                        <p:tgtEl>
                                          <p:spTgt spid="17"/>
                                        </p:tgtEl>
                                        <p:attrNameLst>
                                          <p:attrName>ppt_w</p:attrName>
                                        </p:attrNameLst>
                                      </p:cBhvr>
                                      <p:tavLst>
                                        <p:tav tm="0">
                                          <p:val>
                                            <p:fltVal val="0"/>
                                          </p:val>
                                        </p:tav>
                                        <p:tav tm="100000">
                                          <p:val>
                                            <p:strVal val="#ppt_w"/>
                                          </p:val>
                                        </p:tav>
                                      </p:tavLst>
                                    </p:anim>
                                    <p:anim calcmode="lin" valueType="num">
                                      <p:cBhvr>
                                        <p:cTn id="97" dur="500" fill="hold"/>
                                        <p:tgtEl>
                                          <p:spTgt spid="17"/>
                                        </p:tgtEl>
                                        <p:attrNameLst>
                                          <p:attrName>ppt_h</p:attrName>
                                        </p:attrNameLst>
                                      </p:cBhvr>
                                      <p:tavLst>
                                        <p:tav tm="0">
                                          <p:val>
                                            <p:fltVal val="0"/>
                                          </p:val>
                                        </p:tav>
                                        <p:tav tm="100000">
                                          <p:val>
                                            <p:strVal val="#ppt_h"/>
                                          </p:val>
                                        </p:tav>
                                      </p:tavLst>
                                    </p:anim>
                                    <p:animEffect transition="in" filter="fade">
                                      <p:cBhvr>
                                        <p:cTn id="98" dur="500"/>
                                        <p:tgtEl>
                                          <p:spTgt spid="17"/>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18"/>
                                        </p:tgtEl>
                                        <p:attrNameLst>
                                          <p:attrName>style.visibility</p:attrName>
                                        </p:attrNameLst>
                                      </p:cBhvr>
                                      <p:to>
                                        <p:strVal val="visible"/>
                                      </p:to>
                                    </p:set>
                                    <p:anim calcmode="lin" valueType="num">
                                      <p:cBhvr>
                                        <p:cTn id="101" dur="500" fill="hold"/>
                                        <p:tgtEl>
                                          <p:spTgt spid="18"/>
                                        </p:tgtEl>
                                        <p:attrNameLst>
                                          <p:attrName>ppt_w</p:attrName>
                                        </p:attrNameLst>
                                      </p:cBhvr>
                                      <p:tavLst>
                                        <p:tav tm="0">
                                          <p:val>
                                            <p:fltVal val="0"/>
                                          </p:val>
                                        </p:tav>
                                        <p:tav tm="100000">
                                          <p:val>
                                            <p:strVal val="#ppt_w"/>
                                          </p:val>
                                        </p:tav>
                                      </p:tavLst>
                                    </p:anim>
                                    <p:anim calcmode="lin" valueType="num">
                                      <p:cBhvr>
                                        <p:cTn id="102" dur="500" fill="hold"/>
                                        <p:tgtEl>
                                          <p:spTgt spid="18"/>
                                        </p:tgtEl>
                                        <p:attrNameLst>
                                          <p:attrName>ppt_h</p:attrName>
                                        </p:attrNameLst>
                                      </p:cBhvr>
                                      <p:tavLst>
                                        <p:tav tm="0">
                                          <p:val>
                                            <p:fltVal val="0"/>
                                          </p:val>
                                        </p:tav>
                                        <p:tav tm="100000">
                                          <p:val>
                                            <p:strVal val="#ppt_h"/>
                                          </p:val>
                                        </p:tav>
                                      </p:tavLst>
                                    </p:anim>
                                    <p:animEffect transition="in" filter="fade">
                                      <p:cBhvr>
                                        <p:cTn id="103" dur="500"/>
                                        <p:tgtEl>
                                          <p:spTgt spid="18"/>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19"/>
                                        </p:tgtEl>
                                        <p:attrNameLst>
                                          <p:attrName>style.visibility</p:attrName>
                                        </p:attrNameLst>
                                      </p:cBhvr>
                                      <p:to>
                                        <p:strVal val="visible"/>
                                      </p:to>
                                    </p:set>
                                    <p:anim calcmode="lin" valueType="num">
                                      <p:cBhvr>
                                        <p:cTn id="106" dur="500" fill="hold"/>
                                        <p:tgtEl>
                                          <p:spTgt spid="19"/>
                                        </p:tgtEl>
                                        <p:attrNameLst>
                                          <p:attrName>ppt_w</p:attrName>
                                        </p:attrNameLst>
                                      </p:cBhvr>
                                      <p:tavLst>
                                        <p:tav tm="0">
                                          <p:val>
                                            <p:fltVal val="0"/>
                                          </p:val>
                                        </p:tav>
                                        <p:tav tm="100000">
                                          <p:val>
                                            <p:strVal val="#ppt_w"/>
                                          </p:val>
                                        </p:tav>
                                      </p:tavLst>
                                    </p:anim>
                                    <p:anim calcmode="lin" valueType="num">
                                      <p:cBhvr>
                                        <p:cTn id="107" dur="500" fill="hold"/>
                                        <p:tgtEl>
                                          <p:spTgt spid="19"/>
                                        </p:tgtEl>
                                        <p:attrNameLst>
                                          <p:attrName>ppt_h</p:attrName>
                                        </p:attrNameLst>
                                      </p:cBhvr>
                                      <p:tavLst>
                                        <p:tav tm="0">
                                          <p:val>
                                            <p:fltVal val="0"/>
                                          </p:val>
                                        </p:tav>
                                        <p:tav tm="100000">
                                          <p:val>
                                            <p:strVal val="#ppt_h"/>
                                          </p:val>
                                        </p:tav>
                                      </p:tavLst>
                                    </p:anim>
                                    <p:animEffect transition="in" filter="fade">
                                      <p:cBhvr>
                                        <p:cTn id="108" dur="500"/>
                                        <p:tgtEl>
                                          <p:spTgt spid="19"/>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22"/>
                                        </p:tgtEl>
                                        <p:attrNameLst>
                                          <p:attrName>style.visibility</p:attrName>
                                        </p:attrNameLst>
                                      </p:cBhvr>
                                      <p:to>
                                        <p:strVal val="visible"/>
                                      </p:to>
                                    </p:set>
                                    <p:anim calcmode="lin" valueType="num">
                                      <p:cBhvr>
                                        <p:cTn id="111" dur="500" fill="hold"/>
                                        <p:tgtEl>
                                          <p:spTgt spid="22"/>
                                        </p:tgtEl>
                                        <p:attrNameLst>
                                          <p:attrName>ppt_w</p:attrName>
                                        </p:attrNameLst>
                                      </p:cBhvr>
                                      <p:tavLst>
                                        <p:tav tm="0">
                                          <p:val>
                                            <p:fltVal val="0"/>
                                          </p:val>
                                        </p:tav>
                                        <p:tav tm="100000">
                                          <p:val>
                                            <p:strVal val="#ppt_w"/>
                                          </p:val>
                                        </p:tav>
                                      </p:tavLst>
                                    </p:anim>
                                    <p:anim calcmode="lin" valueType="num">
                                      <p:cBhvr>
                                        <p:cTn id="112" dur="500" fill="hold"/>
                                        <p:tgtEl>
                                          <p:spTgt spid="22"/>
                                        </p:tgtEl>
                                        <p:attrNameLst>
                                          <p:attrName>ppt_h</p:attrName>
                                        </p:attrNameLst>
                                      </p:cBhvr>
                                      <p:tavLst>
                                        <p:tav tm="0">
                                          <p:val>
                                            <p:fltVal val="0"/>
                                          </p:val>
                                        </p:tav>
                                        <p:tav tm="100000">
                                          <p:val>
                                            <p:strVal val="#ppt_h"/>
                                          </p:val>
                                        </p:tav>
                                      </p:tavLst>
                                    </p:anim>
                                    <p:animEffect transition="in" filter="fade">
                                      <p:cBhvr>
                                        <p:cTn id="113" dur="500"/>
                                        <p:tgtEl>
                                          <p:spTgt spid="22"/>
                                        </p:tgtEl>
                                      </p:cBhvr>
                                    </p:animEffect>
                                  </p:childTnLst>
                                </p:cTn>
                              </p:par>
                              <p:par>
                                <p:cTn id="114" presetID="53" presetClass="entr" presetSubtype="16" fill="hold" grpId="0" nodeType="withEffect">
                                  <p:stCondLst>
                                    <p:cond delay="0"/>
                                  </p:stCondLst>
                                  <p:childTnLst>
                                    <p:set>
                                      <p:cBhvr>
                                        <p:cTn id="115" dur="1" fill="hold">
                                          <p:stCondLst>
                                            <p:cond delay="0"/>
                                          </p:stCondLst>
                                        </p:cTn>
                                        <p:tgtEl>
                                          <p:spTgt spid="23"/>
                                        </p:tgtEl>
                                        <p:attrNameLst>
                                          <p:attrName>style.visibility</p:attrName>
                                        </p:attrNameLst>
                                      </p:cBhvr>
                                      <p:to>
                                        <p:strVal val="visible"/>
                                      </p:to>
                                    </p:set>
                                    <p:anim calcmode="lin" valueType="num">
                                      <p:cBhvr>
                                        <p:cTn id="116" dur="500" fill="hold"/>
                                        <p:tgtEl>
                                          <p:spTgt spid="23"/>
                                        </p:tgtEl>
                                        <p:attrNameLst>
                                          <p:attrName>ppt_w</p:attrName>
                                        </p:attrNameLst>
                                      </p:cBhvr>
                                      <p:tavLst>
                                        <p:tav tm="0">
                                          <p:val>
                                            <p:fltVal val="0"/>
                                          </p:val>
                                        </p:tav>
                                        <p:tav tm="100000">
                                          <p:val>
                                            <p:strVal val="#ppt_w"/>
                                          </p:val>
                                        </p:tav>
                                      </p:tavLst>
                                    </p:anim>
                                    <p:anim calcmode="lin" valueType="num">
                                      <p:cBhvr>
                                        <p:cTn id="117" dur="500" fill="hold"/>
                                        <p:tgtEl>
                                          <p:spTgt spid="23"/>
                                        </p:tgtEl>
                                        <p:attrNameLst>
                                          <p:attrName>ppt_h</p:attrName>
                                        </p:attrNameLst>
                                      </p:cBhvr>
                                      <p:tavLst>
                                        <p:tav tm="0">
                                          <p:val>
                                            <p:fltVal val="0"/>
                                          </p:val>
                                        </p:tav>
                                        <p:tav tm="100000">
                                          <p:val>
                                            <p:strVal val="#ppt_h"/>
                                          </p:val>
                                        </p:tav>
                                      </p:tavLst>
                                    </p:anim>
                                    <p:animEffect transition="in" filter="fade">
                                      <p:cBhvr>
                                        <p:cTn id="118" dur="500"/>
                                        <p:tgtEl>
                                          <p:spTgt spid="23"/>
                                        </p:tgtEl>
                                      </p:cBhvr>
                                    </p:animEffect>
                                  </p:childTnLst>
                                </p:cTn>
                              </p:par>
                              <p:par>
                                <p:cTn id="119" presetID="53" presetClass="entr" presetSubtype="16" fill="hold" grpId="0" nodeType="withEffect">
                                  <p:stCondLst>
                                    <p:cond delay="0"/>
                                  </p:stCondLst>
                                  <p:childTnLst>
                                    <p:set>
                                      <p:cBhvr>
                                        <p:cTn id="120" dur="1" fill="hold">
                                          <p:stCondLst>
                                            <p:cond delay="0"/>
                                          </p:stCondLst>
                                        </p:cTn>
                                        <p:tgtEl>
                                          <p:spTgt spid="24"/>
                                        </p:tgtEl>
                                        <p:attrNameLst>
                                          <p:attrName>style.visibility</p:attrName>
                                        </p:attrNameLst>
                                      </p:cBhvr>
                                      <p:to>
                                        <p:strVal val="visible"/>
                                      </p:to>
                                    </p:set>
                                    <p:anim calcmode="lin" valueType="num">
                                      <p:cBhvr>
                                        <p:cTn id="121" dur="500" fill="hold"/>
                                        <p:tgtEl>
                                          <p:spTgt spid="24"/>
                                        </p:tgtEl>
                                        <p:attrNameLst>
                                          <p:attrName>ppt_w</p:attrName>
                                        </p:attrNameLst>
                                      </p:cBhvr>
                                      <p:tavLst>
                                        <p:tav tm="0">
                                          <p:val>
                                            <p:fltVal val="0"/>
                                          </p:val>
                                        </p:tav>
                                        <p:tav tm="100000">
                                          <p:val>
                                            <p:strVal val="#ppt_w"/>
                                          </p:val>
                                        </p:tav>
                                      </p:tavLst>
                                    </p:anim>
                                    <p:anim calcmode="lin" valueType="num">
                                      <p:cBhvr>
                                        <p:cTn id="122" dur="500" fill="hold"/>
                                        <p:tgtEl>
                                          <p:spTgt spid="24"/>
                                        </p:tgtEl>
                                        <p:attrNameLst>
                                          <p:attrName>ppt_h</p:attrName>
                                        </p:attrNameLst>
                                      </p:cBhvr>
                                      <p:tavLst>
                                        <p:tav tm="0">
                                          <p:val>
                                            <p:fltVal val="0"/>
                                          </p:val>
                                        </p:tav>
                                        <p:tav tm="100000">
                                          <p:val>
                                            <p:strVal val="#ppt_h"/>
                                          </p:val>
                                        </p:tav>
                                      </p:tavLst>
                                    </p:anim>
                                    <p:animEffect transition="in" filter="fade">
                                      <p:cBhvr>
                                        <p:cTn id="123" dur="500"/>
                                        <p:tgtEl>
                                          <p:spTgt spid="24"/>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38"/>
                                        </p:tgtEl>
                                        <p:attrNameLst>
                                          <p:attrName>style.visibility</p:attrName>
                                        </p:attrNameLst>
                                      </p:cBhvr>
                                      <p:to>
                                        <p:strVal val="visible"/>
                                      </p:to>
                                    </p:set>
                                    <p:anim calcmode="lin" valueType="num">
                                      <p:cBhvr>
                                        <p:cTn id="126" dur="500" fill="hold"/>
                                        <p:tgtEl>
                                          <p:spTgt spid="38"/>
                                        </p:tgtEl>
                                        <p:attrNameLst>
                                          <p:attrName>ppt_w</p:attrName>
                                        </p:attrNameLst>
                                      </p:cBhvr>
                                      <p:tavLst>
                                        <p:tav tm="0">
                                          <p:val>
                                            <p:fltVal val="0"/>
                                          </p:val>
                                        </p:tav>
                                        <p:tav tm="100000">
                                          <p:val>
                                            <p:strVal val="#ppt_w"/>
                                          </p:val>
                                        </p:tav>
                                      </p:tavLst>
                                    </p:anim>
                                    <p:anim calcmode="lin" valueType="num">
                                      <p:cBhvr>
                                        <p:cTn id="127" dur="500" fill="hold"/>
                                        <p:tgtEl>
                                          <p:spTgt spid="38"/>
                                        </p:tgtEl>
                                        <p:attrNameLst>
                                          <p:attrName>ppt_h</p:attrName>
                                        </p:attrNameLst>
                                      </p:cBhvr>
                                      <p:tavLst>
                                        <p:tav tm="0">
                                          <p:val>
                                            <p:fltVal val="0"/>
                                          </p:val>
                                        </p:tav>
                                        <p:tav tm="100000">
                                          <p:val>
                                            <p:strVal val="#ppt_h"/>
                                          </p:val>
                                        </p:tav>
                                      </p:tavLst>
                                    </p:anim>
                                    <p:animEffect transition="in" filter="fade">
                                      <p:cBhvr>
                                        <p:cTn id="128" dur="500"/>
                                        <p:tgtEl>
                                          <p:spTgt spid="38"/>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39"/>
                                        </p:tgtEl>
                                        <p:attrNameLst>
                                          <p:attrName>style.visibility</p:attrName>
                                        </p:attrNameLst>
                                      </p:cBhvr>
                                      <p:to>
                                        <p:strVal val="visible"/>
                                      </p:to>
                                    </p:set>
                                    <p:anim calcmode="lin" valueType="num">
                                      <p:cBhvr>
                                        <p:cTn id="131" dur="500" fill="hold"/>
                                        <p:tgtEl>
                                          <p:spTgt spid="39"/>
                                        </p:tgtEl>
                                        <p:attrNameLst>
                                          <p:attrName>ppt_w</p:attrName>
                                        </p:attrNameLst>
                                      </p:cBhvr>
                                      <p:tavLst>
                                        <p:tav tm="0">
                                          <p:val>
                                            <p:fltVal val="0"/>
                                          </p:val>
                                        </p:tav>
                                        <p:tav tm="100000">
                                          <p:val>
                                            <p:strVal val="#ppt_w"/>
                                          </p:val>
                                        </p:tav>
                                      </p:tavLst>
                                    </p:anim>
                                    <p:anim calcmode="lin" valueType="num">
                                      <p:cBhvr>
                                        <p:cTn id="132" dur="500" fill="hold"/>
                                        <p:tgtEl>
                                          <p:spTgt spid="39"/>
                                        </p:tgtEl>
                                        <p:attrNameLst>
                                          <p:attrName>ppt_h</p:attrName>
                                        </p:attrNameLst>
                                      </p:cBhvr>
                                      <p:tavLst>
                                        <p:tav tm="0">
                                          <p:val>
                                            <p:fltVal val="0"/>
                                          </p:val>
                                        </p:tav>
                                        <p:tav tm="100000">
                                          <p:val>
                                            <p:strVal val="#ppt_h"/>
                                          </p:val>
                                        </p:tav>
                                      </p:tavLst>
                                    </p:anim>
                                    <p:animEffect transition="in" filter="fade">
                                      <p:cBhvr>
                                        <p:cTn id="133" dur="500"/>
                                        <p:tgtEl>
                                          <p:spTgt spid="39"/>
                                        </p:tgtEl>
                                      </p:cBhvr>
                                    </p:animEffect>
                                  </p:childTnLst>
                                </p:cTn>
                              </p:par>
                              <p:par>
                                <p:cTn id="134" presetID="53" presetClass="entr" presetSubtype="16" fill="hold" grpId="0" nodeType="withEffect">
                                  <p:stCondLst>
                                    <p:cond delay="0"/>
                                  </p:stCondLst>
                                  <p:childTnLst>
                                    <p:set>
                                      <p:cBhvr>
                                        <p:cTn id="135" dur="1" fill="hold">
                                          <p:stCondLst>
                                            <p:cond delay="0"/>
                                          </p:stCondLst>
                                        </p:cTn>
                                        <p:tgtEl>
                                          <p:spTgt spid="40"/>
                                        </p:tgtEl>
                                        <p:attrNameLst>
                                          <p:attrName>style.visibility</p:attrName>
                                        </p:attrNameLst>
                                      </p:cBhvr>
                                      <p:to>
                                        <p:strVal val="visible"/>
                                      </p:to>
                                    </p:set>
                                    <p:anim calcmode="lin" valueType="num">
                                      <p:cBhvr>
                                        <p:cTn id="136" dur="500" fill="hold"/>
                                        <p:tgtEl>
                                          <p:spTgt spid="40"/>
                                        </p:tgtEl>
                                        <p:attrNameLst>
                                          <p:attrName>ppt_w</p:attrName>
                                        </p:attrNameLst>
                                      </p:cBhvr>
                                      <p:tavLst>
                                        <p:tav tm="0">
                                          <p:val>
                                            <p:fltVal val="0"/>
                                          </p:val>
                                        </p:tav>
                                        <p:tav tm="100000">
                                          <p:val>
                                            <p:strVal val="#ppt_w"/>
                                          </p:val>
                                        </p:tav>
                                      </p:tavLst>
                                    </p:anim>
                                    <p:anim calcmode="lin" valueType="num">
                                      <p:cBhvr>
                                        <p:cTn id="137" dur="500" fill="hold"/>
                                        <p:tgtEl>
                                          <p:spTgt spid="40"/>
                                        </p:tgtEl>
                                        <p:attrNameLst>
                                          <p:attrName>ppt_h</p:attrName>
                                        </p:attrNameLst>
                                      </p:cBhvr>
                                      <p:tavLst>
                                        <p:tav tm="0">
                                          <p:val>
                                            <p:fltVal val="0"/>
                                          </p:val>
                                        </p:tav>
                                        <p:tav tm="100000">
                                          <p:val>
                                            <p:strVal val="#ppt_h"/>
                                          </p:val>
                                        </p:tav>
                                      </p:tavLst>
                                    </p:anim>
                                    <p:animEffect transition="in" filter="fade">
                                      <p:cBhvr>
                                        <p:cTn id="138" dur="500"/>
                                        <p:tgtEl>
                                          <p:spTgt spid="40"/>
                                        </p:tgtEl>
                                      </p:cBhvr>
                                    </p:animEffect>
                                  </p:childTnLst>
                                </p:cTn>
                              </p:par>
                              <p:par>
                                <p:cTn id="139" presetID="53" presetClass="entr" presetSubtype="16" fill="hold" grpId="0" nodeType="withEffect">
                                  <p:stCondLst>
                                    <p:cond delay="0"/>
                                  </p:stCondLst>
                                  <p:childTnLst>
                                    <p:set>
                                      <p:cBhvr>
                                        <p:cTn id="140" dur="1" fill="hold">
                                          <p:stCondLst>
                                            <p:cond delay="0"/>
                                          </p:stCondLst>
                                        </p:cTn>
                                        <p:tgtEl>
                                          <p:spTgt spid="41"/>
                                        </p:tgtEl>
                                        <p:attrNameLst>
                                          <p:attrName>style.visibility</p:attrName>
                                        </p:attrNameLst>
                                      </p:cBhvr>
                                      <p:to>
                                        <p:strVal val="visible"/>
                                      </p:to>
                                    </p:set>
                                    <p:anim calcmode="lin" valueType="num">
                                      <p:cBhvr>
                                        <p:cTn id="141" dur="500" fill="hold"/>
                                        <p:tgtEl>
                                          <p:spTgt spid="41"/>
                                        </p:tgtEl>
                                        <p:attrNameLst>
                                          <p:attrName>ppt_w</p:attrName>
                                        </p:attrNameLst>
                                      </p:cBhvr>
                                      <p:tavLst>
                                        <p:tav tm="0">
                                          <p:val>
                                            <p:fltVal val="0"/>
                                          </p:val>
                                        </p:tav>
                                        <p:tav tm="100000">
                                          <p:val>
                                            <p:strVal val="#ppt_w"/>
                                          </p:val>
                                        </p:tav>
                                      </p:tavLst>
                                    </p:anim>
                                    <p:anim calcmode="lin" valueType="num">
                                      <p:cBhvr>
                                        <p:cTn id="142" dur="500" fill="hold"/>
                                        <p:tgtEl>
                                          <p:spTgt spid="41"/>
                                        </p:tgtEl>
                                        <p:attrNameLst>
                                          <p:attrName>ppt_h</p:attrName>
                                        </p:attrNameLst>
                                      </p:cBhvr>
                                      <p:tavLst>
                                        <p:tav tm="0">
                                          <p:val>
                                            <p:fltVal val="0"/>
                                          </p:val>
                                        </p:tav>
                                        <p:tav tm="100000">
                                          <p:val>
                                            <p:strVal val="#ppt_h"/>
                                          </p:val>
                                        </p:tav>
                                      </p:tavLst>
                                    </p:anim>
                                    <p:animEffect transition="in" filter="fade">
                                      <p:cBhvr>
                                        <p:cTn id="143" dur="500"/>
                                        <p:tgtEl>
                                          <p:spTgt spid="41"/>
                                        </p:tgtEl>
                                      </p:cBhvr>
                                    </p:animEffect>
                                  </p:childTnLst>
                                </p:cTn>
                              </p:par>
                              <p:par>
                                <p:cTn id="144" presetID="53" presetClass="entr" presetSubtype="16" fill="hold" grpId="0" nodeType="withEffect">
                                  <p:stCondLst>
                                    <p:cond delay="0"/>
                                  </p:stCondLst>
                                  <p:childTnLst>
                                    <p:set>
                                      <p:cBhvr>
                                        <p:cTn id="145" dur="1" fill="hold">
                                          <p:stCondLst>
                                            <p:cond delay="0"/>
                                          </p:stCondLst>
                                        </p:cTn>
                                        <p:tgtEl>
                                          <p:spTgt spid="42"/>
                                        </p:tgtEl>
                                        <p:attrNameLst>
                                          <p:attrName>style.visibility</p:attrName>
                                        </p:attrNameLst>
                                      </p:cBhvr>
                                      <p:to>
                                        <p:strVal val="visible"/>
                                      </p:to>
                                    </p:set>
                                    <p:anim calcmode="lin" valueType="num">
                                      <p:cBhvr>
                                        <p:cTn id="146" dur="500" fill="hold"/>
                                        <p:tgtEl>
                                          <p:spTgt spid="42"/>
                                        </p:tgtEl>
                                        <p:attrNameLst>
                                          <p:attrName>ppt_w</p:attrName>
                                        </p:attrNameLst>
                                      </p:cBhvr>
                                      <p:tavLst>
                                        <p:tav tm="0">
                                          <p:val>
                                            <p:fltVal val="0"/>
                                          </p:val>
                                        </p:tav>
                                        <p:tav tm="100000">
                                          <p:val>
                                            <p:strVal val="#ppt_w"/>
                                          </p:val>
                                        </p:tav>
                                      </p:tavLst>
                                    </p:anim>
                                    <p:anim calcmode="lin" valueType="num">
                                      <p:cBhvr>
                                        <p:cTn id="147" dur="500" fill="hold"/>
                                        <p:tgtEl>
                                          <p:spTgt spid="42"/>
                                        </p:tgtEl>
                                        <p:attrNameLst>
                                          <p:attrName>ppt_h</p:attrName>
                                        </p:attrNameLst>
                                      </p:cBhvr>
                                      <p:tavLst>
                                        <p:tav tm="0">
                                          <p:val>
                                            <p:fltVal val="0"/>
                                          </p:val>
                                        </p:tav>
                                        <p:tav tm="100000">
                                          <p:val>
                                            <p:strVal val="#ppt_h"/>
                                          </p:val>
                                        </p:tav>
                                      </p:tavLst>
                                    </p:anim>
                                    <p:animEffect transition="in" filter="fade">
                                      <p:cBhvr>
                                        <p:cTn id="148" dur="500"/>
                                        <p:tgtEl>
                                          <p:spTgt spid="42"/>
                                        </p:tgtEl>
                                      </p:cBhvr>
                                    </p:animEffect>
                                  </p:childTnLst>
                                </p:cTn>
                              </p:par>
                              <p:par>
                                <p:cTn id="149" presetID="53" presetClass="entr" presetSubtype="16" fill="hold" grpId="0" nodeType="withEffect">
                                  <p:stCondLst>
                                    <p:cond delay="0"/>
                                  </p:stCondLst>
                                  <p:childTnLst>
                                    <p:set>
                                      <p:cBhvr>
                                        <p:cTn id="150" dur="1" fill="hold">
                                          <p:stCondLst>
                                            <p:cond delay="0"/>
                                          </p:stCondLst>
                                        </p:cTn>
                                        <p:tgtEl>
                                          <p:spTgt spid="46"/>
                                        </p:tgtEl>
                                        <p:attrNameLst>
                                          <p:attrName>style.visibility</p:attrName>
                                        </p:attrNameLst>
                                      </p:cBhvr>
                                      <p:to>
                                        <p:strVal val="visible"/>
                                      </p:to>
                                    </p:set>
                                    <p:anim calcmode="lin" valueType="num">
                                      <p:cBhvr>
                                        <p:cTn id="151" dur="500" fill="hold"/>
                                        <p:tgtEl>
                                          <p:spTgt spid="46"/>
                                        </p:tgtEl>
                                        <p:attrNameLst>
                                          <p:attrName>ppt_w</p:attrName>
                                        </p:attrNameLst>
                                      </p:cBhvr>
                                      <p:tavLst>
                                        <p:tav tm="0">
                                          <p:val>
                                            <p:fltVal val="0"/>
                                          </p:val>
                                        </p:tav>
                                        <p:tav tm="100000">
                                          <p:val>
                                            <p:strVal val="#ppt_w"/>
                                          </p:val>
                                        </p:tav>
                                      </p:tavLst>
                                    </p:anim>
                                    <p:anim calcmode="lin" valueType="num">
                                      <p:cBhvr>
                                        <p:cTn id="152" dur="500" fill="hold"/>
                                        <p:tgtEl>
                                          <p:spTgt spid="46"/>
                                        </p:tgtEl>
                                        <p:attrNameLst>
                                          <p:attrName>ppt_h</p:attrName>
                                        </p:attrNameLst>
                                      </p:cBhvr>
                                      <p:tavLst>
                                        <p:tav tm="0">
                                          <p:val>
                                            <p:fltVal val="0"/>
                                          </p:val>
                                        </p:tav>
                                        <p:tav tm="100000">
                                          <p:val>
                                            <p:strVal val="#ppt_h"/>
                                          </p:val>
                                        </p:tav>
                                      </p:tavLst>
                                    </p:anim>
                                    <p:animEffect transition="in" filter="fade">
                                      <p:cBhvr>
                                        <p:cTn id="153" dur="500"/>
                                        <p:tgtEl>
                                          <p:spTgt spid="46"/>
                                        </p:tgtEl>
                                      </p:cBhvr>
                                    </p:animEffect>
                                  </p:childTnLst>
                                </p:cTn>
                              </p:par>
                              <p:par>
                                <p:cTn id="154" presetID="53" presetClass="entr" presetSubtype="16" fill="hold" grpId="0" nodeType="withEffect">
                                  <p:stCondLst>
                                    <p:cond delay="0"/>
                                  </p:stCondLst>
                                  <p:childTnLst>
                                    <p:set>
                                      <p:cBhvr>
                                        <p:cTn id="155" dur="1" fill="hold">
                                          <p:stCondLst>
                                            <p:cond delay="0"/>
                                          </p:stCondLst>
                                        </p:cTn>
                                        <p:tgtEl>
                                          <p:spTgt spid="49"/>
                                        </p:tgtEl>
                                        <p:attrNameLst>
                                          <p:attrName>style.visibility</p:attrName>
                                        </p:attrNameLst>
                                      </p:cBhvr>
                                      <p:to>
                                        <p:strVal val="visible"/>
                                      </p:to>
                                    </p:set>
                                    <p:anim calcmode="lin" valueType="num">
                                      <p:cBhvr>
                                        <p:cTn id="156" dur="500" fill="hold"/>
                                        <p:tgtEl>
                                          <p:spTgt spid="49"/>
                                        </p:tgtEl>
                                        <p:attrNameLst>
                                          <p:attrName>ppt_w</p:attrName>
                                        </p:attrNameLst>
                                      </p:cBhvr>
                                      <p:tavLst>
                                        <p:tav tm="0">
                                          <p:val>
                                            <p:fltVal val="0"/>
                                          </p:val>
                                        </p:tav>
                                        <p:tav tm="100000">
                                          <p:val>
                                            <p:strVal val="#ppt_w"/>
                                          </p:val>
                                        </p:tav>
                                      </p:tavLst>
                                    </p:anim>
                                    <p:anim calcmode="lin" valueType="num">
                                      <p:cBhvr>
                                        <p:cTn id="157" dur="500" fill="hold"/>
                                        <p:tgtEl>
                                          <p:spTgt spid="49"/>
                                        </p:tgtEl>
                                        <p:attrNameLst>
                                          <p:attrName>ppt_h</p:attrName>
                                        </p:attrNameLst>
                                      </p:cBhvr>
                                      <p:tavLst>
                                        <p:tav tm="0">
                                          <p:val>
                                            <p:fltVal val="0"/>
                                          </p:val>
                                        </p:tav>
                                        <p:tav tm="100000">
                                          <p:val>
                                            <p:strVal val="#ppt_h"/>
                                          </p:val>
                                        </p:tav>
                                      </p:tavLst>
                                    </p:anim>
                                    <p:animEffect transition="in" filter="fade">
                                      <p:cBhvr>
                                        <p:cTn id="158" dur="500"/>
                                        <p:tgtEl>
                                          <p:spTgt spid="49"/>
                                        </p:tgtEl>
                                      </p:cBhvr>
                                    </p:animEffect>
                                  </p:childTnLst>
                                </p:cTn>
                              </p:par>
                              <p:par>
                                <p:cTn id="159" presetID="53" presetClass="entr" presetSubtype="16" fill="hold" grpId="0" nodeType="withEffect">
                                  <p:stCondLst>
                                    <p:cond delay="0"/>
                                  </p:stCondLst>
                                  <p:childTnLst>
                                    <p:set>
                                      <p:cBhvr>
                                        <p:cTn id="160" dur="1" fill="hold">
                                          <p:stCondLst>
                                            <p:cond delay="0"/>
                                          </p:stCondLst>
                                        </p:cTn>
                                        <p:tgtEl>
                                          <p:spTgt spid="50"/>
                                        </p:tgtEl>
                                        <p:attrNameLst>
                                          <p:attrName>style.visibility</p:attrName>
                                        </p:attrNameLst>
                                      </p:cBhvr>
                                      <p:to>
                                        <p:strVal val="visible"/>
                                      </p:to>
                                    </p:set>
                                    <p:anim calcmode="lin" valueType="num">
                                      <p:cBhvr>
                                        <p:cTn id="161" dur="500" fill="hold"/>
                                        <p:tgtEl>
                                          <p:spTgt spid="50"/>
                                        </p:tgtEl>
                                        <p:attrNameLst>
                                          <p:attrName>ppt_w</p:attrName>
                                        </p:attrNameLst>
                                      </p:cBhvr>
                                      <p:tavLst>
                                        <p:tav tm="0">
                                          <p:val>
                                            <p:fltVal val="0"/>
                                          </p:val>
                                        </p:tav>
                                        <p:tav tm="100000">
                                          <p:val>
                                            <p:strVal val="#ppt_w"/>
                                          </p:val>
                                        </p:tav>
                                      </p:tavLst>
                                    </p:anim>
                                    <p:anim calcmode="lin" valueType="num">
                                      <p:cBhvr>
                                        <p:cTn id="162" dur="500" fill="hold"/>
                                        <p:tgtEl>
                                          <p:spTgt spid="50"/>
                                        </p:tgtEl>
                                        <p:attrNameLst>
                                          <p:attrName>ppt_h</p:attrName>
                                        </p:attrNameLst>
                                      </p:cBhvr>
                                      <p:tavLst>
                                        <p:tav tm="0">
                                          <p:val>
                                            <p:fltVal val="0"/>
                                          </p:val>
                                        </p:tav>
                                        <p:tav tm="100000">
                                          <p:val>
                                            <p:strVal val="#ppt_h"/>
                                          </p:val>
                                        </p:tav>
                                      </p:tavLst>
                                    </p:anim>
                                    <p:animEffect transition="in" filter="fade">
                                      <p:cBhvr>
                                        <p:cTn id="163" dur="500"/>
                                        <p:tgtEl>
                                          <p:spTgt spid="50"/>
                                        </p:tgtEl>
                                      </p:cBhvr>
                                    </p:animEffect>
                                  </p:childTnLst>
                                </p:cTn>
                              </p:par>
                              <p:par>
                                <p:cTn id="164" presetID="53" presetClass="entr" presetSubtype="16" fill="hold" grpId="0" nodeType="withEffect">
                                  <p:stCondLst>
                                    <p:cond delay="0"/>
                                  </p:stCondLst>
                                  <p:childTnLst>
                                    <p:set>
                                      <p:cBhvr>
                                        <p:cTn id="165" dur="1" fill="hold">
                                          <p:stCondLst>
                                            <p:cond delay="0"/>
                                          </p:stCondLst>
                                        </p:cTn>
                                        <p:tgtEl>
                                          <p:spTgt spid="51"/>
                                        </p:tgtEl>
                                        <p:attrNameLst>
                                          <p:attrName>style.visibility</p:attrName>
                                        </p:attrNameLst>
                                      </p:cBhvr>
                                      <p:to>
                                        <p:strVal val="visible"/>
                                      </p:to>
                                    </p:set>
                                    <p:anim calcmode="lin" valueType="num">
                                      <p:cBhvr>
                                        <p:cTn id="166" dur="500" fill="hold"/>
                                        <p:tgtEl>
                                          <p:spTgt spid="51"/>
                                        </p:tgtEl>
                                        <p:attrNameLst>
                                          <p:attrName>ppt_w</p:attrName>
                                        </p:attrNameLst>
                                      </p:cBhvr>
                                      <p:tavLst>
                                        <p:tav tm="0">
                                          <p:val>
                                            <p:fltVal val="0"/>
                                          </p:val>
                                        </p:tav>
                                        <p:tav tm="100000">
                                          <p:val>
                                            <p:strVal val="#ppt_w"/>
                                          </p:val>
                                        </p:tav>
                                      </p:tavLst>
                                    </p:anim>
                                    <p:anim calcmode="lin" valueType="num">
                                      <p:cBhvr>
                                        <p:cTn id="167" dur="500" fill="hold"/>
                                        <p:tgtEl>
                                          <p:spTgt spid="51"/>
                                        </p:tgtEl>
                                        <p:attrNameLst>
                                          <p:attrName>ppt_h</p:attrName>
                                        </p:attrNameLst>
                                      </p:cBhvr>
                                      <p:tavLst>
                                        <p:tav tm="0">
                                          <p:val>
                                            <p:fltVal val="0"/>
                                          </p:val>
                                        </p:tav>
                                        <p:tav tm="100000">
                                          <p:val>
                                            <p:strVal val="#ppt_h"/>
                                          </p:val>
                                        </p:tav>
                                      </p:tavLst>
                                    </p:anim>
                                    <p:animEffect transition="in" filter="fade">
                                      <p:cBhvr>
                                        <p:cTn id="168" dur="500"/>
                                        <p:tgtEl>
                                          <p:spTgt spid="51"/>
                                        </p:tgtEl>
                                      </p:cBhvr>
                                    </p:animEffect>
                                  </p:childTnLst>
                                </p:cTn>
                              </p:par>
                              <p:par>
                                <p:cTn id="169" presetID="53" presetClass="entr" presetSubtype="16" fill="hold" grpId="0" nodeType="withEffect">
                                  <p:stCondLst>
                                    <p:cond delay="0"/>
                                  </p:stCondLst>
                                  <p:childTnLst>
                                    <p:set>
                                      <p:cBhvr>
                                        <p:cTn id="170" dur="1" fill="hold">
                                          <p:stCondLst>
                                            <p:cond delay="0"/>
                                          </p:stCondLst>
                                        </p:cTn>
                                        <p:tgtEl>
                                          <p:spTgt spid="52"/>
                                        </p:tgtEl>
                                        <p:attrNameLst>
                                          <p:attrName>style.visibility</p:attrName>
                                        </p:attrNameLst>
                                      </p:cBhvr>
                                      <p:to>
                                        <p:strVal val="visible"/>
                                      </p:to>
                                    </p:set>
                                    <p:anim calcmode="lin" valueType="num">
                                      <p:cBhvr>
                                        <p:cTn id="171" dur="500" fill="hold"/>
                                        <p:tgtEl>
                                          <p:spTgt spid="52"/>
                                        </p:tgtEl>
                                        <p:attrNameLst>
                                          <p:attrName>ppt_w</p:attrName>
                                        </p:attrNameLst>
                                      </p:cBhvr>
                                      <p:tavLst>
                                        <p:tav tm="0">
                                          <p:val>
                                            <p:fltVal val="0"/>
                                          </p:val>
                                        </p:tav>
                                        <p:tav tm="100000">
                                          <p:val>
                                            <p:strVal val="#ppt_w"/>
                                          </p:val>
                                        </p:tav>
                                      </p:tavLst>
                                    </p:anim>
                                    <p:anim calcmode="lin" valueType="num">
                                      <p:cBhvr>
                                        <p:cTn id="172" dur="500" fill="hold"/>
                                        <p:tgtEl>
                                          <p:spTgt spid="52"/>
                                        </p:tgtEl>
                                        <p:attrNameLst>
                                          <p:attrName>ppt_h</p:attrName>
                                        </p:attrNameLst>
                                      </p:cBhvr>
                                      <p:tavLst>
                                        <p:tav tm="0">
                                          <p:val>
                                            <p:fltVal val="0"/>
                                          </p:val>
                                        </p:tav>
                                        <p:tav tm="100000">
                                          <p:val>
                                            <p:strVal val="#ppt_h"/>
                                          </p:val>
                                        </p:tav>
                                      </p:tavLst>
                                    </p:anim>
                                    <p:animEffect transition="in" filter="fade">
                                      <p:cBhvr>
                                        <p:cTn id="173" dur="500"/>
                                        <p:tgtEl>
                                          <p:spTgt spid="52"/>
                                        </p:tgtEl>
                                      </p:cBhvr>
                                    </p:animEffect>
                                  </p:childTnLst>
                                </p:cTn>
                              </p:par>
                              <p:par>
                                <p:cTn id="174" presetID="53" presetClass="entr" presetSubtype="16" fill="hold" grpId="0" nodeType="withEffect">
                                  <p:stCondLst>
                                    <p:cond delay="0"/>
                                  </p:stCondLst>
                                  <p:childTnLst>
                                    <p:set>
                                      <p:cBhvr>
                                        <p:cTn id="175" dur="1" fill="hold">
                                          <p:stCondLst>
                                            <p:cond delay="0"/>
                                          </p:stCondLst>
                                        </p:cTn>
                                        <p:tgtEl>
                                          <p:spTgt spid="53"/>
                                        </p:tgtEl>
                                        <p:attrNameLst>
                                          <p:attrName>style.visibility</p:attrName>
                                        </p:attrNameLst>
                                      </p:cBhvr>
                                      <p:to>
                                        <p:strVal val="visible"/>
                                      </p:to>
                                    </p:set>
                                    <p:anim calcmode="lin" valueType="num">
                                      <p:cBhvr>
                                        <p:cTn id="176" dur="500" fill="hold"/>
                                        <p:tgtEl>
                                          <p:spTgt spid="53"/>
                                        </p:tgtEl>
                                        <p:attrNameLst>
                                          <p:attrName>ppt_w</p:attrName>
                                        </p:attrNameLst>
                                      </p:cBhvr>
                                      <p:tavLst>
                                        <p:tav tm="0">
                                          <p:val>
                                            <p:fltVal val="0"/>
                                          </p:val>
                                        </p:tav>
                                        <p:tav tm="100000">
                                          <p:val>
                                            <p:strVal val="#ppt_w"/>
                                          </p:val>
                                        </p:tav>
                                      </p:tavLst>
                                    </p:anim>
                                    <p:anim calcmode="lin" valueType="num">
                                      <p:cBhvr>
                                        <p:cTn id="177" dur="500" fill="hold"/>
                                        <p:tgtEl>
                                          <p:spTgt spid="53"/>
                                        </p:tgtEl>
                                        <p:attrNameLst>
                                          <p:attrName>ppt_h</p:attrName>
                                        </p:attrNameLst>
                                      </p:cBhvr>
                                      <p:tavLst>
                                        <p:tav tm="0">
                                          <p:val>
                                            <p:fltVal val="0"/>
                                          </p:val>
                                        </p:tav>
                                        <p:tav tm="100000">
                                          <p:val>
                                            <p:strVal val="#ppt_h"/>
                                          </p:val>
                                        </p:tav>
                                      </p:tavLst>
                                    </p:anim>
                                    <p:animEffect transition="in" filter="fade">
                                      <p:cBhvr>
                                        <p:cTn id="178" dur="500"/>
                                        <p:tgtEl>
                                          <p:spTgt spid="53"/>
                                        </p:tgtEl>
                                      </p:cBhvr>
                                    </p:animEffect>
                                  </p:childTnLst>
                                </p:cTn>
                              </p:par>
                              <p:par>
                                <p:cTn id="179" presetID="53" presetClass="entr" presetSubtype="16" fill="hold" grpId="0" nodeType="withEffect">
                                  <p:stCondLst>
                                    <p:cond delay="0"/>
                                  </p:stCondLst>
                                  <p:childTnLst>
                                    <p:set>
                                      <p:cBhvr>
                                        <p:cTn id="180" dur="1" fill="hold">
                                          <p:stCondLst>
                                            <p:cond delay="0"/>
                                          </p:stCondLst>
                                        </p:cTn>
                                        <p:tgtEl>
                                          <p:spTgt spid="54"/>
                                        </p:tgtEl>
                                        <p:attrNameLst>
                                          <p:attrName>style.visibility</p:attrName>
                                        </p:attrNameLst>
                                      </p:cBhvr>
                                      <p:to>
                                        <p:strVal val="visible"/>
                                      </p:to>
                                    </p:set>
                                    <p:anim calcmode="lin" valueType="num">
                                      <p:cBhvr>
                                        <p:cTn id="181" dur="500" fill="hold"/>
                                        <p:tgtEl>
                                          <p:spTgt spid="54"/>
                                        </p:tgtEl>
                                        <p:attrNameLst>
                                          <p:attrName>ppt_w</p:attrName>
                                        </p:attrNameLst>
                                      </p:cBhvr>
                                      <p:tavLst>
                                        <p:tav tm="0">
                                          <p:val>
                                            <p:fltVal val="0"/>
                                          </p:val>
                                        </p:tav>
                                        <p:tav tm="100000">
                                          <p:val>
                                            <p:strVal val="#ppt_w"/>
                                          </p:val>
                                        </p:tav>
                                      </p:tavLst>
                                    </p:anim>
                                    <p:anim calcmode="lin" valueType="num">
                                      <p:cBhvr>
                                        <p:cTn id="182" dur="500" fill="hold"/>
                                        <p:tgtEl>
                                          <p:spTgt spid="54"/>
                                        </p:tgtEl>
                                        <p:attrNameLst>
                                          <p:attrName>ppt_h</p:attrName>
                                        </p:attrNameLst>
                                      </p:cBhvr>
                                      <p:tavLst>
                                        <p:tav tm="0">
                                          <p:val>
                                            <p:fltVal val="0"/>
                                          </p:val>
                                        </p:tav>
                                        <p:tav tm="100000">
                                          <p:val>
                                            <p:strVal val="#ppt_h"/>
                                          </p:val>
                                        </p:tav>
                                      </p:tavLst>
                                    </p:anim>
                                    <p:animEffect transition="in" filter="fade">
                                      <p:cBhvr>
                                        <p:cTn id="183" dur="500"/>
                                        <p:tgtEl>
                                          <p:spTgt spid="54"/>
                                        </p:tgtEl>
                                      </p:cBhvr>
                                    </p:animEffect>
                                  </p:childTnLst>
                                </p:cTn>
                              </p:par>
                              <p:par>
                                <p:cTn id="184" presetID="53" presetClass="entr" presetSubtype="16" fill="hold" grpId="0" nodeType="withEffect">
                                  <p:stCondLst>
                                    <p:cond delay="0"/>
                                  </p:stCondLst>
                                  <p:childTnLst>
                                    <p:set>
                                      <p:cBhvr>
                                        <p:cTn id="185" dur="1" fill="hold">
                                          <p:stCondLst>
                                            <p:cond delay="0"/>
                                          </p:stCondLst>
                                        </p:cTn>
                                        <p:tgtEl>
                                          <p:spTgt spid="55"/>
                                        </p:tgtEl>
                                        <p:attrNameLst>
                                          <p:attrName>style.visibility</p:attrName>
                                        </p:attrNameLst>
                                      </p:cBhvr>
                                      <p:to>
                                        <p:strVal val="visible"/>
                                      </p:to>
                                    </p:set>
                                    <p:anim calcmode="lin" valueType="num">
                                      <p:cBhvr>
                                        <p:cTn id="186" dur="500" fill="hold"/>
                                        <p:tgtEl>
                                          <p:spTgt spid="55"/>
                                        </p:tgtEl>
                                        <p:attrNameLst>
                                          <p:attrName>ppt_w</p:attrName>
                                        </p:attrNameLst>
                                      </p:cBhvr>
                                      <p:tavLst>
                                        <p:tav tm="0">
                                          <p:val>
                                            <p:fltVal val="0"/>
                                          </p:val>
                                        </p:tav>
                                        <p:tav tm="100000">
                                          <p:val>
                                            <p:strVal val="#ppt_w"/>
                                          </p:val>
                                        </p:tav>
                                      </p:tavLst>
                                    </p:anim>
                                    <p:anim calcmode="lin" valueType="num">
                                      <p:cBhvr>
                                        <p:cTn id="187" dur="500" fill="hold"/>
                                        <p:tgtEl>
                                          <p:spTgt spid="55"/>
                                        </p:tgtEl>
                                        <p:attrNameLst>
                                          <p:attrName>ppt_h</p:attrName>
                                        </p:attrNameLst>
                                      </p:cBhvr>
                                      <p:tavLst>
                                        <p:tav tm="0">
                                          <p:val>
                                            <p:fltVal val="0"/>
                                          </p:val>
                                        </p:tav>
                                        <p:tav tm="100000">
                                          <p:val>
                                            <p:strVal val="#ppt_h"/>
                                          </p:val>
                                        </p:tav>
                                      </p:tavLst>
                                    </p:anim>
                                    <p:animEffect transition="in" filter="fade">
                                      <p:cBhvr>
                                        <p:cTn id="188" dur="500"/>
                                        <p:tgtEl>
                                          <p:spTgt spid="55"/>
                                        </p:tgtEl>
                                      </p:cBhvr>
                                    </p:animEffect>
                                  </p:childTnLst>
                                </p:cTn>
                              </p:par>
                              <p:par>
                                <p:cTn id="189" presetID="53" presetClass="entr" presetSubtype="16" fill="hold" grpId="0" nodeType="withEffect">
                                  <p:stCondLst>
                                    <p:cond delay="0"/>
                                  </p:stCondLst>
                                  <p:childTnLst>
                                    <p:set>
                                      <p:cBhvr>
                                        <p:cTn id="190" dur="1" fill="hold">
                                          <p:stCondLst>
                                            <p:cond delay="0"/>
                                          </p:stCondLst>
                                        </p:cTn>
                                        <p:tgtEl>
                                          <p:spTgt spid="57"/>
                                        </p:tgtEl>
                                        <p:attrNameLst>
                                          <p:attrName>style.visibility</p:attrName>
                                        </p:attrNameLst>
                                      </p:cBhvr>
                                      <p:to>
                                        <p:strVal val="visible"/>
                                      </p:to>
                                    </p:set>
                                    <p:anim calcmode="lin" valueType="num">
                                      <p:cBhvr>
                                        <p:cTn id="191" dur="500" fill="hold"/>
                                        <p:tgtEl>
                                          <p:spTgt spid="57"/>
                                        </p:tgtEl>
                                        <p:attrNameLst>
                                          <p:attrName>ppt_w</p:attrName>
                                        </p:attrNameLst>
                                      </p:cBhvr>
                                      <p:tavLst>
                                        <p:tav tm="0">
                                          <p:val>
                                            <p:fltVal val="0"/>
                                          </p:val>
                                        </p:tav>
                                        <p:tav tm="100000">
                                          <p:val>
                                            <p:strVal val="#ppt_w"/>
                                          </p:val>
                                        </p:tav>
                                      </p:tavLst>
                                    </p:anim>
                                    <p:anim calcmode="lin" valueType="num">
                                      <p:cBhvr>
                                        <p:cTn id="192" dur="500" fill="hold"/>
                                        <p:tgtEl>
                                          <p:spTgt spid="57"/>
                                        </p:tgtEl>
                                        <p:attrNameLst>
                                          <p:attrName>ppt_h</p:attrName>
                                        </p:attrNameLst>
                                      </p:cBhvr>
                                      <p:tavLst>
                                        <p:tav tm="0">
                                          <p:val>
                                            <p:fltVal val="0"/>
                                          </p:val>
                                        </p:tav>
                                        <p:tav tm="100000">
                                          <p:val>
                                            <p:strVal val="#ppt_h"/>
                                          </p:val>
                                        </p:tav>
                                      </p:tavLst>
                                    </p:anim>
                                    <p:animEffect transition="in" filter="fade">
                                      <p:cBhvr>
                                        <p:cTn id="193"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25" grpId="0" animBg="1"/>
      <p:bldP spid="27" grpId="0" animBg="1"/>
      <p:bldP spid="28" grpId="0" animBg="1"/>
      <p:bldP spid="29" grpId="0" animBg="1"/>
      <p:bldP spid="30" grpId="0" animBg="1"/>
      <p:bldP spid="33" grpId="0" animBg="1"/>
      <p:bldP spid="35" grpId="0" animBg="1"/>
      <p:bldP spid="36" grpId="0" animBg="1"/>
      <p:bldP spid="2" grpId="0" animBg="1"/>
      <p:bldP spid="4" grpId="0" animBg="1"/>
      <p:bldP spid="5" grpId="0" animBg="1"/>
      <p:bldP spid="6" grpId="0" animBg="1"/>
      <p:bldP spid="17" grpId="0" animBg="1"/>
      <p:bldP spid="18" grpId="0" animBg="1"/>
      <p:bldP spid="19" grpId="0" animBg="1"/>
      <p:bldP spid="22" grpId="0" animBg="1"/>
      <p:bldP spid="23" grpId="0" animBg="1"/>
      <p:bldP spid="24" grpId="0" animBg="1"/>
      <p:bldP spid="38" grpId="0" animBg="1"/>
      <p:bldP spid="39" grpId="0" animBg="1"/>
      <p:bldP spid="40" grpId="0" animBg="1"/>
      <p:bldP spid="41" grpId="0" animBg="1"/>
      <p:bldP spid="42" grpId="0" animBg="1"/>
      <p:bldP spid="46" grpId="0" animBg="1"/>
      <p:bldP spid="47" grpId="0"/>
      <p:bldP spid="49" grpId="0" animBg="1"/>
      <p:bldP spid="50" grpId="0" animBg="1"/>
      <p:bldP spid="51" grpId="0" animBg="1"/>
      <p:bldP spid="52" grpId="0" animBg="1"/>
      <p:bldP spid="53" grpId="0" animBg="1"/>
      <p:bldP spid="54" grpId="0" animBg="1"/>
      <p:bldP spid="55" grpId="0" animBg="1"/>
      <p:bldP spid="5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15CD1-01E4-FF67-5B4A-CA8C44D72C5E}"/>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50916403-C13D-ED57-C2E4-460A75600D5F}"/>
              </a:ext>
            </a:extLst>
          </p:cNvPr>
          <p:cNvCxnSpPr/>
          <p:nvPr/>
        </p:nvCxnSpPr>
        <p:spPr>
          <a:xfrm flipV="1">
            <a:off x="2893283" y="2578291"/>
            <a:ext cx="0" cy="363521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39585B7-BD92-8AC0-D50D-302F838A8C59}"/>
              </a:ext>
            </a:extLst>
          </p:cNvPr>
          <p:cNvCxnSpPr/>
          <p:nvPr/>
        </p:nvCxnSpPr>
        <p:spPr>
          <a:xfrm>
            <a:off x="2893284" y="6217448"/>
            <a:ext cx="5801337" cy="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id="{2DB874B1-C7D3-921F-5A49-69E41578D781}"/>
              </a:ext>
            </a:extLst>
          </p:cNvPr>
          <p:cNvSpPr txBox="1">
            <a:spLocks noChangeArrowheads="1"/>
          </p:cNvSpPr>
          <p:nvPr/>
        </p:nvSpPr>
        <p:spPr bwMode="auto">
          <a:xfrm>
            <a:off x="8770759" y="5880842"/>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0000FF"/>
                </a:solidFill>
                <a:latin typeface="Helvetica Neue"/>
                <a:ea typeface="+mn-ea"/>
                <a:cs typeface="+mn-cs"/>
              </a:rPr>
              <a:t>X</a:t>
            </a:r>
            <a:endParaRPr lang="en-US" altLang="en-US" sz="3810" b="1" i="1" kern="1200" dirty="0">
              <a:solidFill>
                <a:srgbClr val="0000FF"/>
              </a:solidFill>
              <a:latin typeface="Helvetica Neue"/>
              <a:ea typeface="+mn-ea"/>
              <a:cs typeface="+mn-cs"/>
            </a:endParaRPr>
          </a:p>
        </p:txBody>
      </p:sp>
      <p:sp>
        <p:nvSpPr>
          <p:cNvPr id="10" name="Text Box 2">
            <a:extLst>
              <a:ext uri="{FF2B5EF4-FFF2-40B4-BE49-F238E27FC236}">
                <a16:creationId xmlns:a16="http://schemas.microsoft.com/office/drawing/2014/main" id="{42878396-9FF5-3529-4F9E-A16C7FF7A036}"/>
              </a:ext>
            </a:extLst>
          </p:cNvPr>
          <p:cNvSpPr txBox="1">
            <a:spLocks noChangeArrowheads="1"/>
          </p:cNvSpPr>
          <p:nvPr/>
        </p:nvSpPr>
        <p:spPr bwMode="auto">
          <a:xfrm>
            <a:off x="2474551" y="1913555"/>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FF0000"/>
                </a:solidFill>
                <a:latin typeface="Helvetica Neue"/>
                <a:ea typeface="+mn-ea"/>
                <a:cs typeface="+mn-cs"/>
              </a:rPr>
              <a:t>Y</a:t>
            </a:r>
            <a:endParaRPr lang="en-US" altLang="en-US" sz="3810" b="1" i="1" kern="1200" dirty="0">
              <a:solidFill>
                <a:srgbClr val="FF0000"/>
              </a:solidFill>
              <a:latin typeface="Helvetica Neue"/>
              <a:ea typeface="+mn-ea"/>
              <a:cs typeface="+mn-cs"/>
            </a:endParaRPr>
          </a:p>
        </p:txBody>
      </p:sp>
      <p:sp>
        <p:nvSpPr>
          <p:cNvPr id="27" name="Oval 26">
            <a:extLst>
              <a:ext uri="{FF2B5EF4-FFF2-40B4-BE49-F238E27FC236}">
                <a16:creationId xmlns:a16="http://schemas.microsoft.com/office/drawing/2014/main" id="{121431FE-9A77-7424-CDE8-E597615FEEC4}"/>
              </a:ext>
            </a:extLst>
          </p:cNvPr>
          <p:cNvSpPr/>
          <p:nvPr/>
        </p:nvSpPr>
        <p:spPr>
          <a:xfrm flipH="1" flipV="1">
            <a:off x="5346232" y="433000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9" name="Oval 28">
            <a:extLst>
              <a:ext uri="{FF2B5EF4-FFF2-40B4-BE49-F238E27FC236}">
                <a16:creationId xmlns:a16="http://schemas.microsoft.com/office/drawing/2014/main" id="{B9CDD149-5A97-9A64-4D3F-64F90409A8FF}"/>
              </a:ext>
            </a:extLst>
          </p:cNvPr>
          <p:cNvSpPr/>
          <p:nvPr/>
        </p:nvSpPr>
        <p:spPr>
          <a:xfrm flipH="1" flipV="1">
            <a:off x="8153694" y="2550374"/>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0" name="Oval 29">
            <a:extLst>
              <a:ext uri="{FF2B5EF4-FFF2-40B4-BE49-F238E27FC236}">
                <a16:creationId xmlns:a16="http://schemas.microsoft.com/office/drawing/2014/main" id="{9B912D47-BDB5-7B8E-3053-442D8D3DBE50}"/>
              </a:ext>
            </a:extLst>
          </p:cNvPr>
          <p:cNvSpPr/>
          <p:nvPr/>
        </p:nvSpPr>
        <p:spPr>
          <a:xfrm flipH="1" flipV="1">
            <a:off x="4815068" y="555958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3" name="Oval 32">
            <a:extLst>
              <a:ext uri="{FF2B5EF4-FFF2-40B4-BE49-F238E27FC236}">
                <a16:creationId xmlns:a16="http://schemas.microsoft.com/office/drawing/2014/main" id="{EBAA5E2F-D0F3-DC6C-4738-73E4BD388199}"/>
              </a:ext>
            </a:extLst>
          </p:cNvPr>
          <p:cNvSpPr/>
          <p:nvPr/>
        </p:nvSpPr>
        <p:spPr>
          <a:xfrm flipH="1" flipV="1">
            <a:off x="6068822" y="447448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5" name="Oval 34">
            <a:extLst>
              <a:ext uri="{FF2B5EF4-FFF2-40B4-BE49-F238E27FC236}">
                <a16:creationId xmlns:a16="http://schemas.microsoft.com/office/drawing/2014/main" id="{58AA9313-FF58-F0F0-51B9-5ED15456D291}"/>
              </a:ext>
            </a:extLst>
          </p:cNvPr>
          <p:cNvSpPr/>
          <p:nvPr/>
        </p:nvSpPr>
        <p:spPr>
          <a:xfrm flipH="1" flipV="1">
            <a:off x="6449975" y="330881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6" name="Oval 35">
            <a:extLst>
              <a:ext uri="{FF2B5EF4-FFF2-40B4-BE49-F238E27FC236}">
                <a16:creationId xmlns:a16="http://schemas.microsoft.com/office/drawing/2014/main" id="{06A9A16D-FBA1-6ED5-8D88-4FD6693BB054}"/>
              </a:ext>
            </a:extLst>
          </p:cNvPr>
          <p:cNvSpPr/>
          <p:nvPr/>
        </p:nvSpPr>
        <p:spPr>
          <a:xfrm flipH="1" flipV="1">
            <a:off x="5931827" y="409303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 name="Oval 1">
            <a:extLst>
              <a:ext uri="{FF2B5EF4-FFF2-40B4-BE49-F238E27FC236}">
                <a16:creationId xmlns:a16="http://schemas.microsoft.com/office/drawing/2014/main" id="{BD1B319D-17B8-6DB1-506C-737D1B1B4277}"/>
              </a:ext>
            </a:extLst>
          </p:cNvPr>
          <p:cNvSpPr/>
          <p:nvPr/>
        </p:nvSpPr>
        <p:spPr>
          <a:xfrm flipH="1" flipV="1">
            <a:off x="8283366" y="208963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 name="Oval 3">
            <a:extLst>
              <a:ext uri="{FF2B5EF4-FFF2-40B4-BE49-F238E27FC236}">
                <a16:creationId xmlns:a16="http://schemas.microsoft.com/office/drawing/2014/main" id="{FAE4BCCD-0EFD-376C-9AB5-9364BD3EA42F}"/>
              </a:ext>
            </a:extLst>
          </p:cNvPr>
          <p:cNvSpPr/>
          <p:nvPr/>
        </p:nvSpPr>
        <p:spPr>
          <a:xfrm flipH="1" flipV="1">
            <a:off x="7585095" y="330881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 name="Oval 4">
            <a:extLst>
              <a:ext uri="{FF2B5EF4-FFF2-40B4-BE49-F238E27FC236}">
                <a16:creationId xmlns:a16="http://schemas.microsoft.com/office/drawing/2014/main" id="{E3F2336F-216A-9C35-7E07-ED0BBCD05D8E}"/>
              </a:ext>
            </a:extLst>
          </p:cNvPr>
          <p:cNvSpPr/>
          <p:nvPr/>
        </p:nvSpPr>
        <p:spPr>
          <a:xfrm flipH="1" flipV="1">
            <a:off x="4663015" y="502230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6" name="Oval 5">
            <a:extLst>
              <a:ext uri="{FF2B5EF4-FFF2-40B4-BE49-F238E27FC236}">
                <a16:creationId xmlns:a16="http://schemas.microsoft.com/office/drawing/2014/main" id="{51F13BA7-B49C-E800-4B3F-CCB6C0545A34}"/>
              </a:ext>
            </a:extLst>
          </p:cNvPr>
          <p:cNvSpPr/>
          <p:nvPr/>
        </p:nvSpPr>
        <p:spPr>
          <a:xfrm flipH="1" flipV="1">
            <a:off x="5196497" y="495399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7" name="Oval 16">
            <a:extLst>
              <a:ext uri="{FF2B5EF4-FFF2-40B4-BE49-F238E27FC236}">
                <a16:creationId xmlns:a16="http://schemas.microsoft.com/office/drawing/2014/main" id="{E40A25B2-D183-DA02-7899-53FB6FC0475D}"/>
              </a:ext>
            </a:extLst>
          </p:cNvPr>
          <p:cNvSpPr/>
          <p:nvPr/>
        </p:nvSpPr>
        <p:spPr>
          <a:xfrm flipH="1" flipV="1">
            <a:off x="4275517" y="528873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8" name="Oval 17">
            <a:extLst>
              <a:ext uri="{FF2B5EF4-FFF2-40B4-BE49-F238E27FC236}">
                <a16:creationId xmlns:a16="http://schemas.microsoft.com/office/drawing/2014/main" id="{68A38DFC-5E81-6994-E6C8-ECA2A6EA0503}"/>
              </a:ext>
            </a:extLst>
          </p:cNvPr>
          <p:cNvSpPr/>
          <p:nvPr/>
        </p:nvSpPr>
        <p:spPr>
          <a:xfrm flipH="1" flipV="1">
            <a:off x="7318042" y="284064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9" name="Oval 18">
            <a:extLst>
              <a:ext uri="{FF2B5EF4-FFF2-40B4-BE49-F238E27FC236}">
                <a16:creationId xmlns:a16="http://schemas.microsoft.com/office/drawing/2014/main" id="{A4EF769E-C0D9-E563-AF57-3791B471C1B5}"/>
              </a:ext>
            </a:extLst>
          </p:cNvPr>
          <p:cNvSpPr/>
          <p:nvPr/>
        </p:nvSpPr>
        <p:spPr>
          <a:xfrm flipH="1" flipV="1">
            <a:off x="6587014" y="411571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3" name="Oval 22">
            <a:extLst>
              <a:ext uri="{FF2B5EF4-FFF2-40B4-BE49-F238E27FC236}">
                <a16:creationId xmlns:a16="http://schemas.microsoft.com/office/drawing/2014/main" id="{0E74293D-D79B-F443-32A5-6CE9C9C6C46C}"/>
              </a:ext>
            </a:extLst>
          </p:cNvPr>
          <p:cNvSpPr/>
          <p:nvPr/>
        </p:nvSpPr>
        <p:spPr>
          <a:xfrm flipH="1" flipV="1">
            <a:off x="7679931" y="2567642"/>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4" name="Oval 23">
            <a:extLst>
              <a:ext uri="{FF2B5EF4-FFF2-40B4-BE49-F238E27FC236}">
                <a16:creationId xmlns:a16="http://schemas.microsoft.com/office/drawing/2014/main" id="{AB1C268D-3FF3-025C-AF07-CE55218E7DCE}"/>
              </a:ext>
            </a:extLst>
          </p:cNvPr>
          <p:cNvSpPr/>
          <p:nvPr/>
        </p:nvSpPr>
        <p:spPr>
          <a:xfrm flipH="1" flipV="1">
            <a:off x="3877803" y="555600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8" name="Oval 37">
            <a:extLst>
              <a:ext uri="{FF2B5EF4-FFF2-40B4-BE49-F238E27FC236}">
                <a16:creationId xmlns:a16="http://schemas.microsoft.com/office/drawing/2014/main" id="{3328D129-01E5-AC1A-84EF-83BD161E6C69}"/>
              </a:ext>
            </a:extLst>
          </p:cNvPr>
          <p:cNvSpPr/>
          <p:nvPr/>
        </p:nvSpPr>
        <p:spPr>
          <a:xfrm flipH="1" flipV="1">
            <a:off x="4908949" y="453303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9" name="Oval 38">
            <a:extLst>
              <a:ext uri="{FF2B5EF4-FFF2-40B4-BE49-F238E27FC236}">
                <a16:creationId xmlns:a16="http://schemas.microsoft.com/office/drawing/2014/main" id="{46D80A4D-8260-B3B4-7F20-737F681E9370}"/>
              </a:ext>
            </a:extLst>
          </p:cNvPr>
          <p:cNvSpPr/>
          <p:nvPr/>
        </p:nvSpPr>
        <p:spPr>
          <a:xfrm flipH="1" flipV="1">
            <a:off x="4486450" y="569213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1" name="Oval 40">
            <a:extLst>
              <a:ext uri="{FF2B5EF4-FFF2-40B4-BE49-F238E27FC236}">
                <a16:creationId xmlns:a16="http://schemas.microsoft.com/office/drawing/2014/main" id="{37735D0C-F21B-5C9A-539E-C217379D2D2C}"/>
              </a:ext>
            </a:extLst>
          </p:cNvPr>
          <p:cNvSpPr/>
          <p:nvPr/>
        </p:nvSpPr>
        <p:spPr>
          <a:xfrm flipH="1" flipV="1">
            <a:off x="7061653" y="309697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2" name="Oval 41">
            <a:extLst>
              <a:ext uri="{FF2B5EF4-FFF2-40B4-BE49-F238E27FC236}">
                <a16:creationId xmlns:a16="http://schemas.microsoft.com/office/drawing/2014/main" id="{5465341C-FD0B-E2D2-7749-75F53D4ABAC2}"/>
              </a:ext>
            </a:extLst>
          </p:cNvPr>
          <p:cNvSpPr/>
          <p:nvPr/>
        </p:nvSpPr>
        <p:spPr>
          <a:xfrm flipH="1" flipV="1">
            <a:off x="7249522" y="354357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6" name="Oval 45">
            <a:extLst>
              <a:ext uri="{FF2B5EF4-FFF2-40B4-BE49-F238E27FC236}">
                <a16:creationId xmlns:a16="http://schemas.microsoft.com/office/drawing/2014/main" id="{B7425F2F-8E00-9D46-A339-E6E4E6843F31}"/>
              </a:ext>
            </a:extLst>
          </p:cNvPr>
          <p:cNvSpPr/>
          <p:nvPr/>
        </p:nvSpPr>
        <p:spPr>
          <a:xfrm flipH="1" flipV="1">
            <a:off x="5102150" y="5301349"/>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7" name="Title 2">
            <a:extLst>
              <a:ext uri="{FF2B5EF4-FFF2-40B4-BE49-F238E27FC236}">
                <a16:creationId xmlns:a16="http://schemas.microsoft.com/office/drawing/2014/main" id="{32347A0B-4286-B53C-C9DF-FA69418996AF}"/>
              </a:ext>
            </a:extLst>
          </p:cNvPr>
          <p:cNvSpPr txBox="1">
            <a:spLocks/>
          </p:cNvSpPr>
          <p:nvPr/>
        </p:nvSpPr>
        <p:spPr>
          <a:xfrm>
            <a:off x="406539" y="1203010"/>
            <a:ext cx="10838089" cy="520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117" b="1" dirty="0">
                <a:solidFill>
                  <a:prstClr val="black"/>
                </a:solidFill>
                <a:latin typeface="Helvetica Neue"/>
                <a:cs typeface="Helvetica" panose="020B0604020202020204" pitchFamily="34" charset="0"/>
              </a:rPr>
              <a:t>Fig 8: Strong positive correlation: </a:t>
            </a:r>
            <a:r>
              <a:rPr lang="en-US" sz="3117" b="1" dirty="0">
                <a:solidFill>
                  <a:srgbClr val="C00000"/>
                </a:solidFill>
                <a:latin typeface="Helvetica Neue"/>
                <a:cs typeface="Helvetica" panose="020B0604020202020204" pitchFamily="34" charset="0"/>
              </a:rPr>
              <a:t> 0.75 &lt; r ≤ 0.99</a:t>
            </a:r>
            <a:endParaRPr lang="en-US" sz="3117" b="1" dirty="0">
              <a:solidFill>
                <a:prstClr val="black"/>
              </a:solidFill>
              <a:latin typeface="Helvetica Neue"/>
              <a:cs typeface="Helvetica" panose="020B0604020202020204" pitchFamily="34" charset="0"/>
            </a:endParaRPr>
          </a:p>
        </p:txBody>
      </p:sp>
      <p:sp>
        <p:nvSpPr>
          <p:cNvPr id="49" name="Oval 48">
            <a:extLst>
              <a:ext uri="{FF2B5EF4-FFF2-40B4-BE49-F238E27FC236}">
                <a16:creationId xmlns:a16="http://schemas.microsoft.com/office/drawing/2014/main" id="{6E8D6AD6-6796-1B23-6325-54640E4881D6}"/>
              </a:ext>
            </a:extLst>
          </p:cNvPr>
          <p:cNvSpPr/>
          <p:nvPr/>
        </p:nvSpPr>
        <p:spPr>
          <a:xfrm flipH="1" flipV="1">
            <a:off x="8049679" y="2950773"/>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0" name="Oval 49">
            <a:extLst>
              <a:ext uri="{FF2B5EF4-FFF2-40B4-BE49-F238E27FC236}">
                <a16:creationId xmlns:a16="http://schemas.microsoft.com/office/drawing/2014/main" id="{50C9BDD3-3BE5-336B-A90C-943F1402E7FE}"/>
              </a:ext>
            </a:extLst>
          </p:cNvPr>
          <p:cNvSpPr/>
          <p:nvPr/>
        </p:nvSpPr>
        <p:spPr>
          <a:xfrm flipH="1" flipV="1">
            <a:off x="6312936" y="371928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1" name="Oval 50">
            <a:extLst>
              <a:ext uri="{FF2B5EF4-FFF2-40B4-BE49-F238E27FC236}">
                <a16:creationId xmlns:a16="http://schemas.microsoft.com/office/drawing/2014/main" id="{3DD8389B-351F-7F38-9F44-D257CF990196}"/>
              </a:ext>
            </a:extLst>
          </p:cNvPr>
          <p:cNvSpPr/>
          <p:nvPr/>
        </p:nvSpPr>
        <p:spPr>
          <a:xfrm flipH="1" flipV="1">
            <a:off x="5879065" y="376824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3" name="Oval 52">
            <a:extLst>
              <a:ext uri="{FF2B5EF4-FFF2-40B4-BE49-F238E27FC236}">
                <a16:creationId xmlns:a16="http://schemas.microsoft.com/office/drawing/2014/main" id="{F8C7103F-FD1D-7200-8A2C-09FEBA99C079}"/>
              </a:ext>
            </a:extLst>
          </p:cNvPr>
          <p:cNvSpPr/>
          <p:nvPr/>
        </p:nvSpPr>
        <p:spPr>
          <a:xfrm flipH="1" flipV="1">
            <a:off x="5694983" y="4428155"/>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4" name="Oval 53">
            <a:extLst>
              <a:ext uri="{FF2B5EF4-FFF2-40B4-BE49-F238E27FC236}">
                <a16:creationId xmlns:a16="http://schemas.microsoft.com/office/drawing/2014/main" id="{F9ED05D6-150C-4D8A-2D0D-B6F4726FF9E6}"/>
              </a:ext>
            </a:extLst>
          </p:cNvPr>
          <p:cNvSpPr/>
          <p:nvPr/>
        </p:nvSpPr>
        <p:spPr>
          <a:xfrm flipH="1" flipV="1">
            <a:off x="5601078" y="482736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57" name="Oval 56">
            <a:extLst>
              <a:ext uri="{FF2B5EF4-FFF2-40B4-BE49-F238E27FC236}">
                <a16:creationId xmlns:a16="http://schemas.microsoft.com/office/drawing/2014/main" id="{5B3BB1F6-9730-F247-47F9-193901E2BBD8}"/>
              </a:ext>
            </a:extLst>
          </p:cNvPr>
          <p:cNvSpPr/>
          <p:nvPr/>
        </p:nvSpPr>
        <p:spPr>
          <a:xfrm flipH="1" flipV="1">
            <a:off x="6853217" y="370561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Tree>
    <p:extLst>
      <p:ext uri="{BB962C8B-B14F-4D97-AF65-F5344CB8AC3E}">
        <p14:creationId xmlns:p14="http://schemas.microsoft.com/office/powerpoint/2010/main" val="1436177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8"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anim calcmode="lin" valueType="num">
                                      <p:cBhvr additive="base">
                                        <p:cTn id="27" dur="500" fill="hold"/>
                                        <p:tgtEl>
                                          <p:spTgt spid="47"/>
                                        </p:tgtEl>
                                        <p:attrNameLst>
                                          <p:attrName>ppt_x</p:attrName>
                                        </p:attrNameLst>
                                      </p:cBhvr>
                                      <p:tavLst>
                                        <p:tav tm="0">
                                          <p:val>
                                            <p:strVal val="1+#ppt_w/2"/>
                                          </p:val>
                                        </p:tav>
                                        <p:tav tm="100000">
                                          <p:val>
                                            <p:strVal val="#ppt_x"/>
                                          </p:val>
                                        </p:tav>
                                      </p:tavLst>
                                    </p:anim>
                                    <p:anim calcmode="lin" valueType="num">
                                      <p:cBhvr additive="base">
                                        <p:cTn id="28" dur="500" fill="hold"/>
                                        <p:tgtEl>
                                          <p:spTgt spid="47"/>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p:cTn id="31" dur="500" fill="hold"/>
                                        <p:tgtEl>
                                          <p:spTgt spid="27"/>
                                        </p:tgtEl>
                                        <p:attrNameLst>
                                          <p:attrName>ppt_w</p:attrName>
                                        </p:attrNameLst>
                                      </p:cBhvr>
                                      <p:tavLst>
                                        <p:tav tm="0">
                                          <p:val>
                                            <p:fltVal val="0"/>
                                          </p:val>
                                        </p:tav>
                                        <p:tav tm="100000">
                                          <p:val>
                                            <p:strVal val="#ppt_w"/>
                                          </p:val>
                                        </p:tav>
                                      </p:tavLst>
                                    </p:anim>
                                    <p:anim calcmode="lin" valueType="num">
                                      <p:cBhvr>
                                        <p:cTn id="32" dur="500" fill="hold"/>
                                        <p:tgtEl>
                                          <p:spTgt spid="27"/>
                                        </p:tgtEl>
                                        <p:attrNameLst>
                                          <p:attrName>ppt_h</p:attrName>
                                        </p:attrNameLst>
                                      </p:cBhvr>
                                      <p:tavLst>
                                        <p:tav tm="0">
                                          <p:val>
                                            <p:fltVal val="0"/>
                                          </p:val>
                                        </p:tav>
                                        <p:tav tm="100000">
                                          <p:val>
                                            <p:strVal val="#ppt_h"/>
                                          </p:val>
                                        </p:tav>
                                      </p:tavLst>
                                    </p:anim>
                                    <p:animEffect transition="in" filter="fade">
                                      <p:cBhvr>
                                        <p:cTn id="33" dur="500"/>
                                        <p:tgtEl>
                                          <p:spTgt spid="27"/>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 calcmode="lin" valueType="num">
                                      <p:cBhvr>
                                        <p:cTn id="36" dur="500" fill="hold"/>
                                        <p:tgtEl>
                                          <p:spTgt spid="29"/>
                                        </p:tgtEl>
                                        <p:attrNameLst>
                                          <p:attrName>ppt_w</p:attrName>
                                        </p:attrNameLst>
                                      </p:cBhvr>
                                      <p:tavLst>
                                        <p:tav tm="0">
                                          <p:val>
                                            <p:fltVal val="0"/>
                                          </p:val>
                                        </p:tav>
                                        <p:tav tm="100000">
                                          <p:val>
                                            <p:strVal val="#ppt_w"/>
                                          </p:val>
                                        </p:tav>
                                      </p:tavLst>
                                    </p:anim>
                                    <p:anim calcmode="lin" valueType="num">
                                      <p:cBhvr>
                                        <p:cTn id="37" dur="500" fill="hold"/>
                                        <p:tgtEl>
                                          <p:spTgt spid="29"/>
                                        </p:tgtEl>
                                        <p:attrNameLst>
                                          <p:attrName>ppt_h</p:attrName>
                                        </p:attrNameLst>
                                      </p:cBhvr>
                                      <p:tavLst>
                                        <p:tav tm="0">
                                          <p:val>
                                            <p:fltVal val="0"/>
                                          </p:val>
                                        </p:tav>
                                        <p:tav tm="100000">
                                          <p:val>
                                            <p:strVal val="#ppt_h"/>
                                          </p:val>
                                        </p:tav>
                                      </p:tavLst>
                                    </p:anim>
                                    <p:animEffect transition="in" filter="fade">
                                      <p:cBhvr>
                                        <p:cTn id="38" dur="500"/>
                                        <p:tgtEl>
                                          <p:spTgt spid="29"/>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fltVal val="0"/>
                                          </p:val>
                                        </p:tav>
                                        <p:tav tm="100000">
                                          <p:val>
                                            <p:strVal val="#ppt_w"/>
                                          </p:val>
                                        </p:tav>
                                      </p:tavLst>
                                    </p:anim>
                                    <p:anim calcmode="lin" valueType="num">
                                      <p:cBhvr>
                                        <p:cTn id="42" dur="500" fill="hold"/>
                                        <p:tgtEl>
                                          <p:spTgt spid="30"/>
                                        </p:tgtEl>
                                        <p:attrNameLst>
                                          <p:attrName>ppt_h</p:attrName>
                                        </p:attrNameLst>
                                      </p:cBhvr>
                                      <p:tavLst>
                                        <p:tav tm="0">
                                          <p:val>
                                            <p:fltVal val="0"/>
                                          </p:val>
                                        </p:tav>
                                        <p:tav tm="100000">
                                          <p:val>
                                            <p:strVal val="#ppt_h"/>
                                          </p:val>
                                        </p:tav>
                                      </p:tavLst>
                                    </p:anim>
                                    <p:animEffect transition="in" filter="fade">
                                      <p:cBhvr>
                                        <p:cTn id="43" dur="500"/>
                                        <p:tgtEl>
                                          <p:spTgt spid="30"/>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 calcmode="lin" valueType="num">
                                      <p:cBhvr>
                                        <p:cTn id="46" dur="500" fill="hold"/>
                                        <p:tgtEl>
                                          <p:spTgt spid="33"/>
                                        </p:tgtEl>
                                        <p:attrNameLst>
                                          <p:attrName>ppt_w</p:attrName>
                                        </p:attrNameLst>
                                      </p:cBhvr>
                                      <p:tavLst>
                                        <p:tav tm="0">
                                          <p:val>
                                            <p:fltVal val="0"/>
                                          </p:val>
                                        </p:tav>
                                        <p:tav tm="100000">
                                          <p:val>
                                            <p:strVal val="#ppt_w"/>
                                          </p:val>
                                        </p:tav>
                                      </p:tavLst>
                                    </p:anim>
                                    <p:anim calcmode="lin" valueType="num">
                                      <p:cBhvr>
                                        <p:cTn id="47" dur="500" fill="hold"/>
                                        <p:tgtEl>
                                          <p:spTgt spid="33"/>
                                        </p:tgtEl>
                                        <p:attrNameLst>
                                          <p:attrName>ppt_h</p:attrName>
                                        </p:attrNameLst>
                                      </p:cBhvr>
                                      <p:tavLst>
                                        <p:tav tm="0">
                                          <p:val>
                                            <p:fltVal val="0"/>
                                          </p:val>
                                        </p:tav>
                                        <p:tav tm="100000">
                                          <p:val>
                                            <p:strVal val="#ppt_h"/>
                                          </p:val>
                                        </p:tav>
                                      </p:tavLst>
                                    </p:anim>
                                    <p:animEffect transition="in" filter="fade">
                                      <p:cBhvr>
                                        <p:cTn id="48" dur="500"/>
                                        <p:tgtEl>
                                          <p:spTgt spid="33"/>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 calcmode="lin" valueType="num">
                                      <p:cBhvr>
                                        <p:cTn id="51" dur="500" fill="hold"/>
                                        <p:tgtEl>
                                          <p:spTgt spid="35"/>
                                        </p:tgtEl>
                                        <p:attrNameLst>
                                          <p:attrName>ppt_w</p:attrName>
                                        </p:attrNameLst>
                                      </p:cBhvr>
                                      <p:tavLst>
                                        <p:tav tm="0">
                                          <p:val>
                                            <p:fltVal val="0"/>
                                          </p:val>
                                        </p:tav>
                                        <p:tav tm="100000">
                                          <p:val>
                                            <p:strVal val="#ppt_w"/>
                                          </p:val>
                                        </p:tav>
                                      </p:tavLst>
                                    </p:anim>
                                    <p:anim calcmode="lin" valueType="num">
                                      <p:cBhvr>
                                        <p:cTn id="52" dur="500" fill="hold"/>
                                        <p:tgtEl>
                                          <p:spTgt spid="35"/>
                                        </p:tgtEl>
                                        <p:attrNameLst>
                                          <p:attrName>ppt_h</p:attrName>
                                        </p:attrNameLst>
                                      </p:cBhvr>
                                      <p:tavLst>
                                        <p:tav tm="0">
                                          <p:val>
                                            <p:fltVal val="0"/>
                                          </p:val>
                                        </p:tav>
                                        <p:tav tm="100000">
                                          <p:val>
                                            <p:strVal val="#ppt_h"/>
                                          </p:val>
                                        </p:tav>
                                      </p:tavLst>
                                    </p:anim>
                                    <p:animEffect transition="in" filter="fade">
                                      <p:cBhvr>
                                        <p:cTn id="53" dur="500"/>
                                        <p:tgtEl>
                                          <p:spTgt spid="35"/>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 calcmode="lin" valueType="num">
                                      <p:cBhvr>
                                        <p:cTn id="56" dur="500" fill="hold"/>
                                        <p:tgtEl>
                                          <p:spTgt spid="36"/>
                                        </p:tgtEl>
                                        <p:attrNameLst>
                                          <p:attrName>ppt_w</p:attrName>
                                        </p:attrNameLst>
                                      </p:cBhvr>
                                      <p:tavLst>
                                        <p:tav tm="0">
                                          <p:val>
                                            <p:fltVal val="0"/>
                                          </p:val>
                                        </p:tav>
                                        <p:tav tm="100000">
                                          <p:val>
                                            <p:strVal val="#ppt_w"/>
                                          </p:val>
                                        </p:tav>
                                      </p:tavLst>
                                    </p:anim>
                                    <p:anim calcmode="lin" valueType="num">
                                      <p:cBhvr>
                                        <p:cTn id="57" dur="500" fill="hold"/>
                                        <p:tgtEl>
                                          <p:spTgt spid="36"/>
                                        </p:tgtEl>
                                        <p:attrNameLst>
                                          <p:attrName>ppt_h</p:attrName>
                                        </p:attrNameLst>
                                      </p:cBhvr>
                                      <p:tavLst>
                                        <p:tav tm="0">
                                          <p:val>
                                            <p:fltVal val="0"/>
                                          </p:val>
                                        </p:tav>
                                        <p:tav tm="100000">
                                          <p:val>
                                            <p:strVal val="#ppt_h"/>
                                          </p:val>
                                        </p:tav>
                                      </p:tavLst>
                                    </p:anim>
                                    <p:animEffect transition="in" filter="fade">
                                      <p:cBhvr>
                                        <p:cTn id="58" dur="500"/>
                                        <p:tgtEl>
                                          <p:spTgt spid="36"/>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2"/>
                                        </p:tgtEl>
                                        <p:attrNameLst>
                                          <p:attrName>style.visibility</p:attrName>
                                        </p:attrNameLst>
                                      </p:cBhvr>
                                      <p:to>
                                        <p:strVal val="visible"/>
                                      </p:to>
                                    </p:set>
                                    <p:anim calcmode="lin" valueType="num">
                                      <p:cBhvr>
                                        <p:cTn id="61" dur="500" fill="hold"/>
                                        <p:tgtEl>
                                          <p:spTgt spid="2"/>
                                        </p:tgtEl>
                                        <p:attrNameLst>
                                          <p:attrName>ppt_w</p:attrName>
                                        </p:attrNameLst>
                                      </p:cBhvr>
                                      <p:tavLst>
                                        <p:tav tm="0">
                                          <p:val>
                                            <p:fltVal val="0"/>
                                          </p:val>
                                        </p:tav>
                                        <p:tav tm="100000">
                                          <p:val>
                                            <p:strVal val="#ppt_w"/>
                                          </p:val>
                                        </p:tav>
                                      </p:tavLst>
                                    </p:anim>
                                    <p:anim calcmode="lin" valueType="num">
                                      <p:cBhvr>
                                        <p:cTn id="62" dur="500" fill="hold"/>
                                        <p:tgtEl>
                                          <p:spTgt spid="2"/>
                                        </p:tgtEl>
                                        <p:attrNameLst>
                                          <p:attrName>ppt_h</p:attrName>
                                        </p:attrNameLst>
                                      </p:cBhvr>
                                      <p:tavLst>
                                        <p:tav tm="0">
                                          <p:val>
                                            <p:fltVal val="0"/>
                                          </p:val>
                                        </p:tav>
                                        <p:tav tm="100000">
                                          <p:val>
                                            <p:strVal val="#ppt_h"/>
                                          </p:val>
                                        </p:tav>
                                      </p:tavLst>
                                    </p:anim>
                                    <p:animEffect transition="in" filter="fade">
                                      <p:cBhvr>
                                        <p:cTn id="63" dur="500"/>
                                        <p:tgtEl>
                                          <p:spTgt spid="2"/>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4"/>
                                        </p:tgtEl>
                                        <p:attrNameLst>
                                          <p:attrName>style.visibility</p:attrName>
                                        </p:attrNameLst>
                                      </p:cBhvr>
                                      <p:to>
                                        <p:strVal val="visible"/>
                                      </p:to>
                                    </p:set>
                                    <p:anim calcmode="lin" valueType="num">
                                      <p:cBhvr>
                                        <p:cTn id="66" dur="500" fill="hold"/>
                                        <p:tgtEl>
                                          <p:spTgt spid="4"/>
                                        </p:tgtEl>
                                        <p:attrNameLst>
                                          <p:attrName>ppt_w</p:attrName>
                                        </p:attrNameLst>
                                      </p:cBhvr>
                                      <p:tavLst>
                                        <p:tav tm="0">
                                          <p:val>
                                            <p:fltVal val="0"/>
                                          </p:val>
                                        </p:tav>
                                        <p:tav tm="100000">
                                          <p:val>
                                            <p:strVal val="#ppt_w"/>
                                          </p:val>
                                        </p:tav>
                                      </p:tavLst>
                                    </p:anim>
                                    <p:anim calcmode="lin" valueType="num">
                                      <p:cBhvr>
                                        <p:cTn id="67" dur="500" fill="hold"/>
                                        <p:tgtEl>
                                          <p:spTgt spid="4"/>
                                        </p:tgtEl>
                                        <p:attrNameLst>
                                          <p:attrName>ppt_h</p:attrName>
                                        </p:attrNameLst>
                                      </p:cBhvr>
                                      <p:tavLst>
                                        <p:tav tm="0">
                                          <p:val>
                                            <p:fltVal val="0"/>
                                          </p:val>
                                        </p:tav>
                                        <p:tav tm="100000">
                                          <p:val>
                                            <p:strVal val="#ppt_h"/>
                                          </p:val>
                                        </p:tav>
                                      </p:tavLst>
                                    </p:anim>
                                    <p:animEffect transition="in" filter="fade">
                                      <p:cBhvr>
                                        <p:cTn id="68" dur="500"/>
                                        <p:tgtEl>
                                          <p:spTgt spid="4"/>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5"/>
                                        </p:tgtEl>
                                        <p:attrNameLst>
                                          <p:attrName>style.visibility</p:attrName>
                                        </p:attrNameLst>
                                      </p:cBhvr>
                                      <p:to>
                                        <p:strVal val="visible"/>
                                      </p:to>
                                    </p:set>
                                    <p:anim calcmode="lin" valueType="num">
                                      <p:cBhvr>
                                        <p:cTn id="71" dur="500" fill="hold"/>
                                        <p:tgtEl>
                                          <p:spTgt spid="5"/>
                                        </p:tgtEl>
                                        <p:attrNameLst>
                                          <p:attrName>ppt_w</p:attrName>
                                        </p:attrNameLst>
                                      </p:cBhvr>
                                      <p:tavLst>
                                        <p:tav tm="0">
                                          <p:val>
                                            <p:fltVal val="0"/>
                                          </p:val>
                                        </p:tav>
                                        <p:tav tm="100000">
                                          <p:val>
                                            <p:strVal val="#ppt_w"/>
                                          </p:val>
                                        </p:tav>
                                      </p:tavLst>
                                    </p:anim>
                                    <p:anim calcmode="lin" valueType="num">
                                      <p:cBhvr>
                                        <p:cTn id="72" dur="500" fill="hold"/>
                                        <p:tgtEl>
                                          <p:spTgt spid="5"/>
                                        </p:tgtEl>
                                        <p:attrNameLst>
                                          <p:attrName>ppt_h</p:attrName>
                                        </p:attrNameLst>
                                      </p:cBhvr>
                                      <p:tavLst>
                                        <p:tav tm="0">
                                          <p:val>
                                            <p:fltVal val="0"/>
                                          </p:val>
                                        </p:tav>
                                        <p:tav tm="100000">
                                          <p:val>
                                            <p:strVal val="#ppt_h"/>
                                          </p:val>
                                        </p:tav>
                                      </p:tavLst>
                                    </p:anim>
                                    <p:animEffect transition="in" filter="fade">
                                      <p:cBhvr>
                                        <p:cTn id="73" dur="500"/>
                                        <p:tgtEl>
                                          <p:spTgt spid="5"/>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6"/>
                                        </p:tgtEl>
                                        <p:attrNameLst>
                                          <p:attrName>style.visibility</p:attrName>
                                        </p:attrNameLst>
                                      </p:cBhvr>
                                      <p:to>
                                        <p:strVal val="visible"/>
                                      </p:to>
                                    </p:set>
                                    <p:anim calcmode="lin" valueType="num">
                                      <p:cBhvr>
                                        <p:cTn id="76" dur="500" fill="hold"/>
                                        <p:tgtEl>
                                          <p:spTgt spid="6"/>
                                        </p:tgtEl>
                                        <p:attrNameLst>
                                          <p:attrName>ppt_w</p:attrName>
                                        </p:attrNameLst>
                                      </p:cBhvr>
                                      <p:tavLst>
                                        <p:tav tm="0">
                                          <p:val>
                                            <p:fltVal val="0"/>
                                          </p:val>
                                        </p:tav>
                                        <p:tav tm="100000">
                                          <p:val>
                                            <p:strVal val="#ppt_w"/>
                                          </p:val>
                                        </p:tav>
                                      </p:tavLst>
                                    </p:anim>
                                    <p:anim calcmode="lin" valueType="num">
                                      <p:cBhvr>
                                        <p:cTn id="77" dur="500" fill="hold"/>
                                        <p:tgtEl>
                                          <p:spTgt spid="6"/>
                                        </p:tgtEl>
                                        <p:attrNameLst>
                                          <p:attrName>ppt_h</p:attrName>
                                        </p:attrNameLst>
                                      </p:cBhvr>
                                      <p:tavLst>
                                        <p:tav tm="0">
                                          <p:val>
                                            <p:fltVal val="0"/>
                                          </p:val>
                                        </p:tav>
                                        <p:tav tm="100000">
                                          <p:val>
                                            <p:strVal val="#ppt_h"/>
                                          </p:val>
                                        </p:tav>
                                      </p:tavLst>
                                    </p:anim>
                                    <p:animEffect transition="in" filter="fade">
                                      <p:cBhvr>
                                        <p:cTn id="78" dur="500"/>
                                        <p:tgtEl>
                                          <p:spTgt spid="6"/>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 calcmode="lin" valueType="num">
                                      <p:cBhvr>
                                        <p:cTn id="81" dur="500" fill="hold"/>
                                        <p:tgtEl>
                                          <p:spTgt spid="17"/>
                                        </p:tgtEl>
                                        <p:attrNameLst>
                                          <p:attrName>ppt_w</p:attrName>
                                        </p:attrNameLst>
                                      </p:cBhvr>
                                      <p:tavLst>
                                        <p:tav tm="0">
                                          <p:val>
                                            <p:fltVal val="0"/>
                                          </p:val>
                                        </p:tav>
                                        <p:tav tm="100000">
                                          <p:val>
                                            <p:strVal val="#ppt_w"/>
                                          </p:val>
                                        </p:tav>
                                      </p:tavLst>
                                    </p:anim>
                                    <p:anim calcmode="lin" valueType="num">
                                      <p:cBhvr>
                                        <p:cTn id="82" dur="500" fill="hold"/>
                                        <p:tgtEl>
                                          <p:spTgt spid="17"/>
                                        </p:tgtEl>
                                        <p:attrNameLst>
                                          <p:attrName>ppt_h</p:attrName>
                                        </p:attrNameLst>
                                      </p:cBhvr>
                                      <p:tavLst>
                                        <p:tav tm="0">
                                          <p:val>
                                            <p:fltVal val="0"/>
                                          </p:val>
                                        </p:tav>
                                        <p:tav tm="100000">
                                          <p:val>
                                            <p:strVal val="#ppt_h"/>
                                          </p:val>
                                        </p:tav>
                                      </p:tavLst>
                                    </p:anim>
                                    <p:animEffect transition="in" filter="fade">
                                      <p:cBhvr>
                                        <p:cTn id="83" dur="500"/>
                                        <p:tgtEl>
                                          <p:spTgt spid="17"/>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 calcmode="lin" valueType="num">
                                      <p:cBhvr>
                                        <p:cTn id="86" dur="500" fill="hold"/>
                                        <p:tgtEl>
                                          <p:spTgt spid="18"/>
                                        </p:tgtEl>
                                        <p:attrNameLst>
                                          <p:attrName>ppt_w</p:attrName>
                                        </p:attrNameLst>
                                      </p:cBhvr>
                                      <p:tavLst>
                                        <p:tav tm="0">
                                          <p:val>
                                            <p:fltVal val="0"/>
                                          </p:val>
                                        </p:tav>
                                        <p:tav tm="100000">
                                          <p:val>
                                            <p:strVal val="#ppt_w"/>
                                          </p:val>
                                        </p:tav>
                                      </p:tavLst>
                                    </p:anim>
                                    <p:anim calcmode="lin" valueType="num">
                                      <p:cBhvr>
                                        <p:cTn id="87" dur="500" fill="hold"/>
                                        <p:tgtEl>
                                          <p:spTgt spid="18"/>
                                        </p:tgtEl>
                                        <p:attrNameLst>
                                          <p:attrName>ppt_h</p:attrName>
                                        </p:attrNameLst>
                                      </p:cBhvr>
                                      <p:tavLst>
                                        <p:tav tm="0">
                                          <p:val>
                                            <p:fltVal val="0"/>
                                          </p:val>
                                        </p:tav>
                                        <p:tav tm="100000">
                                          <p:val>
                                            <p:strVal val="#ppt_h"/>
                                          </p:val>
                                        </p:tav>
                                      </p:tavLst>
                                    </p:anim>
                                    <p:animEffect transition="in" filter="fade">
                                      <p:cBhvr>
                                        <p:cTn id="88" dur="500"/>
                                        <p:tgtEl>
                                          <p:spTgt spid="18"/>
                                        </p:tgtEl>
                                      </p:cBhvr>
                                    </p:animEffect>
                                  </p:childTnLst>
                                </p:cTn>
                              </p:par>
                              <p:par>
                                <p:cTn id="89" presetID="53" presetClass="entr" presetSubtype="16"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 calcmode="lin" valueType="num">
                                      <p:cBhvr>
                                        <p:cTn id="91" dur="500" fill="hold"/>
                                        <p:tgtEl>
                                          <p:spTgt spid="19"/>
                                        </p:tgtEl>
                                        <p:attrNameLst>
                                          <p:attrName>ppt_w</p:attrName>
                                        </p:attrNameLst>
                                      </p:cBhvr>
                                      <p:tavLst>
                                        <p:tav tm="0">
                                          <p:val>
                                            <p:fltVal val="0"/>
                                          </p:val>
                                        </p:tav>
                                        <p:tav tm="100000">
                                          <p:val>
                                            <p:strVal val="#ppt_w"/>
                                          </p:val>
                                        </p:tav>
                                      </p:tavLst>
                                    </p:anim>
                                    <p:anim calcmode="lin" valueType="num">
                                      <p:cBhvr>
                                        <p:cTn id="92" dur="500" fill="hold"/>
                                        <p:tgtEl>
                                          <p:spTgt spid="19"/>
                                        </p:tgtEl>
                                        <p:attrNameLst>
                                          <p:attrName>ppt_h</p:attrName>
                                        </p:attrNameLst>
                                      </p:cBhvr>
                                      <p:tavLst>
                                        <p:tav tm="0">
                                          <p:val>
                                            <p:fltVal val="0"/>
                                          </p:val>
                                        </p:tav>
                                        <p:tav tm="100000">
                                          <p:val>
                                            <p:strVal val="#ppt_h"/>
                                          </p:val>
                                        </p:tav>
                                      </p:tavLst>
                                    </p:anim>
                                    <p:animEffect transition="in" filter="fade">
                                      <p:cBhvr>
                                        <p:cTn id="93" dur="500"/>
                                        <p:tgtEl>
                                          <p:spTgt spid="19"/>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 calcmode="lin" valueType="num">
                                      <p:cBhvr>
                                        <p:cTn id="96" dur="500" fill="hold"/>
                                        <p:tgtEl>
                                          <p:spTgt spid="23"/>
                                        </p:tgtEl>
                                        <p:attrNameLst>
                                          <p:attrName>ppt_w</p:attrName>
                                        </p:attrNameLst>
                                      </p:cBhvr>
                                      <p:tavLst>
                                        <p:tav tm="0">
                                          <p:val>
                                            <p:fltVal val="0"/>
                                          </p:val>
                                        </p:tav>
                                        <p:tav tm="100000">
                                          <p:val>
                                            <p:strVal val="#ppt_w"/>
                                          </p:val>
                                        </p:tav>
                                      </p:tavLst>
                                    </p:anim>
                                    <p:anim calcmode="lin" valueType="num">
                                      <p:cBhvr>
                                        <p:cTn id="97" dur="500" fill="hold"/>
                                        <p:tgtEl>
                                          <p:spTgt spid="23"/>
                                        </p:tgtEl>
                                        <p:attrNameLst>
                                          <p:attrName>ppt_h</p:attrName>
                                        </p:attrNameLst>
                                      </p:cBhvr>
                                      <p:tavLst>
                                        <p:tav tm="0">
                                          <p:val>
                                            <p:fltVal val="0"/>
                                          </p:val>
                                        </p:tav>
                                        <p:tav tm="100000">
                                          <p:val>
                                            <p:strVal val="#ppt_h"/>
                                          </p:val>
                                        </p:tav>
                                      </p:tavLst>
                                    </p:anim>
                                    <p:animEffect transition="in" filter="fade">
                                      <p:cBhvr>
                                        <p:cTn id="98" dur="500"/>
                                        <p:tgtEl>
                                          <p:spTgt spid="23"/>
                                        </p:tgtEl>
                                      </p:cBhvr>
                                    </p:animEffect>
                                  </p:childTnLst>
                                </p:cTn>
                              </p:par>
                              <p:par>
                                <p:cTn id="99" presetID="53" presetClass="entr" presetSubtype="16" fill="hold" grpId="0" nodeType="withEffect">
                                  <p:stCondLst>
                                    <p:cond delay="0"/>
                                  </p:stCondLst>
                                  <p:childTnLst>
                                    <p:set>
                                      <p:cBhvr>
                                        <p:cTn id="100" dur="1" fill="hold">
                                          <p:stCondLst>
                                            <p:cond delay="0"/>
                                          </p:stCondLst>
                                        </p:cTn>
                                        <p:tgtEl>
                                          <p:spTgt spid="24"/>
                                        </p:tgtEl>
                                        <p:attrNameLst>
                                          <p:attrName>style.visibility</p:attrName>
                                        </p:attrNameLst>
                                      </p:cBhvr>
                                      <p:to>
                                        <p:strVal val="visible"/>
                                      </p:to>
                                    </p:set>
                                    <p:anim calcmode="lin" valueType="num">
                                      <p:cBhvr>
                                        <p:cTn id="101" dur="500" fill="hold"/>
                                        <p:tgtEl>
                                          <p:spTgt spid="24"/>
                                        </p:tgtEl>
                                        <p:attrNameLst>
                                          <p:attrName>ppt_w</p:attrName>
                                        </p:attrNameLst>
                                      </p:cBhvr>
                                      <p:tavLst>
                                        <p:tav tm="0">
                                          <p:val>
                                            <p:fltVal val="0"/>
                                          </p:val>
                                        </p:tav>
                                        <p:tav tm="100000">
                                          <p:val>
                                            <p:strVal val="#ppt_w"/>
                                          </p:val>
                                        </p:tav>
                                      </p:tavLst>
                                    </p:anim>
                                    <p:anim calcmode="lin" valueType="num">
                                      <p:cBhvr>
                                        <p:cTn id="102" dur="500" fill="hold"/>
                                        <p:tgtEl>
                                          <p:spTgt spid="24"/>
                                        </p:tgtEl>
                                        <p:attrNameLst>
                                          <p:attrName>ppt_h</p:attrName>
                                        </p:attrNameLst>
                                      </p:cBhvr>
                                      <p:tavLst>
                                        <p:tav tm="0">
                                          <p:val>
                                            <p:fltVal val="0"/>
                                          </p:val>
                                        </p:tav>
                                        <p:tav tm="100000">
                                          <p:val>
                                            <p:strVal val="#ppt_h"/>
                                          </p:val>
                                        </p:tav>
                                      </p:tavLst>
                                    </p:anim>
                                    <p:animEffect transition="in" filter="fade">
                                      <p:cBhvr>
                                        <p:cTn id="103" dur="500"/>
                                        <p:tgtEl>
                                          <p:spTgt spid="24"/>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 calcmode="lin" valueType="num">
                                      <p:cBhvr>
                                        <p:cTn id="106" dur="500" fill="hold"/>
                                        <p:tgtEl>
                                          <p:spTgt spid="38"/>
                                        </p:tgtEl>
                                        <p:attrNameLst>
                                          <p:attrName>ppt_w</p:attrName>
                                        </p:attrNameLst>
                                      </p:cBhvr>
                                      <p:tavLst>
                                        <p:tav tm="0">
                                          <p:val>
                                            <p:fltVal val="0"/>
                                          </p:val>
                                        </p:tav>
                                        <p:tav tm="100000">
                                          <p:val>
                                            <p:strVal val="#ppt_w"/>
                                          </p:val>
                                        </p:tav>
                                      </p:tavLst>
                                    </p:anim>
                                    <p:anim calcmode="lin" valueType="num">
                                      <p:cBhvr>
                                        <p:cTn id="107" dur="500" fill="hold"/>
                                        <p:tgtEl>
                                          <p:spTgt spid="38"/>
                                        </p:tgtEl>
                                        <p:attrNameLst>
                                          <p:attrName>ppt_h</p:attrName>
                                        </p:attrNameLst>
                                      </p:cBhvr>
                                      <p:tavLst>
                                        <p:tav tm="0">
                                          <p:val>
                                            <p:fltVal val="0"/>
                                          </p:val>
                                        </p:tav>
                                        <p:tav tm="100000">
                                          <p:val>
                                            <p:strVal val="#ppt_h"/>
                                          </p:val>
                                        </p:tav>
                                      </p:tavLst>
                                    </p:anim>
                                    <p:animEffect transition="in" filter="fade">
                                      <p:cBhvr>
                                        <p:cTn id="108" dur="500"/>
                                        <p:tgtEl>
                                          <p:spTgt spid="38"/>
                                        </p:tgtEl>
                                      </p:cBhvr>
                                    </p:animEffect>
                                  </p:childTnLst>
                                </p:cTn>
                              </p:par>
                              <p:par>
                                <p:cTn id="109" presetID="53" presetClass="entr" presetSubtype="16" fill="hold" grpId="0" nodeType="withEffect">
                                  <p:stCondLst>
                                    <p:cond delay="0"/>
                                  </p:stCondLst>
                                  <p:childTnLst>
                                    <p:set>
                                      <p:cBhvr>
                                        <p:cTn id="110" dur="1" fill="hold">
                                          <p:stCondLst>
                                            <p:cond delay="0"/>
                                          </p:stCondLst>
                                        </p:cTn>
                                        <p:tgtEl>
                                          <p:spTgt spid="39"/>
                                        </p:tgtEl>
                                        <p:attrNameLst>
                                          <p:attrName>style.visibility</p:attrName>
                                        </p:attrNameLst>
                                      </p:cBhvr>
                                      <p:to>
                                        <p:strVal val="visible"/>
                                      </p:to>
                                    </p:set>
                                    <p:anim calcmode="lin" valueType="num">
                                      <p:cBhvr>
                                        <p:cTn id="111" dur="500" fill="hold"/>
                                        <p:tgtEl>
                                          <p:spTgt spid="39"/>
                                        </p:tgtEl>
                                        <p:attrNameLst>
                                          <p:attrName>ppt_w</p:attrName>
                                        </p:attrNameLst>
                                      </p:cBhvr>
                                      <p:tavLst>
                                        <p:tav tm="0">
                                          <p:val>
                                            <p:fltVal val="0"/>
                                          </p:val>
                                        </p:tav>
                                        <p:tav tm="100000">
                                          <p:val>
                                            <p:strVal val="#ppt_w"/>
                                          </p:val>
                                        </p:tav>
                                      </p:tavLst>
                                    </p:anim>
                                    <p:anim calcmode="lin" valueType="num">
                                      <p:cBhvr>
                                        <p:cTn id="112" dur="500" fill="hold"/>
                                        <p:tgtEl>
                                          <p:spTgt spid="39"/>
                                        </p:tgtEl>
                                        <p:attrNameLst>
                                          <p:attrName>ppt_h</p:attrName>
                                        </p:attrNameLst>
                                      </p:cBhvr>
                                      <p:tavLst>
                                        <p:tav tm="0">
                                          <p:val>
                                            <p:fltVal val="0"/>
                                          </p:val>
                                        </p:tav>
                                        <p:tav tm="100000">
                                          <p:val>
                                            <p:strVal val="#ppt_h"/>
                                          </p:val>
                                        </p:tav>
                                      </p:tavLst>
                                    </p:anim>
                                    <p:animEffect transition="in" filter="fade">
                                      <p:cBhvr>
                                        <p:cTn id="113" dur="500"/>
                                        <p:tgtEl>
                                          <p:spTgt spid="39"/>
                                        </p:tgtEl>
                                      </p:cBhvr>
                                    </p:animEffect>
                                  </p:childTnLst>
                                </p:cTn>
                              </p:par>
                              <p:par>
                                <p:cTn id="114" presetID="53" presetClass="entr" presetSubtype="16" fill="hold" grpId="0" nodeType="withEffect">
                                  <p:stCondLst>
                                    <p:cond delay="0"/>
                                  </p:stCondLst>
                                  <p:childTnLst>
                                    <p:set>
                                      <p:cBhvr>
                                        <p:cTn id="115" dur="1" fill="hold">
                                          <p:stCondLst>
                                            <p:cond delay="0"/>
                                          </p:stCondLst>
                                        </p:cTn>
                                        <p:tgtEl>
                                          <p:spTgt spid="41"/>
                                        </p:tgtEl>
                                        <p:attrNameLst>
                                          <p:attrName>style.visibility</p:attrName>
                                        </p:attrNameLst>
                                      </p:cBhvr>
                                      <p:to>
                                        <p:strVal val="visible"/>
                                      </p:to>
                                    </p:set>
                                    <p:anim calcmode="lin" valueType="num">
                                      <p:cBhvr>
                                        <p:cTn id="116" dur="500" fill="hold"/>
                                        <p:tgtEl>
                                          <p:spTgt spid="41"/>
                                        </p:tgtEl>
                                        <p:attrNameLst>
                                          <p:attrName>ppt_w</p:attrName>
                                        </p:attrNameLst>
                                      </p:cBhvr>
                                      <p:tavLst>
                                        <p:tav tm="0">
                                          <p:val>
                                            <p:fltVal val="0"/>
                                          </p:val>
                                        </p:tav>
                                        <p:tav tm="100000">
                                          <p:val>
                                            <p:strVal val="#ppt_w"/>
                                          </p:val>
                                        </p:tav>
                                      </p:tavLst>
                                    </p:anim>
                                    <p:anim calcmode="lin" valueType="num">
                                      <p:cBhvr>
                                        <p:cTn id="117" dur="500" fill="hold"/>
                                        <p:tgtEl>
                                          <p:spTgt spid="41"/>
                                        </p:tgtEl>
                                        <p:attrNameLst>
                                          <p:attrName>ppt_h</p:attrName>
                                        </p:attrNameLst>
                                      </p:cBhvr>
                                      <p:tavLst>
                                        <p:tav tm="0">
                                          <p:val>
                                            <p:fltVal val="0"/>
                                          </p:val>
                                        </p:tav>
                                        <p:tav tm="100000">
                                          <p:val>
                                            <p:strVal val="#ppt_h"/>
                                          </p:val>
                                        </p:tav>
                                      </p:tavLst>
                                    </p:anim>
                                    <p:animEffect transition="in" filter="fade">
                                      <p:cBhvr>
                                        <p:cTn id="118" dur="500"/>
                                        <p:tgtEl>
                                          <p:spTgt spid="41"/>
                                        </p:tgtEl>
                                      </p:cBhvr>
                                    </p:animEffect>
                                  </p:childTnLst>
                                </p:cTn>
                              </p:par>
                              <p:par>
                                <p:cTn id="119" presetID="53" presetClass="entr" presetSubtype="16" fill="hold" grpId="0" nodeType="withEffect">
                                  <p:stCondLst>
                                    <p:cond delay="0"/>
                                  </p:stCondLst>
                                  <p:childTnLst>
                                    <p:set>
                                      <p:cBhvr>
                                        <p:cTn id="120" dur="1" fill="hold">
                                          <p:stCondLst>
                                            <p:cond delay="0"/>
                                          </p:stCondLst>
                                        </p:cTn>
                                        <p:tgtEl>
                                          <p:spTgt spid="42"/>
                                        </p:tgtEl>
                                        <p:attrNameLst>
                                          <p:attrName>style.visibility</p:attrName>
                                        </p:attrNameLst>
                                      </p:cBhvr>
                                      <p:to>
                                        <p:strVal val="visible"/>
                                      </p:to>
                                    </p:set>
                                    <p:anim calcmode="lin" valueType="num">
                                      <p:cBhvr>
                                        <p:cTn id="121" dur="500" fill="hold"/>
                                        <p:tgtEl>
                                          <p:spTgt spid="42"/>
                                        </p:tgtEl>
                                        <p:attrNameLst>
                                          <p:attrName>ppt_w</p:attrName>
                                        </p:attrNameLst>
                                      </p:cBhvr>
                                      <p:tavLst>
                                        <p:tav tm="0">
                                          <p:val>
                                            <p:fltVal val="0"/>
                                          </p:val>
                                        </p:tav>
                                        <p:tav tm="100000">
                                          <p:val>
                                            <p:strVal val="#ppt_w"/>
                                          </p:val>
                                        </p:tav>
                                      </p:tavLst>
                                    </p:anim>
                                    <p:anim calcmode="lin" valueType="num">
                                      <p:cBhvr>
                                        <p:cTn id="122" dur="500" fill="hold"/>
                                        <p:tgtEl>
                                          <p:spTgt spid="42"/>
                                        </p:tgtEl>
                                        <p:attrNameLst>
                                          <p:attrName>ppt_h</p:attrName>
                                        </p:attrNameLst>
                                      </p:cBhvr>
                                      <p:tavLst>
                                        <p:tav tm="0">
                                          <p:val>
                                            <p:fltVal val="0"/>
                                          </p:val>
                                        </p:tav>
                                        <p:tav tm="100000">
                                          <p:val>
                                            <p:strVal val="#ppt_h"/>
                                          </p:val>
                                        </p:tav>
                                      </p:tavLst>
                                    </p:anim>
                                    <p:animEffect transition="in" filter="fade">
                                      <p:cBhvr>
                                        <p:cTn id="123" dur="500"/>
                                        <p:tgtEl>
                                          <p:spTgt spid="42"/>
                                        </p:tgtEl>
                                      </p:cBhvr>
                                    </p:animEffect>
                                  </p:childTnLst>
                                </p:cTn>
                              </p:par>
                              <p:par>
                                <p:cTn id="124" presetID="53" presetClass="entr" presetSubtype="16" fill="hold" grpId="0" nodeType="withEffect">
                                  <p:stCondLst>
                                    <p:cond delay="0"/>
                                  </p:stCondLst>
                                  <p:childTnLst>
                                    <p:set>
                                      <p:cBhvr>
                                        <p:cTn id="125" dur="1" fill="hold">
                                          <p:stCondLst>
                                            <p:cond delay="0"/>
                                          </p:stCondLst>
                                        </p:cTn>
                                        <p:tgtEl>
                                          <p:spTgt spid="46"/>
                                        </p:tgtEl>
                                        <p:attrNameLst>
                                          <p:attrName>style.visibility</p:attrName>
                                        </p:attrNameLst>
                                      </p:cBhvr>
                                      <p:to>
                                        <p:strVal val="visible"/>
                                      </p:to>
                                    </p:set>
                                    <p:anim calcmode="lin" valueType="num">
                                      <p:cBhvr>
                                        <p:cTn id="126" dur="500" fill="hold"/>
                                        <p:tgtEl>
                                          <p:spTgt spid="46"/>
                                        </p:tgtEl>
                                        <p:attrNameLst>
                                          <p:attrName>ppt_w</p:attrName>
                                        </p:attrNameLst>
                                      </p:cBhvr>
                                      <p:tavLst>
                                        <p:tav tm="0">
                                          <p:val>
                                            <p:fltVal val="0"/>
                                          </p:val>
                                        </p:tav>
                                        <p:tav tm="100000">
                                          <p:val>
                                            <p:strVal val="#ppt_w"/>
                                          </p:val>
                                        </p:tav>
                                      </p:tavLst>
                                    </p:anim>
                                    <p:anim calcmode="lin" valueType="num">
                                      <p:cBhvr>
                                        <p:cTn id="127" dur="500" fill="hold"/>
                                        <p:tgtEl>
                                          <p:spTgt spid="46"/>
                                        </p:tgtEl>
                                        <p:attrNameLst>
                                          <p:attrName>ppt_h</p:attrName>
                                        </p:attrNameLst>
                                      </p:cBhvr>
                                      <p:tavLst>
                                        <p:tav tm="0">
                                          <p:val>
                                            <p:fltVal val="0"/>
                                          </p:val>
                                        </p:tav>
                                        <p:tav tm="100000">
                                          <p:val>
                                            <p:strVal val="#ppt_h"/>
                                          </p:val>
                                        </p:tav>
                                      </p:tavLst>
                                    </p:anim>
                                    <p:animEffect transition="in" filter="fade">
                                      <p:cBhvr>
                                        <p:cTn id="128" dur="500"/>
                                        <p:tgtEl>
                                          <p:spTgt spid="46"/>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49"/>
                                        </p:tgtEl>
                                        <p:attrNameLst>
                                          <p:attrName>style.visibility</p:attrName>
                                        </p:attrNameLst>
                                      </p:cBhvr>
                                      <p:to>
                                        <p:strVal val="visible"/>
                                      </p:to>
                                    </p:set>
                                    <p:anim calcmode="lin" valueType="num">
                                      <p:cBhvr>
                                        <p:cTn id="131" dur="500" fill="hold"/>
                                        <p:tgtEl>
                                          <p:spTgt spid="49"/>
                                        </p:tgtEl>
                                        <p:attrNameLst>
                                          <p:attrName>ppt_w</p:attrName>
                                        </p:attrNameLst>
                                      </p:cBhvr>
                                      <p:tavLst>
                                        <p:tav tm="0">
                                          <p:val>
                                            <p:fltVal val="0"/>
                                          </p:val>
                                        </p:tav>
                                        <p:tav tm="100000">
                                          <p:val>
                                            <p:strVal val="#ppt_w"/>
                                          </p:val>
                                        </p:tav>
                                      </p:tavLst>
                                    </p:anim>
                                    <p:anim calcmode="lin" valueType="num">
                                      <p:cBhvr>
                                        <p:cTn id="132" dur="500" fill="hold"/>
                                        <p:tgtEl>
                                          <p:spTgt spid="49"/>
                                        </p:tgtEl>
                                        <p:attrNameLst>
                                          <p:attrName>ppt_h</p:attrName>
                                        </p:attrNameLst>
                                      </p:cBhvr>
                                      <p:tavLst>
                                        <p:tav tm="0">
                                          <p:val>
                                            <p:fltVal val="0"/>
                                          </p:val>
                                        </p:tav>
                                        <p:tav tm="100000">
                                          <p:val>
                                            <p:strVal val="#ppt_h"/>
                                          </p:val>
                                        </p:tav>
                                      </p:tavLst>
                                    </p:anim>
                                    <p:animEffect transition="in" filter="fade">
                                      <p:cBhvr>
                                        <p:cTn id="133" dur="500"/>
                                        <p:tgtEl>
                                          <p:spTgt spid="49"/>
                                        </p:tgtEl>
                                      </p:cBhvr>
                                    </p:animEffect>
                                  </p:childTnLst>
                                </p:cTn>
                              </p:par>
                              <p:par>
                                <p:cTn id="134" presetID="53" presetClass="entr" presetSubtype="16" fill="hold" grpId="0" nodeType="withEffect">
                                  <p:stCondLst>
                                    <p:cond delay="0"/>
                                  </p:stCondLst>
                                  <p:childTnLst>
                                    <p:set>
                                      <p:cBhvr>
                                        <p:cTn id="135" dur="1" fill="hold">
                                          <p:stCondLst>
                                            <p:cond delay="0"/>
                                          </p:stCondLst>
                                        </p:cTn>
                                        <p:tgtEl>
                                          <p:spTgt spid="50"/>
                                        </p:tgtEl>
                                        <p:attrNameLst>
                                          <p:attrName>style.visibility</p:attrName>
                                        </p:attrNameLst>
                                      </p:cBhvr>
                                      <p:to>
                                        <p:strVal val="visible"/>
                                      </p:to>
                                    </p:set>
                                    <p:anim calcmode="lin" valueType="num">
                                      <p:cBhvr>
                                        <p:cTn id="136" dur="500" fill="hold"/>
                                        <p:tgtEl>
                                          <p:spTgt spid="50"/>
                                        </p:tgtEl>
                                        <p:attrNameLst>
                                          <p:attrName>ppt_w</p:attrName>
                                        </p:attrNameLst>
                                      </p:cBhvr>
                                      <p:tavLst>
                                        <p:tav tm="0">
                                          <p:val>
                                            <p:fltVal val="0"/>
                                          </p:val>
                                        </p:tav>
                                        <p:tav tm="100000">
                                          <p:val>
                                            <p:strVal val="#ppt_w"/>
                                          </p:val>
                                        </p:tav>
                                      </p:tavLst>
                                    </p:anim>
                                    <p:anim calcmode="lin" valueType="num">
                                      <p:cBhvr>
                                        <p:cTn id="137" dur="500" fill="hold"/>
                                        <p:tgtEl>
                                          <p:spTgt spid="50"/>
                                        </p:tgtEl>
                                        <p:attrNameLst>
                                          <p:attrName>ppt_h</p:attrName>
                                        </p:attrNameLst>
                                      </p:cBhvr>
                                      <p:tavLst>
                                        <p:tav tm="0">
                                          <p:val>
                                            <p:fltVal val="0"/>
                                          </p:val>
                                        </p:tav>
                                        <p:tav tm="100000">
                                          <p:val>
                                            <p:strVal val="#ppt_h"/>
                                          </p:val>
                                        </p:tav>
                                      </p:tavLst>
                                    </p:anim>
                                    <p:animEffect transition="in" filter="fade">
                                      <p:cBhvr>
                                        <p:cTn id="138" dur="500"/>
                                        <p:tgtEl>
                                          <p:spTgt spid="50"/>
                                        </p:tgtEl>
                                      </p:cBhvr>
                                    </p:animEffect>
                                  </p:childTnLst>
                                </p:cTn>
                              </p:par>
                              <p:par>
                                <p:cTn id="139" presetID="53" presetClass="entr" presetSubtype="16" fill="hold" grpId="0" nodeType="withEffect">
                                  <p:stCondLst>
                                    <p:cond delay="0"/>
                                  </p:stCondLst>
                                  <p:childTnLst>
                                    <p:set>
                                      <p:cBhvr>
                                        <p:cTn id="140" dur="1" fill="hold">
                                          <p:stCondLst>
                                            <p:cond delay="0"/>
                                          </p:stCondLst>
                                        </p:cTn>
                                        <p:tgtEl>
                                          <p:spTgt spid="51"/>
                                        </p:tgtEl>
                                        <p:attrNameLst>
                                          <p:attrName>style.visibility</p:attrName>
                                        </p:attrNameLst>
                                      </p:cBhvr>
                                      <p:to>
                                        <p:strVal val="visible"/>
                                      </p:to>
                                    </p:set>
                                    <p:anim calcmode="lin" valueType="num">
                                      <p:cBhvr>
                                        <p:cTn id="141" dur="500" fill="hold"/>
                                        <p:tgtEl>
                                          <p:spTgt spid="51"/>
                                        </p:tgtEl>
                                        <p:attrNameLst>
                                          <p:attrName>ppt_w</p:attrName>
                                        </p:attrNameLst>
                                      </p:cBhvr>
                                      <p:tavLst>
                                        <p:tav tm="0">
                                          <p:val>
                                            <p:fltVal val="0"/>
                                          </p:val>
                                        </p:tav>
                                        <p:tav tm="100000">
                                          <p:val>
                                            <p:strVal val="#ppt_w"/>
                                          </p:val>
                                        </p:tav>
                                      </p:tavLst>
                                    </p:anim>
                                    <p:anim calcmode="lin" valueType="num">
                                      <p:cBhvr>
                                        <p:cTn id="142" dur="500" fill="hold"/>
                                        <p:tgtEl>
                                          <p:spTgt spid="51"/>
                                        </p:tgtEl>
                                        <p:attrNameLst>
                                          <p:attrName>ppt_h</p:attrName>
                                        </p:attrNameLst>
                                      </p:cBhvr>
                                      <p:tavLst>
                                        <p:tav tm="0">
                                          <p:val>
                                            <p:fltVal val="0"/>
                                          </p:val>
                                        </p:tav>
                                        <p:tav tm="100000">
                                          <p:val>
                                            <p:strVal val="#ppt_h"/>
                                          </p:val>
                                        </p:tav>
                                      </p:tavLst>
                                    </p:anim>
                                    <p:animEffect transition="in" filter="fade">
                                      <p:cBhvr>
                                        <p:cTn id="143" dur="500"/>
                                        <p:tgtEl>
                                          <p:spTgt spid="51"/>
                                        </p:tgtEl>
                                      </p:cBhvr>
                                    </p:animEffect>
                                  </p:childTnLst>
                                </p:cTn>
                              </p:par>
                              <p:par>
                                <p:cTn id="144" presetID="53" presetClass="entr" presetSubtype="16" fill="hold" grpId="0" nodeType="withEffect">
                                  <p:stCondLst>
                                    <p:cond delay="0"/>
                                  </p:stCondLst>
                                  <p:childTnLst>
                                    <p:set>
                                      <p:cBhvr>
                                        <p:cTn id="145" dur="1" fill="hold">
                                          <p:stCondLst>
                                            <p:cond delay="0"/>
                                          </p:stCondLst>
                                        </p:cTn>
                                        <p:tgtEl>
                                          <p:spTgt spid="53"/>
                                        </p:tgtEl>
                                        <p:attrNameLst>
                                          <p:attrName>style.visibility</p:attrName>
                                        </p:attrNameLst>
                                      </p:cBhvr>
                                      <p:to>
                                        <p:strVal val="visible"/>
                                      </p:to>
                                    </p:set>
                                    <p:anim calcmode="lin" valueType="num">
                                      <p:cBhvr>
                                        <p:cTn id="146" dur="500" fill="hold"/>
                                        <p:tgtEl>
                                          <p:spTgt spid="53"/>
                                        </p:tgtEl>
                                        <p:attrNameLst>
                                          <p:attrName>ppt_w</p:attrName>
                                        </p:attrNameLst>
                                      </p:cBhvr>
                                      <p:tavLst>
                                        <p:tav tm="0">
                                          <p:val>
                                            <p:fltVal val="0"/>
                                          </p:val>
                                        </p:tav>
                                        <p:tav tm="100000">
                                          <p:val>
                                            <p:strVal val="#ppt_w"/>
                                          </p:val>
                                        </p:tav>
                                      </p:tavLst>
                                    </p:anim>
                                    <p:anim calcmode="lin" valueType="num">
                                      <p:cBhvr>
                                        <p:cTn id="147" dur="500" fill="hold"/>
                                        <p:tgtEl>
                                          <p:spTgt spid="53"/>
                                        </p:tgtEl>
                                        <p:attrNameLst>
                                          <p:attrName>ppt_h</p:attrName>
                                        </p:attrNameLst>
                                      </p:cBhvr>
                                      <p:tavLst>
                                        <p:tav tm="0">
                                          <p:val>
                                            <p:fltVal val="0"/>
                                          </p:val>
                                        </p:tav>
                                        <p:tav tm="100000">
                                          <p:val>
                                            <p:strVal val="#ppt_h"/>
                                          </p:val>
                                        </p:tav>
                                      </p:tavLst>
                                    </p:anim>
                                    <p:animEffect transition="in" filter="fade">
                                      <p:cBhvr>
                                        <p:cTn id="148" dur="500"/>
                                        <p:tgtEl>
                                          <p:spTgt spid="53"/>
                                        </p:tgtEl>
                                      </p:cBhvr>
                                    </p:animEffect>
                                  </p:childTnLst>
                                </p:cTn>
                              </p:par>
                              <p:par>
                                <p:cTn id="149" presetID="53" presetClass="entr" presetSubtype="16" fill="hold" grpId="0" nodeType="withEffect">
                                  <p:stCondLst>
                                    <p:cond delay="0"/>
                                  </p:stCondLst>
                                  <p:childTnLst>
                                    <p:set>
                                      <p:cBhvr>
                                        <p:cTn id="150" dur="1" fill="hold">
                                          <p:stCondLst>
                                            <p:cond delay="0"/>
                                          </p:stCondLst>
                                        </p:cTn>
                                        <p:tgtEl>
                                          <p:spTgt spid="54"/>
                                        </p:tgtEl>
                                        <p:attrNameLst>
                                          <p:attrName>style.visibility</p:attrName>
                                        </p:attrNameLst>
                                      </p:cBhvr>
                                      <p:to>
                                        <p:strVal val="visible"/>
                                      </p:to>
                                    </p:set>
                                    <p:anim calcmode="lin" valueType="num">
                                      <p:cBhvr>
                                        <p:cTn id="151" dur="500" fill="hold"/>
                                        <p:tgtEl>
                                          <p:spTgt spid="54"/>
                                        </p:tgtEl>
                                        <p:attrNameLst>
                                          <p:attrName>ppt_w</p:attrName>
                                        </p:attrNameLst>
                                      </p:cBhvr>
                                      <p:tavLst>
                                        <p:tav tm="0">
                                          <p:val>
                                            <p:fltVal val="0"/>
                                          </p:val>
                                        </p:tav>
                                        <p:tav tm="100000">
                                          <p:val>
                                            <p:strVal val="#ppt_w"/>
                                          </p:val>
                                        </p:tav>
                                      </p:tavLst>
                                    </p:anim>
                                    <p:anim calcmode="lin" valueType="num">
                                      <p:cBhvr>
                                        <p:cTn id="152" dur="500" fill="hold"/>
                                        <p:tgtEl>
                                          <p:spTgt spid="54"/>
                                        </p:tgtEl>
                                        <p:attrNameLst>
                                          <p:attrName>ppt_h</p:attrName>
                                        </p:attrNameLst>
                                      </p:cBhvr>
                                      <p:tavLst>
                                        <p:tav tm="0">
                                          <p:val>
                                            <p:fltVal val="0"/>
                                          </p:val>
                                        </p:tav>
                                        <p:tav tm="100000">
                                          <p:val>
                                            <p:strVal val="#ppt_h"/>
                                          </p:val>
                                        </p:tav>
                                      </p:tavLst>
                                    </p:anim>
                                    <p:animEffect transition="in" filter="fade">
                                      <p:cBhvr>
                                        <p:cTn id="153" dur="500"/>
                                        <p:tgtEl>
                                          <p:spTgt spid="54"/>
                                        </p:tgtEl>
                                      </p:cBhvr>
                                    </p:animEffect>
                                  </p:childTnLst>
                                </p:cTn>
                              </p:par>
                              <p:par>
                                <p:cTn id="154" presetID="53" presetClass="entr" presetSubtype="16" fill="hold" grpId="0" nodeType="withEffect">
                                  <p:stCondLst>
                                    <p:cond delay="0"/>
                                  </p:stCondLst>
                                  <p:childTnLst>
                                    <p:set>
                                      <p:cBhvr>
                                        <p:cTn id="155" dur="1" fill="hold">
                                          <p:stCondLst>
                                            <p:cond delay="0"/>
                                          </p:stCondLst>
                                        </p:cTn>
                                        <p:tgtEl>
                                          <p:spTgt spid="57"/>
                                        </p:tgtEl>
                                        <p:attrNameLst>
                                          <p:attrName>style.visibility</p:attrName>
                                        </p:attrNameLst>
                                      </p:cBhvr>
                                      <p:to>
                                        <p:strVal val="visible"/>
                                      </p:to>
                                    </p:set>
                                    <p:anim calcmode="lin" valueType="num">
                                      <p:cBhvr>
                                        <p:cTn id="156" dur="500" fill="hold"/>
                                        <p:tgtEl>
                                          <p:spTgt spid="57"/>
                                        </p:tgtEl>
                                        <p:attrNameLst>
                                          <p:attrName>ppt_w</p:attrName>
                                        </p:attrNameLst>
                                      </p:cBhvr>
                                      <p:tavLst>
                                        <p:tav tm="0">
                                          <p:val>
                                            <p:fltVal val="0"/>
                                          </p:val>
                                        </p:tav>
                                        <p:tav tm="100000">
                                          <p:val>
                                            <p:strVal val="#ppt_w"/>
                                          </p:val>
                                        </p:tav>
                                      </p:tavLst>
                                    </p:anim>
                                    <p:anim calcmode="lin" valueType="num">
                                      <p:cBhvr>
                                        <p:cTn id="157" dur="500" fill="hold"/>
                                        <p:tgtEl>
                                          <p:spTgt spid="57"/>
                                        </p:tgtEl>
                                        <p:attrNameLst>
                                          <p:attrName>ppt_h</p:attrName>
                                        </p:attrNameLst>
                                      </p:cBhvr>
                                      <p:tavLst>
                                        <p:tav tm="0">
                                          <p:val>
                                            <p:fltVal val="0"/>
                                          </p:val>
                                        </p:tav>
                                        <p:tav tm="100000">
                                          <p:val>
                                            <p:strVal val="#ppt_h"/>
                                          </p:val>
                                        </p:tav>
                                      </p:tavLst>
                                    </p:anim>
                                    <p:animEffect transition="in" filter="fade">
                                      <p:cBhvr>
                                        <p:cTn id="158"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7" grpId="0" animBg="1"/>
      <p:bldP spid="29" grpId="0" animBg="1"/>
      <p:bldP spid="30" grpId="0" animBg="1"/>
      <p:bldP spid="33" grpId="0" animBg="1"/>
      <p:bldP spid="35" grpId="0" animBg="1"/>
      <p:bldP spid="36" grpId="0" animBg="1"/>
      <p:bldP spid="2" grpId="0" animBg="1"/>
      <p:bldP spid="4" grpId="0" animBg="1"/>
      <p:bldP spid="5" grpId="0" animBg="1"/>
      <p:bldP spid="6" grpId="0" animBg="1"/>
      <p:bldP spid="17" grpId="0" animBg="1"/>
      <p:bldP spid="18" grpId="0" animBg="1"/>
      <p:bldP spid="19" grpId="0" animBg="1"/>
      <p:bldP spid="23" grpId="0" animBg="1"/>
      <p:bldP spid="24" grpId="0" animBg="1"/>
      <p:bldP spid="38" grpId="0" animBg="1"/>
      <p:bldP spid="39" grpId="0" animBg="1"/>
      <p:bldP spid="41" grpId="0" animBg="1"/>
      <p:bldP spid="42" grpId="0" animBg="1"/>
      <p:bldP spid="46" grpId="0" animBg="1"/>
      <p:bldP spid="47" grpId="0"/>
      <p:bldP spid="49" grpId="0" animBg="1"/>
      <p:bldP spid="50" grpId="0" animBg="1"/>
      <p:bldP spid="51" grpId="0" animBg="1"/>
      <p:bldP spid="53" grpId="0" animBg="1"/>
      <p:bldP spid="54" grpId="0" animBg="1"/>
      <p:bldP spid="5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96C44-672B-2DEF-3751-5C5B480882D7}"/>
            </a:ext>
          </a:extLst>
        </p:cNvPr>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37122C5D-B48F-8144-7806-75943094D3E9}"/>
              </a:ext>
            </a:extLst>
          </p:cNvPr>
          <p:cNvCxnSpPr/>
          <p:nvPr/>
        </p:nvCxnSpPr>
        <p:spPr>
          <a:xfrm flipV="1">
            <a:off x="2893283" y="2567445"/>
            <a:ext cx="0" cy="363521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EC24295-DB1B-D259-412C-1A560CF25E8D}"/>
              </a:ext>
            </a:extLst>
          </p:cNvPr>
          <p:cNvCxnSpPr/>
          <p:nvPr/>
        </p:nvCxnSpPr>
        <p:spPr>
          <a:xfrm>
            <a:off x="2893284" y="6206602"/>
            <a:ext cx="5801337" cy="0"/>
          </a:xfrm>
          <a:prstGeom prst="straightConnector1">
            <a:avLst/>
          </a:prstGeom>
          <a:ln w="317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 name="Text Box 2">
            <a:extLst>
              <a:ext uri="{FF2B5EF4-FFF2-40B4-BE49-F238E27FC236}">
                <a16:creationId xmlns:a16="http://schemas.microsoft.com/office/drawing/2014/main" id="{475227B2-5EC7-6607-D616-AC558C53F7E3}"/>
              </a:ext>
            </a:extLst>
          </p:cNvPr>
          <p:cNvSpPr txBox="1">
            <a:spLocks noChangeArrowheads="1"/>
          </p:cNvSpPr>
          <p:nvPr/>
        </p:nvSpPr>
        <p:spPr bwMode="auto">
          <a:xfrm>
            <a:off x="8770759" y="5869996"/>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0000FF"/>
                </a:solidFill>
                <a:latin typeface="Helvetica Neue"/>
                <a:ea typeface="+mn-ea"/>
                <a:cs typeface="+mn-cs"/>
              </a:rPr>
              <a:t>X</a:t>
            </a:r>
            <a:endParaRPr lang="en-US" altLang="en-US" sz="3810" b="1" i="1" kern="1200" dirty="0">
              <a:solidFill>
                <a:srgbClr val="0000FF"/>
              </a:solidFill>
              <a:latin typeface="Helvetica Neue"/>
              <a:ea typeface="+mn-ea"/>
              <a:cs typeface="+mn-cs"/>
            </a:endParaRPr>
          </a:p>
        </p:txBody>
      </p:sp>
      <p:sp>
        <p:nvSpPr>
          <p:cNvPr id="10" name="Text Box 2">
            <a:extLst>
              <a:ext uri="{FF2B5EF4-FFF2-40B4-BE49-F238E27FC236}">
                <a16:creationId xmlns:a16="http://schemas.microsoft.com/office/drawing/2014/main" id="{BB546D2C-3115-38AA-1D45-4C9442048FA4}"/>
              </a:ext>
            </a:extLst>
          </p:cNvPr>
          <p:cNvSpPr txBox="1">
            <a:spLocks noChangeArrowheads="1"/>
          </p:cNvSpPr>
          <p:nvPr/>
        </p:nvSpPr>
        <p:spPr bwMode="auto">
          <a:xfrm>
            <a:off x="2474551" y="1848477"/>
            <a:ext cx="837464"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4200">
                <a:solidFill>
                  <a:schemeClr val="tx1"/>
                </a:solidFill>
                <a:latin typeface="Helvetic Neue"/>
              </a:defRPr>
            </a:lvl1pPr>
            <a:lvl2pPr marL="742950" indent="-285750">
              <a:spcBef>
                <a:spcPct val="20000"/>
              </a:spcBef>
              <a:buSzPct val="75000"/>
              <a:buBlip>
                <a:blip r:embed="rId3"/>
              </a:buBlip>
              <a:defRPr sz="3600">
                <a:solidFill>
                  <a:schemeClr val="tx1"/>
                </a:solidFill>
                <a:latin typeface="Helvetic Neue"/>
              </a:defRPr>
            </a:lvl2pPr>
            <a:lvl3pPr marL="1143000" indent="-228600">
              <a:spcBef>
                <a:spcPct val="20000"/>
              </a:spcBef>
              <a:buChar char="•"/>
              <a:defRPr sz="3100">
                <a:solidFill>
                  <a:schemeClr val="tx1"/>
                </a:solidFill>
                <a:latin typeface="Helvetic Neue"/>
              </a:defRPr>
            </a:lvl3pPr>
            <a:lvl4pPr marL="1600200" indent="-228600">
              <a:spcBef>
                <a:spcPct val="20000"/>
              </a:spcBef>
              <a:buChar char="–"/>
              <a:defRPr sz="2600">
                <a:solidFill>
                  <a:schemeClr val="tx1"/>
                </a:solidFill>
                <a:latin typeface="Helvetic Neue"/>
              </a:defRPr>
            </a:lvl4pPr>
            <a:lvl5pPr marL="2057400" indent="-228600">
              <a:spcBef>
                <a:spcPct val="20000"/>
              </a:spcBef>
              <a:buClr>
                <a:schemeClr val="tx2"/>
              </a:buClr>
              <a:buChar char="–"/>
              <a:defRPr sz="2600">
                <a:solidFill>
                  <a:schemeClr val="tx1"/>
                </a:solidFill>
                <a:latin typeface="Helvetic Neue"/>
              </a:defRPr>
            </a:lvl5pPr>
            <a:lvl6pPr marL="2514600" indent="-228600" eaLnBrk="0" fontAlgn="base" hangingPunct="0">
              <a:spcBef>
                <a:spcPct val="20000"/>
              </a:spcBef>
              <a:spcAft>
                <a:spcPct val="0"/>
              </a:spcAft>
              <a:buClr>
                <a:schemeClr val="tx2"/>
              </a:buClr>
              <a:buChar char="–"/>
              <a:defRPr sz="2600">
                <a:solidFill>
                  <a:schemeClr val="tx1"/>
                </a:solidFill>
                <a:latin typeface="Helvetic Neue"/>
              </a:defRPr>
            </a:lvl6pPr>
            <a:lvl7pPr marL="2971800" indent="-228600" eaLnBrk="0" fontAlgn="base" hangingPunct="0">
              <a:spcBef>
                <a:spcPct val="20000"/>
              </a:spcBef>
              <a:spcAft>
                <a:spcPct val="0"/>
              </a:spcAft>
              <a:buClr>
                <a:schemeClr val="tx2"/>
              </a:buClr>
              <a:buChar char="–"/>
              <a:defRPr sz="2600">
                <a:solidFill>
                  <a:schemeClr val="tx1"/>
                </a:solidFill>
                <a:latin typeface="Helvetic Neue"/>
              </a:defRPr>
            </a:lvl7pPr>
            <a:lvl8pPr marL="3429000" indent="-228600" eaLnBrk="0" fontAlgn="base" hangingPunct="0">
              <a:spcBef>
                <a:spcPct val="20000"/>
              </a:spcBef>
              <a:spcAft>
                <a:spcPct val="0"/>
              </a:spcAft>
              <a:buClr>
                <a:schemeClr val="tx2"/>
              </a:buClr>
              <a:buChar char="–"/>
              <a:defRPr sz="2600">
                <a:solidFill>
                  <a:schemeClr val="tx1"/>
                </a:solidFill>
                <a:latin typeface="Helvetic Neue"/>
              </a:defRPr>
            </a:lvl8pPr>
            <a:lvl9pPr marL="3886200" indent="-228600" eaLnBrk="0" fontAlgn="base" hangingPunct="0">
              <a:spcBef>
                <a:spcPct val="20000"/>
              </a:spcBef>
              <a:spcAft>
                <a:spcPct val="0"/>
              </a:spcAft>
              <a:buClr>
                <a:schemeClr val="tx2"/>
              </a:buClr>
              <a:buChar char="–"/>
              <a:defRPr sz="2600">
                <a:solidFill>
                  <a:schemeClr val="tx1"/>
                </a:solidFill>
                <a:latin typeface="Helvetic Neue"/>
              </a:defRPr>
            </a:lvl9pPr>
          </a:lstStyle>
          <a:p>
            <a:pPr algn="ctr" defTabSz="837718">
              <a:spcBef>
                <a:spcPct val="0"/>
              </a:spcBef>
              <a:buClrTx/>
              <a:buNone/>
            </a:pPr>
            <a:r>
              <a:rPr lang="en-US" altLang="en-US" sz="3810" b="1" kern="1200" dirty="0">
                <a:solidFill>
                  <a:srgbClr val="FF0000"/>
                </a:solidFill>
                <a:latin typeface="Helvetica Neue"/>
                <a:ea typeface="+mn-ea"/>
                <a:cs typeface="+mn-cs"/>
              </a:rPr>
              <a:t>Y</a:t>
            </a:r>
            <a:endParaRPr lang="en-US" altLang="en-US" sz="3810" b="1" i="1" kern="1200" dirty="0">
              <a:solidFill>
                <a:srgbClr val="FF0000"/>
              </a:solidFill>
              <a:latin typeface="Helvetica Neue"/>
              <a:ea typeface="+mn-ea"/>
              <a:cs typeface="+mn-cs"/>
            </a:endParaRPr>
          </a:p>
        </p:txBody>
      </p:sp>
      <p:sp>
        <p:nvSpPr>
          <p:cNvPr id="25" name="Oval 24">
            <a:extLst>
              <a:ext uri="{FF2B5EF4-FFF2-40B4-BE49-F238E27FC236}">
                <a16:creationId xmlns:a16="http://schemas.microsoft.com/office/drawing/2014/main" id="{EC5D5D1F-7AF5-0DD1-1ED8-66D5F4EB3AC0}"/>
              </a:ext>
            </a:extLst>
          </p:cNvPr>
          <p:cNvSpPr/>
          <p:nvPr/>
        </p:nvSpPr>
        <p:spPr>
          <a:xfrm flipH="1" flipV="1">
            <a:off x="6863467" y="3684796"/>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7" name="Oval 26">
            <a:extLst>
              <a:ext uri="{FF2B5EF4-FFF2-40B4-BE49-F238E27FC236}">
                <a16:creationId xmlns:a16="http://schemas.microsoft.com/office/drawing/2014/main" id="{6A0F4EC0-0067-AC8C-888F-C3236A8C63D1}"/>
              </a:ext>
            </a:extLst>
          </p:cNvPr>
          <p:cNvSpPr/>
          <p:nvPr/>
        </p:nvSpPr>
        <p:spPr>
          <a:xfrm flipH="1" flipV="1">
            <a:off x="6351393" y="3924851"/>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8" name="Oval 27">
            <a:extLst>
              <a:ext uri="{FF2B5EF4-FFF2-40B4-BE49-F238E27FC236}">
                <a16:creationId xmlns:a16="http://schemas.microsoft.com/office/drawing/2014/main" id="{73F0F324-0ED4-1059-625A-9A9E551C7BB9}"/>
              </a:ext>
            </a:extLst>
          </p:cNvPr>
          <p:cNvSpPr/>
          <p:nvPr/>
        </p:nvSpPr>
        <p:spPr>
          <a:xfrm flipH="1" flipV="1">
            <a:off x="5102547" y="458480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29" name="Oval 28">
            <a:extLst>
              <a:ext uri="{FF2B5EF4-FFF2-40B4-BE49-F238E27FC236}">
                <a16:creationId xmlns:a16="http://schemas.microsoft.com/office/drawing/2014/main" id="{CB5F8E67-1236-9AA1-5647-4879AC860FC2}"/>
              </a:ext>
            </a:extLst>
          </p:cNvPr>
          <p:cNvSpPr/>
          <p:nvPr/>
        </p:nvSpPr>
        <p:spPr>
          <a:xfrm flipH="1" flipV="1">
            <a:off x="4585732" y="483219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1" name="Oval 30">
            <a:extLst>
              <a:ext uri="{FF2B5EF4-FFF2-40B4-BE49-F238E27FC236}">
                <a16:creationId xmlns:a16="http://schemas.microsoft.com/office/drawing/2014/main" id="{66F804B7-4868-CB0E-0984-29E63EA23C5C}"/>
              </a:ext>
            </a:extLst>
          </p:cNvPr>
          <p:cNvSpPr/>
          <p:nvPr/>
        </p:nvSpPr>
        <p:spPr>
          <a:xfrm flipH="1" flipV="1">
            <a:off x="4109954" y="510589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2" name="Oval 31">
            <a:extLst>
              <a:ext uri="{FF2B5EF4-FFF2-40B4-BE49-F238E27FC236}">
                <a16:creationId xmlns:a16="http://schemas.microsoft.com/office/drawing/2014/main" id="{5DBD27DB-D7AA-72AB-D324-6372BFE4A02B}"/>
              </a:ext>
            </a:extLst>
          </p:cNvPr>
          <p:cNvSpPr/>
          <p:nvPr/>
        </p:nvSpPr>
        <p:spPr>
          <a:xfrm flipH="1" flipV="1">
            <a:off x="7487130" y="334987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4" name="Oval 33">
            <a:extLst>
              <a:ext uri="{FF2B5EF4-FFF2-40B4-BE49-F238E27FC236}">
                <a16:creationId xmlns:a16="http://schemas.microsoft.com/office/drawing/2014/main" id="{143006AB-5C09-483D-8F88-CB1217E21D30}"/>
              </a:ext>
            </a:extLst>
          </p:cNvPr>
          <p:cNvSpPr/>
          <p:nvPr/>
        </p:nvSpPr>
        <p:spPr>
          <a:xfrm flipH="1" flipV="1">
            <a:off x="7911390" y="308836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5" name="Oval 34">
            <a:extLst>
              <a:ext uri="{FF2B5EF4-FFF2-40B4-BE49-F238E27FC236}">
                <a16:creationId xmlns:a16="http://schemas.microsoft.com/office/drawing/2014/main" id="{5FE6A5FC-508C-D8F3-F6C8-EF68010EC0EA}"/>
              </a:ext>
            </a:extLst>
          </p:cNvPr>
          <p:cNvSpPr/>
          <p:nvPr/>
        </p:nvSpPr>
        <p:spPr>
          <a:xfrm flipH="1" flipV="1">
            <a:off x="5588394" y="4307457"/>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6" name="Oval 35">
            <a:extLst>
              <a:ext uri="{FF2B5EF4-FFF2-40B4-BE49-F238E27FC236}">
                <a16:creationId xmlns:a16="http://schemas.microsoft.com/office/drawing/2014/main" id="{4EC3C71D-E475-82A2-AC5D-7EC32CDC31F7}"/>
              </a:ext>
            </a:extLst>
          </p:cNvPr>
          <p:cNvSpPr/>
          <p:nvPr/>
        </p:nvSpPr>
        <p:spPr>
          <a:xfrm flipH="1" flipV="1">
            <a:off x="5942956" y="4108778"/>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37" name="Oval 36">
            <a:extLst>
              <a:ext uri="{FF2B5EF4-FFF2-40B4-BE49-F238E27FC236}">
                <a16:creationId xmlns:a16="http://schemas.microsoft.com/office/drawing/2014/main" id="{93065961-6ABB-74DD-9A4C-8861BF376E66}"/>
              </a:ext>
            </a:extLst>
          </p:cNvPr>
          <p:cNvSpPr/>
          <p:nvPr/>
        </p:nvSpPr>
        <p:spPr>
          <a:xfrm flipH="1" flipV="1">
            <a:off x="3627501" y="5366170"/>
            <a:ext cx="137039" cy="121811"/>
          </a:xfrm>
          <a:prstGeom prst="ellipse">
            <a:avLst/>
          </a:prstGeom>
          <a:solidFill>
            <a:srgbClr val="FF2DB9"/>
          </a:solidFill>
          <a:ln>
            <a:solidFill>
              <a:srgbClr val="FF2DB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4" name="Title 2">
            <a:extLst>
              <a:ext uri="{FF2B5EF4-FFF2-40B4-BE49-F238E27FC236}">
                <a16:creationId xmlns:a16="http://schemas.microsoft.com/office/drawing/2014/main" id="{A95EE80C-6897-818D-C40E-6562E7BC8588}"/>
              </a:ext>
            </a:extLst>
          </p:cNvPr>
          <p:cNvSpPr txBox="1">
            <a:spLocks/>
          </p:cNvSpPr>
          <p:nvPr/>
        </p:nvSpPr>
        <p:spPr>
          <a:xfrm>
            <a:off x="398958" y="1244242"/>
            <a:ext cx="10838089" cy="5206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117" b="1" dirty="0">
                <a:solidFill>
                  <a:prstClr val="black"/>
                </a:solidFill>
                <a:latin typeface="Helvetica Neue"/>
                <a:cs typeface="Helvetica" panose="020B0604020202020204" pitchFamily="34" charset="0"/>
              </a:rPr>
              <a:t>Fig 9: Perfect negative correlation: </a:t>
            </a:r>
            <a:r>
              <a:rPr lang="en-US" sz="3117" b="1" dirty="0">
                <a:solidFill>
                  <a:srgbClr val="C00000"/>
                </a:solidFill>
                <a:latin typeface="Helvetica Neue"/>
                <a:cs typeface="Helvetica" panose="020B0604020202020204" pitchFamily="34" charset="0"/>
              </a:rPr>
              <a:t>r = + 1 </a:t>
            </a:r>
          </a:p>
        </p:txBody>
      </p:sp>
    </p:spTree>
    <p:extLst>
      <p:ext uri="{BB962C8B-B14F-4D97-AF65-F5344CB8AC3E}">
        <p14:creationId xmlns:p14="http://schemas.microsoft.com/office/powerpoint/2010/main" val="334934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2" presetClass="entr" presetSubtype="8"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additive="base">
                                        <p:cTn id="27" dur="500" fill="hold"/>
                                        <p:tgtEl>
                                          <p:spTgt spid="4"/>
                                        </p:tgtEl>
                                        <p:attrNameLst>
                                          <p:attrName>ppt_x</p:attrName>
                                        </p:attrNameLst>
                                      </p:cBhvr>
                                      <p:tavLst>
                                        <p:tav tm="0">
                                          <p:val>
                                            <p:strVal val="1+#ppt_w/2"/>
                                          </p:val>
                                        </p:tav>
                                        <p:tav tm="100000">
                                          <p:val>
                                            <p:strVal val="#ppt_x"/>
                                          </p:val>
                                        </p:tav>
                                      </p:tavLst>
                                    </p:anim>
                                    <p:anim calcmode="lin" valueType="num">
                                      <p:cBhvr additive="base">
                                        <p:cTn id="28" dur="500" fill="hold"/>
                                        <p:tgtEl>
                                          <p:spTgt spid="4"/>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anim calcmode="lin" valueType="num">
                                      <p:cBhvr>
                                        <p:cTn id="31" dur="500" fill="hold"/>
                                        <p:tgtEl>
                                          <p:spTgt spid="37"/>
                                        </p:tgtEl>
                                        <p:attrNameLst>
                                          <p:attrName>ppt_w</p:attrName>
                                        </p:attrNameLst>
                                      </p:cBhvr>
                                      <p:tavLst>
                                        <p:tav tm="0">
                                          <p:val>
                                            <p:fltVal val="0"/>
                                          </p:val>
                                        </p:tav>
                                        <p:tav tm="100000">
                                          <p:val>
                                            <p:strVal val="#ppt_w"/>
                                          </p:val>
                                        </p:tav>
                                      </p:tavLst>
                                    </p:anim>
                                    <p:anim calcmode="lin" valueType="num">
                                      <p:cBhvr>
                                        <p:cTn id="32" dur="500" fill="hold"/>
                                        <p:tgtEl>
                                          <p:spTgt spid="37"/>
                                        </p:tgtEl>
                                        <p:attrNameLst>
                                          <p:attrName>ppt_h</p:attrName>
                                        </p:attrNameLst>
                                      </p:cBhvr>
                                      <p:tavLst>
                                        <p:tav tm="0">
                                          <p:val>
                                            <p:fltVal val="0"/>
                                          </p:val>
                                        </p:tav>
                                        <p:tav tm="100000">
                                          <p:val>
                                            <p:strVal val="#ppt_h"/>
                                          </p:val>
                                        </p:tav>
                                      </p:tavLst>
                                    </p:anim>
                                    <p:animEffect transition="in" filter="fade">
                                      <p:cBhvr>
                                        <p:cTn id="33" dur="500"/>
                                        <p:tgtEl>
                                          <p:spTgt spid="37"/>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 calcmode="lin" valueType="num">
                                      <p:cBhvr>
                                        <p:cTn id="36" dur="500" fill="hold"/>
                                        <p:tgtEl>
                                          <p:spTgt spid="31"/>
                                        </p:tgtEl>
                                        <p:attrNameLst>
                                          <p:attrName>ppt_w</p:attrName>
                                        </p:attrNameLst>
                                      </p:cBhvr>
                                      <p:tavLst>
                                        <p:tav tm="0">
                                          <p:val>
                                            <p:fltVal val="0"/>
                                          </p:val>
                                        </p:tav>
                                        <p:tav tm="100000">
                                          <p:val>
                                            <p:strVal val="#ppt_w"/>
                                          </p:val>
                                        </p:tav>
                                      </p:tavLst>
                                    </p:anim>
                                    <p:anim calcmode="lin" valueType="num">
                                      <p:cBhvr>
                                        <p:cTn id="37" dur="500" fill="hold"/>
                                        <p:tgtEl>
                                          <p:spTgt spid="31"/>
                                        </p:tgtEl>
                                        <p:attrNameLst>
                                          <p:attrName>ppt_h</p:attrName>
                                        </p:attrNameLst>
                                      </p:cBhvr>
                                      <p:tavLst>
                                        <p:tav tm="0">
                                          <p:val>
                                            <p:fltVal val="0"/>
                                          </p:val>
                                        </p:tav>
                                        <p:tav tm="100000">
                                          <p:val>
                                            <p:strVal val="#ppt_h"/>
                                          </p:val>
                                        </p:tav>
                                      </p:tavLst>
                                    </p:anim>
                                    <p:animEffect transition="in" filter="fade">
                                      <p:cBhvr>
                                        <p:cTn id="38" dur="500"/>
                                        <p:tgtEl>
                                          <p:spTgt spid="31"/>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 calcmode="lin" valueType="num">
                                      <p:cBhvr>
                                        <p:cTn id="41" dur="500" fill="hold"/>
                                        <p:tgtEl>
                                          <p:spTgt spid="29"/>
                                        </p:tgtEl>
                                        <p:attrNameLst>
                                          <p:attrName>ppt_w</p:attrName>
                                        </p:attrNameLst>
                                      </p:cBhvr>
                                      <p:tavLst>
                                        <p:tav tm="0">
                                          <p:val>
                                            <p:fltVal val="0"/>
                                          </p:val>
                                        </p:tav>
                                        <p:tav tm="100000">
                                          <p:val>
                                            <p:strVal val="#ppt_w"/>
                                          </p:val>
                                        </p:tav>
                                      </p:tavLst>
                                    </p:anim>
                                    <p:anim calcmode="lin" valueType="num">
                                      <p:cBhvr>
                                        <p:cTn id="42" dur="500" fill="hold"/>
                                        <p:tgtEl>
                                          <p:spTgt spid="29"/>
                                        </p:tgtEl>
                                        <p:attrNameLst>
                                          <p:attrName>ppt_h</p:attrName>
                                        </p:attrNameLst>
                                      </p:cBhvr>
                                      <p:tavLst>
                                        <p:tav tm="0">
                                          <p:val>
                                            <p:fltVal val="0"/>
                                          </p:val>
                                        </p:tav>
                                        <p:tav tm="100000">
                                          <p:val>
                                            <p:strVal val="#ppt_h"/>
                                          </p:val>
                                        </p:tav>
                                      </p:tavLst>
                                    </p:anim>
                                    <p:animEffect transition="in" filter="fade">
                                      <p:cBhvr>
                                        <p:cTn id="43" dur="500"/>
                                        <p:tgtEl>
                                          <p:spTgt spid="29"/>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 calcmode="lin" valueType="num">
                                      <p:cBhvr>
                                        <p:cTn id="46" dur="500" fill="hold"/>
                                        <p:tgtEl>
                                          <p:spTgt spid="28"/>
                                        </p:tgtEl>
                                        <p:attrNameLst>
                                          <p:attrName>ppt_w</p:attrName>
                                        </p:attrNameLst>
                                      </p:cBhvr>
                                      <p:tavLst>
                                        <p:tav tm="0">
                                          <p:val>
                                            <p:fltVal val="0"/>
                                          </p:val>
                                        </p:tav>
                                        <p:tav tm="100000">
                                          <p:val>
                                            <p:strVal val="#ppt_w"/>
                                          </p:val>
                                        </p:tav>
                                      </p:tavLst>
                                    </p:anim>
                                    <p:anim calcmode="lin" valueType="num">
                                      <p:cBhvr>
                                        <p:cTn id="47" dur="500" fill="hold"/>
                                        <p:tgtEl>
                                          <p:spTgt spid="28"/>
                                        </p:tgtEl>
                                        <p:attrNameLst>
                                          <p:attrName>ppt_h</p:attrName>
                                        </p:attrNameLst>
                                      </p:cBhvr>
                                      <p:tavLst>
                                        <p:tav tm="0">
                                          <p:val>
                                            <p:fltVal val="0"/>
                                          </p:val>
                                        </p:tav>
                                        <p:tav tm="100000">
                                          <p:val>
                                            <p:strVal val="#ppt_h"/>
                                          </p:val>
                                        </p:tav>
                                      </p:tavLst>
                                    </p:anim>
                                    <p:animEffect transition="in" filter="fade">
                                      <p:cBhvr>
                                        <p:cTn id="48" dur="500"/>
                                        <p:tgtEl>
                                          <p:spTgt spid="28"/>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 calcmode="lin" valueType="num">
                                      <p:cBhvr>
                                        <p:cTn id="51" dur="500" fill="hold"/>
                                        <p:tgtEl>
                                          <p:spTgt spid="35"/>
                                        </p:tgtEl>
                                        <p:attrNameLst>
                                          <p:attrName>ppt_w</p:attrName>
                                        </p:attrNameLst>
                                      </p:cBhvr>
                                      <p:tavLst>
                                        <p:tav tm="0">
                                          <p:val>
                                            <p:fltVal val="0"/>
                                          </p:val>
                                        </p:tav>
                                        <p:tav tm="100000">
                                          <p:val>
                                            <p:strVal val="#ppt_w"/>
                                          </p:val>
                                        </p:tav>
                                      </p:tavLst>
                                    </p:anim>
                                    <p:anim calcmode="lin" valueType="num">
                                      <p:cBhvr>
                                        <p:cTn id="52" dur="500" fill="hold"/>
                                        <p:tgtEl>
                                          <p:spTgt spid="35"/>
                                        </p:tgtEl>
                                        <p:attrNameLst>
                                          <p:attrName>ppt_h</p:attrName>
                                        </p:attrNameLst>
                                      </p:cBhvr>
                                      <p:tavLst>
                                        <p:tav tm="0">
                                          <p:val>
                                            <p:fltVal val="0"/>
                                          </p:val>
                                        </p:tav>
                                        <p:tav tm="100000">
                                          <p:val>
                                            <p:strVal val="#ppt_h"/>
                                          </p:val>
                                        </p:tav>
                                      </p:tavLst>
                                    </p:anim>
                                    <p:animEffect transition="in" filter="fade">
                                      <p:cBhvr>
                                        <p:cTn id="53" dur="500"/>
                                        <p:tgtEl>
                                          <p:spTgt spid="35"/>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36"/>
                                        </p:tgtEl>
                                        <p:attrNameLst>
                                          <p:attrName>style.visibility</p:attrName>
                                        </p:attrNameLst>
                                      </p:cBhvr>
                                      <p:to>
                                        <p:strVal val="visible"/>
                                      </p:to>
                                    </p:set>
                                    <p:anim calcmode="lin" valueType="num">
                                      <p:cBhvr>
                                        <p:cTn id="56" dur="500" fill="hold"/>
                                        <p:tgtEl>
                                          <p:spTgt spid="36"/>
                                        </p:tgtEl>
                                        <p:attrNameLst>
                                          <p:attrName>ppt_w</p:attrName>
                                        </p:attrNameLst>
                                      </p:cBhvr>
                                      <p:tavLst>
                                        <p:tav tm="0">
                                          <p:val>
                                            <p:fltVal val="0"/>
                                          </p:val>
                                        </p:tav>
                                        <p:tav tm="100000">
                                          <p:val>
                                            <p:strVal val="#ppt_w"/>
                                          </p:val>
                                        </p:tav>
                                      </p:tavLst>
                                    </p:anim>
                                    <p:anim calcmode="lin" valueType="num">
                                      <p:cBhvr>
                                        <p:cTn id="57" dur="500" fill="hold"/>
                                        <p:tgtEl>
                                          <p:spTgt spid="36"/>
                                        </p:tgtEl>
                                        <p:attrNameLst>
                                          <p:attrName>ppt_h</p:attrName>
                                        </p:attrNameLst>
                                      </p:cBhvr>
                                      <p:tavLst>
                                        <p:tav tm="0">
                                          <p:val>
                                            <p:fltVal val="0"/>
                                          </p:val>
                                        </p:tav>
                                        <p:tav tm="100000">
                                          <p:val>
                                            <p:strVal val="#ppt_h"/>
                                          </p:val>
                                        </p:tav>
                                      </p:tavLst>
                                    </p:anim>
                                    <p:animEffect transition="in" filter="fade">
                                      <p:cBhvr>
                                        <p:cTn id="58" dur="500"/>
                                        <p:tgtEl>
                                          <p:spTgt spid="36"/>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 calcmode="lin" valueType="num">
                                      <p:cBhvr>
                                        <p:cTn id="61" dur="500" fill="hold"/>
                                        <p:tgtEl>
                                          <p:spTgt spid="27"/>
                                        </p:tgtEl>
                                        <p:attrNameLst>
                                          <p:attrName>ppt_w</p:attrName>
                                        </p:attrNameLst>
                                      </p:cBhvr>
                                      <p:tavLst>
                                        <p:tav tm="0">
                                          <p:val>
                                            <p:fltVal val="0"/>
                                          </p:val>
                                        </p:tav>
                                        <p:tav tm="100000">
                                          <p:val>
                                            <p:strVal val="#ppt_w"/>
                                          </p:val>
                                        </p:tav>
                                      </p:tavLst>
                                    </p:anim>
                                    <p:anim calcmode="lin" valueType="num">
                                      <p:cBhvr>
                                        <p:cTn id="62" dur="500" fill="hold"/>
                                        <p:tgtEl>
                                          <p:spTgt spid="27"/>
                                        </p:tgtEl>
                                        <p:attrNameLst>
                                          <p:attrName>ppt_h</p:attrName>
                                        </p:attrNameLst>
                                      </p:cBhvr>
                                      <p:tavLst>
                                        <p:tav tm="0">
                                          <p:val>
                                            <p:fltVal val="0"/>
                                          </p:val>
                                        </p:tav>
                                        <p:tav tm="100000">
                                          <p:val>
                                            <p:strVal val="#ppt_h"/>
                                          </p:val>
                                        </p:tav>
                                      </p:tavLst>
                                    </p:anim>
                                    <p:animEffect transition="in" filter="fade">
                                      <p:cBhvr>
                                        <p:cTn id="63" dur="500"/>
                                        <p:tgtEl>
                                          <p:spTgt spid="27"/>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 calcmode="lin" valueType="num">
                                      <p:cBhvr>
                                        <p:cTn id="66" dur="500" fill="hold"/>
                                        <p:tgtEl>
                                          <p:spTgt spid="25"/>
                                        </p:tgtEl>
                                        <p:attrNameLst>
                                          <p:attrName>ppt_w</p:attrName>
                                        </p:attrNameLst>
                                      </p:cBhvr>
                                      <p:tavLst>
                                        <p:tav tm="0">
                                          <p:val>
                                            <p:fltVal val="0"/>
                                          </p:val>
                                        </p:tav>
                                        <p:tav tm="100000">
                                          <p:val>
                                            <p:strVal val="#ppt_w"/>
                                          </p:val>
                                        </p:tav>
                                      </p:tavLst>
                                    </p:anim>
                                    <p:anim calcmode="lin" valueType="num">
                                      <p:cBhvr>
                                        <p:cTn id="67" dur="500" fill="hold"/>
                                        <p:tgtEl>
                                          <p:spTgt spid="25"/>
                                        </p:tgtEl>
                                        <p:attrNameLst>
                                          <p:attrName>ppt_h</p:attrName>
                                        </p:attrNameLst>
                                      </p:cBhvr>
                                      <p:tavLst>
                                        <p:tav tm="0">
                                          <p:val>
                                            <p:fltVal val="0"/>
                                          </p:val>
                                        </p:tav>
                                        <p:tav tm="100000">
                                          <p:val>
                                            <p:strVal val="#ppt_h"/>
                                          </p:val>
                                        </p:tav>
                                      </p:tavLst>
                                    </p:anim>
                                    <p:animEffect transition="in" filter="fade">
                                      <p:cBhvr>
                                        <p:cTn id="68" dur="500"/>
                                        <p:tgtEl>
                                          <p:spTgt spid="25"/>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p:cTn id="71" dur="500" fill="hold"/>
                                        <p:tgtEl>
                                          <p:spTgt spid="32"/>
                                        </p:tgtEl>
                                        <p:attrNameLst>
                                          <p:attrName>ppt_w</p:attrName>
                                        </p:attrNameLst>
                                      </p:cBhvr>
                                      <p:tavLst>
                                        <p:tav tm="0">
                                          <p:val>
                                            <p:fltVal val="0"/>
                                          </p:val>
                                        </p:tav>
                                        <p:tav tm="100000">
                                          <p:val>
                                            <p:strVal val="#ppt_w"/>
                                          </p:val>
                                        </p:tav>
                                      </p:tavLst>
                                    </p:anim>
                                    <p:anim calcmode="lin" valueType="num">
                                      <p:cBhvr>
                                        <p:cTn id="72" dur="500" fill="hold"/>
                                        <p:tgtEl>
                                          <p:spTgt spid="32"/>
                                        </p:tgtEl>
                                        <p:attrNameLst>
                                          <p:attrName>ppt_h</p:attrName>
                                        </p:attrNameLst>
                                      </p:cBhvr>
                                      <p:tavLst>
                                        <p:tav tm="0">
                                          <p:val>
                                            <p:fltVal val="0"/>
                                          </p:val>
                                        </p:tav>
                                        <p:tav tm="100000">
                                          <p:val>
                                            <p:strVal val="#ppt_h"/>
                                          </p:val>
                                        </p:tav>
                                      </p:tavLst>
                                    </p:anim>
                                    <p:animEffect transition="in" filter="fade">
                                      <p:cBhvr>
                                        <p:cTn id="73" dur="500"/>
                                        <p:tgtEl>
                                          <p:spTgt spid="32"/>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 calcmode="lin" valueType="num">
                                      <p:cBhvr>
                                        <p:cTn id="76" dur="500" fill="hold"/>
                                        <p:tgtEl>
                                          <p:spTgt spid="34"/>
                                        </p:tgtEl>
                                        <p:attrNameLst>
                                          <p:attrName>ppt_w</p:attrName>
                                        </p:attrNameLst>
                                      </p:cBhvr>
                                      <p:tavLst>
                                        <p:tav tm="0">
                                          <p:val>
                                            <p:fltVal val="0"/>
                                          </p:val>
                                        </p:tav>
                                        <p:tav tm="100000">
                                          <p:val>
                                            <p:strVal val="#ppt_w"/>
                                          </p:val>
                                        </p:tav>
                                      </p:tavLst>
                                    </p:anim>
                                    <p:anim calcmode="lin" valueType="num">
                                      <p:cBhvr>
                                        <p:cTn id="77" dur="500" fill="hold"/>
                                        <p:tgtEl>
                                          <p:spTgt spid="34"/>
                                        </p:tgtEl>
                                        <p:attrNameLst>
                                          <p:attrName>ppt_h</p:attrName>
                                        </p:attrNameLst>
                                      </p:cBhvr>
                                      <p:tavLst>
                                        <p:tav tm="0">
                                          <p:val>
                                            <p:fltVal val="0"/>
                                          </p:val>
                                        </p:tav>
                                        <p:tav tm="100000">
                                          <p:val>
                                            <p:strVal val="#ppt_h"/>
                                          </p:val>
                                        </p:tav>
                                      </p:tavLst>
                                    </p:anim>
                                    <p:animEffect transition="in" filter="fade">
                                      <p:cBhvr>
                                        <p:cTn id="7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5" grpId="0" animBg="1"/>
      <p:bldP spid="27" grpId="0" animBg="1"/>
      <p:bldP spid="28" grpId="0" animBg="1"/>
      <p:bldP spid="29" grpId="0" animBg="1"/>
      <p:bldP spid="31" grpId="0" animBg="1"/>
      <p:bldP spid="32" grpId="0" animBg="1"/>
      <p:bldP spid="34" grpId="0" animBg="1"/>
      <p:bldP spid="35" grpId="0" animBg="1"/>
      <p:bldP spid="36" grpId="0" animBg="1"/>
      <p:bldP spid="37" grpId="0" animBg="1"/>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Content Placeholder 2"/>
              <p:cNvSpPr txBox="1">
                <a:spLocks/>
              </p:cNvSpPr>
              <p:nvPr/>
            </p:nvSpPr>
            <p:spPr bwMode="auto">
              <a:xfrm>
                <a:off x="404368" y="1067548"/>
                <a:ext cx="11377765" cy="53940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defTabSz="1052513">
                  <a:spcBef>
                    <a:spcPct val="20000"/>
                  </a:spcBef>
                  <a:buBlip>
                    <a:blip r:embed="rId3"/>
                  </a:buBlip>
                  <a:defRPr sz="4200">
                    <a:solidFill>
                      <a:schemeClr val="tx1"/>
                    </a:solidFill>
                    <a:latin typeface="Helvetic Neue"/>
                  </a:defRPr>
                </a:lvl1pPr>
                <a:lvl2pPr marL="788988" indent="-261938" defTabSz="1052513">
                  <a:spcBef>
                    <a:spcPct val="20000"/>
                  </a:spcBef>
                  <a:buSzPct val="75000"/>
                  <a:buBlip>
                    <a:blip r:embed="rId4"/>
                  </a:buBlip>
                  <a:defRPr sz="3600">
                    <a:solidFill>
                      <a:schemeClr val="tx1"/>
                    </a:solidFill>
                    <a:latin typeface="Helvetic Neue"/>
                  </a:defRPr>
                </a:lvl2pPr>
                <a:lvl3pPr marL="1316038" indent="-261938" defTabSz="1052513">
                  <a:spcBef>
                    <a:spcPct val="20000"/>
                  </a:spcBef>
                  <a:buChar char="•"/>
                  <a:defRPr sz="3100">
                    <a:solidFill>
                      <a:schemeClr val="tx1"/>
                    </a:solidFill>
                    <a:latin typeface="Helvetic Neue"/>
                  </a:defRPr>
                </a:lvl3pPr>
                <a:lvl4pPr marL="1843088" indent="-261938" defTabSz="1052513">
                  <a:spcBef>
                    <a:spcPct val="20000"/>
                  </a:spcBef>
                  <a:buChar char="–"/>
                  <a:defRPr sz="2600">
                    <a:solidFill>
                      <a:schemeClr val="tx1"/>
                    </a:solidFill>
                    <a:latin typeface="Helvetic Neue"/>
                  </a:defRPr>
                </a:lvl4pPr>
                <a:lvl5pPr marL="2370138" indent="-261938" defTabSz="1052513">
                  <a:spcBef>
                    <a:spcPct val="20000"/>
                  </a:spcBef>
                  <a:buClr>
                    <a:schemeClr val="tx2"/>
                  </a:buClr>
                  <a:buChar char="–"/>
                  <a:defRPr sz="2600">
                    <a:solidFill>
                      <a:schemeClr val="tx1"/>
                    </a:solidFill>
                    <a:latin typeface="Helvetic Neue"/>
                  </a:defRPr>
                </a:lvl5pPr>
                <a:lvl6pPr marL="2827338" indent="-261938" defTabSz="1052513" eaLnBrk="0" fontAlgn="base" hangingPunct="0">
                  <a:spcBef>
                    <a:spcPct val="20000"/>
                  </a:spcBef>
                  <a:spcAft>
                    <a:spcPct val="0"/>
                  </a:spcAft>
                  <a:buClr>
                    <a:schemeClr val="tx2"/>
                  </a:buClr>
                  <a:buChar char="–"/>
                  <a:defRPr sz="2600">
                    <a:solidFill>
                      <a:schemeClr val="tx1"/>
                    </a:solidFill>
                    <a:latin typeface="Helvetic Neue"/>
                  </a:defRPr>
                </a:lvl6pPr>
                <a:lvl7pPr marL="3284538" indent="-261938" defTabSz="1052513" eaLnBrk="0" fontAlgn="base" hangingPunct="0">
                  <a:spcBef>
                    <a:spcPct val="20000"/>
                  </a:spcBef>
                  <a:spcAft>
                    <a:spcPct val="0"/>
                  </a:spcAft>
                  <a:buClr>
                    <a:schemeClr val="tx2"/>
                  </a:buClr>
                  <a:buChar char="–"/>
                  <a:defRPr sz="2600">
                    <a:solidFill>
                      <a:schemeClr val="tx1"/>
                    </a:solidFill>
                    <a:latin typeface="Helvetic Neue"/>
                  </a:defRPr>
                </a:lvl7pPr>
                <a:lvl8pPr marL="3741738" indent="-261938" defTabSz="1052513" eaLnBrk="0" fontAlgn="base" hangingPunct="0">
                  <a:spcBef>
                    <a:spcPct val="20000"/>
                  </a:spcBef>
                  <a:spcAft>
                    <a:spcPct val="0"/>
                  </a:spcAft>
                  <a:buClr>
                    <a:schemeClr val="tx2"/>
                  </a:buClr>
                  <a:buChar char="–"/>
                  <a:defRPr sz="2600">
                    <a:solidFill>
                      <a:schemeClr val="tx1"/>
                    </a:solidFill>
                    <a:latin typeface="Helvetic Neue"/>
                  </a:defRPr>
                </a:lvl8pPr>
                <a:lvl9pPr marL="4198938" indent="-261938" defTabSz="1052513" eaLnBrk="0" fontAlgn="base" hangingPunct="0">
                  <a:spcBef>
                    <a:spcPct val="20000"/>
                  </a:spcBef>
                  <a:spcAft>
                    <a:spcPct val="0"/>
                  </a:spcAft>
                  <a:buClr>
                    <a:schemeClr val="tx2"/>
                  </a:buClr>
                  <a:buChar char="–"/>
                  <a:defRPr sz="2600">
                    <a:solidFill>
                      <a:schemeClr val="tx1"/>
                    </a:solidFill>
                    <a:latin typeface="Helvetic Neue"/>
                  </a:defRPr>
                </a:lvl9pPr>
              </a:lstStyle>
              <a:p>
                <a:pPr marL="457200" indent="-457200">
                  <a:buFont typeface="Courier New" panose="02070309020205020404" pitchFamily="49" charset="0"/>
                  <a:buChar char="o"/>
                </a:pPr>
                <a:r>
                  <a:rPr lang="en-IN" sz="2400" dirty="0">
                    <a:latin typeface="+mn-lt"/>
                  </a:rPr>
                  <a:t>Suppose weekly gross revenue (</a:t>
                </a:r>
                <a14:m>
                  <m:oMath xmlns:m="http://schemas.openxmlformats.org/officeDocument/2006/math">
                    <m:r>
                      <a:rPr lang="en-IN" sz="2400" b="0" i="1">
                        <a:latin typeface="Cambria Math" panose="02040503050406030204" pitchFamily="18" charset="0"/>
                      </a:rPr>
                      <m:t>𝑌</m:t>
                    </m:r>
                  </m:oMath>
                </a14:m>
                <a:r>
                  <a:rPr lang="en-IN" sz="2400" dirty="0">
                    <a:latin typeface="+mn-lt"/>
                  </a:rPr>
                  <a:t>) depends only on television advertising expenditure (</a:t>
                </a:r>
                <a14:m>
                  <m:oMath xmlns:m="http://schemas.openxmlformats.org/officeDocument/2006/math">
                    <m:r>
                      <a:rPr lang="en-IN" sz="2400" b="0" i="1">
                        <a:latin typeface="Cambria Math" panose="02040503050406030204" pitchFamily="18" charset="0"/>
                      </a:rPr>
                      <m:t>𝑋</m:t>
                    </m:r>
                  </m:oMath>
                </a14:m>
                <a:r>
                  <a:rPr lang="en-IN" sz="2400" dirty="0">
                    <a:latin typeface="+mn-lt"/>
                  </a:rPr>
                  <a:t>). As a simple starting point, we assume a proportional relationship between them:   </a:t>
                </a:r>
                <a14:m>
                  <m:oMath xmlns:m="http://schemas.openxmlformats.org/officeDocument/2006/math">
                    <m:borderBox>
                      <m:borderBoxPr>
                        <m:ctrlPr>
                          <a:rPr lang="en-IN" sz="2400" i="1">
                            <a:latin typeface="Cambria Math" panose="02040503050406030204" pitchFamily="18" charset="0"/>
                          </a:rPr>
                        </m:ctrlPr>
                      </m:borderBoxPr>
                      <m:e>
                        <m:r>
                          <a:rPr lang="en-IN" sz="2400" b="0" i="1">
                            <a:latin typeface="Cambria Math" panose="02040503050406030204" pitchFamily="18" charset="0"/>
                          </a:rPr>
                          <m:t>𝑌</m:t>
                        </m:r>
                        <m:r>
                          <a:rPr lang="en-IN" sz="2400" b="0">
                            <a:latin typeface="Cambria Math" panose="02040503050406030204" pitchFamily="18" charset="0"/>
                          </a:rPr>
                          <m:t>=</m:t>
                        </m:r>
                        <m:r>
                          <a:rPr lang="en-IN" sz="2400" b="0" i="1">
                            <a:latin typeface="Cambria Math" panose="02040503050406030204" pitchFamily="18" charset="0"/>
                          </a:rPr>
                          <m:t>𝑏𝑋</m:t>
                        </m:r>
                      </m:e>
                    </m:borderBox>
                    <m:r>
                      <a:rPr lang="en-IN" sz="2400" b="0" i="0" smtClean="0">
                        <a:latin typeface="Cambria Math" panose="02040503050406030204" pitchFamily="18" charset="0"/>
                      </a:rPr>
                      <m:t>  </m:t>
                    </m:r>
                  </m:oMath>
                </a14:m>
                <a:r>
                  <a:rPr lang="en-IN" sz="2400" dirty="0">
                    <a:latin typeface="+mn-lt"/>
                  </a:rPr>
                  <a:t>where </a:t>
                </a:r>
                <a14:m>
                  <m:oMath xmlns:m="http://schemas.openxmlformats.org/officeDocument/2006/math">
                    <m:r>
                      <a:rPr lang="en-IN" sz="2400" b="0" i="1">
                        <a:latin typeface="Cambria Math" panose="02040503050406030204" pitchFamily="18" charset="0"/>
                      </a:rPr>
                      <m:t>𝑏</m:t>
                    </m:r>
                    <m:r>
                      <a:rPr lang="en-IN" sz="2400" b="0" i="1" smtClean="0">
                        <a:latin typeface="Cambria Math" panose="02040503050406030204" pitchFamily="18" charset="0"/>
                      </a:rPr>
                      <m:t> </m:t>
                    </m:r>
                  </m:oMath>
                </a14:m>
                <a:r>
                  <a:rPr lang="en-IN" sz="2400" dirty="0">
                    <a:latin typeface="+mn-lt"/>
                  </a:rPr>
                  <a:t>is the proportionality constant.</a:t>
                </a:r>
              </a:p>
              <a:p>
                <a:pPr marL="342900" indent="-342900">
                  <a:buFont typeface="Courier New" panose="02070309020205020404" pitchFamily="49" charset="0"/>
                  <a:buChar char="o"/>
                </a:pPr>
                <a:r>
                  <a:rPr lang="en-IN" sz="2400" dirty="0">
                    <a:latin typeface="+mn-lt"/>
                  </a:rPr>
                  <a:t>Moreover, weekly gross revenue may depend not only on television advertising but also on other factors, such as product quality, pricing, promotions, competitors' actions, and seasonal demand. To account for the baseline revenue when advertising expenditure is zero, we introduce an intercept (</a:t>
                </a:r>
                <a14:m>
                  <m:oMath xmlns:m="http://schemas.openxmlformats.org/officeDocument/2006/math">
                    <m:r>
                      <a:rPr lang="en-IN" sz="2400" b="0" i="1">
                        <a:latin typeface="Cambria Math" panose="02040503050406030204" pitchFamily="18" charset="0"/>
                      </a:rPr>
                      <m:t>𝑎</m:t>
                    </m:r>
                  </m:oMath>
                </a14:m>
                <a:r>
                  <a:rPr lang="en-IN" sz="2400" dirty="0">
                    <a:latin typeface="+mn-lt"/>
                  </a:rPr>
                  <a:t>). The model then becomes </a:t>
                </a:r>
                <a14:m>
                  <m:oMath xmlns:m="http://schemas.openxmlformats.org/officeDocument/2006/math">
                    <m:borderBox>
                      <m:borderBoxPr>
                        <m:ctrlPr>
                          <a:rPr lang="en-IN" sz="2400" i="1">
                            <a:latin typeface="Cambria Math" panose="02040503050406030204" pitchFamily="18" charset="0"/>
                          </a:rPr>
                        </m:ctrlPr>
                      </m:borderBoxPr>
                      <m:e>
                        <m:r>
                          <a:rPr lang="en-IN" sz="2400" b="0" i="1">
                            <a:latin typeface="Cambria Math" panose="02040503050406030204" pitchFamily="18" charset="0"/>
                          </a:rPr>
                          <m:t>𝑌</m:t>
                        </m:r>
                        <m:r>
                          <a:rPr lang="en-IN" sz="2400" b="0">
                            <a:latin typeface="Cambria Math" panose="02040503050406030204" pitchFamily="18" charset="0"/>
                          </a:rPr>
                          <m:t>=</m:t>
                        </m:r>
                        <m:r>
                          <a:rPr lang="en-IN" sz="2400" b="0" i="1">
                            <a:latin typeface="Cambria Math" panose="02040503050406030204" pitchFamily="18" charset="0"/>
                          </a:rPr>
                          <m:t>𝑎</m:t>
                        </m:r>
                        <m:r>
                          <a:rPr lang="en-IN" sz="2400" b="0">
                            <a:latin typeface="Cambria Math" panose="02040503050406030204" pitchFamily="18" charset="0"/>
                          </a:rPr>
                          <m:t>+</m:t>
                        </m:r>
                        <m:r>
                          <a:rPr lang="en-IN" sz="2400" b="0" i="1">
                            <a:latin typeface="Cambria Math" panose="02040503050406030204" pitchFamily="18" charset="0"/>
                          </a:rPr>
                          <m:t>𝑏𝑋</m:t>
                        </m:r>
                      </m:e>
                    </m:borderBox>
                    <m:r>
                      <a:rPr lang="en-IN" sz="2400" b="0" i="0" smtClean="0">
                        <a:latin typeface="Cambria Math" panose="02040503050406030204" pitchFamily="18" charset="0"/>
                      </a:rPr>
                      <m:t>   </m:t>
                    </m:r>
                  </m:oMath>
                </a14:m>
                <a:r>
                  <a:rPr lang="en-IN" sz="2400" dirty="0">
                    <a:latin typeface="+mn-lt"/>
                  </a:rPr>
                  <a:t>where </a:t>
                </a:r>
                <a14:m>
                  <m:oMath xmlns:m="http://schemas.openxmlformats.org/officeDocument/2006/math">
                    <m:r>
                      <a:rPr lang="en-IN" sz="2400" b="0" i="1">
                        <a:latin typeface="Cambria Math" panose="02040503050406030204" pitchFamily="18" charset="0"/>
                      </a:rPr>
                      <m:t>𝑎</m:t>
                    </m:r>
                  </m:oMath>
                </a14:m>
                <a:r>
                  <a:rPr lang="en-IN" sz="2400" dirty="0">
                    <a:latin typeface="+mn-lt"/>
                  </a:rPr>
                  <a:t> is the intercept (baseline or expected revenue when </a:t>
                </a:r>
                <a14:m>
                  <m:oMath xmlns:m="http://schemas.openxmlformats.org/officeDocument/2006/math">
                    <m:r>
                      <a:rPr lang="en-IN" sz="2400" b="0" i="1">
                        <a:latin typeface="Cambria Math" panose="02040503050406030204" pitchFamily="18" charset="0"/>
                      </a:rPr>
                      <m:t>𝑋</m:t>
                    </m:r>
                    <m:r>
                      <a:rPr lang="en-IN" sz="2400" b="0">
                        <a:latin typeface="Cambria Math" panose="02040503050406030204" pitchFamily="18" charset="0"/>
                      </a:rPr>
                      <m:t>=0</m:t>
                    </m:r>
                  </m:oMath>
                </a14:m>
                <a:r>
                  <a:rPr lang="en-IN" sz="2400" dirty="0">
                    <a:latin typeface="+mn-lt"/>
                  </a:rPr>
                  <a:t>),  and </a:t>
                </a:r>
                <a14:m>
                  <m:oMath xmlns:m="http://schemas.openxmlformats.org/officeDocument/2006/math">
                    <m:r>
                      <a:rPr lang="en-IN" sz="2400" b="0" i="1">
                        <a:latin typeface="Cambria Math" panose="02040503050406030204" pitchFamily="18" charset="0"/>
                      </a:rPr>
                      <m:t>𝑏</m:t>
                    </m:r>
                    <m:r>
                      <a:rPr lang="en-IN" sz="2400" b="0" i="1" smtClean="0">
                        <a:latin typeface="Cambria Math" panose="02040503050406030204" pitchFamily="18" charset="0"/>
                      </a:rPr>
                      <m:t> </m:t>
                    </m:r>
                  </m:oMath>
                </a14:m>
                <a:r>
                  <a:rPr lang="en-IN" sz="2400" dirty="0">
                    <a:latin typeface="+mn-lt"/>
                  </a:rPr>
                  <a:t>is the slope, representing the expected change in revenue for a one-unit increase in advertising expenditure.</a:t>
                </a:r>
              </a:p>
              <a:p>
                <a:pPr marL="342900" indent="-342900">
                  <a:buFont typeface="Courier New" panose="02070309020205020404" pitchFamily="49" charset="0"/>
                  <a:buChar char="o"/>
                </a:pPr>
                <a:r>
                  <a:rPr lang="en-US" altLang="en-US" sz="2400" kern="1200" dirty="0">
                    <a:solidFill>
                      <a:prstClr val="black"/>
                    </a:solidFill>
                  </a:rPr>
                  <a:t>This model is called as simple linear regression model which can be used for predicting the weekly gross revenue based on Television advertisement.</a:t>
                </a:r>
              </a:p>
              <a:p>
                <a:pPr marL="342900" indent="-342900">
                  <a:buFont typeface="Courier New" panose="02070309020205020404" pitchFamily="49" charset="0"/>
                  <a:buChar char="o"/>
                </a:pPr>
                <a:endParaRPr lang="en-IN" sz="2400" dirty="0">
                  <a:latin typeface="+mn-lt"/>
                </a:endParaRPr>
              </a:p>
              <a:p>
                <a:pPr marL="457200" indent="-457200">
                  <a:buFont typeface="Courier New" panose="02070309020205020404" pitchFamily="49" charset="0"/>
                  <a:buChar char="o"/>
                </a:pPr>
                <a:endParaRPr lang="en-IN" sz="2400" dirty="0"/>
              </a:p>
              <a:p>
                <a:pPr marL="457200" indent="-457200" defTabSz="911371">
                  <a:lnSpc>
                    <a:spcPct val="90000"/>
                  </a:lnSpc>
                  <a:spcBef>
                    <a:spcPts val="0"/>
                  </a:spcBef>
                  <a:buClrTx/>
                  <a:buFont typeface="Wingdings" panose="05000000000000000000" pitchFamily="2" charset="2"/>
                  <a:buChar char="Ø"/>
                </a:pPr>
                <a:endParaRPr lang="en-US" altLang="en-US" sz="3200" kern="1200" dirty="0">
                  <a:solidFill>
                    <a:prstClr val="black"/>
                  </a:solidFill>
                  <a:latin typeface="+mn-lt"/>
                  <a:ea typeface="+mn-ea"/>
                  <a:cs typeface="+mn-cs"/>
                </a:endParaRPr>
              </a:p>
            </p:txBody>
          </p:sp>
        </mc:Choice>
        <mc:Fallback xmlns="">
          <p:sp>
            <p:nvSpPr>
              <p:cNvPr id="26" name="Content Placeholder 2"/>
              <p:cNvSpPr txBox="1">
                <a:spLocks noRot="1" noChangeAspect="1" noMove="1" noResize="1" noEditPoints="1" noAdjustHandles="1" noChangeArrowheads="1" noChangeShapeType="1" noTextEdit="1"/>
              </p:cNvSpPr>
              <p:nvPr/>
            </p:nvSpPr>
            <p:spPr bwMode="auto">
              <a:xfrm>
                <a:off x="404368" y="1067548"/>
                <a:ext cx="11377765" cy="5394025"/>
              </a:xfrm>
              <a:prstGeom prst="rect">
                <a:avLst/>
              </a:prstGeom>
              <a:blipFill>
                <a:blip r:embed="rId5"/>
                <a:stretch>
                  <a:fillRect l="-750" t="-904" r="-107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 name="Title 2">
            <a:extLst>
              <a:ext uri="{FF2B5EF4-FFF2-40B4-BE49-F238E27FC236}">
                <a16:creationId xmlns:a16="http://schemas.microsoft.com/office/drawing/2014/main" id="{D42BBF4F-8EB8-B42C-E989-33B262F8622F}"/>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200" b="1" dirty="0">
                <a:solidFill>
                  <a:schemeClr val="bg1"/>
                </a:solidFill>
                <a:latin typeface="+mn-lt"/>
                <a:cs typeface="Helvetica" panose="020B0604020202020204" pitchFamily="34" charset="0"/>
              </a:rPr>
              <a:t>Regression Analysis</a:t>
            </a:r>
          </a:p>
        </p:txBody>
      </p:sp>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CDF08F1B-8D99-2A62-BA19-0869CABE475D}"/>
                  </a:ext>
                </a:extLst>
              </p14:cNvPr>
              <p14:cNvContentPartPr/>
              <p14:nvPr/>
            </p14:nvContentPartPr>
            <p14:xfrm>
              <a:off x="7366183" y="1452695"/>
              <a:ext cx="4407120" cy="74880"/>
            </p14:xfrm>
          </p:contentPart>
        </mc:Choice>
        <mc:Fallback>
          <p:pic>
            <p:nvPicPr>
              <p:cNvPr id="3" name="Ink 2">
                <a:extLst>
                  <a:ext uri="{FF2B5EF4-FFF2-40B4-BE49-F238E27FC236}">
                    <a16:creationId xmlns:a16="http://schemas.microsoft.com/office/drawing/2014/main" id="{CDF08F1B-8D99-2A62-BA19-0869CABE475D}"/>
                  </a:ext>
                </a:extLst>
              </p:cNvPr>
              <p:cNvPicPr/>
              <p:nvPr/>
            </p:nvPicPr>
            <p:blipFill>
              <a:blip r:embed="rId7"/>
              <a:stretch>
                <a:fillRect/>
              </a:stretch>
            </p:blipFill>
            <p:spPr>
              <a:xfrm>
                <a:off x="7360063" y="1446575"/>
                <a:ext cx="441936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 name="Ink 3">
                <a:extLst>
                  <a:ext uri="{FF2B5EF4-FFF2-40B4-BE49-F238E27FC236}">
                    <a16:creationId xmlns:a16="http://schemas.microsoft.com/office/drawing/2014/main" id="{62FE7CBC-586D-5B29-4930-006D59674F9E}"/>
                  </a:ext>
                </a:extLst>
              </p14:cNvPr>
              <p14:cNvContentPartPr/>
              <p14:nvPr/>
            </p14:nvContentPartPr>
            <p14:xfrm>
              <a:off x="877183" y="1759415"/>
              <a:ext cx="373680" cy="54720"/>
            </p14:xfrm>
          </p:contentPart>
        </mc:Choice>
        <mc:Fallback>
          <p:pic>
            <p:nvPicPr>
              <p:cNvPr id="4" name="Ink 3">
                <a:extLst>
                  <a:ext uri="{FF2B5EF4-FFF2-40B4-BE49-F238E27FC236}">
                    <a16:creationId xmlns:a16="http://schemas.microsoft.com/office/drawing/2014/main" id="{62FE7CBC-586D-5B29-4930-006D59674F9E}"/>
                  </a:ext>
                </a:extLst>
              </p:cNvPr>
              <p:cNvPicPr/>
              <p:nvPr/>
            </p:nvPicPr>
            <p:blipFill>
              <a:blip r:embed="rId9"/>
              <a:stretch>
                <a:fillRect/>
              </a:stretch>
            </p:blipFill>
            <p:spPr>
              <a:xfrm>
                <a:off x="871063" y="1753295"/>
                <a:ext cx="38592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 name="Ink 4">
                <a:extLst>
                  <a:ext uri="{FF2B5EF4-FFF2-40B4-BE49-F238E27FC236}">
                    <a16:creationId xmlns:a16="http://schemas.microsoft.com/office/drawing/2014/main" id="{87547EA4-3AF6-E62C-264C-1615000980AD}"/>
                  </a:ext>
                </a:extLst>
              </p14:cNvPr>
              <p14:cNvContentPartPr/>
              <p14:nvPr/>
            </p14:nvContentPartPr>
            <p14:xfrm>
              <a:off x="3012343" y="2224895"/>
              <a:ext cx="299520" cy="64800"/>
            </p14:xfrm>
          </p:contentPart>
        </mc:Choice>
        <mc:Fallback>
          <p:pic>
            <p:nvPicPr>
              <p:cNvPr id="5" name="Ink 4">
                <a:extLst>
                  <a:ext uri="{FF2B5EF4-FFF2-40B4-BE49-F238E27FC236}">
                    <a16:creationId xmlns:a16="http://schemas.microsoft.com/office/drawing/2014/main" id="{87547EA4-3AF6-E62C-264C-1615000980AD}"/>
                  </a:ext>
                </a:extLst>
              </p:cNvPr>
              <p:cNvPicPr/>
              <p:nvPr/>
            </p:nvPicPr>
            <p:blipFill>
              <a:blip r:embed="rId11"/>
              <a:stretch>
                <a:fillRect/>
              </a:stretch>
            </p:blipFill>
            <p:spPr>
              <a:xfrm>
                <a:off x="3006223" y="2218775"/>
                <a:ext cx="31176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 name="Ink 5">
                <a:extLst>
                  <a:ext uri="{FF2B5EF4-FFF2-40B4-BE49-F238E27FC236}">
                    <a16:creationId xmlns:a16="http://schemas.microsoft.com/office/drawing/2014/main" id="{AEAFD1F3-D7D9-53D3-3392-5A626EDE1DD0}"/>
                  </a:ext>
                </a:extLst>
              </p14:cNvPr>
              <p14:cNvContentPartPr/>
              <p14:nvPr/>
            </p14:nvContentPartPr>
            <p14:xfrm>
              <a:off x="7433143" y="2681375"/>
              <a:ext cx="3777840" cy="91800"/>
            </p14:xfrm>
          </p:contentPart>
        </mc:Choice>
        <mc:Fallback>
          <p:pic>
            <p:nvPicPr>
              <p:cNvPr id="6" name="Ink 5">
                <a:extLst>
                  <a:ext uri="{FF2B5EF4-FFF2-40B4-BE49-F238E27FC236}">
                    <a16:creationId xmlns:a16="http://schemas.microsoft.com/office/drawing/2014/main" id="{AEAFD1F3-D7D9-53D3-3392-5A626EDE1DD0}"/>
                  </a:ext>
                </a:extLst>
              </p:cNvPr>
              <p:cNvPicPr/>
              <p:nvPr/>
            </p:nvPicPr>
            <p:blipFill>
              <a:blip r:embed="rId13"/>
              <a:stretch>
                <a:fillRect/>
              </a:stretch>
            </p:blipFill>
            <p:spPr>
              <a:xfrm>
                <a:off x="7427023" y="2675255"/>
                <a:ext cx="379008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A969AD01-4F0A-5A52-5122-5B95A48FDAC0}"/>
                  </a:ext>
                </a:extLst>
              </p14:cNvPr>
              <p14:cNvContentPartPr/>
              <p14:nvPr/>
            </p14:nvContentPartPr>
            <p14:xfrm>
              <a:off x="4594183" y="2993855"/>
              <a:ext cx="1602000" cy="95040"/>
            </p14:xfrm>
          </p:contentPart>
        </mc:Choice>
        <mc:Fallback>
          <p:pic>
            <p:nvPicPr>
              <p:cNvPr id="7" name="Ink 6">
                <a:extLst>
                  <a:ext uri="{FF2B5EF4-FFF2-40B4-BE49-F238E27FC236}">
                    <a16:creationId xmlns:a16="http://schemas.microsoft.com/office/drawing/2014/main" id="{A969AD01-4F0A-5A52-5122-5B95A48FDAC0}"/>
                  </a:ext>
                </a:extLst>
              </p:cNvPr>
              <p:cNvPicPr/>
              <p:nvPr/>
            </p:nvPicPr>
            <p:blipFill>
              <a:blip r:embed="rId15"/>
              <a:stretch>
                <a:fillRect/>
              </a:stretch>
            </p:blipFill>
            <p:spPr>
              <a:xfrm>
                <a:off x="4588063" y="2987735"/>
                <a:ext cx="1614240" cy="107280"/>
              </a:xfrm>
              <a:prstGeom prst="rect">
                <a:avLst/>
              </a:prstGeom>
            </p:spPr>
          </p:pic>
        </mc:Fallback>
      </mc:AlternateContent>
      <p:grpSp>
        <p:nvGrpSpPr>
          <p:cNvPr id="19" name="Group 18">
            <a:extLst>
              <a:ext uri="{FF2B5EF4-FFF2-40B4-BE49-F238E27FC236}">
                <a16:creationId xmlns:a16="http://schemas.microsoft.com/office/drawing/2014/main" id="{FFCC4ACF-453B-5198-2C56-54F58F1A00CE}"/>
              </a:ext>
            </a:extLst>
          </p:cNvPr>
          <p:cNvGrpSpPr/>
          <p:nvPr/>
        </p:nvGrpSpPr>
        <p:grpSpPr>
          <a:xfrm>
            <a:off x="2186503" y="5703215"/>
            <a:ext cx="1906200" cy="972720"/>
            <a:chOff x="2186503" y="5703215"/>
            <a:chExt cx="1906200" cy="972720"/>
          </a:xfrm>
        </p:grpSpPr>
        <mc:AlternateContent xmlns:mc="http://schemas.openxmlformats.org/markup-compatibility/2006">
          <mc:Choice xmlns:p14="http://schemas.microsoft.com/office/powerpoint/2010/main" Requires="p14">
            <p:contentPart p14:bwMode="auto" r:id="rId16">
              <p14:nvContentPartPr>
                <p14:cNvPr id="8" name="Ink 7">
                  <a:extLst>
                    <a:ext uri="{FF2B5EF4-FFF2-40B4-BE49-F238E27FC236}">
                      <a16:creationId xmlns:a16="http://schemas.microsoft.com/office/drawing/2014/main" id="{A168528F-C749-64F9-1D8C-E5CCBABC5573}"/>
                    </a:ext>
                  </a:extLst>
                </p14:cNvPr>
                <p14:cNvContentPartPr/>
                <p14:nvPr/>
              </p14:nvContentPartPr>
              <p14:xfrm>
                <a:off x="2186503" y="6051335"/>
                <a:ext cx="212400" cy="188280"/>
              </p14:xfrm>
            </p:contentPart>
          </mc:Choice>
          <mc:Fallback>
            <p:pic>
              <p:nvPicPr>
                <p:cNvPr id="8" name="Ink 7">
                  <a:extLst>
                    <a:ext uri="{FF2B5EF4-FFF2-40B4-BE49-F238E27FC236}">
                      <a16:creationId xmlns:a16="http://schemas.microsoft.com/office/drawing/2014/main" id="{A168528F-C749-64F9-1D8C-E5CCBABC5573}"/>
                    </a:ext>
                  </a:extLst>
                </p:cNvPr>
                <p:cNvPicPr/>
                <p:nvPr/>
              </p:nvPicPr>
              <p:blipFill>
                <a:blip r:embed="rId17"/>
                <a:stretch>
                  <a:fillRect/>
                </a:stretch>
              </p:blipFill>
              <p:spPr>
                <a:xfrm>
                  <a:off x="2180383" y="6045215"/>
                  <a:ext cx="22464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9" name="Ink 8">
                  <a:extLst>
                    <a:ext uri="{FF2B5EF4-FFF2-40B4-BE49-F238E27FC236}">
                      <a16:creationId xmlns:a16="http://schemas.microsoft.com/office/drawing/2014/main" id="{D642109C-7237-AB32-8DBC-10E97912B4DC}"/>
                    </a:ext>
                  </a:extLst>
                </p14:cNvPr>
                <p14:cNvContentPartPr/>
                <p14:nvPr/>
              </p14:nvContentPartPr>
              <p14:xfrm>
                <a:off x="2356063" y="5932175"/>
                <a:ext cx="94320" cy="545040"/>
              </p14:xfrm>
            </p:contentPart>
          </mc:Choice>
          <mc:Fallback>
            <p:pic>
              <p:nvPicPr>
                <p:cNvPr id="9" name="Ink 8">
                  <a:extLst>
                    <a:ext uri="{FF2B5EF4-FFF2-40B4-BE49-F238E27FC236}">
                      <a16:creationId xmlns:a16="http://schemas.microsoft.com/office/drawing/2014/main" id="{D642109C-7237-AB32-8DBC-10E97912B4DC}"/>
                    </a:ext>
                  </a:extLst>
                </p:cNvPr>
                <p:cNvPicPr/>
                <p:nvPr/>
              </p:nvPicPr>
              <p:blipFill>
                <a:blip r:embed="rId19"/>
                <a:stretch>
                  <a:fillRect/>
                </a:stretch>
              </p:blipFill>
              <p:spPr>
                <a:xfrm>
                  <a:off x="2349943" y="5926055"/>
                  <a:ext cx="106560" cy="557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0" name="Ink 9">
                  <a:extLst>
                    <a:ext uri="{FF2B5EF4-FFF2-40B4-BE49-F238E27FC236}">
                      <a16:creationId xmlns:a16="http://schemas.microsoft.com/office/drawing/2014/main" id="{4DD6E17B-04E9-8540-FFBA-6139940C4B41}"/>
                    </a:ext>
                  </a:extLst>
                </p14:cNvPr>
                <p14:cNvContentPartPr/>
                <p14:nvPr/>
              </p14:nvContentPartPr>
              <p14:xfrm>
                <a:off x="2797423" y="6161135"/>
                <a:ext cx="192960" cy="52920"/>
              </p14:xfrm>
            </p:contentPart>
          </mc:Choice>
          <mc:Fallback>
            <p:pic>
              <p:nvPicPr>
                <p:cNvPr id="10" name="Ink 9">
                  <a:extLst>
                    <a:ext uri="{FF2B5EF4-FFF2-40B4-BE49-F238E27FC236}">
                      <a16:creationId xmlns:a16="http://schemas.microsoft.com/office/drawing/2014/main" id="{4DD6E17B-04E9-8540-FFBA-6139940C4B41}"/>
                    </a:ext>
                  </a:extLst>
                </p:cNvPr>
                <p:cNvPicPr/>
                <p:nvPr/>
              </p:nvPicPr>
              <p:blipFill>
                <a:blip r:embed="rId21"/>
                <a:stretch>
                  <a:fillRect/>
                </a:stretch>
              </p:blipFill>
              <p:spPr>
                <a:xfrm>
                  <a:off x="2791303" y="6155015"/>
                  <a:ext cx="20520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1" name="Ink 10">
                  <a:extLst>
                    <a:ext uri="{FF2B5EF4-FFF2-40B4-BE49-F238E27FC236}">
                      <a16:creationId xmlns:a16="http://schemas.microsoft.com/office/drawing/2014/main" id="{07776AB8-333B-300C-CF3C-F52223BB338E}"/>
                    </a:ext>
                  </a:extLst>
                </p14:cNvPr>
                <p14:cNvContentPartPr/>
                <p14:nvPr/>
              </p14:nvContentPartPr>
              <p14:xfrm>
                <a:off x="2806783" y="6273095"/>
                <a:ext cx="246240" cy="65880"/>
              </p14:xfrm>
            </p:contentPart>
          </mc:Choice>
          <mc:Fallback>
            <p:pic>
              <p:nvPicPr>
                <p:cNvPr id="11" name="Ink 10">
                  <a:extLst>
                    <a:ext uri="{FF2B5EF4-FFF2-40B4-BE49-F238E27FC236}">
                      <a16:creationId xmlns:a16="http://schemas.microsoft.com/office/drawing/2014/main" id="{07776AB8-333B-300C-CF3C-F52223BB338E}"/>
                    </a:ext>
                  </a:extLst>
                </p:cNvPr>
                <p:cNvPicPr/>
                <p:nvPr/>
              </p:nvPicPr>
              <p:blipFill>
                <a:blip r:embed="rId23"/>
                <a:stretch>
                  <a:fillRect/>
                </a:stretch>
              </p:blipFill>
              <p:spPr>
                <a:xfrm>
                  <a:off x="2800663" y="6266975"/>
                  <a:ext cx="25848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3" name="Ink 12">
                  <a:extLst>
                    <a:ext uri="{FF2B5EF4-FFF2-40B4-BE49-F238E27FC236}">
                      <a16:creationId xmlns:a16="http://schemas.microsoft.com/office/drawing/2014/main" id="{36855C3D-7D04-2378-E9D0-57F46060BAB5}"/>
                    </a:ext>
                  </a:extLst>
                </p14:cNvPr>
                <p14:cNvContentPartPr/>
                <p14:nvPr/>
              </p14:nvContentPartPr>
              <p14:xfrm>
                <a:off x="3611743" y="5960255"/>
                <a:ext cx="276840" cy="317880"/>
              </p14:xfrm>
            </p:contentPart>
          </mc:Choice>
          <mc:Fallback>
            <p:pic>
              <p:nvPicPr>
                <p:cNvPr id="13" name="Ink 12">
                  <a:extLst>
                    <a:ext uri="{FF2B5EF4-FFF2-40B4-BE49-F238E27FC236}">
                      <a16:creationId xmlns:a16="http://schemas.microsoft.com/office/drawing/2014/main" id="{36855C3D-7D04-2378-E9D0-57F46060BAB5}"/>
                    </a:ext>
                  </a:extLst>
                </p:cNvPr>
                <p:cNvPicPr/>
                <p:nvPr/>
              </p:nvPicPr>
              <p:blipFill>
                <a:blip r:embed="rId25"/>
                <a:stretch>
                  <a:fillRect/>
                </a:stretch>
              </p:blipFill>
              <p:spPr>
                <a:xfrm>
                  <a:off x="3605623" y="5954135"/>
                  <a:ext cx="289080" cy="3301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4" name="Ink 13">
                  <a:extLst>
                    <a:ext uri="{FF2B5EF4-FFF2-40B4-BE49-F238E27FC236}">
                      <a16:creationId xmlns:a16="http://schemas.microsoft.com/office/drawing/2014/main" id="{0039C7ED-E7B1-30D2-5A7F-42EB85D7999D}"/>
                    </a:ext>
                  </a:extLst>
                </p14:cNvPr>
                <p14:cNvContentPartPr/>
                <p14:nvPr/>
              </p14:nvContentPartPr>
              <p14:xfrm>
                <a:off x="3617503" y="5886095"/>
                <a:ext cx="227880" cy="564480"/>
              </p14:xfrm>
            </p:contentPart>
          </mc:Choice>
          <mc:Fallback>
            <p:pic>
              <p:nvPicPr>
                <p:cNvPr id="14" name="Ink 13">
                  <a:extLst>
                    <a:ext uri="{FF2B5EF4-FFF2-40B4-BE49-F238E27FC236}">
                      <a16:creationId xmlns:a16="http://schemas.microsoft.com/office/drawing/2014/main" id="{0039C7ED-E7B1-30D2-5A7F-42EB85D7999D}"/>
                    </a:ext>
                  </a:extLst>
                </p:cNvPr>
                <p:cNvPicPr/>
                <p:nvPr/>
              </p:nvPicPr>
              <p:blipFill>
                <a:blip r:embed="rId27"/>
                <a:stretch>
                  <a:fillRect/>
                </a:stretch>
              </p:blipFill>
              <p:spPr>
                <a:xfrm>
                  <a:off x="3611383" y="5879975"/>
                  <a:ext cx="240120" cy="5767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5" name="Ink 14">
                  <a:extLst>
                    <a:ext uri="{FF2B5EF4-FFF2-40B4-BE49-F238E27FC236}">
                      <a16:creationId xmlns:a16="http://schemas.microsoft.com/office/drawing/2014/main" id="{6DE70CA3-308E-0F51-5391-26CA1ABB9A7C}"/>
                    </a:ext>
                  </a:extLst>
                </p14:cNvPr>
                <p14:cNvContentPartPr/>
                <p14:nvPr/>
              </p14:nvContentPartPr>
              <p14:xfrm>
                <a:off x="3196663" y="5955215"/>
                <a:ext cx="197280" cy="518760"/>
              </p14:xfrm>
            </p:contentPart>
          </mc:Choice>
          <mc:Fallback>
            <p:pic>
              <p:nvPicPr>
                <p:cNvPr id="15" name="Ink 14">
                  <a:extLst>
                    <a:ext uri="{FF2B5EF4-FFF2-40B4-BE49-F238E27FC236}">
                      <a16:creationId xmlns:a16="http://schemas.microsoft.com/office/drawing/2014/main" id="{6DE70CA3-308E-0F51-5391-26CA1ABB9A7C}"/>
                    </a:ext>
                  </a:extLst>
                </p:cNvPr>
                <p:cNvPicPr/>
                <p:nvPr/>
              </p:nvPicPr>
              <p:blipFill>
                <a:blip r:embed="rId29"/>
                <a:stretch>
                  <a:fillRect/>
                </a:stretch>
              </p:blipFill>
              <p:spPr>
                <a:xfrm>
                  <a:off x="3190543" y="5949095"/>
                  <a:ext cx="209520" cy="531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6" name="Ink 15">
                  <a:extLst>
                    <a:ext uri="{FF2B5EF4-FFF2-40B4-BE49-F238E27FC236}">
                      <a16:creationId xmlns:a16="http://schemas.microsoft.com/office/drawing/2014/main" id="{70D8927E-237A-453F-79EE-62FD51D7E14C}"/>
                    </a:ext>
                  </a:extLst>
                </p14:cNvPr>
                <p14:cNvContentPartPr/>
                <p14:nvPr/>
              </p14:nvContentPartPr>
              <p14:xfrm>
                <a:off x="3152383" y="6210095"/>
                <a:ext cx="194760" cy="32040"/>
              </p14:xfrm>
            </p:contentPart>
          </mc:Choice>
          <mc:Fallback>
            <p:pic>
              <p:nvPicPr>
                <p:cNvPr id="16" name="Ink 15">
                  <a:extLst>
                    <a:ext uri="{FF2B5EF4-FFF2-40B4-BE49-F238E27FC236}">
                      <a16:creationId xmlns:a16="http://schemas.microsoft.com/office/drawing/2014/main" id="{70D8927E-237A-453F-79EE-62FD51D7E14C}"/>
                    </a:ext>
                  </a:extLst>
                </p:cNvPr>
                <p:cNvPicPr/>
                <p:nvPr/>
              </p:nvPicPr>
              <p:blipFill>
                <a:blip r:embed="rId31"/>
                <a:stretch>
                  <a:fillRect/>
                </a:stretch>
              </p:blipFill>
              <p:spPr>
                <a:xfrm>
                  <a:off x="3146263" y="6203975"/>
                  <a:ext cx="20700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7" name="Ink 16">
                  <a:extLst>
                    <a:ext uri="{FF2B5EF4-FFF2-40B4-BE49-F238E27FC236}">
                      <a16:creationId xmlns:a16="http://schemas.microsoft.com/office/drawing/2014/main" id="{0ABA9E60-9763-10DF-0078-27A56E772128}"/>
                    </a:ext>
                  </a:extLst>
                </p14:cNvPr>
                <p14:cNvContentPartPr/>
                <p14:nvPr/>
              </p14:nvContentPartPr>
              <p14:xfrm>
                <a:off x="3361903" y="5819135"/>
                <a:ext cx="264240" cy="834120"/>
              </p14:xfrm>
            </p:contentPart>
          </mc:Choice>
          <mc:Fallback>
            <p:pic>
              <p:nvPicPr>
                <p:cNvPr id="17" name="Ink 16">
                  <a:extLst>
                    <a:ext uri="{FF2B5EF4-FFF2-40B4-BE49-F238E27FC236}">
                      <a16:creationId xmlns:a16="http://schemas.microsoft.com/office/drawing/2014/main" id="{0ABA9E60-9763-10DF-0078-27A56E772128}"/>
                    </a:ext>
                  </a:extLst>
                </p:cNvPr>
                <p:cNvPicPr/>
                <p:nvPr/>
              </p:nvPicPr>
              <p:blipFill>
                <a:blip r:embed="rId33"/>
                <a:stretch>
                  <a:fillRect/>
                </a:stretch>
              </p:blipFill>
              <p:spPr>
                <a:xfrm>
                  <a:off x="3355783" y="5813015"/>
                  <a:ext cx="276480" cy="8463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8" name="Ink 17">
                  <a:extLst>
                    <a:ext uri="{FF2B5EF4-FFF2-40B4-BE49-F238E27FC236}">
                      <a16:creationId xmlns:a16="http://schemas.microsoft.com/office/drawing/2014/main" id="{085A6DB5-CB71-88D9-3FAD-9EBB85DDE701}"/>
                    </a:ext>
                  </a:extLst>
                </p14:cNvPr>
                <p14:cNvContentPartPr/>
                <p14:nvPr/>
              </p14:nvContentPartPr>
              <p14:xfrm>
                <a:off x="3963463" y="5703215"/>
                <a:ext cx="129240" cy="972720"/>
              </p14:xfrm>
            </p:contentPart>
          </mc:Choice>
          <mc:Fallback>
            <p:pic>
              <p:nvPicPr>
                <p:cNvPr id="18" name="Ink 17">
                  <a:extLst>
                    <a:ext uri="{FF2B5EF4-FFF2-40B4-BE49-F238E27FC236}">
                      <a16:creationId xmlns:a16="http://schemas.microsoft.com/office/drawing/2014/main" id="{085A6DB5-CB71-88D9-3FAD-9EBB85DDE701}"/>
                    </a:ext>
                  </a:extLst>
                </p:cNvPr>
                <p:cNvPicPr/>
                <p:nvPr/>
              </p:nvPicPr>
              <p:blipFill>
                <a:blip r:embed="rId35"/>
                <a:stretch>
                  <a:fillRect/>
                </a:stretch>
              </p:blipFill>
              <p:spPr>
                <a:xfrm>
                  <a:off x="3957343" y="5697095"/>
                  <a:ext cx="141480" cy="984960"/>
                </a:xfrm>
                <a:prstGeom prst="rect">
                  <a:avLst/>
                </a:prstGeom>
              </p:spPr>
            </p:pic>
          </mc:Fallback>
        </mc:AlternateContent>
      </p:grpSp>
      <p:grpSp>
        <p:nvGrpSpPr>
          <p:cNvPr id="42" name="Group 41">
            <a:extLst>
              <a:ext uri="{FF2B5EF4-FFF2-40B4-BE49-F238E27FC236}">
                <a16:creationId xmlns:a16="http://schemas.microsoft.com/office/drawing/2014/main" id="{A9FE4698-AEA7-AD25-3A12-0A83728D0C59}"/>
              </a:ext>
            </a:extLst>
          </p:cNvPr>
          <p:cNvGrpSpPr/>
          <p:nvPr/>
        </p:nvGrpSpPr>
        <p:grpSpPr>
          <a:xfrm>
            <a:off x="5144623" y="5712215"/>
            <a:ext cx="4365720" cy="1081080"/>
            <a:chOff x="5144623" y="5712215"/>
            <a:chExt cx="4365720" cy="1081080"/>
          </a:xfrm>
        </p:grpSpPr>
        <mc:AlternateContent xmlns:mc="http://schemas.openxmlformats.org/markup-compatibility/2006">
          <mc:Choice xmlns:p14="http://schemas.microsoft.com/office/powerpoint/2010/main" Requires="p14">
            <p:contentPart p14:bwMode="auto" r:id="rId36">
              <p14:nvContentPartPr>
                <p14:cNvPr id="20" name="Ink 19">
                  <a:extLst>
                    <a:ext uri="{FF2B5EF4-FFF2-40B4-BE49-F238E27FC236}">
                      <a16:creationId xmlns:a16="http://schemas.microsoft.com/office/drawing/2014/main" id="{68A93CC4-9CDD-7E14-4ABE-4FC3AC2C4B09}"/>
                    </a:ext>
                  </a:extLst>
                </p14:cNvPr>
                <p14:cNvContentPartPr/>
                <p14:nvPr/>
              </p14:nvContentPartPr>
              <p14:xfrm>
                <a:off x="5144623" y="5908775"/>
                <a:ext cx="170280" cy="177480"/>
              </p14:xfrm>
            </p:contentPart>
          </mc:Choice>
          <mc:Fallback>
            <p:pic>
              <p:nvPicPr>
                <p:cNvPr id="20" name="Ink 19">
                  <a:extLst>
                    <a:ext uri="{FF2B5EF4-FFF2-40B4-BE49-F238E27FC236}">
                      <a16:creationId xmlns:a16="http://schemas.microsoft.com/office/drawing/2014/main" id="{68A93CC4-9CDD-7E14-4ABE-4FC3AC2C4B09}"/>
                    </a:ext>
                  </a:extLst>
                </p:cNvPr>
                <p:cNvPicPr/>
                <p:nvPr/>
              </p:nvPicPr>
              <p:blipFill>
                <a:blip r:embed="rId37"/>
                <a:stretch>
                  <a:fillRect/>
                </a:stretch>
              </p:blipFill>
              <p:spPr>
                <a:xfrm>
                  <a:off x="5138503" y="5902655"/>
                  <a:ext cx="18252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1" name="Ink 20">
                  <a:extLst>
                    <a:ext uri="{FF2B5EF4-FFF2-40B4-BE49-F238E27FC236}">
                      <a16:creationId xmlns:a16="http://schemas.microsoft.com/office/drawing/2014/main" id="{2AE04114-7BE3-17FE-3196-E6D265C3E67E}"/>
                    </a:ext>
                  </a:extLst>
                </p14:cNvPr>
                <p14:cNvContentPartPr/>
                <p14:nvPr/>
              </p14:nvContentPartPr>
              <p14:xfrm>
                <a:off x="5297983" y="5850815"/>
                <a:ext cx="122760" cy="562320"/>
              </p14:xfrm>
            </p:contentPart>
          </mc:Choice>
          <mc:Fallback>
            <p:pic>
              <p:nvPicPr>
                <p:cNvPr id="21" name="Ink 20">
                  <a:extLst>
                    <a:ext uri="{FF2B5EF4-FFF2-40B4-BE49-F238E27FC236}">
                      <a16:creationId xmlns:a16="http://schemas.microsoft.com/office/drawing/2014/main" id="{2AE04114-7BE3-17FE-3196-E6D265C3E67E}"/>
                    </a:ext>
                  </a:extLst>
                </p:cNvPr>
                <p:cNvPicPr/>
                <p:nvPr/>
              </p:nvPicPr>
              <p:blipFill>
                <a:blip r:embed="rId39"/>
                <a:stretch>
                  <a:fillRect/>
                </a:stretch>
              </p:blipFill>
              <p:spPr>
                <a:xfrm>
                  <a:off x="5291863" y="5844695"/>
                  <a:ext cx="135000" cy="5745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2" name="Ink 21">
                  <a:extLst>
                    <a:ext uri="{FF2B5EF4-FFF2-40B4-BE49-F238E27FC236}">
                      <a16:creationId xmlns:a16="http://schemas.microsoft.com/office/drawing/2014/main" id="{B16A90CF-2DCD-9A08-4D33-B7EFAFDCB84E}"/>
                    </a:ext>
                  </a:extLst>
                </p14:cNvPr>
                <p14:cNvContentPartPr/>
                <p14:nvPr/>
              </p14:nvContentPartPr>
              <p14:xfrm>
                <a:off x="5746903" y="6092735"/>
                <a:ext cx="178200" cy="25560"/>
              </p14:xfrm>
            </p:contentPart>
          </mc:Choice>
          <mc:Fallback>
            <p:pic>
              <p:nvPicPr>
                <p:cNvPr id="22" name="Ink 21">
                  <a:extLst>
                    <a:ext uri="{FF2B5EF4-FFF2-40B4-BE49-F238E27FC236}">
                      <a16:creationId xmlns:a16="http://schemas.microsoft.com/office/drawing/2014/main" id="{B16A90CF-2DCD-9A08-4D33-B7EFAFDCB84E}"/>
                    </a:ext>
                  </a:extLst>
                </p:cNvPr>
                <p:cNvPicPr/>
                <p:nvPr/>
              </p:nvPicPr>
              <p:blipFill>
                <a:blip r:embed="rId41"/>
                <a:stretch>
                  <a:fillRect/>
                </a:stretch>
              </p:blipFill>
              <p:spPr>
                <a:xfrm>
                  <a:off x="5740783" y="6086615"/>
                  <a:ext cx="190440" cy="378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3" name="Ink 22">
                  <a:extLst>
                    <a:ext uri="{FF2B5EF4-FFF2-40B4-BE49-F238E27FC236}">
                      <a16:creationId xmlns:a16="http://schemas.microsoft.com/office/drawing/2014/main" id="{40BE3CDD-3C1F-BC37-7102-9AE59689A911}"/>
                    </a:ext>
                  </a:extLst>
                </p14:cNvPr>
                <p14:cNvContentPartPr/>
                <p14:nvPr/>
              </p14:nvContentPartPr>
              <p14:xfrm>
                <a:off x="5770663" y="6209015"/>
                <a:ext cx="255240" cy="18000"/>
              </p14:xfrm>
            </p:contentPart>
          </mc:Choice>
          <mc:Fallback>
            <p:pic>
              <p:nvPicPr>
                <p:cNvPr id="23" name="Ink 22">
                  <a:extLst>
                    <a:ext uri="{FF2B5EF4-FFF2-40B4-BE49-F238E27FC236}">
                      <a16:creationId xmlns:a16="http://schemas.microsoft.com/office/drawing/2014/main" id="{40BE3CDD-3C1F-BC37-7102-9AE59689A911}"/>
                    </a:ext>
                  </a:extLst>
                </p:cNvPr>
                <p:cNvPicPr/>
                <p:nvPr/>
              </p:nvPicPr>
              <p:blipFill>
                <a:blip r:embed="rId43"/>
                <a:stretch>
                  <a:fillRect/>
                </a:stretch>
              </p:blipFill>
              <p:spPr>
                <a:xfrm>
                  <a:off x="5764543" y="6202895"/>
                  <a:ext cx="26748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4" name="Ink 23">
                  <a:extLst>
                    <a:ext uri="{FF2B5EF4-FFF2-40B4-BE49-F238E27FC236}">
                      <a16:creationId xmlns:a16="http://schemas.microsoft.com/office/drawing/2014/main" id="{D4653DC4-1DEF-DF82-B865-1E9813D85441}"/>
                    </a:ext>
                  </a:extLst>
                </p14:cNvPr>
                <p14:cNvContentPartPr/>
                <p14:nvPr/>
              </p14:nvContentPartPr>
              <p14:xfrm>
                <a:off x="6340903" y="5849015"/>
                <a:ext cx="226080" cy="457560"/>
              </p14:xfrm>
            </p:contentPart>
          </mc:Choice>
          <mc:Fallback>
            <p:pic>
              <p:nvPicPr>
                <p:cNvPr id="24" name="Ink 23">
                  <a:extLst>
                    <a:ext uri="{FF2B5EF4-FFF2-40B4-BE49-F238E27FC236}">
                      <a16:creationId xmlns:a16="http://schemas.microsoft.com/office/drawing/2014/main" id="{D4653DC4-1DEF-DF82-B865-1E9813D85441}"/>
                    </a:ext>
                  </a:extLst>
                </p:cNvPr>
                <p:cNvPicPr/>
                <p:nvPr/>
              </p:nvPicPr>
              <p:blipFill>
                <a:blip r:embed="rId45"/>
                <a:stretch>
                  <a:fillRect/>
                </a:stretch>
              </p:blipFill>
              <p:spPr>
                <a:xfrm>
                  <a:off x="6334783" y="5842895"/>
                  <a:ext cx="238320" cy="4698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5" name="Ink 24">
                  <a:extLst>
                    <a:ext uri="{FF2B5EF4-FFF2-40B4-BE49-F238E27FC236}">
                      <a16:creationId xmlns:a16="http://schemas.microsoft.com/office/drawing/2014/main" id="{3957ECE2-4096-2BDB-CDC8-D92301514B04}"/>
                    </a:ext>
                  </a:extLst>
                </p14:cNvPr>
                <p14:cNvContentPartPr/>
                <p14:nvPr/>
              </p14:nvContentPartPr>
              <p14:xfrm>
                <a:off x="6310663" y="6082655"/>
                <a:ext cx="246240" cy="21960"/>
              </p14:xfrm>
            </p:contentPart>
          </mc:Choice>
          <mc:Fallback>
            <p:pic>
              <p:nvPicPr>
                <p:cNvPr id="25" name="Ink 24">
                  <a:extLst>
                    <a:ext uri="{FF2B5EF4-FFF2-40B4-BE49-F238E27FC236}">
                      <a16:creationId xmlns:a16="http://schemas.microsoft.com/office/drawing/2014/main" id="{3957ECE2-4096-2BDB-CDC8-D92301514B04}"/>
                    </a:ext>
                  </a:extLst>
                </p:cNvPr>
                <p:cNvPicPr/>
                <p:nvPr/>
              </p:nvPicPr>
              <p:blipFill>
                <a:blip r:embed="rId47"/>
                <a:stretch>
                  <a:fillRect/>
                </a:stretch>
              </p:blipFill>
              <p:spPr>
                <a:xfrm>
                  <a:off x="6304543" y="6076535"/>
                  <a:ext cx="25848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7" name="Ink 26">
                  <a:extLst>
                    <a:ext uri="{FF2B5EF4-FFF2-40B4-BE49-F238E27FC236}">
                      <a16:creationId xmlns:a16="http://schemas.microsoft.com/office/drawing/2014/main" id="{62E12ED8-6B0F-A05A-72E5-3ECABDCF88CC}"/>
                    </a:ext>
                  </a:extLst>
                </p14:cNvPr>
                <p14:cNvContentPartPr/>
                <p14:nvPr/>
              </p14:nvContentPartPr>
              <p14:xfrm>
                <a:off x="6597583" y="5712215"/>
                <a:ext cx="279720" cy="846720"/>
              </p14:xfrm>
            </p:contentPart>
          </mc:Choice>
          <mc:Fallback>
            <p:pic>
              <p:nvPicPr>
                <p:cNvPr id="27" name="Ink 26">
                  <a:extLst>
                    <a:ext uri="{FF2B5EF4-FFF2-40B4-BE49-F238E27FC236}">
                      <a16:creationId xmlns:a16="http://schemas.microsoft.com/office/drawing/2014/main" id="{62E12ED8-6B0F-A05A-72E5-3ECABDCF88CC}"/>
                    </a:ext>
                  </a:extLst>
                </p:cNvPr>
                <p:cNvPicPr/>
                <p:nvPr/>
              </p:nvPicPr>
              <p:blipFill>
                <a:blip r:embed="rId49"/>
                <a:stretch>
                  <a:fillRect/>
                </a:stretch>
              </p:blipFill>
              <p:spPr>
                <a:xfrm>
                  <a:off x="6591463" y="5706095"/>
                  <a:ext cx="291960" cy="8589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8" name="Ink 27">
                  <a:extLst>
                    <a:ext uri="{FF2B5EF4-FFF2-40B4-BE49-F238E27FC236}">
                      <a16:creationId xmlns:a16="http://schemas.microsoft.com/office/drawing/2014/main" id="{573523C6-29B1-208C-E113-CA909E2B9874}"/>
                    </a:ext>
                  </a:extLst>
                </p14:cNvPr>
                <p14:cNvContentPartPr/>
                <p14:nvPr/>
              </p14:nvContentPartPr>
              <p14:xfrm>
                <a:off x="6878383" y="5936495"/>
                <a:ext cx="222480" cy="352080"/>
              </p14:xfrm>
            </p:contentPart>
          </mc:Choice>
          <mc:Fallback>
            <p:pic>
              <p:nvPicPr>
                <p:cNvPr id="28" name="Ink 27">
                  <a:extLst>
                    <a:ext uri="{FF2B5EF4-FFF2-40B4-BE49-F238E27FC236}">
                      <a16:creationId xmlns:a16="http://schemas.microsoft.com/office/drawing/2014/main" id="{573523C6-29B1-208C-E113-CA909E2B9874}"/>
                    </a:ext>
                  </a:extLst>
                </p:cNvPr>
                <p:cNvPicPr/>
                <p:nvPr/>
              </p:nvPicPr>
              <p:blipFill>
                <a:blip r:embed="rId51"/>
                <a:stretch>
                  <a:fillRect/>
                </a:stretch>
              </p:blipFill>
              <p:spPr>
                <a:xfrm>
                  <a:off x="6872263" y="5930375"/>
                  <a:ext cx="234720" cy="3643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9" name="Ink 28">
                  <a:extLst>
                    <a:ext uri="{FF2B5EF4-FFF2-40B4-BE49-F238E27FC236}">
                      <a16:creationId xmlns:a16="http://schemas.microsoft.com/office/drawing/2014/main" id="{3AC87BC1-CA95-8F6E-E645-9BE7F4B43981}"/>
                    </a:ext>
                  </a:extLst>
                </p14:cNvPr>
                <p14:cNvContentPartPr/>
                <p14:nvPr/>
              </p14:nvContentPartPr>
              <p14:xfrm>
                <a:off x="6898543" y="5965655"/>
                <a:ext cx="205560" cy="258840"/>
              </p14:xfrm>
            </p:contentPart>
          </mc:Choice>
          <mc:Fallback>
            <p:pic>
              <p:nvPicPr>
                <p:cNvPr id="29" name="Ink 28">
                  <a:extLst>
                    <a:ext uri="{FF2B5EF4-FFF2-40B4-BE49-F238E27FC236}">
                      <a16:creationId xmlns:a16="http://schemas.microsoft.com/office/drawing/2014/main" id="{3AC87BC1-CA95-8F6E-E645-9BE7F4B43981}"/>
                    </a:ext>
                  </a:extLst>
                </p:cNvPr>
                <p:cNvPicPr/>
                <p:nvPr/>
              </p:nvPicPr>
              <p:blipFill>
                <a:blip r:embed="rId53"/>
                <a:stretch>
                  <a:fillRect/>
                </a:stretch>
              </p:blipFill>
              <p:spPr>
                <a:xfrm>
                  <a:off x="6892423" y="5959535"/>
                  <a:ext cx="217800" cy="2710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0" name="Ink 29">
                  <a:extLst>
                    <a:ext uri="{FF2B5EF4-FFF2-40B4-BE49-F238E27FC236}">
                      <a16:creationId xmlns:a16="http://schemas.microsoft.com/office/drawing/2014/main" id="{F55A5279-34EC-4BF0-1489-169569C21CDD}"/>
                    </a:ext>
                  </a:extLst>
                </p14:cNvPr>
                <p14:cNvContentPartPr/>
                <p14:nvPr/>
              </p14:nvContentPartPr>
              <p14:xfrm>
                <a:off x="7148023" y="6221615"/>
                <a:ext cx="27000" cy="311760"/>
              </p14:xfrm>
            </p:contentPart>
          </mc:Choice>
          <mc:Fallback>
            <p:pic>
              <p:nvPicPr>
                <p:cNvPr id="30" name="Ink 29">
                  <a:extLst>
                    <a:ext uri="{FF2B5EF4-FFF2-40B4-BE49-F238E27FC236}">
                      <a16:creationId xmlns:a16="http://schemas.microsoft.com/office/drawing/2014/main" id="{F55A5279-34EC-4BF0-1489-169569C21CDD}"/>
                    </a:ext>
                  </a:extLst>
                </p:cNvPr>
                <p:cNvPicPr/>
                <p:nvPr/>
              </p:nvPicPr>
              <p:blipFill>
                <a:blip r:embed="rId55"/>
                <a:stretch>
                  <a:fillRect/>
                </a:stretch>
              </p:blipFill>
              <p:spPr>
                <a:xfrm>
                  <a:off x="7141903" y="6215495"/>
                  <a:ext cx="3924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1" name="Ink 30">
                  <a:extLst>
                    <a:ext uri="{FF2B5EF4-FFF2-40B4-BE49-F238E27FC236}">
                      <a16:creationId xmlns:a16="http://schemas.microsoft.com/office/drawing/2014/main" id="{DCA67F56-B2EA-283C-306E-EF177018C608}"/>
                    </a:ext>
                  </a:extLst>
                </p14:cNvPr>
                <p14:cNvContentPartPr/>
                <p14:nvPr/>
              </p14:nvContentPartPr>
              <p14:xfrm>
                <a:off x="7246663" y="6389375"/>
                <a:ext cx="82440" cy="180720"/>
              </p14:xfrm>
            </p:contentPart>
          </mc:Choice>
          <mc:Fallback>
            <p:pic>
              <p:nvPicPr>
                <p:cNvPr id="31" name="Ink 30">
                  <a:extLst>
                    <a:ext uri="{FF2B5EF4-FFF2-40B4-BE49-F238E27FC236}">
                      <a16:creationId xmlns:a16="http://schemas.microsoft.com/office/drawing/2014/main" id="{DCA67F56-B2EA-283C-306E-EF177018C608}"/>
                    </a:ext>
                  </a:extLst>
                </p:cNvPr>
                <p:cNvPicPr/>
                <p:nvPr/>
              </p:nvPicPr>
              <p:blipFill>
                <a:blip r:embed="rId57"/>
                <a:stretch>
                  <a:fillRect/>
                </a:stretch>
              </p:blipFill>
              <p:spPr>
                <a:xfrm>
                  <a:off x="7240543" y="6383255"/>
                  <a:ext cx="9468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2" name="Ink 31">
                  <a:extLst>
                    <a:ext uri="{FF2B5EF4-FFF2-40B4-BE49-F238E27FC236}">
                      <a16:creationId xmlns:a16="http://schemas.microsoft.com/office/drawing/2014/main" id="{BF4B20FB-F595-B068-2493-93AE0B5E6B0F}"/>
                    </a:ext>
                  </a:extLst>
                </p14:cNvPr>
                <p14:cNvContentPartPr/>
                <p14:nvPr/>
              </p14:nvContentPartPr>
              <p14:xfrm>
                <a:off x="7622863" y="5883575"/>
                <a:ext cx="152280" cy="366120"/>
              </p14:xfrm>
            </p:contentPart>
          </mc:Choice>
          <mc:Fallback>
            <p:pic>
              <p:nvPicPr>
                <p:cNvPr id="32" name="Ink 31">
                  <a:extLst>
                    <a:ext uri="{FF2B5EF4-FFF2-40B4-BE49-F238E27FC236}">
                      <a16:creationId xmlns:a16="http://schemas.microsoft.com/office/drawing/2014/main" id="{BF4B20FB-F595-B068-2493-93AE0B5E6B0F}"/>
                    </a:ext>
                  </a:extLst>
                </p:cNvPr>
                <p:cNvPicPr/>
                <p:nvPr/>
              </p:nvPicPr>
              <p:blipFill>
                <a:blip r:embed="rId59"/>
                <a:stretch>
                  <a:fillRect/>
                </a:stretch>
              </p:blipFill>
              <p:spPr>
                <a:xfrm>
                  <a:off x="7616743" y="5877455"/>
                  <a:ext cx="164520" cy="3783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3" name="Ink 32">
                  <a:extLst>
                    <a:ext uri="{FF2B5EF4-FFF2-40B4-BE49-F238E27FC236}">
                      <a16:creationId xmlns:a16="http://schemas.microsoft.com/office/drawing/2014/main" id="{F54AA712-DA0C-FFAB-9E72-969CA6BAB2F1}"/>
                    </a:ext>
                  </a:extLst>
                </p14:cNvPr>
                <p14:cNvContentPartPr/>
                <p14:nvPr/>
              </p14:nvContentPartPr>
              <p14:xfrm>
                <a:off x="7570663" y="5909855"/>
                <a:ext cx="194760" cy="256320"/>
              </p14:xfrm>
            </p:contentPart>
          </mc:Choice>
          <mc:Fallback>
            <p:pic>
              <p:nvPicPr>
                <p:cNvPr id="33" name="Ink 32">
                  <a:extLst>
                    <a:ext uri="{FF2B5EF4-FFF2-40B4-BE49-F238E27FC236}">
                      <a16:creationId xmlns:a16="http://schemas.microsoft.com/office/drawing/2014/main" id="{F54AA712-DA0C-FFAB-9E72-969CA6BAB2F1}"/>
                    </a:ext>
                  </a:extLst>
                </p:cNvPr>
                <p:cNvPicPr/>
                <p:nvPr/>
              </p:nvPicPr>
              <p:blipFill>
                <a:blip r:embed="rId61"/>
                <a:stretch>
                  <a:fillRect/>
                </a:stretch>
              </p:blipFill>
              <p:spPr>
                <a:xfrm>
                  <a:off x="7564543" y="5903735"/>
                  <a:ext cx="207000" cy="2685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4" name="Ink 33">
                  <a:extLst>
                    <a:ext uri="{FF2B5EF4-FFF2-40B4-BE49-F238E27FC236}">
                      <a16:creationId xmlns:a16="http://schemas.microsoft.com/office/drawing/2014/main" id="{A090D068-5457-3672-93ED-CFCA00933729}"/>
                    </a:ext>
                  </a:extLst>
                </p14:cNvPr>
                <p14:cNvContentPartPr/>
                <p14:nvPr/>
              </p14:nvContentPartPr>
              <p14:xfrm>
                <a:off x="7838143" y="6157895"/>
                <a:ext cx="268920" cy="213480"/>
              </p14:xfrm>
            </p:contentPart>
          </mc:Choice>
          <mc:Fallback>
            <p:pic>
              <p:nvPicPr>
                <p:cNvPr id="34" name="Ink 33">
                  <a:extLst>
                    <a:ext uri="{FF2B5EF4-FFF2-40B4-BE49-F238E27FC236}">
                      <a16:creationId xmlns:a16="http://schemas.microsoft.com/office/drawing/2014/main" id="{A090D068-5457-3672-93ED-CFCA00933729}"/>
                    </a:ext>
                  </a:extLst>
                </p:cNvPr>
                <p:cNvPicPr/>
                <p:nvPr/>
              </p:nvPicPr>
              <p:blipFill>
                <a:blip r:embed="rId63"/>
                <a:stretch>
                  <a:fillRect/>
                </a:stretch>
              </p:blipFill>
              <p:spPr>
                <a:xfrm>
                  <a:off x="7832023" y="6151775"/>
                  <a:ext cx="28116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5" name="Ink 34">
                  <a:extLst>
                    <a:ext uri="{FF2B5EF4-FFF2-40B4-BE49-F238E27FC236}">
                      <a16:creationId xmlns:a16="http://schemas.microsoft.com/office/drawing/2014/main" id="{34C40507-82E1-0829-E271-0D4AC8963AE8}"/>
                    </a:ext>
                  </a:extLst>
                </p14:cNvPr>
                <p14:cNvContentPartPr/>
                <p14:nvPr/>
              </p14:nvContentPartPr>
              <p14:xfrm>
                <a:off x="8043703" y="6202535"/>
                <a:ext cx="321840" cy="430560"/>
              </p14:xfrm>
            </p:contentPart>
          </mc:Choice>
          <mc:Fallback>
            <p:pic>
              <p:nvPicPr>
                <p:cNvPr id="35" name="Ink 34">
                  <a:extLst>
                    <a:ext uri="{FF2B5EF4-FFF2-40B4-BE49-F238E27FC236}">
                      <a16:creationId xmlns:a16="http://schemas.microsoft.com/office/drawing/2014/main" id="{34C40507-82E1-0829-E271-0D4AC8963AE8}"/>
                    </a:ext>
                  </a:extLst>
                </p:cNvPr>
                <p:cNvPicPr/>
                <p:nvPr/>
              </p:nvPicPr>
              <p:blipFill>
                <a:blip r:embed="rId65"/>
                <a:stretch>
                  <a:fillRect/>
                </a:stretch>
              </p:blipFill>
              <p:spPr>
                <a:xfrm>
                  <a:off x="8037583" y="6196415"/>
                  <a:ext cx="334080" cy="4428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6" name="Ink 35">
                  <a:extLst>
                    <a:ext uri="{FF2B5EF4-FFF2-40B4-BE49-F238E27FC236}">
                      <a16:creationId xmlns:a16="http://schemas.microsoft.com/office/drawing/2014/main" id="{04E94417-DB48-C0BF-242C-EA7128A03CAD}"/>
                    </a:ext>
                  </a:extLst>
                </p14:cNvPr>
                <p14:cNvContentPartPr/>
                <p14:nvPr/>
              </p14:nvContentPartPr>
              <p14:xfrm>
                <a:off x="8534383" y="6304775"/>
                <a:ext cx="32040" cy="18000"/>
              </p14:xfrm>
            </p:contentPart>
          </mc:Choice>
          <mc:Fallback>
            <p:pic>
              <p:nvPicPr>
                <p:cNvPr id="36" name="Ink 35">
                  <a:extLst>
                    <a:ext uri="{FF2B5EF4-FFF2-40B4-BE49-F238E27FC236}">
                      <a16:creationId xmlns:a16="http://schemas.microsoft.com/office/drawing/2014/main" id="{04E94417-DB48-C0BF-242C-EA7128A03CAD}"/>
                    </a:ext>
                  </a:extLst>
                </p:cNvPr>
                <p:cNvPicPr/>
                <p:nvPr/>
              </p:nvPicPr>
              <p:blipFill>
                <a:blip r:embed="rId67"/>
                <a:stretch>
                  <a:fillRect/>
                </a:stretch>
              </p:blipFill>
              <p:spPr>
                <a:xfrm>
                  <a:off x="8528263" y="6298655"/>
                  <a:ext cx="4428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7" name="Ink 36">
                  <a:extLst>
                    <a:ext uri="{FF2B5EF4-FFF2-40B4-BE49-F238E27FC236}">
                      <a16:creationId xmlns:a16="http://schemas.microsoft.com/office/drawing/2014/main" id="{AE21DE32-C550-F1DD-F668-552C531137D9}"/>
                    </a:ext>
                  </a:extLst>
                </p14:cNvPr>
                <p14:cNvContentPartPr/>
                <p14:nvPr/>
              </p14:nvContentPartPr>
              <p14:xfrm>
                <a:off x="8844343" y="6289655"/>
                <a:ext cx="78480" cy="6840"/>
              </p14:xfrm>
            </p:contentPart>
          </mc:Choice>
          <mc:Fallback>
            <p:pic>
              <p:nvPicPr>
                <p:cNvPr id="37" name="Ink 36">
                  <a:extLst>
                    <a:ext uri="{FF2B5EF4-FFF2-40B4-BE49-F238E27FC236}">
                      <a16:creationId xmlns:a16="http://schemas.microsoft.com/office/drawing/2014/main" id="{AE21DE32-C550-F1DD-F668-552C531137D9}"/>
                    </a:ext>
                  </a:extLst>
                </p:cNvPr>
                <p:cNvPicPr/>
                <p:nvPr/>
              </p:nvPicPr>
              <p:blipFill>
                <a:blip r:embed="rId69"/>
                <a:stretch>
                  <a:fillRect/>
                </a:stretch>
              </p:blipFill>
              <p:spPr>
                <a:xfrm>
                  <a:off x="8838223" y="6283535"/>
                  <a:ext cx="9072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8" name="Ink 37">
                  <a:extLst>
                    <a:ext uri="{FF2B5EF4-FFF2-40B4-BE49-F238E27FC236}">
                      <a16:creationId xmlns:a16="http://schemas.microsoft.com/office/drawing/2014/main" id="{88120B9C-C93B-B1FB-C213-B8762C3401C7}"/>
                    </a:ext>
                  </a:extLst>
                </p14:cNvPr>
                <p14:cNvContentPartPr/>
                <p14:nvPr/>
              </p14:nvContentPartPr>
              <p14:xfrm>
                <a:off x="9166183" y="6264455"/>
                <a:ext cx="38160" cy="15480"/>
              </p14:xfrm>
            </p:contentPart>
          </mc:Choice>
          <mc:Fallback>
            <p:pic>
              <p:nvPicPr>
                <p:cNvPr id="38" name="Ink 37">
                  <a:extLst>
                    <a:ext uri="{FF2B5EF4-FFF2-40B4-BE49-F238E27FC236}">
                      <a16:creationId xmlns:a16="http://schemas.microsoft.com/office/drawing/2014/main" id="{88120B9C-C93B-B1FB-C213-B8762C3401C7}"/>
                    </a:ext>
                  </a:extLst>
                </p:cNvPr>
                <p:cNvPicPr/>
                <p:nvPr/>
              </p:nvPicPr>
              <p:blipFill>
                <a:blip r:embed="rId71"/>
                <a:stretch>
                  <a:fillRect/>
                </a:stretch>
              </p:blipFill>
              <p:spPr>
                <a:xfrm>
                  <a:off x="9160063" y="6258335"/>
                  <a:ext cx="5040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39" name="Ink 38">
                  <a:extLst>
                    <a:ext uri="{FF2B5EF4-FFF2-40B4-BE49-F238E27FC236}">
                      <a16:creationId xmlns:a16="http://schemas.microsoft.com/office/drawing/2014/main" id="{4786FA7C-890B-264D-4802-80D87AACB59C}"/>
                    </a:ext>
                  </a:extLst>
                </p14:cNvPr>
                <p14:cNvContentPartPr/>
                <p14:nvPr/>
              </p14:nvContentPartPr>
              <p14:xfrm>
                <a:off x="9407023" y="6269495"/>
                <a:ext cx="42120" cy="32040"/>
              </p14:xfrm>
            </p:contentPart>
          </mc:Choice>
          <mc:Fallback>
            <p:pic>
              <p:nvPicPr>
                <p:cNvPr id="39" name="Ink 38">
                  <a:extLst>
                    <a:ext uri="{FF2B5EF4-FFF2-40B4-BE49-F238E27FC236}">
                      <a16:creationId xmlns:a16="http://schemas.microsoft.com/office/drawing/2014/main" id="{4786FA7C-890B-264D-4802-80D87AACB59C}"/>
                    </a:ext>
                  </a:extLst>
                </p:cNvPr>
                <p:cNvPicPr/>
                <p:nvPr/>
              </p:nvPicPr>
              <p:blipFill>
                <a:blip r:embed="rId73"/>
                <a:stretch>
                  <a:fillRect/>
                </a:stretch>
              </p:blipFill>
              <p:spPr>
                <a:xfrm>
                  <a:off x="9400903" y="6263375"/>
                  <a:ext cx="5436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0" name="Ink 39">
                  <a:extLst>
                    <a:ext uri="{FF2B5EF4-FFF2-40B4-BE49-F238E27FC236}">
                      <a16:creationId xmlns:a16="http://schemas.microsoft.com/office/drawing/2014/main" id="{ACEC2989-FF7E-F81F-9883-3FF0EF39BB4B}"/>
                    </a:ext>
                  </a:extLst>
                </p14:cNvPr>
                <p14:cNvContentPartPr/>
                <p14:nvPr/>
              </p14:nvContentPartPr>
              <p14:xfrm>
                <a:off x="9191383" y="5891135"/>
                <a:ext cx="318960" cy="902160"/>
              </p14:xfrm>
            </p:contentPart>
          </mc:Choice>
          <mc:Fallback>
            <p:pic>
              <p:nvPicPr>
                <p:cNvPr id="40" name="Ink 39">
                  <a:extLst>
                    <a:ext uri="{FF2B5EF4-FFF2-40B4-BE49-F238E27FC236}">
                      <a16:creationId xmlns:a16="http://schemas.microsoft.com/office/drawing/2014/main" id="{ACEC2989-FF7E-F81F-9883-3FF0EF39BB4B}"/>
                    </a:ext>
                  </a:extLst>
                </p:cNvPr>
                <p:cNvPicPr/>
                <p:nvPr/>
              </p:nvPicPr>
              <p:blipFill>
                <a:blip r:embed="rId75"/>
                <a:stretch>
                  <a:fillRect/>
                </a:stretch>
              </p:blipFill>
              <p:spPr>
                <a:xfrm>
                  <a:off x="9185263" y="5885015"/>
                  <a:ext cx="331200" cy="914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6">
            <p14:nvContentPartPr>
              <p14:cNvPr id="43" name="Ink 42">
                <a:extLst>
                  <a:ext uri="{FF2B5EF4-FFF2-40B4-BE49-F238E27FC236}">
                    <a16:creationId xmlns:a16="http://schemas.microsoft.com/office/drawing/2014/main" id="{61CB4699-FA3D-1EC3-3680-4F09C9A23CE3}"/>
                  </a:ext>
                </a:extLst>
              </p14:cNvPr>
              <p14:cNvContentPartPr/>
              <p14:nvPr/>
            </p14:nvContentPartPr>
            <p14:xfrm>
              <a:off x="1275703" y="4565615"/>
              <a:ext cx="1855800" cy="56520"/>
            </p14:xfrm>
          </p:contentPart>
        </mc:Choice>
        <mc:Fallback>
          <p:pic>
            <p:nvPicPr>
              <p:cNvPr id="43" name="Ink 42">
                <a:extLst>
                  <a:ext uri="{FF2B5EF4-FFF2-40B4-BE49-F238E27FC236}">
                    <a16:creationId xmlns:a16="http://schemas.microsoft.com/office/drawing/2014/main" id="{61CB4699-FA3D-1EC3-3680-4F09C9A23CE3}"/>
                  </a:ext>
                </a:extLst>
              </p:cNvPr>
              <p:cNvPicPr/>
              <p:nvPr/>
            </p:nvPicPr>
            <p:blipFill>
              <a:blip r:embed="rId77"/>
              <a:stretch>
                <a:fillRect/>
              </a:stretch>
            </p:blipFill>
            <p:spPr>
              <a:xfrm>
                <a:off x="1269583" y="4559495"/>
                <a:ext cx="1868040" cy="68760"/>
              </a:xfrm>
              <a:prstGeom prst="rect">
                <a:avLst/>
              </a:prstGeom>
            </p:spPr>
          </p:pic>
        </mc:Fallback>
      </mc:AlternateContent>
    </p:spTree>
    <p:extLst>
      <p:ext uri="{BB962C8B-B14F-4D97-AF65-F5344CB8AC3E}">
        <p14:creationId xmlns:p14="http://schemas.microsoft.com/office/powerpoint/2010/main" val="4196792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6">
                                            <p:txEl>
                                              <p:pRg st="0" end="0"/>
                                            </p:txEl>
                                          </p:spTgt>
                                        </p:tgtEl>
                                        <p:attrNameLst>
                                          <p:attrName>style.visibility</p:attrName>
                                        </p:attrNameLst>
                                      </p:cBhvr>
                                      <p:to>
                                        <p:strVal val="visible"/>
                                      </p:to>
                                    </p:set>
                                    <p:animEffect transition="in" filter="wipe(left)">
                                      <p:cBhvr>
                                        <p:cTn id="13" dur="500"/>
                                        <p:tgtEl>
                                          <p:spTgt spid="26">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6">
                                            <p:txEl>
                                              <p:pRg st="1" end="1"/>
                                            </p:txEl>
                                          </p:spTgt>
                                        </p:tgtEl>
                                        <p:attrNameLst>
                                          <p:attrName>style.visibility</p:attrName>
                                        </p:attrNameLst>
                                      </p:cBhvr>
                                      <p:to>
                                        <p:strVal val="visible"/>
                                      </p:to>
                                    </p:set>
                                    <p:animEffect transition="in" filter="wipe(left)">
                                      <p:cBhvr>
                                        <p:cTn id="18" dur="500"/>
                                        <p:tgtEl>
                                          <p:spTgt spid="26">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6">
                                            <p:txEl>
                                              <p:pRg st="2" end="2"/>
                                            </p:txEl>
                                          </p:spTgt>
                                        </p:tgtEl>
                                        <p:attrNameLst>
                                          <p:attrName>style.visibility</p:attrName>
                                        </p:attrNameLst>
                                      </p:cBhvr>
                                      <p:to>
                                        <p:strVal val="visible"/>
                                      </p:to>
                                    </p:set>
                                    <p:animEffect transition="in" filter="wipe(left)">
                                      <p:cBhvr>
                                        <p:cTn id="23" dur="500"/>
                                        <p:tgtEl>
                                          <p:spTgt spid="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458FB-E0B9-8F6A-C12B-31B7551C50E0}"/>
            </a:ext>
          </a:extLst>
        </p:cNvPr>
        <p:cNvGrpSpPr/>
        <p:nvPr/>
      </p:nvGrpSpPr>
      <p:grpSpPr>
        <a:xfrm>
          <a:off x="0" y="0"/>
          <a:ext cx="0" cy="0"/>
          <a:chOff x="0" y="0"/>
          <a:chExt cx="0" cy="0"/>
        </a:xfrm>
      </p:grpSpPr>
      <p:sp>
        <p:nvSpPr>
          <p:cNvPr id="26" name="Content Placeholder 2">
            <a:extLst>
              <a:ext uri="{FF2B5EF4-FFF2-40B4-BE49-F238E27FC236}">
                <a16:creationId xmlns:a16="http://schemas.microsoft.com/office/drawing/2014/main" id="{532F66A8-946C-0205-04D3-BB082B22BB4A}"/>
              </a:ext>
            </a:extLst>
          </p:cNvPr>
          <p:cNvSpPr txBox="1">
            <a:spLocks/>
          </p:cNvSpPr>
          <p:nvPr/>
        </p:nvSpPr>
        <p:spPr bwMode="auto">
          <a:xfrm>
            <a:off x="404368" y="960190"/>
            <a:ext cx="11377765" cy="53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52513">
              <a:spcBef>
                <a:spcPct val="20000"/>
              </a:spcBef>
              <a:buBlip>
                <a:blip r:embed="rId3"/>
              </a:buBlip>
              <a:defRPr sz="4200">
                <a:solidFill>
                  <a:schemeClr val="tx1"/>
                </a:solidFill>
                <a:latin typeface="Helvetic Neue"/>
              </a:defRPr>
            </a:lvl1pPr>
            <a:lvl2pPr marL="788988" indent="-261938" defTabSz="1052513">
              <a:spcBef>
                <a:spcPct val="20000"/>
              </a:spcBef>
              <a:buSzPct val="75000"/>
              <a:buBlip>
                <a:blip r:embed="rId4"/>
              </a:buBlip>
              <a:defRPr sz="3600">
                <a:solidFill>
                  <a:schemeClr val="tx1"/>
                </a:solidFill>
                <a:latin typeface="Helvetic Neue"/>
              </a:defRPr>
            </a:lvl2pPr>
            <a:lvl3pPr marL="1316038" indent="-261938" defTabSz="1052513">
              <a:spcBef>
                <a:spcPct val="20000"/>
              </a:spcBef>
              <a:buChar char="•"/>
              <a:defRPr sz="3100">
                <a:solidFill>
                  <a:schemeClr val="tx1"/>
                </a:solidFill>
                <a:latin typeface="Helvetic Neue"/>
              </a:defRPr>
            </a:lvl3pPr>
            <a:lvl4pPr marL="1843088" indent="-261938" defTabSz="1052513">
              <a:spcBef>
                <a:spcPct val="20000"/>
              </a:spcBef>
              <a:buChar char="–"/>
              <a:defRPr sz="2600">
                <a:solidFill>
                  <a:schemeClr val="tx1"/>
                </a:solidFill>
                <a:latin typeface="Helvetic Neue"/>
              </a:defRPr>
            </a:lvl4pPr>
            <a:lvl5pPr marL="2370138" indent="-261938" defTabSz="1052513">
              <a:spcBef>
                <a:spcPct val="20000"/>
              </a:spcBef>
              <a:buClr>
                <a:schemeClr val="tx2"/>
              </a:buClr>
              <a:buChar char="–"/>
              <a:defRPr sz="2600">
                <a:solidFill>
                  <a:schemeClr val="tx1"/>
                </a:solidFill>
                <a:latin typeface="Helvetic Neue"/>
              </a:defRPr>
            </a:lvl5pPr>
            <a:lvl6pPr marL="2827338" indent="-261938" defTabSz="1052513" eaLnBrk="0" fontAlgn="base" hangingPunct="0">
              <a:spcBef>
                <a:spcPct val="20000"/>
              </a:spcBef>
              <a:spcAft>
                <a:spcPct val="0"/>
              </a:spcAft>
              <a:buClr>
                <a:schemeClr val="tx2"/>
              </a:buClr>
              <a:buChar char="–"/>
              <a:defRPr sz="2600">
                <a:solidFill>
                  <a:schemeClr val="tx1"/>
                </a:solidFill>
                <a:latin typeface="Helvetic Neue"/>
              </a:defRPr>
            </a:lvl6pPr>
            <a:lvl7pPr marL="3284538" indent="-261938" defTabSz="1052513" eaLnBrk="0" fontAlgn="base" hangingPunct="0">
              <a:spcBef>
                <a:spcPct val="20000"/>
              </a:spcBef>
              <a:spcAft>
                <a:spcPct val="0"/>
              </a:spcAft>
              <a:buClr>
                <a:schemeClr val="tx2"/>
              </a:buClr>
              <a:buChar char="–"/>
              <a:defRPr sz="2600">
                <a:solidFill>
                  <a:schemeClr val="tx1"/>
                </a:solidFill>
                <a:latin typeface="Helvetic Neue"/>
              </a:defRPr>
            </a:lvl7pPr>
            <a:lvl8pPr marL="3741738" indent="-261938" defTabSz="1052513" eaLnBrk="0" fontAlgn="base" hangingPunct="0">
              <a:spcBef>
                <a:spcPct val="20000"/>
              </a:spcBef>
              <a:spcAft>
                <a:spcPct val="0"/>
              </a:spcAft>
              <a:buClr>
                <a:schemeClr val="tx2"/>
              </a:buClr>
              <a:buChar char="–"/>
              <a:defRPr sz="2600">
                <a:solidFill>
                  <a:schemeClr val="tx1"/>
                </a:solidFill>
                <a:latin typeface="Helvetic Neue"/>
              </a:defRPr>
            </a:lvl8pPr>
            <a:lvl9pPr marL="4198938" indent="-261938" defTabSz="1052513" eaLnBrk="0" fontAlgn="base" hangingPunct="0">
              <a:spcBef>
                <a:spcPct val="20000"/>
              </a:spcBef>
              <a:spcAft>
                <a:spcPct val="0"/>
              </a:spcAft>
              <a:buClr>
                <a:schemeClr val="tx2"/>
              </a:buClr>
              <a:buChar char="–"/>
              <a:defRPr sz="2600">
                <a:solidFill>
                  <a:schemeClr val="tx1"/>
                </a:solidFill>
                <a:latin typeface="Helvetic Neue"/>
              </a:defRPr>
            </a:lvl9pPr>
          </a:lstStyle>
          <a:p>
            <a:pPr algn="just" defTabSz="911371">
              <a:lnSpc>
                <a:spcPct val="150000"/>
              </a:lnSpc>
              <a:spcBef>
                <a:spcPts val="996"/>
              </a:spcBef>
              <a:buClrTx/>
              <a:buNone/>
            </a:pPr>
            <a:r>
              <a:rPr lang="en-US" altLang="en-US" sz="2800" kern="1200" dirty="0">
                <a:solidFill>
                  <a:prstClr val="black"/>
                </a:solidFill>
                <a:latin typeface="+mn-lt"/>
                <a:ea typeface="+mn-ea"/>
                <a:cs typeface="+mn-cs"/>
              </a:rPr>
              <a:t>While making measurements on Y and X, the possibility of error due to randomness has to be considered, thereby the full the model becomes</a:t>
            </a:r>
          </a:p>
          <a:p>
            <a:pPr algn="just" defTabSz="911371">
              <a:lnSpc>
                <a:spcPct val="90000"/>
              </a:lnSpc>
              <a:spcBef>
                <a:spcPts val="996"/>
              </a:spcBef>
              <a:buClrTx/>
              <a:buNone/>
            </a:pPr>
            <a:r>
              <a:rPr lang="en-US" altLang="en-US" sz="2800" b="1" kern="1200" dirty="0">
                <a:solidFill>
                  <a:srgbClr val="FF0000"/>
                </a:solidFill>
                <a:latin typeface="+mn-lt"/>
                <a:ea typeface="+mn-ea"/>
                <a:cs typeface="+mn-cs"/>
              </a:rPr>
              <a:t>                                      Y = a + </a:t>
            </a:r>
            <a:r>
              <a:rPr lang="en-US" altLang="en-US" sz="2800" b="1" kern="1200" dirty="0" err="1">
                <a:solidFill>
                  <a:srgbClr val="FF0000"/>
                </a:solidFill>
                <a:latin typeface="+mn-lt"/>
                <a:ea typeface="+mn-ea"/>
                <a:cs typeface="+mn-cs"/>
              </a:rPr>
              <a:t>bX</a:t>
            </a:r>
            <a:r>
              <a:rPr lang="en-US" altLang="en-US" sz="2800" b="1" kern="1200" dirty="0">
                <a:solidFill>
                  <a:srgbClr val="FF0000"/>
                </a:solidFill>
                <a:latin typeface="+mn-lt"/>
                <a:ea typeface="+mn-ea"/>
                <a:cs typeface="+mn-cs"/>
              </a:rPr>
              <a:t> + </a:t>
            </a:r>
            <a:r>
              <a:rPr lang="en-US" sz="2800" kern="1200" dirty="0">
                <a:solidFill>
                  <a:srgbClr val="FF0000"/>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Ɛ</a:t>
            </a:r>
            <a:endParaRPr lang="en-US" altLang="en-US" sz="2800" b="1" kern="1200" dirty="0">
              <a:solidFill>
                <a:srgbClr val="FF0000"/>
              </a:solidFill>
              <a:latin typeface="+mn-lt"/>
              <a:ea typeface="+mn-ea"/>
              <a:cs typeface="+mn-cs"/>
            </a:endParaRPr>
          </a:p>
          <a:p>
            <a:pPr algn="just" defTabSz="911371">
              <a:lnSpc>
                <a:spcPct val="150000"/>
              </a:lnSpc>
              <a:spcBef>
                <a:spcPts val="996"/>
              </a:spcBef>
              <a:buClrTx/>
              <a:buNone/>
            </a:pPr>
            <a:r>
              <a:rPr lang="en-US" altLang="en-US" sz="2800" kern="1200" dirty="0">
                <a:solidFill>
                  <a:prstClr val="black"/>
                </a:solidFill>
                <a:latin typeface="+mn-lt"/>
                <a:ea typeface="+mn-ea"/>
                <a:cs typeface="+mn-cs"/>
              </a:rPr>
              <a:t>This model is called as simple linear regression model which can be used for predicting the weekly gross revenue based on Television advertisement.</a:t>
            </a:r>
          </a:p>
        </p:txBody>
      </p:sp>
      <p:sp>
        <p:nvSpPr>
          <p:cNvPr id="2" name="Title 2">
            <a:extLst>
              <a:ext uri="{FF2B5EF4-FFF2-40B4-BE49-F238E27FC236}">
                <a16:creationId xmlns:a16="http://schemas.microsoft.com/office/drawing/2014/main" id="{6A3CD39E-3906-8BFF-8D8D-0CA3E3590B8F}"/>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200" b="1" dirty="0">
                <a:solidFill>
                  <a:schemeClr val="bg1"/>
                </a:solidFill>
                <a:latin typeface="+mn-lt"/>
                <a:cs typeface="Helvetica" panose="020B0604020202020204" pitchFamily="34" charset="0"/>
              </a:rPr>
              <a:t>Regression Analysis</a:t>
            </a:r>
          </a:p>
        </p:txBody>
      </p:sp>
    </p:spTree>
    <p:extLst>
      <p:ext uri="{BB962C8B-B14F-4D97-AF65-F5344CB8AC3E}">
        <p14:creationId xmlns:p14="http://schemas.microsoft.com/office/powerpoint/2010/main" val="119012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6">
                                            <p:txEl>
                                              <p:pRg st="0" end="0"/>
                                            </p:txEl>
                                          </p:spTgt>
                                        </p:tgtEl>
                                        <p:attrNameLst>
                                          <p:attrName>style.visibility</p:attrName>
                                        </p:attrNameLst>
                                      </p:cBhvr>
                                      <p:to>
                                        <p:strVal val="visible"/>
                                      </p:to>
                                    </p:set>
                                    <p:animEffect transition="in" filter="wipe(left)">
                                      <p:cBhvr>
                                        <p:cTn id="13" dur="500"/>
                                        <p:tgtEl>
                                          <p:spTgt spid="26">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6">
                                            <p:txEl>
                                              <p:pRg st="1" end="1"/>
                                            </p:txEl>
                                          </p:spTgt>
                                        </p:tgtEl>
                                        <p:attrNameLst>
                                          <p:attrName>style.visibility</p:attrName>
                                        </p:attrNameLst>
                                      </p:cBhvr>
                                      <p:to>
                                        <p:strVal val="visible"/>
                                      </p:to>
                                    </p:set>
                                    <p:animEffect transition="in" filter="wipe(left)">
                                      <p:cBhvr>
                                        <p:cTn id="18" dur="500"/>
                                        <p:tgtEl>
                                          <p:spTgt spid="26">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6">
                                            <p:txEl>
                                              <p:pRg st="2" end="2"/>
                                            </p:txEl>
                                          </p:spTgt>
                                        </p:tgtEl>
                                        <p:attrNameLst>
                                          <p:attrName>style.visibility</p:attrName>
                                        </p:attrNameLst>
                                      </p:cBhvr>
                                      <p:to>
                                        <p:strVal val="visible"/>
                                      </p:to>
                                    </p:set>
                                    <p:animEffect transition="in" filter="wipe(left)">
                                      <p:cBhvr>
                                        <p:cTn id="23" dur="500"/>
                                        <p:tgtEl>
                                          <p:spTgt spid="2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bwMode="auto">
          <a:xfrm>
            <a:off x="404368" y="919927"/>
            <a:ext cx="10832383" cy="53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52513">
              <a:spcBef>
                <a:spcPct val="20000"/>
              </a:spcBef>
              <a:buBlip>
                <a:blip r:embed="rId3"/>
              </a:buBlip>
              <a:defRPr sz="4200">
                <a:solidFill>
                  <a:schemeClr val="tx1"/>
                </a:solidFill>
                <a:latin typeface="Helvetic Neue"/>
              </a:defRPr>
            </a:lvl1pPr>
            <a:lvl2pPr marL="788988" indent="-261938" defTabSz="1052513">
              <a:spcBef>
                <a:spcPct val="20000"/>
              </a:spcBef>
              <a:buSzPct val="75000"/>
              <a:buBlip>
                <a:blip r:embed="rId4"/>
              </a:buBlip>
              <a:defRPr sz="3600">
                <a:solidFill>
                  <a:schemeClr val="tx1"/>
                </a:solidFill>
                <a:latin typeface="Helvetic Neue"/>
              </a:defRPr>
            </a:lvl2pPr>
            <a:lvl3pPr marL="1316038" indent="-261938" defTabSz="1052513">
              <a:spcBef>
                <a:spcPct val="20000"/>
              </a:spcBef>
              <a:buChar char="•"/>
              <a:defRPr sz="3100">
                <a:solidFill>
                  <a:schemeClr val="tx1"/>
                </a:solidFill>
                <a:latin typeface="Helvetic Neue"/>
              </a:defRPr>
            </a:lvl3pPr>
            <a:lvl4pPr marL="1843088" indent="-261938" defTabSz="1052513">
              <a:spcBef>
                <a:spcPct val="20000"/>
              </a:spcBef>
              <a:buChar char="–"/>
              <a:defRPr sz="2600">
                <a:solidFill>
                  <a:schemeClr val="tx1"/>
                </a:solidFill>
                <a:latin typeface="Helvetic Neue"/>
              </a:defRPr>
            </a:lvl4pPr>
            <a:lvl5pPr marL="2370138" indent="-261938" defTabSz="1052513">
              <a:spcBef>
                <a:spcPct val="20000"/>
              </a:spcBef>
              <a:buClr>
                <a:schemeClr val="tx2"/>
              </a:buClr>
              <a:buChar char="–"/>
              <a:defRPr sz="2600">
                <a:solidFill>
                  <a:schemeClr val="tx1"/>
                </a:solidFill>
                <a:latin typeface="Helvetic Neue"/>
              </a:defRPr>
            </a:lvl5pPr>
            <a:lvl6pPr marL="2827338" indent="-261938" defTabSz="1052513" eaLnBrk="0" fontAlgn="base" hangingPunct="0">
              <a:spcBef>
                <a:spcPct val="20000"/>
              </a:spcBef>
              <a:spcAft>
                <a:spcPct val="0"/>
              </a:spcAft>
              <a:buClr>
                <a:schemeClr val="tx2"/>
              </a:buClr>
              <a:buChar char="–"/>
              <a:defRPr sz="2600">
                <a:solidFill>
                  <a:schemeClr val="tx1"/>
                </a:solidFill>
                <a:latin typeface="Helvetic Neue"/>
              </a:defRPr>
            </a:lvl6pPr>
            <a:lvl7pPr marL="3284538" indent="-261938" defTabSz="1052513" eaLnBrk="0" fontAlgn="base" hangingPunct="0">
              <a:spcBef>
                <a:spcPct val="20000"/>
              </a:spcBef>
              <a:spcAft>
                <a:spcPct val="0"/>
              </a:spcAft>
              <a:buClr>
                <a:schemeClr val="tx2"/>
              </a:buClr>
              <a:buChar char="–"/>
              <a:defRPr sz="2600">
                <a:solidFill>
                  <a:schemeClr val="tx1"/>
                </a:solidFill>
                <a:latin typeface="Helvetic Neue"/>
              </a:defRPr>
            </a:lvl7pPr>
            <a:lvl8pPr marL="3741738" indent="-261938" defTabSz="1052513" eaLnBrk="0" fontAlgn="base" hangingPunct="0">
              <a:spcBef>
                <a:spcPct val="20000"/>
              </a:spcBef>
              <a:spcAft>
                <a:spcPct val="0"/>
              </a:spcAft>
              <a:buClr>
                <a:schemeClr val="tx2"/>
              </a:buClr>
              <a:buChar char="–"/>
              <a:defRPr sz="2600">
                <a:solidFill>
                  <a:schemeClr val="tx1"/>
                </a:solidFill>
                <a:latin typeface="Helvetic Neue"/>
              </a:defRPr>
            </a:lvl8pPr>
            <a:lvl9pPr marL="4198938" indent="-261938" defTabSz="1052513" eaLnBrk="0" fontAlgn="base" hangingPunct="0">
              <a:spcBef>
                <a:spcPct val="20000"/>
              </a:spcBef>
              <a:spcAft>
                <a:spcPct val="0"/>
              </a:spcAft>
              <a:buClr>
                <a:schemeClr val="tx2"/>
              </a:buClr>
              <a:buChar char="–"/>
              <a:defRPr sz="2600">
                <a:solidFill>
                  <a:schemeClr val="tx1"/>
                </a:solidFill>
                <a:latin typeface="Helvetic Neue"/>
              </a:defRPr>
            </a:lvl9pPr>
          </a:lstStyle>
          <a:p>
            <a:pPr algn="just" defTabSz="911371">
              <a:lnSpc>
                <a:spcPct val="150000"/>
              </a:lnSpc>
              <a:spcBef>
                <a:spcPts val="996"/>
              </a:spcBef>
              <a:buClrTx/>
              <a:buNone/>
            </a:pPr>
            <a:r>
              <a:rPr lang="en-US" altLang="en-US" sz="2771" b="1" kern="1200" dirty="0">
                <a:solidFill>
                  <a:prstClr val="black"/>
                </a:solidFill>
                <a:latin typeface="+mn-lt"/>
                <a:ea typeface="+mn-ea"/>
                <a:cs typeface="+mn-cs"/>
              </a:rPr>
              <a:t>Relationships:</a:t>
            </a:r>
          </a:p>
          <a:p>
            <a:pPr marL="457200" indent="-457200" algn="just" defTabSz="911371">
              <a:lnSpc>
                <a:spcPct val="150000"/>
              </a:lnSpc>
              <a:spcBef>
                <a:spcPts val="996"/>
              </a:spcBef>
              <a:buClrTx/>
              <a:buFont typeface="Courier New" panose="02070309020205020404" pitchFamily="49" charset="0"/>
              <a:buChar char="o"/>
            </a:pPr>
            <a:r>
              <a:rPr lang="en-US" altLang="en-US" sz="2771" b="1" kern="1200" dirty="0">
                <a:solidFill>
                  <a:srgbClr val="C00000"/>
                </a:solidFill>
                <a:latin typeface="+mn-lt"/>
                <a:ea typeface="+mn-ea"/>
                <a:cs typeface="+mn-cs"/>
              </a:rPr>
              <a:t>Function</a:t>
            </a:r>
            <a:r>
              <a:rPr lang="en-US" altLang="en-US" sz="2771" kern="1200" dirty="0">
                <a:solidFill>
                  <a:prstClr val="black"/>
                </a:solidFill>
                <a:latin typeface="+mn-lt"/>
                <a:ea typeface="+mn-ea"/>
                <a:cs typeface="+mn-cs"/>
              </a:rPr>
              <a:t>: a mathematical relationship enabling us to predict what values of one variable (</a:t>
            </a:r>
            <a:r>
              <a:rPr lang="en-US" altLang="en-US" sz="2771" kern="1200" dirty="0">
                <a:solidFill>
                  <a:srgbClr val="FF0000"/>
                </a:solidFill>
                <a:latin typeface="+mn-lt"/>
                <a:ea typeface="+mn-ea"/>
                <a:cs typeface="+mn-cs"/>
              </a:rPr>
              <a:t>Y</a:t>
            </a:r>
            <a:r>
              <a:rPr lang="en-US" altLang="en-US" sz="2771" kern="1200" dirty="0">
                <a:solidFill>
                  <a:prstClr val="black"/>
                </a:solidFill>
                <a:latin typeface="+mn-lt"/>
                <a:ea typeface="+mn-ea"/>
                <a:cs typeface="+mn-cs"/>
              </a:rPr>
              <a:t>) correspond to given values of another variable (</a:t>
            </a:r>
            <a:r>
              <a:rPr lang="en-US" altLang="en-US" sz="2771" kern="1200" dirty="0">
                <a:solidFill>
                  <a:srgbClr val="FF0000"/>
                </a:solidFill>
                <a:latin typeface="+mn-lt"/>
                <a:ea typeface="+mn-ea"/>
                <a:cs typeface="+mn-cs"/>
              </a:rPr>
              <a:t>X</a:t>
            </a:r>
            <a:r>
              <a:rPr lang="en-US" altLang="en-US" sz="2771" kern="1200" dirty="0">
                <a:solidFill>
                  <a:prstClr val="black"/>
                </a:solidFill>
                <a:latin typeface="+mn-lt"/>
                <a:ea typeface="+mn-ea"/>
                <a:cs typeface="+mn-cs"/>
              </a:rPr>
              <a:t>). </a:t>
            </a:r>
          </a:p>
          <a:p>
            <a:pPr marL="457200" indent="-457200" algn="just" defTabSz="911371">
              <a:lnSpc>
                <a:spcPct val="150000"/>
              </a:lnSpc>
              <a:spcBef>
                <a:spcPts val="996"/>
              </a:spcBef>
              <a:buClrTx/>
              <a:buFont typeface="Courier New" panose="02070309020205020404" pitchFamily="49" charset="0"/>
              <a:buChar char="o"/>
            </a:pPr>
            <a:r>
              <a:rPr lang="en-US" altLang="en-US" sz="2771" kern="1200" dirty="0">
                <a:solidFill>
                  <a:srgbClr val="FF0000"/>
                </a:solidFill>
                <a:latin typeface="+mn-lt"/>
                <a:ea typeface="+mn-ea"/>
                <a:cs typeface="+mn-cs"/>
              </a:rPr>
              <a:t> Y</a:t>
            </a:r>
            <a:r>
              <a:rPr lang="en-US" altLang="en-US" sz="2771" kern="1200" dirty="0">
                <a:solidFill>
                  <a:prstClr val="black"/>
                </a:solidFill>
                <a:latin typeface="+mn-lt"/>
                <a:ea typeface="+mn-ea"/>
                <a:cs typeface="+mn-cs"/>
              </a:rPr>
              <a:t>:  is referred to as the </a:t>
            </a:r>
            <a:r>
              <a:rPr lang="en-US" altLang="en-US" sz="2771" i="1" kern="1200" dirty="0">
                <a:solidFill>
                  <a:srgbClr val="FF0000"/>
                </a:solidFill>
                <a:latin typeface="+mn-lt"/>
                <a:ea typeface="+mn-ea"/>
                <a:cs typeface="+mn-cs"/>
              </a:rPr>
              <a:t>dependent variable</a:t>
            </a:r>
            <a:r>
              <a:rPr lang="en-US" altLang="en-US" sz="2771" kern="1200" dirty="0">
                <a:solidFill>
                  <a:prstClr val="black"/>
                </a:solidFill>
                <a:latin typeface="+mn-lt"/>
                <a:ea typeface="+mn-ea"/>
                <a:cs typeface="+mn-cs"/>
              </a:rPr>
              <a:t>, the </a:t>
            </a:r>
            <a:r>
              <a:rPr lang="en-US" altLang="en-US" sz="2771" i="1" kern="1200" dirty="0">
                <a:solidFill>
                  <a:srgbClr val="FF0000"/>
                </a:solidFill>
                <a:latin typeface="+mn-lt"/>
                <a:ea typeface="+mn-ea"/>
                <a:cs typeface="+mn-cs"/>
              </a:rPr>
              <a:t>response variable</a:t>
            </a:r>
            <a:r>
              <a:rPr lang="en-US" altLang="en-US" sz="2771" kern="1200" dirty="0">
                <a:solidFill>
                  <a:prstClr val="black"/>
                </a:solidFill>
                <a:latin typeface="+mn-lt"/>
                <a:ea typeface="+mn-ea"/>
                <a:cs typeface="+mn-cs"/>
              </a:rPr>
              <a:t> or the </a:t>
            </a:r>
            <a:r>
              <a:rPr lang="en-US" altLang="en-US" sz="2771" i="1" kern="1200" dirty="0">
                <a:solidFill>
                  <a:srgbClr val="FF0000"/>
                </a:solidFill>
                <a:latin typeface="+mn-lt"/>
                <a:ea typeface="+mn-ea"/>
                <a:cs typeface="+mn-cs"/>
              </a:rPr>
              <a:t>predicted variable</a:t>
            </a:r>
            <a:r>
              <a:rPr lang="en-US" altLang="en-US" sz="2771" kern="1200" dirty="0">
                <a:solidFill>
                  <a:prstClr val="black"/>
                </a:solidFill>
                <a:latin typeface="+mn-lt"/>
                <a:ea typeface="+mn-ea"/>
                <a:cs typeface="+mn-cs"/>
              </a:rPr>
              <a:t>.</a:t>
            </a:r>
          </a:p>
          <a:p>
            <a:pPr marL="457200" indent="-457200" algn="just" defTabSz="911371">
              <a:lnSpc>
                <a:spcPct val="150000"/>
              </a:lnSpc>
              <a:spcBef>
                <a:spcPts val="996"/>
              </a:spcBef>
              <a:buClrTx/>
              <a:buFont typeface="Courier New" panose="02070309020205020404" pitchFamily="49" charset="0"/>
              <a:buChar char="o"/>
            </a:pPr>
            <a:r>
              <a:rPr lang="en-US" altLang="en-US" sz="2771" kern="1200" dirty="0">
                <a:solidFill>
                  <a:srgbClr val="FF0000"/>
                </a:solidFill>
                <a:latin typeface="+mn-lt"/>
                <a:ea typeface="+mn-ea"/>
                <a:cs typeface="+mn-cs"/>
              </a:rPr>
              <a:t> X</a:t>
            </a:r>
            <a:r>
              <a:rPr lang="en-US" altLang="en-US" sz="2771" kern="1200" dirty="0">
                <a:solidFill>
                  <a:prstClr val="black"/>
                </a:solidFill>
                <a:latin typeface="+mn-lt"/>
                <a:ea typeface="+mn-ea"/>
                <a:cs typeface="+mn-cs"/>
              </a:rPr>
              <a:t>: is referred to as the </a:t>
            </a:r>
            <a:r>
              <a:rPr lang="en-US" altLang="en-US" sz="2771" i="1" kern="1200" dirty="0">
                <a:solidFill>
                  <a:srgbClr val="FF0000"/>
                </a:solidFill>
                <a:latin typeface="+mn-lt"/>
                <a:ea typeface="+mn-ea"/>
                <a:cs typeface="+mn-cs"/>
              </a:rPr>
              <a:t>independent variable</a:t>
            </a:r>
            <a:r>
              <a:rPr lang="en-US" altLang="en-US" sz="2771" kern="1200" dirty="0">
                <a:solidFill>
                  <a:prstClr val="black"/>
                </a:solidFill>
                <a:latin typeface="+mn-lt"/>
                <a:ea typeface="+mn-ea"/>
                <a:cs typeface="+mn-cs"/>
              </a:rPr>
              <a:t>, the </a:t>
            </a:r>
            <a:r>
              <a:rPr lang="en-US" altLang="en-US" sz="2771" i="1" kern="1200" dirty="0">
                <a:solidFill>
                  <a:srgbClr val="FF0000"/>
                </a:solidFill>
                <a:latin typeface="+mn-lt"/>
                <a:ea typeface="+mn-ea"/>
                <a:cs typeface="+mn-cs"/>
              </a:rPr>
              <a:t>explanatory variable</a:t>
            </a:r>
            <a:r>
              <a:rPr lang="en-US" altLang="en-US" sz="2771" kern="1200" dirty="0">
                <a:solidFill>
                  <a:prstClr val="black"/>
                </a:solidFill>
                <a:latin typeface="+mn-lt"/>
                <a:ea typeface="+mn-ea"/>
                <a:cs typeface="+mn-cs"/>
              </a:rPr>
              <a:t> or the </a:t>
            </a:r>
            <a:r>
              <a:rPr lang="en-US" altLang="en-US" sz="2771" i="1" kern="1200" dirty="0">
                <a:solidFill>
                  <a:srgbClr val="FF0000"/>
                </a:solidFill>
                <a:latin typeface="+mn-lt"/>
                <a:ea typeface="+mn-ea"/>
                <a:cs typeface="+mn-cs"/>
              </a:rPr>
              <a:t>predictor variable</a:t>
            </a:r>
            <a:r>
              <a:rPr lang="en-US" altLang="en-US" sz="2771" kern="1200" dirty="0">
                <a:solidFill>
                  <a:prstClr val="black"/>
                </a:solidFill>
                <a:latin typeface="+mn-lt"/>
                <a:ea typeface="+mn-ea"/>
                <a:cs typeface="+mn-cs"/>
              </a:rPr>
              <a:t>. </a:t>
            </a:r>
          </a:p>
        </p:txBody>
      </p:sp>
      <p:sp>
        <p:nvSpPr>
          <p:cNvPr id="2" name="Title 2">
            <a:extLst>
              <a:ext uri="{FF2B5EF4-FFF2-40B4-BE49-F238E27FC236}">
                <a16:creationId xmlns:a16="http://schemas.microsoft.com/office/drawing/2014/main" id="{4E400B35-6600-4780-A068-C4BE22A9B641}"/>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4156" b="1" dirty="0">
                <a:solidFill>
                  <a:schemeClr val="bg1"/>
                </a:solidFill>
                <a:latin typeface="+mn-lt"/>
                <a:cs typeface="Helvetica" panose="020B0604020202020204" pitchFamily="34" charset="0"/>
              </a:rPr>
              <a:t>Simple Linear Regression</a:t>
            </a:r>
          </a:p>
        </p:txBody>
      </p:sp>
    </p:spTree>
    <p:extLst>
      <p:ext uri="{BB962C8B-B14F-4D97-AF65-F5344CB8AC3E}">
        <p14:creationId xmlns:p14="http://schemas.microsoft.com/office/powerpoint/2010/main" val="109437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wipe(left)">
                                      <p:cBhvr>
                                        <p:cTn id="13" dur="500"/>
                                        <p:tgtEl>
                                          <p:spTgt spid="5">
                                            <p:txEl>
                                              <p:pRg st="0" end="0"/>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 calcmode="lin" valueType="num">
                                      <p:cBhvr additive="base">
                                        <p:cTn id="18"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 calcmode="lin" valueType="num">
                                      <p:cBhvr additive="base">
                                        <p:cTn id="24"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8" fill="hold" nodeType="clickEffect">
                                  <p:stCondLst>
                                    <p:cond delay="0"/>
                                  </p:stCondLst>
                                  <p:childTnLst>
                                    <p:set>
                                      <p:cBhvr>
                                        <p:cTn id="29" dur="1" fill="hold">
                                          <p:stCondLst>
                                            <p:cond delay="0"/>
                                          </p:stCondLst>
                                        </p:cTn>
                                        <p:tgtEl>
                                          <p:spTgt spid="5">
                                            <p:txEl>
                                              <p:pRg st="3" end="3"/>
                                            </p:txEl>
                                          </p:spTgt>
                                        </p:tgtEl>
                                        <p:attrNameLst>
                                          <p:attrName>style.visibility</p:attrName>
                                        </p:attrNameLst>
                                      </p:cBhvr>
                                      <p:to>
                                        <p:strVal val="visible"/>
                                      </p:to>
                                    </p:set>
                                    <p:anim calcmode="lin" valueType="num">
                                      <p:cBhvr additive="base">
                                        <p:cTn id="30" dur="500" fill="hold"/>
                                        <p:tgtEl>
                                          <p:spTgt spid="5">
                                            <p:txEl>
                                              <p:pRg st="3" end="3"/>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txBox="1">
            <a:spLocks noChangeArrowheads="1"/>
          </p:cNvSpPr>
          <p:nvPr/>
        </p:nvSpPr>
        <p:spPr>
          <a:xfrm>
            <a:off x="404379" y="1096144"/>
            <a:ext cx="11130649" cy="507237"/>
          </a:xfrm>
          <a:prstGeom prst="rect">
            <a:avLst/>
          </a:prstGeom>
          <a:noFill/>
          <a:ln/>
        </p:spPr>
        <p:txBody>
          <a:bodyPr/>
          <a:lstStyle>
            <a:lvl1pPr algn="l" defTabSz="1217268" rtl="0" eaLnBrk="1" latinLnBrk="0" hangingPunct="1">
              <a:lnSpc>
                <a:spcPct val="90000"/>
              </a:lnSpc>
              <a:spcBef>
                <a:spcPct val="0"/>
              </a:spcBef>
              <a:buNone/>
              <a:defRPr sz="5891" kern="1200">
                <a:solidFill>
                  <a:schemeClr val="tx1"/>
                </a:solidFill>
                <a:latin typeface="+mj-lt"/>
                <a:ea typeface="+mj-ea"/>
                <a:cs typeface="+mj-cs"/>
              </a:defRPr>
            </a:lvl1pPr>
          </a:lstStyle>
          <a:p>
            <a:pPr defTabSz="1054032">
              <a:buClrTx/>
            </a:pPr>
            <a:r>
              <a:rPr lang="en-US" sz="3810" dirty="0">
                <a:solidFill>
                  <a:srgbClr val="0000FF"/>
                </a:solidFill>
                <a:latin typeface="Helvetic Neue"/>
              </a:rPr>
              <a:t>Model Assumptions about the error term </a:t>
            </a:r>
            <a:r>
              <a:rPr lang="en-US" sz="3810" dirty="0">
                <a:solidFill>
                  <a:srgbClr val="0000FF"/>
                </a:solidFill>
                <a:latin typeface="Times New Roman" panose="02020603050405020304" pitchFamily="18" charset="0"/>
                <a:cs typeface="Times New Roman" panose="02020603050405020304" pitchFamily="18" charset="0"/>
              </a:rPr>
              <a:t>Ɛ</a:t>
            </a:r>
          </a:p>
        </p:txBody>
      </p:sp>
      <p:sp>
        <p:nvSpPr>
          <p:cNvPr id="13" name="Rectangle 12"/>
          <p:cNvSpPr>
            <a:spLocks noChangeArrowheads="1"/>
          </p:cNvSpPr>
          <p:nvPr/>
        </p:nvSpPr>
        <p:spPr bwMode="auto">
          <a:xfrm>
            <a:off x="1063112" y="1901125"/>
            <a:ext cx="10646377" cy="1150609"/>
          </a:xfrm>
          <a:prstGeom prst="rect">
            <a:avLst/>
          </a:prstGeom>
          <a:solidFill>
            <a:schemeClr val="accent4">
              <a:lumMod val="60000"/>
              <a:lumOff val="40000"/>
            </a:schemeClr>
          </a:solidFill>
          <a:ln w="63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643320" indent="-643320" defTabSz="837718">
              <a:buClrTx/>
              <a:buFontTx/>
              <a:buAutoNum type="arabicPeriod"/>
            </a:pPr>
            <a:r>
              <a:rPr lang="en-US" sz="3117" kern="1200" dirty="0">
                <a:solidFill>
                  <a:prstClr val="black"/>
                </a:solidFill>
                <a:effectLst>
                  <a:outerShdw blurRad="38100" dist="38100" dir="2700000" algn="tl">
                    <a:srgbClr val="000000"/>
                  </a:outerShdw>
                </a:effectLst>
                <a:latin typeface="Helvetic Neue"/>
                <a:ea typeface="+mn-ea"/>
                <a:cs typeface="+mn-cs"/>
              </a:rPr>
              <a:t>The error </a:t>
            </a:r>
            <a:r>
              <a:rPr lang="en-US" sz="3117" kern="1200" dirty="0">
                <a:solidFill>
                  <a:prstClr val="black"/>
                </a:solidFill>
                <a:effectLst>
                  <a:outerShdw blurRad="38100" dist="38100" dir="2700000" algn="tl">
                    <a:srgbClr val="000000"/>
                  </a:outerShdw>
                </a:effectLst>
                <a:latin typeface="Times New Roman" panose="02020603050405020304" pitchFamily="18" charset="0"/>
                <a:ea typeface="+mn-ea"/>
                <a:cs typeface="Times New Roman" panose="02020603050405020304" pitchFamily="18" charset="0"/>
              </a:rPr>
              <a:t>Ɛ</a:t>
            </a:r>
            <a:r>
              <a:rPr lang="en-US" sz="3117" kern="1200" dirty="0">
                <a:solidFill>
                  <a:prstClr val="black"/>
                </a:solidFill>
                <a:effectLst>
                  <a:outerShdw blurRad="38100" dist="38100" dir="2700000" algn="tl">
                    <a:srgbClr val="000000"/>
                  </a:outerShdw>
                </a:effectLst>
                <a:latin typeface="Calibri" panose="020F0502020204030204" pitchFamily="34" charset="0"/>
                <a:ea typeface="+mn-ea"/>
                <a:cs typeface="Calibri" panose="020F0502020204030204" pitchFamily="34" charset="0"/>
              </a:rPr>
              <a:t> </a:t>
            </a:r>
            <a:r>
              <a:rPr lang="en-US" sz="3117" kern="1200" dirty="0">
                <a:solidFill>
                  <a:prstClr val="black"/>
                </a:solidFill>
                <a:effectLst>
                  <a:outerShdw blurRad="38100" dist="38100" dir="2700000" algn="tl">
                    <a:srgbClr val="000000"/>
                  </a:outerShdw>
                </a:effectLst>
                <a:latin typeface="Helvetic Neue"/>
                <a:ea typeface="+mn-ea"/>
                <a:cs typeface="+mn-cs"/>
              </a:rPr>
              <a:t>is a random variable with mean of zero.</a:t>
            </a:r>
          </a:p>
        </p:txBody>
      </p:sp>
      <p:sp>
        <p:nvSpPr>
          <p:cNvPr id="14" name="Rectangle 13"/>
          <p:cNvSpPr>
            <a:spLocks noChangeArrowheads="1"/>
          </p:cNvSpPr>
          <p:nvPr/>
        </p:nvSpPr>
        <p:spPr bwMode="auto">
          <a:xfrm>
            <a:off x="1063112" y="3213019"/>
            <a:ext cx="10646377" cy="1244266"/>
          </a:xfrm>
          <a:prstGeom prst="rect">
            <a:avLst/>
          </a:prstGeom>
          <a:solidFill>
            <a:schemeClr val="accent4">
              <a:lumMod val="60000"/>
              <a:lumOff val="40000"/>
            </a:schemeClr>
          </a:solidFill>
          <a:ln w="63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643320" indent="-643320" defTabSz="837718">
              <a:buClrTx/>
              <a:buFontTx/>
              <a:buAutoNum type="arabicPeriod" startAt="2"/>
            </a:pPr>
            <a:r>
              <a:rPr lang="en-US" sz="3464" kern="1200" dirty="0">
                <a:solidFill>
                  <a:prstClr val="black"/>
                </a:solidFill>
                <a:effectLst>
                  <a:outerShdw blurRad="38100" dist="38100" dir="2700000" algn="tl">
                    <a:srgbClr val="000000"/>
                  </a:outerShdw>
                </a:effectLst>
                <a:latin typeface="Helvetic Neue"/>
                <a:ea typeface="+mn-ea"/>
                <a:cs typeface="+mn-cs"/>
              </a:rPr>
              <a:t>The variance of </a:t>
            </a:r>
            <a:r>
              <a:rPr lang="en-US" sz="3464" kern="1200" dirty="0">
                <a:solidFill>
                  <a:prstClr val="black"/>
                </a:solidFill>
                <a:effectLst>
                  <a:outerShdw blurRad="38100" dist="38100" dir="2700000" algn="tl">
                    <a:srgbClr val="000000"/>
                  </a:outerShdw>
                </a:effectLst>
                <a:latin typeface="Times New Roman" panose="02020603050405020304" pitchFamily="18" charset="0"/>
                <a:ea typeface="+mn-ea"/>
                <a:cs typeface="Times New Roman" panose="02020603050405020304" pitchFamily="18" charset="0"/>
              </a:rPr>
              <a:t>Ɛ</a:t>
            </a:r>
            <a:r>
              <a:rPr lang="en-US" sz="3464" kern="1200" dirty="0">
                <a:solidFill>
                  <a:prstClr val="black"/>
                </a:solidFill>
                <a:effectLst>
                  <a:outerShdw blurRad="38100" dist="38100" dir="2700000" algn="tl">
                    <a:srgbClr val="000000"/>
                  </a:outerShdw>
                </a:effectLst>
                <a:latin typeface="Helvetic Neue"/>
                <a:ea typeface="+mn-ea"/>
                <a:cs typeface="+mn-cs"/>
              </a:rPr>
              <a:t>, denoted by </a:t>
            </a:r>
            <a:r>
              <a:rPr lang="el-GR" sz="4156" kern="1200" dirty="0">
                <a:solidFill>
                  <a:prstClr val="black"/>
                </a:solidFill>
                <a:effectLst>
                  <a:outerShdw blurRad="38100" dist="38100" dir="2700000" algn="tl">
                    <a:srgbClr val="000000"/>
                  </a:outerShdw>
                </a:effectLst>
                <a:latin typeface="Times New Roman" panose="02020603050405020304" pitchFamily="18" charset="0"/>
                <a:ea typeface="+mn-ea"/>
                <a:cs typeface="Times New Roman" panose="02020603050405020304" pitchFamily="18" charset="0"/>
              </a:rPr>
              <a:t>σ</a:t>
            </a:r>
            <a:r>
              <a:rPr lang="en-US" sz="3464" i="1" kern="1200" dirty="0">
                <a:solidFill>
                  <a:prstClr val="black"/>
                </a:solidFill>
                <a:effectLst>
                  <a:outerShdw blurRad="38100" dist="38100" dir="2700000" algn="tl">
                    <a:srgbClr val="000000"/>
                  </a:outerShdw>
                </a:effectLst>
                <a:latin typeface="Helvetic Neue"/>
                <a:ea typeface="+mn-ea"/>
                <a:cs typeface="+mn-cs"/>
              </a:rPr>
              <a:t> </a:t>
            </a:r>
            <a:r>
              <a:rPr lang="en-US" sz="3464" kern="1200" baseline="30000" dirty="0">
                <a:solidFill>
                  <a:prstClr val="black"/>
                </a:solidFill>
                <a:effectLst>
                  <a:outerShdw blurRad="38100" dist="38100" dir="2700000" algn="tl">
                    <a:srgbClr val="000000"/>
                  </a:outerShdw>
                </a:effectLst>
                <a:latin typeface="Helvetic Neue"/>
                <a:ea typeface="+mn-ea"/>
                <a:cs typeface="+mn-cs"/>
              </a:rPr>
              <a:t>2</a:t>
            </a:r>
            <a:r>
              <a:rPr lang="en-US" sz="3464" kern="1200" dirty="0">
                <a:solidFill>
                  <a:prstClr val="black"/>
                </a:solidFill>
                <a:effectLst>
                  <a:outerShdw blurRad="38100" dist="38100" dir="2700000" algn="tl">
                    <a:srgbClr val="000000"/>
                  </a:outerShdw>
                </a:effectLst>
                <a:latin typeface="Helvetic Neue"/>
                <a:ea typeface="+mn-ea"/>
                <a:cs typeface="+mn-cs"/>
              </a:rPr>
              <a:t>, is the same </a:t>
            </a:r>
          </a:p>
          <a:p>
            <a:pPr defTabSz="837718">
              <a:buClrTx/>
            </a:pPr>
            <a:r>
              <a:rPr lang="en-US" sz="3464" kern="1200" dirty="0">
                <a:solidFill>
                  <a:prstClr val="black"/>
                </a:solidFill>
                <a:effectLst>
                  <a:outerShdw blurRad="38100" dist="38100" dir="2700000" algn="tl">
                    <a:srgbClr val="000000"/>
                  </a:outerShdw>
                </a:effectLst>
                <a:latin typeface="Helvetic Neue"/>
                <a:ea typeface="+mn-ea"/>
                <a:cs typeface="+mn-cs"/>
              </a:rPr>
              <a:t>      for all values of the independent variable.</a:t>
            </a:r>
          </a:p>
        </p:txBody>
      </p:sp>
      <p:sp>
        <p:nvSpPr>
          <p:cNvPr id="15" name="Rectangle 6"/>
          <p:cNvSpPr>
            <a:spLocks noChangeArrowheads="1"/>
          </p:cNvSpPr>
          <p:nvPr/>
        </p:nvSpPr>
        <p:spPr bwMode="auto">
          <a:xfrm>
            <a:off x="1063112" y="4625840"/>
            <a:ext cx="10646377" cy="571500"/>
          </a:xfrm>
          <a:prstGeom prst="rect">
            <a:avLst/>
          </a:prstGeom>
          <a:solidFill>
            <a:schemeClr val="accent4">
              <a:lumMod val="60000"/>
              <a:lumOff val="40000"/>
            </a:schemeClr>
          </a:solidFill>
          <a:ln w="63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defTabSz="837718">
              <a:buClrTx/>
            </a:pPr>
            <a:r>
              <a:rPr lang="en-US" sz="3464" kern="1200" dirty="0">
                <a:solidFill>
                  <a:prstClr val="black"/>
                </a:solidFill>
                <a:effectLst>
                  <a:outerShdw blurRad="38100" dist="38100" dir="2700000" algn="tl">
                    <a:srgbClr val="000000"/>
                  </a:outerShdw>
                </a:effectLst>
                <a:latin typeface="Helvetic Neue"/>
                <a:ea typeface="+mn-ea"/>
                <a:cs typeface="+mn-cs"/>
              </a:rPr>
              <a:t>3.  The values of </a:t>
            </a:r>
            <a:r>
              <a:rPr lang="en-US" sz="3464" kern="1200" dirty="0">
                <a:solidFill>
                  <a:prstClr val="black"/>
                </a:solidFill>
                <a:effectLst>
                  <a:outerShdw blurRad="38100" dist="38100" dir="2700000" algn="tl">
                    <a:srgbClr val="000000"/>
                  </a:outerShdw>
                </a:effectLst>
                <a:latin typeface="Times New Roman" panose="02020603050405020304" pitchFamily="18" charset="0"/>
                <a:ea typeface="+mn-ea"/>
                <a:cs typeface="Times New Roman" panose="02020603050405020304" pitchFamily="18" charset="0"/>
              </a:rPr>
              <a:t>Ɛ</a:t>
            </a:r>
            <a:r>
              <a:rPr lang="en-US" sz="3464" kern="1200" dirty="0">
                <a:solidFill>
                  <a:prstClr val="black"/>
                </a:solidFill>
                <a:effectLst>
                  <a:outerShdw blurRad="38100" dist="38100" dir="2700000" algn="tl">
                    <a:srgbClr val="000000"/>
                  </a:outerShdw>
                </a:effectLst>
                <a:latin typeface="Calibri" panose="020F0502020204030204" pitchFamily="34" charset="0"/>
                <a:ea typeface="+mn-ea"/>
                <a:cs typeface="Calibri" panose="020F0502020204030204" pitchFamily="34" charset="0"/>
              </a:rPr>
              <a:t> </a:t>
            </a:r>
            <a:r>
              <a:rPr lang="en-US" sz="3464" kern="1200" dirty="0">
                <a:solidFill>
                  <a:prstClr val="black"/>
                </a:solidFill>
                <a:effectLst>
                  <a:outerShdw blurRad="38100" dist="38100" dir="2700000" algn="tl">
                    <a:srgbClr val="000000"/>
                  </a:outerShdw>
                </a:effectLst>
                <a:latin typeface="Helvetic Neue"/>
                <a:ea typeface="+mn-ea"/>
                <a:cs typeface="+mn-cs"/>
              </a:rPr>
              <a:t>are independent.</a:t>
            </a:r>
          </a:p>
        </p:txBody>
      </p:sp>
      <p:sp>
        <p:nvSpPr>
          <p:cNvPr id="16" name="Rectangle 7"/>
          <p:cNvSpPr>
            <a:spLocks noChangeArrowheads="1"/>
          </p:cNvSpPr>
          <p:nvPr/>
        </p:nvSpPr>
        <p:spPr bwMode="auto">
          <a:xfrm>
            <a:off x="1063112" y="5351228"/>
            <a:ext cx="10646377" cy="1009650"/>
          </a:xfrm>
          <a:prstGeom prst="rect">
            <a:avLst/>
          </a:prstGeom>
          <a:solidFill>
            <a:schemeClr val="accent4">
              <a:lumMod val="60000"/>
              <a:lumOff val="40000"/>
            </a:schemeClr>
          </a:solidFill>
          <a:ln w="63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457213" indent="-457213" defTabSz="837718">
              <a:buClrTx/>
            </a:pPr>
            <a:r>
              <a:rPr lang="en-US" sz="3464" kern="1200" dirty="0">
                <a:solidFill>
                  <a:prstClr val="black"/>
                </a:solidFill>
                <a:effectLst>
                  <a:outerShdw blurRad="38100" dist="38100" dir="2700000" algn="tl">
                    <a:srgbClr val="000000"/>
                  </a:outerShdw>
                </a:effectLst>
                <a:latin typeface="Helvetic Neue"/>
                <a:ea typeface="+mn-ea"/>
                <a:cs typeface="+mn-cs"/>
              </a:rPr>
              <a:t>4.  The error </a:t>
            </a:r>
            <a:r>
              <a:rPr lang="en-US" sz="3464" kern="1200" dirty="0">
                <a:solidFill>
                  <a:prstClr val="black"/>
                </a:solidFill>
                <a:effectLst>
                  <a:outerShdw blurRad="38100" dist="38100" dir="2700000" algn="tl">
                    <a:srgbClr val="000000"/>
                  </a:outerShdw>
                </a:effectLst>
                <a:latin typeface="Times New Roman" panose="02020603050405020304" pitchFamily="18" charset="0"/>
                <a:ea typeface="+mn-ea"/>
                <a:cs typeface="Times New Roman" panose="02020603050405020304" pitchFamily="18" charset="0"/>
              </a:rPr>
              <a:t>Ɛ</a:t>
            </a:r>
            <a:r>
              <a:rPr lang="en-US" sz="3464" kern="1200" dirty="0">
                <a:solidFill>
                  <a:prstClr val="black"/>
                </a:solidFill>
                <a:effectLst>
                  <a:outerShdw blurRad="38100" dist="38100" dir="2700000" algn="tl">
                    <a:srgbClr val="000000"/>
                  </a:outerShdw>
                </a:effectLst>
                <a:latin typeface="Calibri" panose="020F0502020204030204" pitchFamily="34" charset="0"/>
                <a:ea typeface="+mn-ea"/>
                <a:cs typeface="Calibri" panose="020F0502020204030204" pitchFamily="34" charset="0"/>
              </a:rPr>
              <a:t> </a:t>
            </a:r>
            <a:r>
              <a:rPr lang="en-US" sz="3464" kern="1200" dirty="0">
                <a:solidFill>
                  <a:prstClr val="black"/>
                </a:solidFill>
                <a:effectLst>
                  <a:outerShdw blurRad="38100" dist="38100" dir="2700000" algn="tl">
                    <a:srgbClr val="000000"/>
                  </a:outerShdw>
                </a:effectLst>
                <a:latin typeface="Helvetic Neue"/>
                <a:ea typeface="+mn-ea"/>
                <a:cs typeface="+mn-cs"/>
              </a:rPr>
              <a:t>is a normally distributed random</a:t>
            </a:r>
          </a:p>
          <a:p>
            <a:pPr marL="457213" indent="-457213" defTabSz="837718">
              <a:buClrTx/>
            </a:pPr>
            <a:r>
              <a:rPr lang="en-US" sz="3464" kern="1200" dirty="0">
                <a:solidFill>
                  <a:prstClr val="black"/>
                </a:solidFill>
                <a:effectLst>
                  <a:outerShdw blurRad="38100" dist="38100" dir="2700000" algn="tl">
                    <a:srgbClr val="000000"/>
                  </a:outerShdw>
                </a:effectLst>
                <a:latin typeface="Helvetic Neue"/>
                <a:ea typeface="+mn-ea"/>
                <a:cs typeface="+mn-cs"/>
              </a:rPr>
              <a:t>     variable.</a:t>
            </a:r>
          </a:p>
        </p:txBody>
      </p:sp>
      <p:sp>
        <p:nvSpPr>
          <p:cNvPr id="17" name="AutoShape 9"/>
          <p:cNvSpPr>
            <a:spLocks noChangeArrowheads="1"/>
          </p:cNvSpPr>
          <p:nvPr/>
        </p:nvSpPr>
        <p:spPr bwMode="auto">
          <a:xfrm rot="5400000">
            <a:off x="527081" y="2363438"/>
            <a:ext cx="419965" cy="316449"/>
          </a:xfrm>
          <a:prstGeom prst="triangle">
            <a:avLst>
              <a:gd name="adj" fmla="val 50000"/>
            </a:avLst>
          </a:prstGeom>
          <a:solidFill>
            <a:srgbClr val="FF2DB9"/>
          </a:solidFill>
          <a:ln w="12700">
            <a:solidFill>
              <a:srgbClr val="66FFFF"/>
            </a:solidFill>
            <a:miter lim="800000"/>
            <a:headEnd/>
            <a:tailEnd/>
          </a:ln>
          <a:effectLst>
            <a:outerShdw dist="17961" dir="2700000" algn="ctr" rotWithShape="0">
              <a:srgbClr val="000000"/>
            </a:outerShdw>
          </a:effectLst>
        </p:spPr>
        <p:txBody>
          <a:bodyPr wrap="none" anchor="ctr"/>
          <a:lstStyle/>
          <a:p>
            <a:pPr defTabSz="837718">
              <a:buClrTx/>
            </a:pPr>
            <a:endParaRPr lang="en-US" sz="3464" b="1" kern="1200">
              <a:solidFill>
                <a:prstClr val="white"/>
              </a:solidFill>
              <a:latin typeface="Helvetic Neue"/>
              <a:ea typeface="+mn-ea"/>
              <a:cs typeface="+mn-cs"/>
            </a:endParaRPr>
          </a:p>
        </p:txBody>
      </p:sp>
      <p:sp>
        <p:nvSpPr>
          <p:cNvPr id="18" name="AutoShape 10"/>
          <p:cNvSpPr>
            <a:spLocks noChangeArrowheads="1"/>
          </p:cNvSpPr>
          <p:nvPr/>
        </p:nvSpPr>
        <p:spPr bwMode="auto">
          <a:xfrm rot="5400000">
            <a:off x="527081" y="3692764"/>
            <a:ext cx="419965" cy="316449"/>
          </a:xfrm>
          <a:prstGeom prst="triangle">
            <a:avLst>
              <a:gd name="adj" fmla="val 50000"/>
            </a:avLst>
          </a:prstGeom>
          <a:solidFill>
            <a:srgbClr val="FF2DB9"/>
          </a:solidFill>
          <a:ln w="12700">
            <a:solidFill>
              <a:srgbClr val="66FFFF"/>
            </a:solidFill>
            <a:miter lim="800000"/>
            <a:headEnd/>
            <a:tailEnd/>
          </a:ln>
          <a:effectLst>
            <a:outerShdw dist="17961" dir="2700000" algn="ctr" rotWithShape="0">
              <a:srgbClr val="000000"/>
            </a:outerShdw>
          </a:effectLst>
        </p:spPr>
        <p:txBody>
          <a:bodyPr wrap="none" anchor="ctr"/>
          <a:lstStyle/>
          <a:p>
            <a:pPr defTabSz="837718">
              <a:buClrTx/>
            </a:pPr>
            <a:endParaRPr lang="en-US" sz="3464" b="1" kern="1200">
              <a:solidFill>
                <a:prstClr val="white"/>
              </a:solidFill>
              <a:latin typeface="Helvetic Neue"/>
              <a:ea typeface="+mn-ea"/>
              <a:cs typeface="+mn-cs"/>
            </a:endParaRPr>
          </a:p>
        </p:txBody>
      </p:sp>
      <p:sp>
        <p:nvSpPr>
          <p:cNvPr id="19" name="AutoShape 11"/>
          <p:cNvSpPr>
            <a:spLocks noChangeArrowheads="1"/>
          </p:cNvSpPr>
          <p:nvPr/>
        </p:nvSpPr>
        <p:spPr bwMode="auto">
          <a:xfrm rot="5400000">
            <a:off x="527082" y="4750910"/>
            <a:ext cx="419964" cy="316449"/>
          </a:xfrm>
          <a:prstGeom prst="triangle">
            <a:avLst>
              <a:gd name="adj" fmla="val 50000"/>
            </a:avLst>
          </a:prstGeom>
          <a:solidFill>
            <a:srgbClr val="FF2DB9"/>
          </a:solidFill>
          <a:ln w="12700">
            <a:solidFill>
              <a:srgbClr val="66FFFF"/>
            </a:solidFill>
            <a:miter lim="800000"/>
            <a:headEnd/>
            <a:tailEnd/>
          </a:ln>
          <a:effectLst>
            <a:outerShdw dist="17961" dir="2700000" algn="ctr" rotWithShape="0">
              <a:srgbClr val="000000"/>
            </a:outerShdw>
          </a:effectLst>
        </p:spPr>
        <p:txBody>
          <a:bodyPr wrap="none" anchor="ctr"/>
          <a:lstStyle/>
          <a:p>
            <a:pPr defTabSz="837718">
              <a:buClrTx/>
            </a:pPr>
            <a:endParaRPr lang="en-US" sz="3464" b="1" kern="1200">
              <a:solidFill>
                <a:prstClr val="white"/>
              </a:solidFill>
              <a:latin typeface="Helvetic Neue"/>
              <a:ea typeface="+mn-ea"/>
              <a:cs typeface="+mn-cs"/>
            </a:endParaRPr>
          </a:p>
        </p:txBody>
      </p:sp>
      <p:sp>
        <p:nvSpPr>
          <p:cNvPr id="20" name="AutoShape 12"/>
          <p:cNvSpPr>
            <a:spLocks noChangeArrowheads="1"/>
          </p:cNvSpPr>
          <p:nvPr/>
        </p:nvSpPr>
        <p:spPr bwMode="auto">
          <a:xfrm rot="5400000">
            <a:off x="527081" y="5631587"/>
            <a:ext cx="419965" cy="316449"/>
          </a:xfrm>
          <a:prstGeom prst="triangle">
            <a:avLst>
              <a:gd name="adj" fmla="val 50000"/>
            </a:avLst>
          </a:prstGeom>
          <a:solidFill>
            <a:srgbClr val="FF2DB9"/>
          </a:solidFill>
          <a:ln w="12700">
            <a:solidFill>
              <a:srgbClr val="66FFFF"/>
            </a:solidFill>
            <a:miter lim="800000"/>
            <a:headEnd/>
            <a:tailEnd/>
          </a:ln>
          <a:effectLst>
            <a:outerShdw dist="17961" dir="2700000" algn="ctr" rotWithShape="0">
              <a:srgbClr val="000000"/>
            </a:outerShdw>
          </a:effectLst>
        </p:spPr>
        <p:txBody>
          <a:bodyPr wrap="none" anchor="ctr"/>
          <a:lstStyle/>
          <a:p>
            <a:pPr defTabSz="837718">
              <a:buClrTx/>
            </a:pPr>
            <a:endParaRPr lang="en-US" sz="3464" b="1" kern="1200">
              <a:solidFill>
                <a:prstClr val="white"/>
              </a:solidFill>
              <a:latin typeface="Helvetic Neue"/>
              <a:ea typeface="+mn-ea"/>
              <a:cs typeface="+mn-cs"/>
            </a:endParaRPr>
          </a:p>
        </p:txBody>
      </p:sp>
      <p:sp>
        <p:nvSpPr>
          <p:cNvPr id="2" name="Title 2">
            <a:extLst>
              <a:ext uri="{FF2B5EF4-FFF2-40B4-BE49-F238E27FC236}">
                <a16:creationId xmlns:a16="http://schemas.microsoft.com/office/drawing/2014/main" id="{A7F4D46F-1DB2-C6B7-3F4D-0DA09B04642E}"/>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600" b="1" dirty="0">
                <a:solidFill>
                  <a:schemeClr val="bg1"/>
                </a:solidFill>
                <a:latin typeface="+mn-lt"/>
                <a:cs typeface="Helvetica" panose="020B0604020202020204" pitchFamily="34" charset="0"/>
              </a:rPr>
              <a:t>Simple Linear Regression</a:t>
            </a:r>
          </a:p>
        </p:txBody>
      </p:sp>
    </p:spTree>
    <p:extLst>
      <p:ext uri="{BB962C8B-B14F-4D97-AF65-F5344CB8AC3E}">
        <p14:creationId xmlns:p14="http://schemas.microsoft.com/office/powerpoint/2010/main" val="362567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childTnLst>
                          </p:cTn>
                        </p:par>
                        <p:par>
                          <p:cTn id="14" fill="hold">
                            <p:stCondLst>
                              <p:cond delay="500"/>
                            </p:stCondLst>
                            <p:childTnLst>
                              <p:par>
                                <p:cTn id="15" presetID="12" presetClass="entr" presetSubtype="8" fill="hold" grpId="0" nodeType="afterEffect">
                                  <p:stCondLst>
                                    <p:cond delay="1000"/>
                                  </p:stCondLst>
                                  <p:childTnLst>
                                    <p:set>
                                      <p:cBhvr>
                                        <p:cTn id="16" dur="1" fill="hold">
                                          <p:stCondLst>
                                            <p:cond delay="0"/>
                                          </p:stCondLst>
                                        </p:cTn>
                                        <p:tgtEl>
                                          <p:spTgt spid="17"/>
                                        </p:tgtEl>
                                        <p:attrNameLst>
                                          <p:attrName>style.visibility</p:attrName>
                                        </p:attrNameLst>
                                      </p:cBhvr>
                                      <p:to>
                                        <p:strVal val="visible"/>
                                      </p:to>
                                    </p:set>
                                    <p:animEffect transition="in" filter="slide(fromLeft)">
                                      <p:cBhvr>
                                        <p:cTn id="17"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7"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strVal val="#ppt_h"/>
                                          </p:val>
                                        </p:tav>
                                        <p:tav tm="100000">
                                          <p:val>
                                            <p:strVal val="#ppt_h"/>
                                          </p:val>
                                        </p:tav>
                                      </p:tavLst>
                                    </p:anim>
                                  </p:childTnLst>
                                </p:cTn>
                              </p:par>
                            </p:childTnLst>
                          </p:cTn>
                        </p:par>
                        <p:par>
                          <p:cTn id="24" fill="hold">
                            <p:stCondLst>
                              <p:cond delay="500"/>
                            </p:stCondLst>
                            <p:childTnLst>
                              <p:par>
                                <p:cTn id="25" presetID="12" presetClass="entr" presetSubtype="8" fill="hold" grpId="0" nodeType="afterEffect">
                                  <p:stCondLst>
                                    <p:cond delay="2000"/>
                                  </p:stCondLst>
                                  <p:childTnLst>
                                    <p:set>
                                      <p:cBhvr>
                                        <p:cTn id="26" dur="1" fill="hold">
                                          <p:stCondLst>
                                            <p:cond delay="0"/>
                                          </p:stCondLst>
                                        </p:cTn>
                                        <p:tgtEl>
                                          <p:spTgt spid="18"/>
                                        </p:tgtEl>
                                        <p:attrNameLst>
                                          <p:attrName>style.visibility</p:attrName>
                                        </p:attrNameLst>
                                      </p:cBhvr>
                                      <p:to>
                                        <p:strVal val="visible"/>
                                      </p:to>
                                    </p:set>
                                    <p:animEffect transition="in" filter="slide(fromLeft)">
                                      <p:cBhvr>
                                        <p:cTn id="27"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7" presetClass="entr" presetSubtype="1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strVal val="#ppt_h"/>
                                          </p:val>
                                        </p:tav>
                                        <p:tav tm="100000">
                                          <p:val>
                                            <p:strVal val="#ppt_h"/>
                                          </p:val>
                                        </p:tav>
                                      </p:tavLst>
                                    </p:anim>
                                  </p:childTnLst>
                                </p:cTn>
                              </p:par>
                            </p:childTnLst>
                          </p:cTn>
                        </p:par>
                        <p:par>
                          <p:cTn id="34" fill="hold">
                            <p:stCondLst>
                              <p:cond delay="500"/>
                            </p:stCondLst>
                            <p:childTnLst>
                              <p:par>
                                <p:cTn id="35" presetID="12" presetClass="entr" presetSubtype="8" fill="hold" grpId="0" nodeType="afterEffect">
                                  <p:stCondLst>
                                    <p:cond delay="2000"/>
                                  </p:stCondLst>
                                  <p:childTnLst>
                                    <p:set>
                                      <p:cBhvr>
                                        <p:cTn id="36" dur="1" fill="hold">
                                          <p:stCondLst>
                                            <p:cond delay="0"/>
                                          </p:stCondLst>
                                        </p:cTn>
                                        <p:tgtEl>
                                          <p:spTgt spid="19"/>
                                        </p:tgtEl>
                                        <p:attrNameLst>
                                          <p:attrName>style.visibility</p:attrName>
                                        </p:attrNameLst>
                                      </p:cBhvr>
                                      <p:to>
                                        <p:strVal val="visible"/>
                                      </p:to>
                                    </p:set>
                                    <p:animEffect transition="in" filter="slide(fromLeft)">
                                      <p:cBhvr>
                                        <p:cTn id="37"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7" presetClass="entr" presetSubtype="1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p:cTn id="42" dur="500" fill="hold"/>
                                        <p:tgtEl>
                                          <p:spTgt spid="15"/>
                                        </p:tgtEl>
                                        <p:attrNameLst>
                                          <p:attrName>ppt_w</p:attrName>
                                        </p:attrNameLst>
                                      </p:cBhvr>
                                      <p:tavLst>
                                        <p:tav tm="0">
                                          <p:val>
                                            <p:fltVal val="0"/>
                                          </p:val>
                                        </p:tav>
                                        <p:tav tm="100000">
                                          <p:val>
                                            <p:strVal val="#ppt_w"/>
                                          </p:val>
                                        </p:tav>
                                      </p:tavLst>
                                    </p:anim>
                                    <p:anim calcmode="lin" valueType="num">
                                      <p:cBhvr>
                                        <p:cTn id="43" dur="500" fill="hold"/>
                                        <p:tgtEl>
                                          <p:spTgt spid="15"/>
                                        </p:tgtEl>
                                        <p:attrNameLst>
                                          <p:attrName>ppt_h</p:attrName>
                                        </p:attrNameLst>
                                      </p:cBhvr>
                                      <p:tavLst>
                                        <p:tav tm="0">
                                          <p:val>
                                            <p:strVal val="#ppt_h"/>
                                          </p:val>
                                        </p:tav>
                                        <p:tav tm="100000">
                                          <p:val>
                                            <p:strVal val="#ppt_h"/>
                                          </p:val>
                                        </p:tav>
                                      </p:tavLst>
                                    </p:anim>
                                  </p:childTnLst>
                                </p:cTn>
                              </p:par>
                            </p:childTnLst>
                          </p:cTn>
                        </p:par>
                        <p:par>
                          <p:cTn id="44" fill="hold">
                            <p:stCondLst>
                              <p:cond delay="500"/>
                            </p:stCondLst>
                            <p:childTnLst>
                              <p:par>
                                <p:cTn id="45" presetID="12" presetClass="entr" presetSubtype="8" fill="hold" grpId="0" nodeType="afterEffect">
                                  <p:stCondLst>
                                    <p:cond delay="2000"/>
                                  </p:stCondLst>
                                  <p:childTnLst>
                                    <p:set>
                                      <p:cBhvr>
                                        <p:cTn id="46" dur="1" fill="hold">
                                          <p:stCondLst>
                                            <p:cond delay="0"/>
                                          </p:stCondLst>
                                        </p:cTn>
                                        <p:tgtEl>
                                          <p:spTgt spid="20"/>
                                        </p:tgtEl>
                                        <p:attrNameLst>
                                          <p:attrName>style.visibility</p:attrName>
                                        </p:attrNameLst>
                                      </p:cBhvr>
                                      <p:to>
                                        <p:strVal val="visible"/>
                                      </p:to>
                                    </p:set>
                                    <p:animEffect transition="in" filter="slide(fromLeft)">
                                      <p:cBhvr>
                                        <p:cTn id="47"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7" presetClass="entr" presetSubtype="1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p:cTn id="52" dur="500" fill="hold"/>
                                        <p:tgtEl>
                                          <p:spTgt spid="16"/>
                                        </p:tgtEl>
                                        <p:attrNameLst>
                                          <p:attrName>ppt_w</p:attrName>
                                        </p:attrNameLst>
                                      </p:cBhvr>
                                      <p:tavLst>
                                        <p:tav tm="0">
                                          <p:val>
                                            <p:fltVal val="0"/>
                                          </p:val>
                                        </p:tav>
                                        <p:tav tm="100000">
                                          <p:val>
                                            <p:strVal val="#ppt_w"/>
                                          </p:val>
                                        </p:tav>
                                      </p:tavLst>
                                    </p:anim>
                                    <p:anim calcmode="lin" valueType="num">
                                      <p:cBhvr>
                                        <p:cTn id="53" dur="5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autoUpdateAnimBg="0"/>
      <p:bldP spid="14" grpId="0" animBg="1" autoUpdateAnimBg="0"/>
      <p:bldP spid="15" grpId="0" animBg="1" autoUpdateAnimBg="0"/>
      <p:bldP spid="16" grpId="0" animBg="1" autoUpdateAnimBg="0"/>
      <p:bldP spid="17" grpId="0" animBg="1"/>
      <p:bldP spid="18" grpId="0" animBg="1"/>
      <p:bldP spid="19" grpId="0" animBg="1"/>
      <p:bldP spid="20" grpId="0" animBg="1"/>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p:cNvSpPr txBox="1">
            <a:spLocks noChangeArrowheads="1"/>
          </p:cNvSpPr>
          <p:nvPr/>
        </p:nvSpPr>
        <p:spPr bwMode="auto">
          <a:xfrm>
            <a:off x="460729" y="1240204"/>
            <a:ext cx="3316968" cy="166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7" tIns="45718" rIns="91437" bIns="45718"/>
          <a:lstStyle>
            <a:lvl1pPr marL="227013" indent="-227013" defTabSz="912813">
              <a:spcBef>
                <a:spcPct val="20000"/>
              </a:spcBef>
              <a:buBlip>
                <a:blip r:embed="rId3"/>
              </a:buBlip>
              <a:defRPr sz="4200">
                <a:solidFill>
                  <a:schemeClr val="tx1"/>
                </a:solidFill>
                <a:latin typeface="Helvetic Neue"/>
              </a:defRPr>
            </a:lvl1pPr>
            <a:lvl2pPr marL="684213" indent="-227013" defTabSz="912813">
              <a:spcBef>
                <a:spcPct val="20000"/>
              </a:spcBef>
              <a:buSzPct val="75000"/>
              <a:buBlip>
                <a:blip r:embed="rId4"/>
              </a:buBlip>
              <a:defRPr sz="3600">
                <a:solidFill>
                  <a:schemeClr val="tx1"/>
                </a:solidFill>
                <a:latin typeface="Helvetic Neue"/>
              </a:defRPr>
            </a:lvl2pPr>
            <a:lvl3pPr marL="1141413" indent="-227013" defTabSz="912813">
              <a:spcBef>
                <a:spcPct val="20000"/>
              </a:spcBef>
              <a:buChar char="•"/>
              <a:defRPr sz="3100">
                <a:solidFill>
                  <a:schemeClr val="tx1"/>
                </a:solidFill>
                <a:latin typeface="Helvetic Neue"/>
              </a:defRPr>
            </a:lvl3pPr>
            <a:lvl4pPr marL="1598613" indent="-227013" defTabSz="912813">
              <a:spcBef>
                <a:spcPct val="20000"/>
              </a:spcBef>
              <a:buChar char="–"/>
              <a:defRPr sz="2600">
                <a:solidFill>
                  <a:schemeClr val="tx1"/>
                </a:solidFill>
                <a:latin typeface="Helvetic Neue"/>
              </a:defRPr>
            </a:lvl4pPr>
            <a:lvl5pPr marL="2055813" indent="-227013" defTabSz="912813">
              <a:spcBef>
                <a:spcPct val="20000"/>
              </a:spcBef>
              <a:buClr>
                <a:schemeClr val="tx2"/>
              </a:buClr>
              <a:buChar char="–"/>
              <a:defRPr sz="2600">
                <a:solidFill>
                  <a:schemeClr val="tx1"/>
                </a:solidFill>
                <a:latin typeface="Helvetic Neue"/>
              </a:defRPr>
            </a:lvl5pPr>
            <a:lvl6pPr marL="2513013" indent="-227013" defTabSz="912813" eaLnBrk="0" fontAlgn="base" hangingPunct="0">
              <a:spcBef>
                <a:spcPct val="20000"/>
              </a:spcBef>
              <a:spcAft>
                <a:spcPct val="0"/>
              </a:spcAft>
              <a:buClr>
                <a:schemeClr val="tx2"/>
              </a:buClr>
              <a:buChar char="–"/>
              <a:defRPr sz="2600">
                <a:solidFill>
                  <a:schemeClr val="tx1"/>
                </a:solidFill>
                <a:latin typeface="Helvetic Neue"/>
              </a:defRPr>
            </a:lvl6pPr>
            <a:lvl7pPr marL="2970213" indent="-227013" defTabSz="912813" eaLnBrk="0" fontAlgn="base" hangingPunct="0">
              <a:spcBef>
                <a:spcPct val="20000"/>
              </a:spcBef>
              <a:spcAft>
                <a:spcPct val="0"/>
              </a:spcAft>
              <a:buClr>
                <a:schemeClr val="tx2"/>
              </a:buClr>
              <a:buChar char="–"/>
              <a:defRPr sz="2600">
                <a:solidFill>
                  <a:schemeClr val="tx1"/>
                </a:solidFill>
                <a:latin typeface="Helvetic Neue"/>
              </a:defRPr>
            </a:lvl7pPr>
            <a:lvl8pPr marL="3427413" indent="-227013" defTabSz="912813" eaLnBrk="0" fontAlgn="base" hangingPunct="0">
              <a:spcBef>
                <a:spcPct val="20000"/>
              </a:spcBef>
              <a:spcAft>
                <a:spcPct val="0"/>
              </a:spcAft>
              <a:buClr>
                <a:schemeClr val="tx2"/>
              </a:buClr>
              <a:buChar char="–"/>
              <a:defRPr sz="2600">
                <a:solidFill>
                  <a:schemeClr val="tx1"/>
                </a:solidFill>
                <a:latin typeface="Helvetic Neue"/>
              </a:defRPr>
            </a:lvl8pPr>
            <a:lvl9pPr marL="3884613" indent="-227013" defTabSz="912813" eaLnBrk="0" fontAlgn="base" hangingPunct="0">
              <a:spcBef>
                <a:spcPct val="20000"/>
              </a:spcBef>
              <a:spcAft>
                <a:spcPct val="0"/>
              </a:spcAft>
              <a:buClr>
                <a:schemeClr val="tx2"/>
              </a:buClr>
              <a:buChar char="–"/>
              <a:defRPr sz="2600">
                <a:solidFill>
                  <a:schemeClr val="tx1"/>
                </a:solidFill>
                <a:latin typeface="Helvetic Neue"/>
              </a:defRPr>
            </a:lvl9pPr>
          </a:lstStyle>
          <a:p>
            <a:pPr marL="0" indent="0" defTabSz="790405">
              <a:lnSpc>
                <a:spcPct val="90000"/>
              </a:lnSpc>
              <a:spcBef>
                <a:spcPts val="866"/>
              </a:spcBef>
              <a:buClr>
                <a:srgbClr val="E57725"/>
              </a:buClr>
              <a:buNone/>
            </a:pPr>
            <a:r>
              <a:rPr lang="en-US" altLang="en-US" sz="3117" kern="1200" dirty="0">
                <a:solidFill>
                  <a:prstClr val="black"/>
                </a:solidFill>
                <a:latin typeface="Helvetica Neue"/>
                <a:ea typeface="+mn-ea"/>
                <a:cs typeface="Arial" panose="020B0604020202020204" pitchFamily="34" charset="0"/>
              </a:rPr>
              <a:t>Least Squares </a:t>
            </a:r>
          </a:p>
          <a:p>
            <a:pPr marL="0" indent="0" defTabSz="790405">
              <a:lnSpc>
                <a:spcPct val="90000"/>
              </a:lnSpc>
              <a:spcBef>
                <a:spcPts val="866"/>
              </a:spcBef>
              <a:buClr>
                <a:srgbClr val="E57725"/>
              </a:buClr>
              <a:buNone/>
            </a:pPr>
            <a:r>
              <a:rPr lang="en-US" altLang="en-US" sz="3117" kern="1200" dirty="0">
                <a:solidFill>
                  <a:prstClr val="black"/>
                </a:solidFill>
                <a:latin typeface="Helvetica Neue"/>
                <a:ea typeface="+mn-ea"/>
                <a:cs typeface="Arial" panose="020B0604020202020204" pitchFamily="34" charset="0"/>
              </a:rPr>
              <a:t>(L-S): Minimize squared error.</a:t>
            </a:r>
          </a:p>
          <a:p>
            <a:pPr marL="592460" lvl="1" indent="-196571" defTabSz="790405">
              <a:spcBef>
                <a:spcPts val="433"/>
              </a:spcBef>
              <a:buClr>
                <a:srgbClr val="E57725"/>
              </a:buClr>
              <a:buSzPct val="100000"/>
              <a:buNone/>
            </a:pPr>
            <a:endParaRPr lang="en-US" altLang="en-US" sz="3117" kern="1200" dirty="0">
              <a:solidFill>
                <a:prstClr val="black"/>
              </a:solidFill>
              <a:latin typeface="Helvetica Neue"/>
              <a:ea typeface="+mn-ea"/>
              <a:cs typeface="Arial" panose="020B0604020202020204" pitchFamily="34" charset="0"/>
            </a:endParaRPr>
          </a:p>
        </p:txBody>
      </p:sp>
      <p:pic>
        <p:nvPicPr>
          <p:cNvPr id="22" name="Picture 21"/>
          <p:cNvPicPr>
            <a:picLocks noChangeAspect="1"/>
          </p:cNvPicPr>
          <p:nvPr/>
        </p:nvPicPr>
        <p:blipFill>
          <a:blip r:embed="rId5"/>
          <a:stretch>
            <a:fillRect/>
          </a:stretch>
        </p:blipFill>
        <p:spPr>
          <a:xfrm>
            <a:off x="4382531" y="2445238"/>
            <a:ext cx="4387800" cy="1253657"/>
          </a:xfrm>
          <a:prstGeom prst="rect">
            <a:avLst/>
          </a:prstGeom>
        </p:spPr>
      </p:pic>
      <p:pic>
        <p:nvPicPr>
          <p:cNvPr id="23" name="Picture 22"/>
          <p:cNvPicPr>
            <a:picLocks noChangeAspect="1"/>
          </p:cNvPicPr>
          <p:nvPr/>
        </p:nvPicPr>
        <p:blipFill>
          <a:blip r:embed="rId6"/>
          <a:stretch>
            <a:fillRect/>
          </a:stretch>
        </p:blipFill>
        <p:spPr>
          <a:xfrm>
            <a:off x="4382531" y="3823474"/>
            <a:ext cx="6136322" cy="1253657"/>
          </a:xfrm>
          <a:prstGeom prst="rect">
            <a:avLst/>
          </a:prstGeom>
        </p:spPr>
      </p:pic>
      <p:pic>
        <p:nvPicPr>
          <p:cNvPr id="24" name="Picture 23"/>
          <p:cNvPicPr>
            <a:picLocks noChangeAspect="1"/>
          </p:cNvPicPr>
          <p:nvPr/>
        </p:nvPicPr>
        <p:blipFill>
          <a:blip r:embed="rId7"/>
          <a:stretch>
            <a:fillRect/>
          </a:stretch>
        </p:blipFill>
        <p:spPr>
          <a:xfrm>
            <a:off x="4382532" y="5201712"/>
            <a:ext cx="5498888" cy="1115612"/>
          </a:xfrm>
          <a:prstGeom prst="rect">
            <a:avLst/>
          </a:prstGeom>
        </p:spPr>
      </p:pic>
      <p:sp>
        <p:nvSpPr>
          <p:cNvPr id="2" name="Title 2">
            <a:extLst>
              <a:ext uri="{FF2B5EF4-FFF2-40B4-BE49-F238E27FC236}">
                <a16:creationId xmlns:a16="http://schemas.microsoft.com/office/drawing/2014/main" id="{99862C17-7407-2B76-9032-F4ED4871B3C1}"/>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4156" b="1" dirty="0">
                <a:solidFill>
                  <a:schemeClr val="bg1"/>
                </a:solidFill>
                <a:latin typeface="+mn-lt"/>
                <a:cs typeface="Helvetica" panose="020B0604020202020204" pitchFamily="34" charset="0"/>
              </a:rPr>
              <a:t>Simple Linear Regression</a:t>
            </a:r>
          </a:p>
        </p:txBody>
      </p:sp>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0FC6603D-3E95-6654-2F0E-054556A0DAEE}"/>
                  </a:ext>
                </a:extLst>
              </p14:cNvPr>
              <p14:cNvContentPartPr/>
              <p14:nvPr/>
            </p14:nvContentPartPr>
            <p14:xfrm>
              <a:off x="6361130" y="5613708"/>
              <a:ext cx="30240" cy="285480"/>
            </p14:xfrm>
          </p:contentPart>
        </mc:Choice>
        <mc:Fallback xmlns="">
          <p:pic>
            <p:nvPicPr>
              <p:cNvPr id="4" name="Ink 3">
                <a:extLst>
                  <a:ext uri="{FF2B5EF4-FFF2-40B4-BE49-F238E27FC236}">
                    <a16:creationId xmlns:a16="http://schemas.microsoft.com/office/drawing/2014/main" id="{0FC6603D-3E95-6654-2F0E-054556A0DAEE}"/>
                  </a:ext>
                </a:extLst>
              </p:cNvPr>
              <p:cNvPicPr/>
              <p:nvPr/>
            </p:nvPicPr>
            <p:blipFill>
              <a:blip r:embed="rId10"/>
              <a:stretch>
                <a:fillRect/>
              </a:stretch>
            </p:blipFill>
            <p:spPr>
              <a:xfrm>
                <a:off x="6356450" y="5609388"/>
                <a:ext cx="38880" cy="294120"/>
              </a:xfrm>
              <a:prstGeom prst="rect">
                <a:avLst/>
              </a:prstGeom>
            </p:spPr>
          </p:pic>
        </mc:Fallback>
      </mc:AlternateContent>
      <p:pic>
        <p:nvPicPr>
          <p:cNvPr id="5" name="Picture 4">
            <a:extLst>
              <a:ext uri="{FF2B5EF4-FFF2-40B4-BE49-F238E27FC236}">
                <a16:creationId xmlns:a16="http://schemas.microsoft.com/office/drawing/2014/main" id="{56646ED6-8917-0795-0631-63A35078B536}"/>
              </a:ext>
            </a:extLst>
          </p:cNvPr>
          <p:cNvPicPr>
            <a:picLocks noChangeAspect="1"/>
          </p:cNvPicPr>
          <p:nvPr/>
        </p:nvPicPr>
        <p:blipFill>
          <a:blip r:embed="rId11"/>
          <a:stretch>
            <a:fillRect/>
          </a:stretch>
        </p:blipFill>
        <p:spPr>
          <a:xfrm>
            <a:off x="4067709" y="1046483"/>
            <a:ext cx="5017443" cy="1274174"/>
          </a:xfrm>
          <a:prstGeom prst="rect">
            <a:avLst/>
          </a:prstGeom>
        </p:spPr>
      </p:pic>
    </p:spTree>
    <p:extLst>
      <p:ext uri="{BB962C8B-B14F-4D97-AF65-F5344CB8AC3E}">
        <p14:creationId xmlns:p14="http://schemas.microsoft.com/office/powerpoint/2010/main" val="2915861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0-#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left)">
                                      <p:cBhvr>
                                        <p:cTn id="19" dur="5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left)">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left)">
                                      <p:cBhvr>
                                        <p:cTn id="2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p:cNvSpPr txBox="1">
            <a:spLocks noChangeArrowheads="1"/>
          </p:cNvSpPr>
          <p:nvPr/>
        </p:nvSpPr>
        <p:spPr bwMode="auto">
          <a:xfrm>
            <a:off x="219582" y="1224233"/>
            <a:ext cx="3316968" cy="1666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7" tIns="45718" rIns="91437" bIns="45718"/>
          <a:lstStyle>
            <a:lvl1pPr marL="227013" indent="-227013" defTabSz="912813">
              <a:spcBef>
                <a:spcPct val="20000"/>
              </a:spcBef>
              <a:buBlip>
                <a:blip r:embed="rId3"/>
              </a:buBlip>
              <a:defRPr sz="4200">
                <a:solidFill>
                  <a:schemeClr val="tx1"/>
                </a:solidFill>
                <a:latin typeface="Helvetic Neue"/>
              </a:defRPr>
            </a:lvl1pPr>
            <a:lvl2pPr marL="684213" indent="-227013" defTabSz="912813">
              <a:spcBef>
                <a:spcPct val="20000"/>
              </a:spcBef>
              <a:buSzPct val="75000"/>
              <a:buBlip>
                <a:blip r:embed="rId4"/>
              </a:buBlip>
              <a:defRPr sz="3600">
                <a:solidFill>
                  <a:schemeClr val="tx1"/>
                </a:solidFill>
                <a:latin typeface="Helvetic Neue"/>
              </a:defRPr>
            </a:lvl2pPr>
            <a:lvl3pPr marL="1141413" indent="-227013" defTabSz="912813">
              <a:spcBef>
                <a:spcPct val="20000"/>
              </a:spcBef>
              <a:buChar char="•"/>
              <a:defRPr sz="3100">
                <a:solidFill>
                  <a:schemeClr val="tx1"/>
                </a:solidFill>
                <a:latin typeface="Helvetic Neue"/>
              </a:defRPr>
            </a:lvl3pPr>
            <a:lvl4pPr marL="1598613" indent="-227013" defTabSz="912813">
              <a:spcBef>
                <a:spcPct val="20000"/>
              </a:spcBef>
              <a:buChar char="–"/>
              <a:defRPr sz="2600">
                <a:solidFill>
                  <a:schemeClr val="tx1"/>
                </a:solidFill>
                <a:latin typeface="Helvetic Neue"/>
              </a:defRPr>
            </a:lvl4pPr>
            <a:lvl5pPr marL="2055813" indent="-227013" defTabSz="912813">
              <a:spcBef>
                <a:spcPct val="20000"/>
              </a:spcBef>
              <a:buClr>
                <a:schemeClr val="tx2"/>
              </a:buClr>
              <a:buChar char="–"/>
              <a:defRPr sz="2600">
                <a:solidFill>
                  <a:schemeClr val="tx1"/>
                </a:solidFill>
                <a:latin typeface="Helvetic Neue"/>
              </a:defRPr>
            </a:lvl5pPr>
            <a:lvl6pPr marL="2513013" indent="-227013" defTabSz="912813" eaLnBrk="0" fontAlgn="base" hangingPunct="0">
              <a:spcBef>
                <a:spcPct val="20000"/>
              </a:spcBef>
              <a:spcAft>
                <a:spcPct val="0"/>
              </a:spcAft>
              <a:buClr>
                <a:schemeClr val="tx2"/>
              </a:buClr>
              <a:buChar char="–"/>
              <a:defRPr sz="2600">
                <a:solidFill>
                  <a:schemeClr val="tx1"/>
                </a:solidFill>
                <a:latin typeface="Helvetic Neue"/>
              </a:defRPr>
            </a:lvl6pPr>
            <a:lvl7pPr marL="2970213" indent="-227013" defTabSz="912813" eaLnBrk="0" fontAlgn="base" hangingPunct="0">
              <a:spcBef>
                <a:spcPct val="20000"/>
              </a:spcBef>
              <a:spcAft>
                <a:spcPct val="0"/>
              </a:spcAft>
              <a:buClr>
                <a:schemeClr val="tx2"/>
              </a:buClr>
              <a:buChar char="–"/>
              <a:defRPr sz="2600">
                <a:solidFill>
                  <a:schemeClr val="tx1"/>
                </a:solidFill>
                <a:latin typeface="Helvetic Neue"/>
              </a:defRPr>
            </a:lvl7pPr>
            <a:lvl8pPr marL="3427413" indent="-227013" defTabSz="912813" eaLnBrk="0" fontAlgn="base" hangingPunct="0">
              <a:spcBef>
                <a:spcPct val="20000"/>
              </a:spcBef>
              <a:spcAft>
                <a:spcPct val="0"/>
              </a:spcAft>
              <a:buClr>
                <a:schemeClr val="tx2"/>
              </a:buClr>
              <a:buChar char="–"/>
              <a:defRPr sz="2600">
                <a:solidFill>
                  <a:schemeClr val="tx1"/>
                </a:solidFill>
                <a:latin typeface="Helvetic Neue"/>
              </a:defRPr>
            </a:lvl8pPr>
            <a:lvl9pPr marL="3884613" indent="-227013" defTabSz="912813" eaLnBrk="0" fontAlgn="base" hangingPunct="0">
              <a:spcBef>
                <a:spcPct val="20000"/>
              </a:spcBef>
              <a:spcAft>
                <a:spcPct val="0"/>
              </a:spcAft>
              <a:buClr>
                <a:schemeClr val="tx2"/>
              </a:buClr>
              <a:buChar char="–"/>
              <a:defRPr sz="2600">
                <a:solidFill>
                  <a:schemeClr val="tx1"/>
                </a:solidFill>
                <a:latin typeface="Helvetic Neue"/>
              </a:defRPr>
            </a:lvl9pPr>
          </a:lstStyle>
          <a:p>
            <a:pPr marL="0" indent="0" defTabSz="790405">
              <a:lnSpc>
                <a:spcPct val="90000"/>
              </a:lnSpc>
              <a:spcBef>
                <a:spcPts val="866"/>
              </a:spcBef>
              <a:buClr>
                <a:srgbClr val="E57725"/>
              </a:buClr>
              <a:buNone/>
            </a:pPr>
            <a:r>
              <a:rPr lang="en-US" altLang="en-US" sz="3117" kern="1200" dirty="0">
                <a:solidFill>
                  <a:prstClr val="black"/>
                </a:solidFill>
                <a:latin typeface="Helvetica Neue"/>
                <a:ea typeface="+mn-ea"/>
                <a:cs typeface="Arial" panose="020B0604020202020204" pitchFamily="34" charset="0"/>
              </a:rPr>
              <a:t>Least Squares </a:t>
            </a:r>
          </a:p>
          <a:p>
            <a:pPr marL="0" indent="0" defTabSz="790405">
              <a:lnSpc>
                <a:spcPct val="90000"/>
              </a:lnSpc>
              <a:spcBef>
                <a:spcPts val="866"/>
              </a:spcBef>
              <a:buClr>
                <a:srgbClr val="E57725"/>
              </a:buClr>
              <a:buNone/>
            </a:pPr>
            <a:r>
              <a:rPr lang="en-US" altLang="en-US" sz="3117" kern="1200" dirty="0">
                <a:solidFill>
                  <a:prstClr val="black"/>
                </a:solidFill>
                <a:latin typeface="Helvetica Neue"/>
                <a:ea typeface="+mn-ea"/>
                <a:cs typeface="Arial" panose="020B0604020202020204" pitchFamily="34" charset="0"/>
              </a:rPr>
              <a:t>(L-S): Minimize squared error.</a:t>
            </a:r>
          </a:p>
          <a:p>
            <a:pPr marL="592460" lvl="1" indent="-196571" defTabSz="790405">
              <a:spcBef>
                <a:spcPts val="433"/>
              </a:spcBef>
              <a:buClr>
                <a:srgbClr val="E57725"/>
              </a:buClr>
              <a:buSzPct val="100000"/>
              <a:buNone/>
            </a:pPr>
            <a:endParaRPr lang="en-US" altLang="en-US" sz="3117" kern="1200" dirty="0">
              <a:solidFill>
                <a:prstClr val="black"/>
              </a:solidFill>
              <a:latin typeface="Helvetica Neue"/>
              <a:ea typeface="+mn-ea"/>
              <a:cs typeface="Arial" panose="020B0604020202020204" pitchFamily="34" charset="0"/>
            </a:endParaRPr>
          </a:p>
        </p:txBody>
      </p:sp>
      <p:pic>
        <p:nvPicPr>
          <p:cNvPr id="14" name="Picture 13"/>
          <p:cNvPicPr>
            <a:picLocks noChangeAspect="1"/>
          </p:cNvPicPr>
          <p:nvPr/>
        </p:nvPicPr>
        <p:blipFill>
          <a:blip r:embed="rId5"/>
          <a:stretch>
            <a:fillRect/>
          </a:stretch>
        </p:blipFill>
        <p:spPr>
          <a:xfrm>
            <a:off x="3902100" y="2428084"/>
            <a:ext cx="4387800" cy="1253657"/>
          </a:xfrm>
          <a:prstGeom prst="rect">
            <a:avLst/>
          </a:prstGeom>
        </p:spPr>
      </p:pic>
      <p:pic>
        <p:nvPicPr>
          <p:cNvPr id="15" name="Picture 14"/>
          <p:cNvPicPr>
            <a:picLocks noChangeAspect="1"/>
          </p:cNvPicPr>
          <p:nvPr/>
        </p:nvPicPr>
        <p:blipFill>
          <a:blip r:embed="rId6"/>
          <a:stretch>
            <a:fillRect/>
          </a:stretch>
        </p:blipFill>
        <p:spPr>
          <a:xfrm>
            <a:off x="3950211" y="5141548"/>
            <a:ext cx="6416746" cy="1319639"/>
          </a:xfrm>
          <a:prstGeom prst="rect">
            <a:avLst/>
          </a:prstGeom>
        </p:spPr>
      </p:pic>
      <p:sp>
        <p:nvSpPr>
          <p:cNvPr id="2" name="Title 2">
            <a:extLst>
              <a:ext uri="{FF2B5EF4-FFF2-40B4-BE49-F238E27FC236}">
                <a16:creationId xmlns:a16="http://schemas.microsoft.com/office/drawing/2014/main" id="{A7C6A63A-744D-258E-1C89-63F62C2CBD83}"/>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600" b="1" dirty="0">
                <a:solidFill>
                  <a:schemeClr val="bg1"/>
                </a:solidFill>
                <a:latin typeface="+mn-lt"/>
                <a:cs typeface="Helvetica" panose="020B0604020202020204" pitchFamily="34" charset="0"/>
              </a:rPr>
              <a:t>Simple Linear Regression</a:t>
            </a:r>
          </a:p>
        </p:txBody>
      </p:sp>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8CE4CD0E-7EFF-5493-33F4-B958D91C13D9}"/>
                  </a:ext>
                </a:extLst>
              </p14:cNvPr>
              <p14:cNvContentPartPr/>
              <p14:nvPr/>
            </p14:nvContentPartPr>
            <p14:xfrm>
              <a:off x="9330770" y="4493028"/>
              <a:ext cx="360" cy="360"/>
            </p14:xfrm>
          </p:contentPart>
        </mc:Choice>
        <mc:Fallback xmlns="">
          <p:pic>
            <p:nvPicPr>
              <p:cNvPr id="3" name="Ink 2">
                <a:extLst>
                  <a:ext uri="{FF2B5EF4-FFF2-40B4-BE49-F238E27FC236}">
                    <a16:creationId xmlns:a16="http://schemas.microsoft.com/office/drawing/2014/main" id="{8CE4CD0E-7EFF-5493-33F4-B958D91C13D9}"/>
                  </a:ext>
                </a:extLst>
              </p:cNvPr>
              <p:cNvPicPr/>
              <p:nvPr/>
            </p:nvPicPr>
            <p:blipFill>
              <a:blip r:embed="rId9"/>
              <a:stretch>
                <a:fillRect/>
              </a:stretch>
            </p:blipFill>
            <p:spPr>
              <a:xfrm>
                <a:off x="9326450" y="4488708"/>
                <a:ext cx="9000" cy="9000"/>
              </a:xfrm>
              <a:prstGeom prst="rect">
                <a:avLst/>
              </a:prstGeom>
            </p:spPr>
          </p:pic>
        </mc:Fallback>
      </mc:AlternateContent>
      <p:grpSp>
        <p:nvGrpSpPr>
          <p:cNvPr id="9" name="Group 8">
            <a:extLst>
              <a:ext uri="{FF2B5EF4-FFF2-40B4-BE49-F238E27FC236}">
                <a16:creationId xmlns:a16="http://schemas.microsoft.com/office/drawing/2014/main" id="{B49E0F12-9C36-319F-C5B0-26623DE4983D}"/>
              </a:ext>
            </a:extLst>
          </p:cNvPr>
          <p:cNvGrpSpPr/>
          <p:nvPr/>
        </p:nvGrpSpPr>
        <p:grpSpPr>
          <a:xfrm>
            <a:off x="4916090" y="4433988"/>
            <a:ext cx="360" cy="360"/>
            <a:chOff x="4916090" y="4433988"/>
            <a:chExt cx="360" cy="360"/>
          </a:xfrm>
        </p:grpSpPr>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DBACDCC5-0D9D-4439-D9ED-843ED4D13704}"/>
                    </a:ext>
                  </a:extLst>
                </p14:cNvPr>
                <p14:cNvContentPartPr/>
                <p14:nvPr/>
              </p14:nvContentPartPr>
              <p14:xfrm>
                <a:off x="4916090" y="4433988"/>
                <a:ext cx="360" cy="360"/>
              </p14:xfrm>
            </p:contentPart>
          </mc:Choice>
          <mc:Fallback xmlns="">
            <p:pic>
              <p:nvPicPr>
                <p:cNvPr id="5" name="Ink 4">
                  <a:extLst>
                    <a:ext uri="{FF2B5EF4-FFF2-40B4-BE49-F238E27FC236}">
                      <a16:creationId xmlns:a16="http://schemas.microsoft.com/office/drawing/2014/main" id="{DBACDCC5-0D9D-4439-D9ED-843ED4D13704}"/>
                    </a:ext>
                  </a:extLst>
                </p:cNvPr>
                <p:cNvPicPr/>
                <p:nvPr/>
              </p:nvPicPr>
              <p:blipFill>
                <a:blip r:embed="rId9"/>
                <a:stretch>
                  <a:fillRect/>
                </a:stretch>
              </p:blipFill>
              <p:spPr>
                <a:xfrm>
                  <a:off x="4911770" y="4429668"/>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 name="Ink 5">
                  <a:extLst>
                    <a:ext uri="{FF2B5EF4-FFF2-40B4-BE49-F238E27FC236}">
                      <a16:creationId xmlns:a16="http://schemas.microsoft.com/office/drawing/2014/main" id="{9D7C8396-FDCE-729A-297D-C36C84AE648A}"/>
                    </a:ext>
                  </a:extLst>
                </p14:cNvPr>
                <p14:cNvContentPartPr/>
                <p14:nvPr/>
              </p14:nvContentPartPr>
              <p14:xfrm>
                <a:off x="4916090" y="4433988"/>
                <a:ext cx="360" cy="360"/>
              </p14:xfrm>
            </p:contentPart>
          </mc:Choice>
          <mc:Fallback xmlns="">
            <p:pic>
              <p:nvPicPr>
                <p:cNvPr id="6" name="Ink 5">
                  <a:extLst>
                    <a:ext uri="{FF2B5EF4-FFF2-40B4-BE49-F238E27FC236}">
                      <a16:creationId xmlns:a16="http://schemas.microsoft.com/office/drawing/2014/main" id="{9D7C8396-FDCE-729A-297D-C36C84AE648A}"/>
                    </a:ext>
                  </a:extLst>
                </p:cNvPr>
                <p:cNvPicPr/>
                <p:nvPr/>
              </p:nvPicPr>
              <p:blipFill>
                <a:blip r:embed="rId9"/>
                <a:stretch>
                  <a:fillRect/>
                </a:stretch>
              </p:blipFill>
              <p:spPr>
                <a:xfrm>
                  <a:off x="4911770" y="4429668"/>
                  <a:ext cx="9000" cy="9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9EC08805-2F5B-6D4E-5B38-945AFE17307B}"/>
                  </a:ext>
                </a:extLst>
              </p14:cNvPr>
              <p14:cNvContentPartPr/>
              <p14:nvPr/>
            </p14:nvContentPartPr>
            <p14:xfrm rot="6755795">
              <a:off x="4420071" y="4168719"/>
              <a:ext cx="555718" cy="544218"/>
            </p14:xfrm>
          </p:contentPart>
        </mc:Choice>
        <mc:Fallback xmlns="">
          <p:pic>
            <p:nvPicPr>
              <p:cNvPr id="19" name="Ink 18">
                <a:extLst>
                  <a:ext uri="{FF2B5EF4-FFF2-40B4-BE49-F238E27FC236}">
                    <a16:creationId xmlns:a16="http://schemas.microsoft.com/office/drawing/2014/main" id="{9EC08805-2F5B-6D4E-5B38-945AFE17307B}"/>
                  </a:ext>
                </a:extLst>
              </p:cNvPr>
              <p:cNvPicPr/>
              <p:nvPr/>
            </p:nvPicPr>
            <p:blipFill>
              <a:blip r:embed="rId13"/>
              <a:stretch>
                <a:fillRect/>
              </a:stretch>
            </p:blipFill>
            <p:spPr>
              <a:xfrm rot="6755795">
                <a:off x="4411410" y="4159697"/>
                <a:ext cx="573400" cy="561901"/>
              </a:xfrm>
              <a:prstGeom prst="rect">
                <a:avLst/>
              </a:prstGeom>
            </p:spPr>
          </p:pic>
        </mc:Fallback>
      </mc:AlternateContent>
      <p:grpSp>
        <p:nvGrpSpPr>
          <p:cNvPr id="22" name="Group 21">
            <a:extLst>
              <a:ext uri="{FF2B5EF4-FFF2-40B4-BE49-F238E27FC236}">
                <a16:creationId xmlns:a16="http://schemas.microsoft.com/office/drawing/2014/main" id="{59F60D9F-D219-A814-C4E1-22998B8C0991}"/>
              </a:ext>
            </a:extLst>
          </p:cNvPr>
          <p:cNvGrpSpPr/>
          <p:nvPr/>
        </p:nvGrpSpPr>
        <p:grpSpPr>
          <a:xfrm>
            <a:off x="4600010" y="4336068"/>
            <a:ext cx="170640" cy="179640"/>
            <a:chOff x="4600010" y="4336068"/>
            <a:chExt cx="170640" cy="179640"/>
          </a:xfrm>
        </p:grpSpPr>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B05DE3CD-E58B-A52B-B353-90212900FDD1}"/>
                    </a:ext>
                  </a:extLst>
                </p14:cNvPr>
                <p14:cNvContentPartPr/>
                <p14:nvPr/>
              </p14:nvContentPartPr>
              <p14:xfrm>
                <a:off x="4600010" y="4336068"/>
                <a:ext cx="170640" cy="179640"/>
              </p14:xfrm>
            </p:contentPart>
          </mc:Choice>
          <mc:Fallback xmlns="">
            <p:pic>
              <p:nvPicPr>
                <p:cNvPr id="20" name="Ink 19">
                  <a:extLst>
                    <a:ext uri="{FF2B5EF4-FFF2-40B4-BE49-F238E27FC236}">
                      <a16:creationId xmlns:a16="http://schemas.microsoft.com/office/drawing/2014/main" id="{B05DE3CD-E58B-A52B-B353-90212900FDD1}"/>
                    </a:ext>
                  </a:extLst>
                </p:cNvPr>
                <p:cNvPicPr/>
                <p:nvPr/>
              </p:nvPicPr>
              <p:blipFill>
                <a:blip r:embed="rId15"/>
                <a:stretch>
                  <a:fillRect/>
                </a:stretch>
              </p:blipFill>
              <p:spPr>
                <a:xfrm>
                  <a:off x="4537370" y="4273068"/>
                  <a:ext cx="29628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1" name="Ink 20">
                  <a:extLst>
                    <a:ext uri="{FF2B5EF4-FFF2-40B4-BE49-F238E27FC236}">
                      <a16:creationId xmlns:a16="http://schemas.microsoft.com/office/drawing/2014/main" id="{FCCED1FE-13CD-9E36-2A87-65E02778D026}"/>
                    </a:ext>
                  </a:extLst>
                </p14:cNvPr>
                <p14:cNvContentPartPr/>
                <p14:nvPr/>
              </p14:nvContentPartPr>
              <p14:xfrm>
                <a:off x="4738970" y="4463868"/>
                <a:ext cx="360" cy="360"/>
              </p14:xfrm>
            </p:contentPart>
          </mc:Choice>
          <mc:Fallback xmlns="">
            <p:pic>
              <p:nvPicPr>
                <p:cNvPr id="21" name="Ink 20">
                  <a:extLst>
                    <a:ext uri="{FF2B5EF4-FFF2-40B4-BE49-F238E27FC236}">
                      <a16:creationId xmlns:a16="http://schemas.microsoft.com/office/drawing/2014/main" id="{FCCED1FE-13CD-9E36-2A87-65E02778D026}"/>
                    </a:ext>
                  </a:extLst>
                </p:cNvPr>
                <p:cNvPicPr/>
                <p:nvPr/>
              </p:nvPicPr>
              <p:blipFill>
                <a:blip r:embed="rId17"/>
                <a:stretch>
                  <a:fillRect/>
                </a:stretch>
              </p:blipFill>
              <p:spPr>
                <a:xfrm>
                  <a:off x="4676330" y="4400868"/>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23" name="Ink 22">
                <a:extLst>
                  <a:ext uri="{FF2B5EF4-FFF2-40B4-BE49-F238E27FC236}">
                    <a16:creationId xmlns:a16="http://schemas.microsoft.com/office/drawing/2014/main" id="{DB106FCA-0FBA-FBDD-4EE1-E880E26ACF44}"/>
                  </a:ext>
                </a:extLst>
              </p14:cNvPr>
              <p14:cNvContentPartPr/>
              <p14:nvPr/>
            </p14:nvContentPartPr>
            <p14:xfrm>
              <a:off x="9930530" y="1612668"/>
              <a:ext cx="360" cy="360"/>
            </p14:xfrm>
          </p:contentPart>
        </mc:Choice>
        <mc:Fallback xmlns="">
          <p:pic>
            <p:nvPicPr>
              <p:cNvPr id="23" name="Ink 22">
                <a:extLst>
                  <a:ext uri="{FF2B5EF4-FFF2-40B4-BE49-F238E27FC236}">
                    <a16:creationId xmlns:a16="http://schemas.microsoft.com/office/drawing/2014/main" id="{DB106FCA-0FBA-FBDD-4EE1-E880E26ACF44}"/>
                  </a:ext>
                </a:extLst>
              </p:cNvPr>
              <p:cNvPicPr/>
              <p:nvPr/>
            </p:nvPicPr>
            <p:blipFill>
              <a:blip r:embed="rId17"/>
              <a:stretch>
                <a:fillRect/>
              </a:stretch>
            </p:blipFill>
            <p:spPr>
              <a:xfrm>
                <a:off x="9867890" y="154966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4" name="Ink 23">
                <a:extLst>
                  <a:ext uri="{FF2B5EF4-FFF2-40B4-BE49-F238E27FC236}">
                    <a16:creationId xmlns:a16="http://schemas.microsoft.com/office/drawing/2014/main" id="{5FB2FDEE-C4BF-23FE-30C6-6C8175AC0914}"/>
                  </a:ext>
                </a:extLst>
              </p14:cNvPr>
              <p14:cNvContentPartPr/>
              <p14:nvPr/>
            </p14:nvContentPartPr>
            <p14:xfrm>
              <a:off x="12978290" y="1464708"/>
              <a:ext cx="2160" cy="360"/>
            </p14:xfrm>
          </p:contentPart>
        </mc:Choice>
        <mc:Fallback xmlns="">
          <p:pic>
            <p:nvPicPr>
              <p:cNvPr id="24" name="Ink 23">
                <a:extLst>
                  <a:ext uri="{FF2B5EF4-FFF2-40B4-BE49-F238E27FC236}">
                    <a16:creationId xmlns:a16="http://schemas.microsoft.com/office/drawing/2014/main" id="{5FB2FDEE-C4BF-23FE-30C6-6C8175AC0914}"/>
                  </a:ext>
                </a:extLst>
              </p:cNvPr>
              <p:cNvPicPr/>
              <p:nvPr/>
            </p:nvPicPr>
            <p:blipFill>
              <a:blip r:embed="rId20"/>
              <a:stretch>
                <a:fillRect/>
              </a:stretch>
            </p:blipFill>
            <p:spPr>
              <a:xfrm>
                <a:off x="12915290" y="1402068"/>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5" name="Ink 24">
                <a:extLst>
                  <a:ext uri="{FF2B5EF4-FFF2-40B4-BE49-F238E27FC236}">
                    <a16:creationId xmlns:a16="http://schemas.microsoft.com/office/drawing/2014/main" id="{8AE5FD7C-9C00-8DA1-588A-95720823A452}"/>
                  </a:ext>
                </a:extLst>
              </p14:cNvPr>
              <p14:cNvContentPartPr/>
              <p14:nvPr/>
            </p14:nvContentPartPr>
            <p14:xfrm>
              <a:off x="4326050" y="4080108"/>
              <a:ext cx="360" cy="360"/>
            </p14:xfrm>
          </p:contentPart>
        </mc:Choice>
        <mc:Fallback xmlns="">
          <p:pic>
            <p:nvPicPr>
              <p:cNvPr id="25" name="Ink 24">
                <a:extLst>
                  <a:ext uri="{FF2B5EF4-FFF2-40B4-BE49-F238E27FC236}">
                    <a16:creationId xmlns:a16="http://schemas.microsoft.com/office/drawing/2014/main" id="{8AE5FD7C-9C00-8DA1-588A-95720823A452}"/>
                  </a:ext>
                </a:extLst>
              </p:cNvPr>
              <p:cNvPicPr/>
              <p:nvPr/>
            </p:nvPicPr>
            <p:blipFill>
              <a:blip r:embed="rId17"/>
              <a:stretch>
                <a:fillRect/>
              </a:stretch>
            </p:blipFill>
            <p:spPr>
              <a:xfrm>
                <a:off x="4263410" y="401710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6" name="Ink 25">
                <a:extLst>
                  <a:ext uri="{FF2B5EF4-FFF2-40B4-BE49-F238E27FC236}">
                    <a16:creationId xmlns:a16="http://schemas.microsoft.com/office/drawing/2014/main" id="{0141ED02-A226-CE3E-3544-8E73E9211E3C}"/>
                  </a:ext>
                </a:extLst>
              </p14:cNvPr>
              <p14:cNvContentPartPr/>
              <p14:nvPr/>
            </p14:nvContentPartPr>
            <p14:xfrm>
              <a:off x="4090250" y="4031148"/>
              <a:ext cx="360" cy="360"/>
            </p14:xfrm>
          </p:contentPart>
        </mc:Choice>
        <mc:Fallback xmlns="">
          <p:pic>
            <p:nvPicPr>
              <p:cNvPr id="26" name="Ink 25">
                <a:extLst>
                  <a:ext uri="{FF2B5EF4-FFF2-40B4-BE49-F238E27FC236}">
                    <a16:creationId xmlns:a16="http://schemas.microsoft.com/office/drawing/2014/main" id="{0141ED02-A226-CE3E-3544-8E73E9211E3C}"/>
                  </a:ext>
                </a:extLst>
              </p:cNvPr>
              <p:cNvPicPr/>
              <p:nvPr/>
            </p:nvPicPr>
            <p:blipFill>
              <a:blip r:embed="rId17"/>
              <a:stretch>
                <a:fillRect/>
              </a:stretch>
            </p:blipFill>
            <p:spPr>
              <a:xfrm>
                <a:off x="4027250" y="3968508"/>
                <a:ext cx="126000" cy="126000"/>
              </a:xfrm>
              <a:prstGeom prst="rect">
                <a:avLst/>
              </a:prstGeom>
            </p:spPr>
          </p:pic>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8B855A5-AA37-39EF-C063-8ED6D177D7F6}"/>
                  </a:ext>
                </a:extLst>
              </p:cNvPr>
              <p:cNvSpPr txBox="1"/>
              <p:nvPr/>
            </p:nvSpPr>
            <p:spPr>
              <a:xfrm>
                <a:off x="1622863" y="3601123"/>
                <a:ext cx="8946274" cy="1469890"/>
              </a:xfrm>
              <a:prstGeom prst="rect">
                <a:avLst/>
              </a:prstGeom>
              <a:noFill/>
            </p:spPr>
            <p:txBody>
              <a:bodyPr wrap="square">
                <a:spAutoFit/>
              </a:bodyPr>
              <a:lstStyle/>
              <a:p>
                <a:pPr>
                  <a:buNone/>
                </a:pPr>
                <a:r>
                  <a:rPr lang="en-IN" sz="2400" dirty="0"/>
                  <a:t>Now partially differentiating with respect to b and equating to 0 </a:t>
                </a:r>
              </a:p>
              <a:p>
                <a:pPr>
                  <a:buNone/>
                </a:pPr>
                <a14:m>
                  <m:oMathPara xmlns:m="http://schemas.openxmlformats.org/officeDocument/2006/math">
                    <m:oMathParaPr>
                      <m:jc m:val="centerGroup"/>
                    </m:oMathParaPr>
                    <m:oMath xmlns:m="http://schemas.openxmlformats.org/officeDocument/2006/math">
                      <m:f>
                        <m:fPr>
                          <m:ctrlPr>
                            <a:rPr lang="en-IN" sz="2400" i="1">
                              <a:latin typeface="Cambria Math" panose="02040503050406030204" pitchFamily="18" charset="0"/>
                            </a:rPr>
                          </m:ctrlPr>
                        </m:fPr>
                        <m:num>
                          <m:r>
                            <a:rPr lang="en-IN" sz="2400">
                              <a:latin typeface="Cambria Math" panose="02040503050406030204" pitchFamily="18" charset="0"/>
                            </a:rPr>
                            <m:t>𝜕</m:t>
                          </m:r>
                        </m:num>
                        <m:den>
                          <m:r>
                            <a:rPr lang="en-IN" sz="2400" i="0">
                              <a:latin typeface="Cambria Math" panose="02040503050406030204" pitchFamily="18" charset="0"/>
                            </a:rPr>
                            <m:t>𝜕</m:t>
                          </m:r>
                          <m:r>
                            <a:rPr lang="en-IN" sz="2400" i="1">
                              <a:latin typeface="Cambria Math" panose="02040503050406030204" pitchFamily="18" charset="0"/>
                            </a:rPr>
                            <m:t>𝑏</m:t>
                          </m:r>
                        </m:den>
                      </m:f>
                      <m:d>
                        <m:dPr>
                          <m:ctrlPr>
                            <a:rPr lang="en-IN" sz="2400" i="1">
                              <a:latin typeface="Cambria Math" panose="02040503050406030204" pitchFamily="18" charset="0"/>
                            </a:rPr>
                          </m:ctrlPr>
                        </m:dPr>
                        <m:e>
                          <m:nary>
                            <m:naryPr>
                              <m:chr m:val="∑"/>
                              <m:grow m:val="on"/>
                              <m:ctrlPr>
                                <a:rPr lang="en-IN" sz="2400" i="1">
                                  <a:latin typeface="Cambria Math" panose="02040503050406030204" pitchFamily="18" charset="0"/>
                                </a:rPr>
                              </m:ctrlPr>
                            </m:naryPr>
                            <m:sub>
                              <m:r>
                                <a:rPr lang="en-IN" sz="2400" i="1">
                                  <a:latin typeface="Cambria Math" panose="02040503050406030204" pitchFamily="18" charset="0"/>
                                </a:rPr>
                                <m:t>𝑖</m:t>
                              </m:r>
                              <m:r>
                                <a:rPr lang="en-IN" sz="2400" i="0">
                                  <a:latin typeface="Cambria Math" panose="02040503050406030204" pitchFamily="18" charset="0"/>
                                </a:rPr>
                                <m:t>=1</m:t>
                              </m:r>
                            </m:sub>
                            <m:sup>
                              <m:r>
                                <a:rPr lang="en-IN" sz="2400" i="1">
                                  <a:latin typeface="Cambria Math" panose="02040503050406030204" pitchFamily="18" charset="0"/>
                                </a:rPr>
                                <m:t>𝑛</m:t>
                              </m:r>
                            </m:sup>
                            <m:e>
                              <m:sSubSup>
                                <m:sSubSupPr>
                                  <m:ctrlPr>
                                    <a:rPr lang="en-IN" sz="2400" i="1">
                                      <a:latin typeface="Cambria Math" panose="02040503050406030204" pitchFamily="18" charset="0"/>
                                    </a:rPr>
                                  </m:ctrlPr>
                                </m:sSubSupPr>
                                <m:e>
                                  <m:r>
                                    <a:rPr lang="en-IN" sz="2400" i="1">
                                      <a:latin typeface="Cambria Math" panose="02040503050406030204" pitchFamily="18" charset="0"/>
                                    </a:rPr>
                                    <m:t>𝜀</m:t>
                                  </m:r>
                                </m:e>
                                <m:sub>
                                  <m:r>
                                    <a:rPr lang="en-IN" sz="2400" i="1">
                                      <a:latin typeface="Cambria Math" panose="02040503050406030204" pitchFamily="18" charset="0"/>
                                    </a:rPr>
                                    <m:t>𝑖</m:t>
                                  </m:r>
                                </m:sub>
                                <m:sup>
                                  <m:r>
                                    <m:rPr>
                                      <m:nor/>
                                    </m:rPr>
                                    <a:rPr lang="en-IN" sz="2400" b="0" i="0">
                                      <a:latin typeface="Cambria Math" panose="02040503050406030204" pitchFamily="18" charset="0"/>
                                    </a:rPr>
                                    <m:t> </m:t>
                                  </m:r>
                                  <m:r>
                                    <a:rPr lang="en-IN" sz="2400" b="0" i="0">
                                      <a:latin typeface="Cambria Math" panose="02040503050406030204" pitchFamily="18" charset="0"/>
                                    </a:rPr>
                                    <m:t>2</m:t>
                                  </m:r>
                                </m:sup>
                              </m:sSubSup>
                            </m:e>
                          </m:nary>
                        </m:e>
                      </m:d>
                      <m:r>
                        <a:rPr lang="en-IN" sz="2400" b="0" i="0">
                          <a:latin typeface="Cambria Math" panose="02040503050406030204" pitchFamily="18" charset="0"/>
                        </a:rPr>
                        <m:t>=</m:t>
                      </m:r>
                      <m:f>
                        <m:fPr>
                          <m:ctrlPr>
                            <a:rPr lang="en-IN" sz="2400" b="0" i="1">
                              <a:latin typeface="Cambria Math" panose="02040503050406030204" pitchFamily="18" charset="0"/>
                            </a:rPr>
                          </m:ctrlPr>
                        </m:fPr>
                        <m:num>
                          <m:r>
                            <a:rPr lang="en-IN" sz="2400" b="0" i="0">
                              <a:latin typeface="Cambria Math" panose="02040503050406030204" pitchFamily="18" charset="0"/>
                            </a:rPr>
                            <m:t>𝜕</m:t>
                          </m:r>
                        </m:num>
                        <m:den>
                          <m:r>
                            <a:rPr lang="en-IN" sz="2400" b="0" i="0">
                              <a:latin typeface="Cambria Math" panose="02040503050406030204" pitchFamily="18" charset="0"/>
                            </a:rPr>
                            <m:t>𝜕</m:t>
                          </m:r>
                          <m:r>
                            <a:rPr lang="en-IN" sz="2400" b="0" i="1">
                              <a:latin typeface="Cambria Math" panose="02040503050406030204" pitchFamily="18" charset="0"/>
                            </a:rPr>
                            <m:t>𝑏</m:t>
                          </m:r>
                        </m:den>
                      </m:f>
                      <m:d>
                        <m:dPr>
                          <m:endChr m:val=""/>
                          <m:ctrlPr>
                            <a:rPr lang="en-IN" sz="2400" b="0" i="1">
                              <a:latin typeface="Cambria Math" panose="02040503050406030204" pitchFamily="18" charset="0"/>
                            </a:rPr>
                          </m:ctrlPr>
                        </m:dPr>
                        <m:e>
                          <m:nary>
                            <m:naryPr>
                              <m:chr m:val="∑"/>
                              <m:grow m:val="on"/>
                              <m:ctrlPr>
                                <a:rPr lang="en-IN" sz="2400" b="0" i="1">
                                  <a:latin typeface="Cambria Math" panose="02040503050406030204" pitchFamily="18" charset="0"/>
                                </a:rPr>
                              </m:ctrlPr>
                            </m:naryPr>
                            <m:sub>
                              <m:r>
                                <a:rPr lang="en-IN" sz="2400" b="0" i="1">
                                  <a:latin typeface="Cambria Math" panose="02040503050406030204" pitchFamily="18" charset="0"/>
                                </a:rPr>
                                <m:t>𝑖</m:t>
                              </m:r>
                              <m:r>
                                <a:rPr lang="en-IN" sz="2400" b="0" i="0">
                                  <a:latin typeface="Cambria Math" panose="02040503050406030204" pitchFamily="18" charset="0"/>
                                </a:rPr>
                                <m:t>=1</m:t>
                              </m:r>
                            </m:sub>
                            <m:sup>
                              <m:r>
                                <a:rPr lang="en-IN" sz="2400" b="0" i="1">
                                  <a:latin typeface="Cambria Math" panose="02040503050406030204" pitchFamily="18" charset="0"/>
                                </a:rPr>
                                <m:t>𝑛</m:t>
                              </m:r>
                            </m:sup>
                            <m:e>
                              <m:r>
                                <a:rPr lang="en-IN" sz="2400" b="0" i="0">
                                  <a:latin typeface="Cambria Math" panose="02040503050406030204" pitchFamily="18" charset="0"/>
                                </a:rPr>
                                <m:t>(</m:t>
                              </m:r>
                            </m:e>
                          </m:nary>
                          <m:d>
                            <m:dPr>
                              <m:begChr m:val=""/>
                              <m:ctrlPr>
                                <a:rPr lang="en-IN" sz="2400" b="0" i="1">
                                  <a:latin typeface="Cambria Math" panose="02040503050406030204" pitchFamily="18" charset="0"/>
                                </a:rPr>
                              </m:ctrlPr>
                            </m:dPr>
                            <m:e>
                              <m:sSub>
                                <m:sSubPr>
                                  <m:ctrlPr>
                                    <a:rPr lang="en-IN" sz="2400" b="0" i="1">
                                      <a:latin typeface="Cambria Math" panose="02040503050406030204" pitchFamily="18" charset="0"/>
                                    </a:rPr>
                                  </m:ctrlPr>
                                </m:sSubPr>
                                <m:e>
                                  <m:r>
                                    <a:rPr lang="en-IN" sz="2400" b="0" i="1">
                                      <a:latin typeface="Cambria Math" panose="02040503050406030204" pitchFamily="18" charset="0"/>
                                    </a:rPr>
                                    <m:t>𝑌</m:t>
                                  </m:r>
                                </m:e>
                                <m:sub>
                                  <m:r>
                                    <a:rPr lang="en-IN" sz="2400" b="0" i="1">
                                      <a:latin typeface="Cambria Math" panose="02040503050406030204" pitchFamily="18" charset="0"/>
                                    </a:rPr>
                                    <m:t>𝑖</m:t>
                                  </m:r>
                                </m:sub>
                              </m:sSub>
                              <m:r>
                                <a:rPr lang="en-IN" sz="2400" b="0" i="0">
                                  <a:latin typeface="Cambria Math" panose="02040503050406030204" pitchFamily="18" charset="0"/>
                                </a:rPr>
                                <m:t>−</m:t>
                              </m:r>
                              <m:r>
                                <a:rPr lang="en-IN" sz="2400" b="0" i="1">
                                  <a:latin typeface="Cambria Math" panose="02040503050406030204" pitchFamily="18" charset="0"/>
                                </a:rPr>
                                <m:t>𝑎</m:t>
                              </m:r>
                              <m:r>
                                <a:rPr lang="en-IN" sz="2400" b="0" i="0">
                                  <a:latin typeface="Cambria Math" panose="02040503050406030204" pitchFamily="18" charset="0"/>
                                </a:rPr>
                                <m:t>−</m:t>
                              </m:r>
                              <m:r>
                                <a:rPr lang="en-IN" sz="2400" b="0" i="1">
                                  <a:latin typeface="Cambria Math" panose="02040503050406030204" pitchFamily="18" charset="0"/>
                                </a:rPr>
                                <m:t>𝑏</m:t>
                              </m:r>
                              <m:sSub>
                                <m:sSubPr>
                                  <m:ctrlPr>
                                    <a:rPr lang="en-IN" sz="2400" b="0" i="1">
                                      <a:latin typeface="Cambria Math" panose="02040503050406030204" pitchFamily="18" charset="0"/>
                                    </a:rPr>
                                  </m:ctrlPr>
                                </m:sSubPr>
                                <m:e>
                                  <m:r>
                                    <a:rPr lang="en-IN" sz="2400" b="0" i="1">
                                      <a:latin typeface="Cambria Math" panose="02040503050406030204" pitchFamily="18" charset="0"/>
                                    </a:rPr>
                                    <m:t>𝑋</m:t>
                                  </m:r>
                                </m:e>
                                <m:sub>
                                  <m:r>
                                    <a:rPr lang="en-IN" sz="2400" b="0" i="1">
                                      <a:latin typeface="Cambria Math" panose="02040503050406030204" pitchFamily="18" charset="0"/>
                                    </a:rPr>
                                    <m:t>𝑖</m:t>
                                  </m:r>
                                </m:sub>
                              </m:sSub>
                              <m:sSup>
                                <m:sSupPr>
                                  <m:ctrlPr>
                                    <a:rPr lang="en-IN" sz="2400" b="0" i="1">
                                      <a:latin typeface="Cambria Math" panose="02040503050406030204" pitchFamily="18" charset="0"/>
                                    </a:rPr>
                                  </m:ctrlPr>
                                </m:sSupPr>
                                <m:e>
                                  <m:d>
                                    <m:dPr>
                                      <m:begChr m:val=""/>
                                      <m:endChr m:val=""/>
                                      <m:ctrlPr>
                                        <a:rPr lang="en-IN" sz="2400" b="0" i="1">
                                          <a:latin typeface="Cambria Math" panose="02040503050406030204" pitchFamily="18" charset="0"/>
                                        </a:rPr>
                                      </m:ctrlPr>
                                    </m:dPr>
                                    <m:e>
                                      <m:r>
                                        <a:rPr lang="en-IN" sz="2400" b="0" i="0">
                                          <a:latin typeface="Cambria Math" panose="02040503050406030204" pitchFamily="18" charset="0"/>
                                        </a:rPr>
                                        <m:t>)</m:t>
                                      </m:r>
                                    </m:e>
                                  </m:d>
                                </m:e>
                                <m:sup>
                                  <m:r>
                                    <a:rPr lang="en-IN" sz="2400" b="0" i="0">
                                      <a:latin typeface="Cambria Math" panose="02040503050406030204" pitchFamily="18" charset="0"/>
                                    </a:rPr>
                                    <m:t>2</m:t>
                                  </m:r>
                                </m:sup>
                              </m:sSup>
                            </m:e>
                          </m:d>
                        </m:e>
                      </m:d>
                      <m:r>
                        <a:rPr lang="en-IN" sz="2400" b="0" i="0">
                          <a:latin typeface="Cambria Math" panose="02040503050406030204" pitchFamily="18" charset="0"/>
                        </a:rPr>
                        <m:t>=0</m:t>
                      </m:r>
                      <m:r>
                        <a:rPr lang="en-IN" sz="2400" b="0" i="0" smtClean="0">
                          <a:latin typeface="Cambria Math" panose="02040503050406030204" pitchFamily="18" charset="0"/>
                        </a:rPr>
                        <m:t> </m:t>
                      </m:r>
                      <m:r>
                        <m:rPr>
                          <m:sty m:val="p"/>
                        </m:rPr>
                        <a:rPr lang="en-IN" sz="2400" b="0" i="0" smtClean="0">
                          <a:latin typeface="Cambria Math" panose="02040503050406030204" pitchFamily="18" charset="0"/>
                        </a:rPr>
                        <m:t>which</m:t>
                      </m:r>
                      <m:r>
                        <a:rPr lang="en-IN" sz="2400" b="0" i="0" smtClean="0">
                          <a:latin typeface="Cambria Math" panose="02040503050406030204" pitchFamily="18" charset="0"/>
                        </a:rPr>
                        <m:t> </m:t>
                      </m:r>
                      <m:r>
                        <m:rPr>
                          <m:sty m:val="p"/>
                        </m:rPr>
                        <a:rPr lang="en-IN" sz="2400" b="0" i="0" smtClean="0">
                          <a:latin typeface="Cambria Math" panose="02040503050406030204" pitchFamily="18" charset="0"/>
                        </a:rPr>
                        <m:t>gives</m:t>
                      </m:r>
                    </m:oMath>
                  </m:oMathPara>
                </a14:m>
                <a:endParaRPr lang="en-IN" sz="2400" b="0" dirty="0"/>
              </a:p>
            </p:txBody>
          </p:sp>
        </mc:Choice>
        <mc:Fallback xmlns="">
          <p:sp>
            <p:nvSpPr>
              <p:cNvPr id="28" name="TextBox 27">
                <a:extLst>
                  <a:ext uri="{FF2B5EF4-FFF2-40B4-BE49-F238E27FC236}">
                    <a16:creationId xmlns:a16="http://schemas.microsoft.com/office/drawing/2014/main" id="{F8B855A5-AA37-39EF-C063-8ED6D177D7F6}"/>
                  </a:ext>
                </a:extLst>
              </p:cNvPr>
              <p:cNvSpPr txBox="1">
                <a:spLocks noRot="1" noChangeAspect="1" noMove="1" noResize="1" noEditPoints="1" noAdjustHandles="1" noChangeArrowheads="1" noChangeShapeType="1" noTextEdit="1"/>
              </p:cNvSpPr>
              <p:nvPr/>
            </p:nvSpPr>
            <p:spPr>
              <a:xfrm>
                <a:off x="1622863" y="3601123"/>
                <a:ext cx="8946274" cy="1469890"/>
              </a:xfrm>
              <a:prstGeom prst="rect">
                <a:avLst/>
              </a:prstGeom>
              <a:blipFill>
                <a:blip r:embed="rId23"/>
                <a:stretch>
                  <a:fillRect l="-1022" t="-290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1098E0B-6AEA-CA18-3BC4-16097A76938F}"/>
                  </a:ext>
                </a:extLst>
              </p:cNvPr>
              <p:cNvSpPr txBox="1"/>
              <p:nvPr/>
            </p:nvSpPr>
            <p:spPr>
              <a:xfrm>
                <a:off x="3394291" y="1083802"/>
                <a:ext cx="5020014" cy="1273747"/>
              </a:xfrm>
              <a:prstGeom prst="rect">
                <a:avLst/>
              </a:prstGeom>
              <a:solidFill>
                <a:schemeClr val="accent2"/>
              </a:solidFill>
            </p:spPr>
            <p:txBody>
              <a:bodyPr wrap="square" rtlCol="0">
                <a:spAutoFit/>
              </a:bodyPr>
              <a:lstStyle/>
              <a:p>
                <a:pPr>
                  <a:lnSpc>
                    <a:spcPct val="107000"/>
                  </a:lnSpc>
                  <a:spcAft>
                    <a:spcPts val="800"/>
                  </a:spcAft>
                  <a:buNone/>
                </a:pPr>
                <a14:m>
                  <m:oMathPara xmlns:m="http://schemas.openxmlformats.org/officeDocument/2006/math">
                    <m:oMathParaPr>
                      <m:jc m:val="centerGroup"/>
                    </m:oMathParaPr>
                    <m:oMath xmlns:m="http://schemas.openxmlformats.org/officeDocument/2006/math">
                      <m:nary>
                        <m:naryPr>
                          <m:chr m:val="∑"/>
                          <m:limLoc m:val="subSup"/>
                          <m:ctrlPr>
                            <a:rPr lang="en-IN" sz="240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𝑛</m:t>
                          </m:r>
                        </m:sup>
                        <m:e>
                          <m:sSup>
                            <m:sSupPr>
                              <m:ctrlP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𝑌</m:t>
                                  </m:r>
                                </m:e>
                                <m:sub>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m:t>
                              </m:r>
                              <m:acc>
                                <m:accPr>
                                  <m:chr m:val="̂"/>
                                  <m:ctrlP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ctrlPr>
                                </m:accPr>
                                <m:e>
                                  <m:sSub>
                                    <m:sSubPr>
                                      <m:ctrlP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𝑌</m:t>
                                      </m:r>
                                    </m:e>
                                    <m:sub>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e>
                              </m:acc>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m:t>
                              </m:r>
                            </m:e>
                            <m:sup>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 </m:t>
                          </m:r>
                          <m:nary>
                            <m:naryPr>
                              <m:chr m:val="∑"/>
                              <m:limLoc m:val="undOvr"/>
                              <m:ctrlP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=1</m:t>
                              </m:r>
                            </m:sub>
                            <m:sup>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𝑛</m:t>
                              </m:r>
                            </m:sup>
                            <m:e>
                              <m:sSup>
                                <m:sSupPr>
                                  <m:ctrlP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ctrlPr>
                                </m:sSupPr>
                                <m:e>
                                  <m:sSub>
                                    <m:sSubPr>
                                      <m:ctrlP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𝜀</m:t>
                                      </m:r>
                                    </m:e>
                                    <m:sub>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e>
                                <m:sup>
                                  <m:r>
                                    <a:rPr lang="en-IN" sz="2400" i="1" kern="100">
                                      <a:effectLst/>
                                      <a:latin typeface="Cambria Math" panose="02040503050406030204" pitchFamily="18" charset="0"/>
                                      <a:ea typeface="Times New Roman" panose="02020603050405020304" pitchFamily="18" charset="0"/>
                                      <a:cs typeface="Times New Roman" panose="02020603050405020304" pitchFamily="18" charset="0"/>
                                    </a:rPr>
                                    <m:t>2</m:t>
                                  </m:r>
                                </m:sup>
                              </m:sSup>
                            </m:e>
                          </m:nary>
                        </m:e>
                      </m:nary>
                    </m:oMath>
                  </m:oMathPara>
                </a14:m>
                <a:endParaRPr lang="en-IN"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11098E0B-6AEA-CA18-3BC4-16097A76938F}"/>
                  </a:ext>
                </a:extLst>
              </p:cNvPr>
              <p:cNvSpPr txBox="1">
                <a:spLocks noRot="1" noChangeAspect="1" noMove="1" noResize="1" noEditPoints="1" noAdjustHandles="1" noChangeArrowheads="1" noChangeShapeType="1" noTextEdit="1"/>
              </p:cNvSpPr>
              <p:nvPr/>
            </p:nvSpPr>
            <p:spPr>
              <a:xfrm>
                <a:off x="3394291" y="1083802"/>
                <a:ext cx="5020014" cy="1273747"/>
              </a:xfrm>
              <a:prstGeom prst="rect">
                <a:avLst/>
              </a:prstGeom>
              <a:blipFill>
                <a:blip r:embed="rId2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05430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0-#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3"/>
          <p:cNvSpPr txBox="1">
            <a:spLocks noChangeArrowheads="1"/>
          </p:cNvSpPr>
          <p:nvPr/>
        </p:nvSpPr>
        <p:spPr bwMode="auto">
          <a:xfrm>
            <a:off x="562450" y="5397573"/>
            <a:ext cx="10900543" cy="972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7" tIns="45718" rIns="91437" bIns="45718"/>
          <a:lstStyle>
            <a:lvl1pPr marL="227013" indent="-227013" defTabSz="912813">
              <a:spcBef>
                <a:spcPct val="20000"/>
              </a:spcBef>
              <a:buBlip>
                <a:blip r:embed="rId3"/>
              </a:buBlip>
              <a:defRPr sz="4200">
                <a:solidFill>
                  <a:schemeClr val="tx1"/>
                </a:solidFill>
                <a:latin typeface="Helvetic Neue"/>
              </a:defRPr>
            </a:lvl1pPr>
            <a:lvl2pPr marL="684213" indent="-227013" defTabSz="912813">
              <a:spcBef>
                <a:spcPct val="20000"/>
              </a:spcBef>
              <a:buSzPct val="75000"/>
              <a:buBlip>
                <a:blip r:embed="rId4"/>
              </a:buBlip>
              <a:defRPr sz="3600">
                <a:solidFill>
                  <a:schemeClr val="tx1"/>
                </a:solidFill>
                <a:latin typeface="Helvetic Neue"/>
              </a:defRPr>
            </a:lvl2pPr>
            <a:lvl3pPr marL="1141413" indent="-227013" defTabSz="912813">
              <a:spcBef>
                <a:spcPct val="20000"/>
              </a:spcBef>
              <a:buChar char="•"/>
              <a:defRPr sz="3100">
                <a:solidFill>
                  <a:schemeClr val="tx1"/>
                </a:solidFill>
                <a:latin typeface="Helvetic Neue"/>
              </a:defRPr>
            </a:lvl3pPr>
            <a:lvl4pPr marL="1598613" indent="-227013" defTabSz="912813">
              <a:spcBef>
                <a:spcPct val="20000"/>
              </a:spcBef>
              <a:buChar char="–"/>
              <a:defRPr sz="2600">
                <a:solidFill>
                  <a:schemeClr val="tx1"/>
                </a:solidFill>
                <a:latin typeface="Helvetic Neue"/>
              </a:defRPr>
            </a:lvl4pPr>
            <a:lvl5pPr marL="2055813" indent="-227013" defTabSz="912813">
              <a:spcBef>
                <a:spcPct val="20000"/>
              </a:spcBef>
              <a:buClr>
                <a:schemeClr val="tx2"/>
              </a:buClr>
              <a:buChar char="–"/>
              <a:defRPr sz="2600">
                <a:solidFill>
                  <a:schemeClr val="tx1"/>
                </a:solidFill>
                <a:latin typeface="Helvetic Neue"/>
              </a:defRPr>
            </a:lvl5pPr>
            <a:lvl6pPr marL="2513013" indent="-227013" defTabSz="912813" eaLnBrk="0" fontAlgn="base" hangingPunct="0">
              <a:spcBef>
                <a:spcPct val="20000"/>
              </a:spcBef>
              <a:spcAft>
                <a:spcPct val="0"/>
              </a:spcAft>
              <a:buClr>
                <a:schemeClr val="tx2"/>
              </a:buClr>
              <a:buChar char="–"/>
              <a:defRPr sz="2600">
                <a:solidFill>
                  <a:schemeClr val="tx1"/>
                </a:solidFill>
                <a:latin typeface="Helvetic Neue"/>
              </a:defRPr>
            </a:lvl6pPr>
            <a:lvl7pPr marL="2970213" indent="-227013" defTabSz="912813" eaLnBrk="0" fontAlgn="base" hangingPunct="0">
              <a:spcBef>
                <a:spcPct val="20000"/>
              </a:spcBef>
              <a:spcAft>
                <a:spcPct val="0"/>
              </a:spcAft>
              <a:buClr>
                <a:schemeClr val="tx2"/>
              </a:buClr>
              <a:buChar char="–"/>
              <a:defRPr sz="2600">
                <a:solidFill>
                  <a:schemeClr val="tx1"/>
                </a:solidFill>
                <a:latin typeface="Helvetic Neue"/>
              </a:defRPr>
            </a:lvl7pPr>
            <a:lvl8pPr marL="3427413" indent="-227013" defTabSz="912813" eaLnBrk="0" fontAlgn="base" hangingPunct="0">
              <a:spcBef>
                <a:spcPct val="20000"/>
              </a:spcBef>
              <a:spcAft>
                <a:spcPct val="0"/>
              </a:spcAft>
              <a:buClr>
                <a:schemeClr val="tx2"/>
              </a:buClr>
              <a:buChar char="–"/>
              <a:defRPr sz="2600">
                <a:solidFill>
                  <a:schemeClr val="tx1"/>
                </a:solidFill>
                <a:latin typeface="Helvetic Neue"/>
              </a:defRPr>
            </a:lvl8pPr>
            <a:lvl9pPr marL="3884613" indent="-227013" defTabSz="912813" eaLnBrk="0" fontAlgn="base" hangingPunct="0">
              <a:spcBef>
                <a:spcPct val="20000"/>
              </a:spcBef>
              <a:spcAft>
                <a:spcPct val="0"/>
              </a:spcAft>
              <a:buClr>
                <a:schemeClr val="tx2"/>
              </a:buClr>
              <a:buChar char="–"/>
              <a:defRPr sz="2600">
                <a:solidFill>
                  <a:schemeClr val="tx1"/>
                </a:solidFill>
                <a:latin typeface="Helvetic Neue"/>
              </a:defRPr>
            </a:lvl9pPr>
          </a:lstStyle>
          <a:p>
            <a:pPr marL="0" indent="0" defTabSz="790405">
              <a:lnSpc>
                <a:spcPct val="90000"/>
              </a:lnSpc>
              <a:spcBef>
                <a:spcPts val="866"/>
              </a:spcBef>
              <a:buClr>
                <a:srgbClr val="E57725"/>
              </a:buClr>
              <a:buNone/>
            </a:pPr>
            <a:r>
              <a:rPr lang="en-US" altLang="en-US" sz="3117" kern="1200" dirty="0">
                <a:solidFill>
                  <a:prstClr val="black"/>
                </a:solidFill>
                <a:latin typeface="+mn-lt"/>
                <a:ea typeface="+mn-ea"/>
                <a:cs typeface="Arial" panose="020B0604020202020204" pitchFamily="34" charset="0"/>
              </a:rPr>
              <a:t>Equations (1) and (2) are called normal equations. Solving these as simultaneous equations, we get</a:t>
            </a:r>
          </a:p>
          <a:p>
            <a:pPr marL="592460" lvl="1" indent="-196571" defTabSz="790405">
              <a:spcBef>
                <a:spcPts val="433"/>
              </a:spcBef>
              <a:buClr>
                <a:srgbClr val="E57725"/>
              </a:buClr>
              <a:buSzPct val="100000"/>
              <a:buNone/>
            </a:pPr>
            <a:endParaRPr lang="en-US" altLang="en-US" sz="3117" kern="1200" dirty="0">
              <a:solidFill>
                <a:prstClr val="black"/>
              </a:solidFill>
              <a:latin typeface="+mn-lt"/>
              <a:ea typeface="+mn-ea"/>
              <a:cs typeface="Arial" panose="020B0604020202020204" pitchFamily="34" charset="0"/>
            </a:endParaRPr>
          </a:p>
        </p:txBody>
      </p:sp>
      <p:pic>
        <p:nvPicPr>
          <p:cNvPr id="13" name="Picture 12"/>
          <p:cNvPicPr>
            <a:picLocks noChangeAspect="1"/>
          </p:cNvPicPr>
          <p:nvPr/>
        </p:nvPicPr>
        <p:blipFill>
          <a:blip r:embed="rId5"/>
          <a:stretch>
            <a:fillRect/>
          </a:stretch>
        </p:blipFill>
        <p:spPr>
          <a:xfrm>
            <a:off x="562451" y="1158662"/>
            <a:ext cx="6235295" cy="1245410"/>
          </a:xfrm>
          <a:prstGeom prst="rect">
            <a:avLst/>
          </a:prstGeom>
        </p:spPr>
      </p:pic>
      <p:pic>
        <p:nvPicPr>
          <p:cNvPr id="14" name="Picture 13"/>
          <p:cNvPicPr>
            <a:picLocks noChangeAspect="1"/>
          </p:cNvPicPr>
          <p:nvPr/>
        </p:nvPicPr>
        <p:blipFill>
          <a:blip r:embed="rId6"/>
          <a:stretch>
            <a:fillRect/>
          </a:stretch>
        </p:blipFill>
        <p:spPr>
          <a:xfrm>
            <a:off x="562450" y="2500010"/>
            <a:ext cx="6482728" cy="1319639"/>
          </a:xfrm>
          <a:prstGeom prst="rect">
            <a:avLst/>
          </a:prstGeom>
        </p:spPr>
      </p:pic>
      <p:pic>
        <p:nvPicPr>
          <p:cNvPr id="15" name="Picture 14"/>
          <p:cNvPicPr>
            <a:picLocks noChangeAspect="1"/>
          </p:cNvPicPr>
          <p:nvPr/>
        </p:nvPicPr>
        <p:blipFill>
          <a:blip r:embed="rId7"/>
          <a:stretch>
            <a:fillRect/>
          </a:stretch>
        </p:blipFill>
        <p:spPr>
          <a:xfrm>
            <a:off x="562450" y="3929474"/>
            <a:ext cx="7159043" cy="1319639"/>
          </a:xfrm>
          <a:prstGeom prst="rect">
            <a:avLst/>
          </a:prstGeom>
        </p:spPr>
      </p:pic>
      <p:sp>
        <p:nvSpPr>
          <p:cNvPr id="2" name="Title 2">
            <a:extLst>
              <a:ext uri="{FF2B5EF4-FFF2-40B4-BE49-F238E27FC236}">
                <a16:creationId xmlns:a16="http://schemas.microsoft.com/office/drawing/2014/main" id="{40B47E29-884B-9A2F-A53B-DADC7AA559B7}"/>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4156" b="1" dirty="0">
                <a:solidFill>
                  <a:schemeClr val="bg1"/>
                </a:solidFill>
                <a:latin typeface="+mn-lt"/>
                <a:cs typeface="Helvetica" panose="020B0604020202020204" pitchFamily="34" charset="0"/>
              </a:rPr>
              <a:t>Simple Linear Regression</a:t>
            </a:r>
          </a:p>
        </p:txBody>
      </p:sp>
    </p:spTree>
    <p:extLst>
      <p:ext uri="{BB962C8B-B14F-4D97-AF65-F5344CB8AC3E}">
        <p14:creationId xmlns:p14="http://schemas.microsoft.com/office/powerpoint/2010/main" val="2216944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0-#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364364" y="1890292"/>
            <a:ext cx="6573453" cy="1113446"/>
          </a:xfrm>
          <a:prstGeom prst="rect">
            <a:avLst/>
          </a:prstGeom>
        </p:spPr>
      </p:pic>
      <p:pic>
        <p:nvPicPr>
          <p:cNvPr id="13" name="Picture 12"/>
          <p:cNvPicPr>
            <a:picLocks noChangeAspect="1"/>
          </p:cNvPicPr>
          <p:nvPr/>
        </p:nvPicPr>
        <p:blipFill>
          <a:blip r:embed="rId4"/>
          <a:stretch>
            <a:fillRect/>
          </a:stretch>
        </p:blipFill>
        <p:spPr>
          <a:xfrm>
            <a:off x="364365" y="672650"/>
            <a:ext cx="6097384" cy="1156504"/>
          </a:xfrm>
          <a:prstGeom prst="rect">
            <a:avLst/>
          </a:prstGeom>
        </p:spPr>
      </p:pic>
      <p:pic>
        <p:nvPicPr>
          <p:cNvPr id="14" name="Picture 13"/>
          <p:cNvPicPr>
            <a:picLocks noChangeAspect="1"/>
          </p:cNvPicPr>
          <p:nvPr/>
        </p:nvPicPr>
        <p:blipFill>
          <a:blip r:embed="rId5"/>
          <a:stretch>
            <a:fillRect/>
          </a:stretch>
        </p:blipFill>
        <p:spPr>
          <a:xfrm>
            <a:off x="364364" y="5375023"/>
            <a:ext cx="2631031" cy="866013"/>
          </a:xfrm>
          <a:prstGeom prst="rect">
            <a:avLst/>
          </a:prstGeom>
        </p:spPr>
      </p:pic>
      <p:pic>
        <p:nvPicPr>
          <p:cNvPr id="15" name="Picture 14"/>
          <p:cNvPicPr>
            <a:picLocks noChangeAspect="1"/>
          </p:cNvPicPr>
          <p:nvPr/>
        </p:nvPicPr>
        <p:blipFill>
          <a:blip r:embed="rId6"/>
          <a:stretch>
            <a:fillRect/>
          </a:stretch>
        </p:blipFill>
        <p:spPr>
          <a:xfrm>
            <a:off x="364363" y="3090398"/>
            <a:ext cx="8232372" cy="2152661"/>
          </a:xfrm>
          <a:prstGeom prst="rect">
            <a:avLst/>
          </a:prstGeom>
        </p:spPr>
      </p:pic>
      <p:sp>
        <p:nvSpPr>
          <p:cNvPr id="16" name="Rounded Rectangle 15"/>
          <p:cNvSpPr/>
          <p:nvPr/>
        </p:nvSpPr>
        <p:spPr>
          <a:xfrm>
            <a:off x="5472019" y="3150640"/>
            <a:ext cx="3124716" cy="2007737"/>
          </a:xfrm>
          <a:prstGeom prst="round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37718">
              <a:buClrTx/>
            </a:pPr>
            <a:endParaRPr lang="en-IN" sz="1650" kern="1200">
              <a:solidFill>
                <a:prstClr val="white"/>
              </a:solidFill>
              <a:latin typeface="Calibri"/>
            </a:endParaRPr>
          </a:p>
        </p:txBody>
      </p:sp>
      <p:sp>
        <p:nvSpPr>
          <p:cNvPr id="18" name="Rectangle 3"/>
          <p:cNvSpPr txBox="1">
            <a:spLocks noChangeArrowheads="1"/>
          </p:cNvSpPr>
          <p:nvPr/>
        </p:nvSpPr>
        <p:spPr bwMode="auto">
          <a:xfrm>
            <a:off x="3547750" y="5368333"/>
            <a:ext cx="4165616" cy="1010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7" tIns="45718" rIns="91437" bIns="45718"/>
          <a:lstStyle>
            <a:lvl1pPr marL="227013" indent="-227013" defTabSz="912813">
              <a:spcBef>
                <a:spcPct val="20000"/>
              </a:spcBef>
              <a:buBlip>
                <a:blip r:embed="rId7"/>
              </a:buBlip>
              <a:defRPr sz="4200">
                <a:solidFill>
                  <a:schemeClr val="tx1"/>
                </a:solidFill>
                <a:latin typeface="Helvetic Neue"/>
              </a:defRPr>
            </a:lvl1pPr>
            <a:lvl2pPr marL="684213" indent="-227013" defTabSz="912813">
              <a:spcBef>
                <a:spcPct val="20000"/>
              </a:spcBef>
              <a:buSzPct val="75000"/>
              <a:buBlip>
                <a:blip r:embed="rId8"/>
              </a:buBlip>
              <a:defRPr sz="3600">
                <a:solidFill>
                  <a:schemeClr val="tx1"/>
                </a:solidFill>
                <a:latin typeface="Helvetic Neue"/>
              </a:defRPr>
            </a:lvl2pPr>
            <a:lvl3pPr marL="1141413" indent="-227013" defTabSz="912813">
              <a:spcBef>
                <a:spcPct val="20000"/>
              </a:spcBef>
              <a:buChar char="•"/>
              <a:defRPr sz="3100">
                <a:solidFill>
                  <a:schemeClr val="tx1"/>
                </a:solidFill>
                <a:latin typeface="Helvetic Neue"/>
              </a:defRPr>
            </a:lvl3pPr>
            <a:lvl4pPr marL="1598613" indent="-227013" defTabSz="912813">
              <a:spcBef>
                <a:spcPct val="20000"/>
              </a:spcBef>
              <a:buChar char="–"/>
              <a:defRPr sz="2600">
                <a:solidFill>
                  <a:schemeClr val="tx1"/>
                </a:solidFill>
                <a:latin typeface="Helvetic Neue"/>
              </a:defRPr>
            </a:lvl4pPr>
            <a:lvl5pPr marL="2055813" indent="-227013" defTabSz="912813">
              <a:spcBef>
                <a:spcPct val="20000"/>
              </a:spcBef>
              <a:buClr>
                <a:schemeClr val="tx2"/>
              </a:buClr>
              <a:buChar char="–"/>
              <a:defRPr sz="2600">
                <a:solidFill>
                  <a:schemeClr val="tx1"/>
                </a:solidFill>
                <a:latin typeface="Helvetic Neue"/>
              </a:defRPr>
            </a:lvl5pPr>
            <a:lvl6pPr marL="2513013" indent="-227013" defTabSz="912813" eaLnBrk="0" fontAlgn="base" hangingPunct="0">
              <a:spcBef>
                <a:spcPct val="20000"/>
              </a:spcBef>
              <a:spcAft>
                <a:spcPct val="0"/>
              </a:spcAft>
              <a:buClr>
                <a:schemeClr val="tx2"/>
              </a:buClr>
              <a:buChar char="–"/>
              <a:defRPr sz="2600">
                <a:solidFill>
                  <a:schemeClr val="tx1"/>
                </a:solidFill>
                <a:latin typeface="Helvetic Neue"/>
              </a:defRPr>
            </a:lvl6pPr>
            <a:lvl7pPr marL="2970213" indent="-227013" defTabSz="912813" eaLnBrk="0" fontAlgn="base" hangingPunct="0">
              <a:spcBef>
                <a:spcPct val="20000"/>
              </a:spcBef>
              <a:spcAft>
                <a:spcPct val="0"/>
              </a:spcAft>
              <a:buClr>
                <a:schemeClr val="tx2"/>
              </a:buClr>
              <a:buChar char="–"/>
              <a:defRPr sz="2600">
                <a:solidFill>
                  <a:schemeClr val="tx1"/>
                </a:solidFill>
                <a:latin typeface="Helvetic Neue"/>
              </a:defRPr>
            </a:lvl7pPr>
            <a:lvl8pPr marL="3427413" indent="-227013" defTabSz="912813" eaLnBrk="0" fontAlgn="base" hangingPunct="0">
              <a:spcBef>
                <a:spcPct val="20000"/>
              </a:spcBef>
              <a:spcAft>
                <a:spcPct val="0"/>
              </a:spcAft>
              <a:buClr>
                <a:schemeClr val="tx2"/>
              </a:buClr>
              <a:buChar char="–"/>
              <a:defRPr sz="2600">
                <a:solidFill>
                  <a:schemeClr val="tx1"/>
                </a:solidFill>
                <a:latin typeface="Helvetic Neue"/>
              </a:defRPr>
            </a:lvl8pPr>
            <a:lvl9pPr marL="3884613" indent="-227013" defTabSz="912813" eaLnBrk="0" fontAlgn="base" hangingPunct="0">
              <a:spcBef>
                <a:spcPct val="20000"/>
              </a:spcBef>
              <a:spcAft>
                <a:spcPct val="0"/>
              </a:spcAft>
              <a:buClr>
                <a:schemeClr val="tx2"/>
              </a:buClr>
              <a:buChar char="–"/>
              <a:defRPr sz="2600">
                <a:solidFill>
                  <a:schemeClr val="tx1"/>
                </a:solidFill>
                <a:latin typeface="Helvetic Neue"/>
              </a:defRPr>
            </a:lvl9pPr>
          </a:lstStyle>
          <a:p>
            <a:pPr marL="0" indent="0" defTabSz="790405">
              <a:lnSpc>
                <a:spcPct val="90000"/>
              </a:lnSpc>
              <a:spcBef>
                <a:spcPts val="866"/>
              </a:spcBef>
              <a:buClr>
                <a:srgbClr val="E57725"/>
              </a:buClr>
              <a:buNone/>
            </a:pPr>
            <a:r>
              <a:rPr lang="en-US" altLang="en-US" sz="3117" b="1" kern="1200" dirty="0">
                <a:solidFill>
                  <a:srgbClr val="000099"/>
                </a:solidFill>
                <a:latin typeface="Helvetica Neue"/>
                <a:ea typeface="+mn-ea"/>
                <a:cs typeface="Arial" panose="020B0604020202020204" pitchFamily="34" charset="0"/>
              </a:rPr>
              <a:t>The fitted regression </a:t>
            </a:r>
          </a:p>
          <a:p>
            <a:pPr marL="0" indent="0" defTabSz="790405">
              <a:lnSpc>
                <a:spcPct val="90000"/>
              </a:lnSpc>
              <a:spcBef>
                <a:spcPts val="866"/>
              </a:spcBef>
              <a:buClr>
                <a:srgbClr val="E57725"/>
              </a:buClr>
              <a:buNone/>
            </a:pPr>
            <a:r>
              <a:rPr lang="en-US" altLang="en-US" sz="3117" b="1" kern="1200" dirty="0">
                <a:solidFill>
                  <a:srgbClr val="000099"/>
                </a:solidFill>
                <a:latin typeface="Helvetica Neue"/>
                <a:ea typeface="+mn-ea"/>
                <a:cs typeface="Arial" panose="020B0604020202020204" pitchFamily="34" charset="0"/>
              </a:rPr>
              <a:t>model is</a:t>
            </a:r>
          </a:p>
          <a:p>
            <a:pPr marL="592460" lvl="1" indent="-196571" defTabSz="790405">
              <a:spcBef>
                <a:spcPts val="433"/>
              </a:spcBef>
              <a:buClr>
                <a:srgbClr val="E57725"/>
              </a:buClr>
              <a:buSzPct val="100000"/>
              <a:buNone/>
            </a:pPr>
            <a:endParaRPr lang="en-US" altLang="en-US" sz="3117" b="1" kern="1200" dirty="0">
              <a:solidFill>
                <a:srgbClr val="000099"/>
              </a:solidFill>
              <a:latin typeface="Helvetica Neue"/>
              <a:ea typeface="+mn-ea"/>
              <a:cs typeface="Arial" panose="020B0604020202020204" pitchFamily="34" charset="0"/>
            </a:endParaRPr>
          </a:p>
        </p:txBody>
      </p:sp>
      <p:pic>
        <p:nvPicPr>
          <p:cNvPr id="2" name="Picture 1"/>
          <p:cNvPicPr>
            <a:picLocks noChangeAspect="1"/>
          </p:cNvPicPr>
          <p:nvPr/>
        </p:nvPicPr>
        <p:blipFill>
          <a:blip r:embed="rId9"/>
          <a:stretch>
            <a:fillRect/>
          </a:stretch>
        </p:blipFill>
        <p:spPr>
          <a:xfrm>
            <a:off x="7713366" y="5368333"/>
            <a:ext cx="3018675" cy="997977"/>
          </a:xfrm>
          <a:prstGeom prst="rect">
            <a:avLst/>
          </a:prstGeom>
        </p:spPr>
      </p:pic>
      <p:sp>
        <p:nvSpPr>
          <p:cNvPr id="3" name="Title 2">
            <a:extLst>
              <a:ext uri="{FF2B5EF4-FFF2-40B4-BE49-F238E27FC236}">
                <a16:creationId xmlns:a16="http://schemas.microsoft.com/office/drawing/2014/main" id="{9E48AA25-8B0E-829A-3266-DFDDFC61D21E}"/>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4156" b="1" dirty="0">
                <a:solidFill>
                  <a:schemeClr val="bg1"/>
                </a:solidFill>
                <a:latin typeface="Helvetica Neue"/>
                <a:cs typeface="Helvetica" panose="020B0604020202020204" pitchFamily="34" charset="0"/>
              </a:rPr>
              <a:t>Simple Linear Regression</a:t>
            </a:r>
          </a:p>
        </p:txBody>
      </p:sp>
      <mc:AlternateContent xmlns:mc="http://schemas.openxmlformats.org/markup-compatibility/2006">
        <mc:Choice xmlns:p14="http://schemas.microsoft.com/office/powerpoint/2010/main" Requires="p14">
          <p:contentPart p14:bwMode="auto" r:id="rId10">
            <p14:nvContentPartPr>
              <p14:cNvPr id="4" name="Ink 3">
                <a:extLst>
                  <a:ext uri="{FF2B5EF4-FFF2-40B4-BE49-F238E27FC236}">
                    <a16:creationId xmlns:a16="http://schemas.microsoft.com/office/drawing/2014/main" id="{A361224C-9D28-F9A5-8D5C-C5023A7EB18A}"/>
                  </a:ext>
                </a:extLst>
              </p14:cNvPr>
              <p14:cNvContentPartPr/>
              <p14:nvPr/>
            </p14:nvContentPartPr>
            <p14:xfrm>
              <a:off x="250063" y="3673175"/>
              <a:ext cx="554400" cy="699840"/>
            </p14:xfrm>
          </p:contentPart>
        </mc:Choice>
        <mc:Fallback>
          <p:pic>
            <p:nvPicPr>
              <p:cNvPr id="4" name="Ink 3">
                <a:extLst>
                  <a:ext uri="{FF2B5EF4-FFF2-40B4-BE49-F238E27FC236}">
                    <a16:creationId xmlns:a16="http://schemas.microsoft.com/office/drawing/2014/main" id="{A361224C-9D28-F9A5-8D5C-C5023A7EB18A}"/>
                  </a:ext>
                </a:extLst>
              </p:cNvPr>
              <p:cNvPicPr/>
              <p:nvPr/>
            </p:nvPicPr>
            <p:blipFill>
              <a:blip r:embed="rId11"/>
              <a:stretch>
                <a:fillRect/>
              </a:stretch>
            </p:blipFill>
            <p:spPr>
              <a:xfrm>
                <a:off x="243943" y="3667055"/>
                <a:ext cx="566640" cy="7120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9" name="Ink 18">
                <a:extLst>
                  <a:ext uri="{FF2B5EF4-FFF2-40B4-BE49-F238E27FC236}">
                    <a16:creationId xmlns:a16="http://schemas.microsoft.com/office/drawing/2014/main" id="{BD460DEF-7C5A-A42E-1409-182B64D3048C}"/>
                  </a:ext>
                </a:extLst>
              </p14:cNvPr>
              <p14:cNvContentPartPr/>
              <p14:nvPr/>
            </p14:nvContentPartPr>
            <p14:xfrm>
              <a:off x="9542023" y="4279055"/>
              <a:ext cx="90720" cy="714240"/>
            </p14:xfrm>
          </p:contentPart>
        </mc:Choice>
        <mc:Fallback>
          <p:pic>
            <p:nvPicPr>
              <p:cNvPr id="19" name="Ink 18">
                <a:extLst>
                  <a:ext uri="{FF2B5EF4-FFF2-40B4-BE49-F238E27FC236}">
                    <a16:creationId xmlns:a16="http://schemas.microsoft.com/office/drawing/2014/main" id="{BD460DEF-7C5A-A42E-1409-182B64D3048C}"/>
                  </a:ext>
                </a:extLst>
              </p:cNvPr>
              <p:cNvPicPr/>
              <p:nvPr/>
            </p:nvPicPr>
            <p:blipFill>
              <a:blip r:embed="rId13"/>
              <a:stretch>
                <a:fillRect/>
              </a:stretch>
            </p:blipFill>
            <p:spPr>
              <a:xfrm>
                <a:off x="9535903" y="4272935"/>
                <a:ext cx="102960" cy="726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0" name="Ink 19">
                <a:extLst>
                  <a:ext uri="{FF2B5EF4-FFF2-40B4-BE49-F238E27FC236}">
                    <a16:creationId xmlns:a16="http://schemas.microsoft.com/office/drawing/2014/main" id="{1A4F8ED5-28EC-1CA2-1E1F-4729614C2D90}"/>
                  </a:ext>
                </a:extLst>
              </p14:cNvPr>
              <p14:cNvContentPartPr/>
              <p14:nvPr/>
            </p14:nvContentPartPr>
            <p14:xfrm>
              <a:off x="9530503" y="4277975"/>
              <a:ext cx="176760" cy="706680"/>
            </p14:xfrm>
          </p:contentPart>
        </mc:Choice>
        <mc:Fallback>
          <p:pic>
            <p:nvPicPr>
              <p:cNvPr id="20" name="Ink 19">
                <a:extLst>
                  <a:ext uri="{FF2B5EF4-FFF2-40B4-BE49-F238E27FC236}">
                    <a16:creationId xmlns:a16="http://schemas.microsoft.com/office/drawing/2014/main" id="{1A4F8ED5-28EC-1CA2-1E1F-4729614C2D90}"/>
                  </a:ext>
                </a:extLst>
              </p:cNvPr>
              <p:cNvPicPr/>
              <p:nvPr/>
            </p:nvPicPr>
            <p:blipFill>
              <a:blip r:embed="rId15"/>
              <a:stretch>
                <a:fillRect/>
              </a:stretch>
            </p:blipFill>
            <p:spPr>
              <a:xfrm>
                <a:off x="9524383" y="4271855"/>
                <a:ext cx="189000" cy="718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1" name="Ink 20">
                <a:extLst>
                  <a:ext uri="{FF2B5EF4-FFF2-40B4-BE49-F238E27FC236}">
                    <a16:creationId xmlns:a16="http://schemas.microsoft.com/office/drawing/2014/main" id="{A0107C61-AB88-7F65-A237-B53DDB64A00E}"/>
                  </a:ext>
                </a:extLst>
              </p14:cNvPr>
              <p14:cNvContentPartPr/>
              <p14:nvPr/>
            </p14:nvContentPartPr>
            <p14:xfrm>
              <a:off x="9877543" y="4396415"/>
              <a:ext cx="198720" cy="253800"/>
            </p14:xfrm>
          </p:contentPart>
        </mc:Choice>
        <mc:Fallback>
          <p:pic>
            <p:nvPicPr>
              <p:cNvPr id="21" name="Ink 20">
                <a:extLst>
                  <a:ext uri="{FF2B5EF4-FFF2-40B4-BE49-F238E27FC236}">
                    <a16:creationId xmlns:a16="http://schemas.microsoft.com/office/drawing/2014/main" id="{A0107C61-AB88-7F65-A237-B53DDB64A00E}"/>
                  </a:ext>
                </a:extLst>
              </p:cNvPr>
              <p:cNvPicPr/>
              <p:nvPr/>
            </p:nvPicPr>
            <p:blipFill>
              <a:blip r:embed="rId17"/>
              <a:stretch>
                <a:fillRect/>
              </a:stretch>
            </p:blipFill>
            <p:spPr>
              <a:xfrm>
                <a:off x="9871423" y="4390295"/>
                <a:ext cx="210960" cy="2660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2" name="Ink 21">
                <a:extLst>
                  <a:ext uri="{FF2B5EF4-FFF2-40B4-BE49-F238E27FC236}">
                    <a16:creationId xmlns:a16="http://schemas.microsoft.com/office/drawing/2014/main" id="{4DB2194B-7454-DC1A-CB59-3FD3E42DB78F}"/>
                  </a:ext>
                </a:extLst>
              </p14:cNvPr>
              <p14:cNvContentPartPr/>
              <p14:nvPr/>
            </p14:nvContentPartPr>
            <p14:xfrm>
              <a:off x="10127023" y="4618535"/>
              <a:ext cx="71280" cy="299160"/>
            </p14:xfrm>
          </p:contentPart>
        </mc:Choice>
        <mc:Fallback>
          <p:pic>
            <p:nvPicPr>
              <p:cNvPr id="22" name="Ink 21">
                <a:extLst>
                  <a:ext uri="{FF2B5EF4-FFF2-40B4-BE49-F238E27FC236}">
                    <a16:creationId xmlns:a16="http://schemas.microsoft.com/office/drawing/2014/main" id="{4DB2194B-7454-DC1A-CB59-3FD3E42DB78F}"/>
                  </a:ext>
                </a:extLst>
              </p:cNvPr>
              <p:cNvPicPr/>
              <p:nvPr/>
            </p:nvPicPr>
            <p:blipFill>
              <a:blip r:embed="rId19"/>
              <a:stretch>
                <a:fillRect/>
              </a:stretch>
            </p:blipFill>
            <p:spPr>
              <a:xfrm>
                <a:off x="10120903" y="4612415"/>
                <a:ext cx="83520" cy="311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3" name="Ink 22">
                <a:extLst>
                  <a:ext uri="{FF2B5EF4-FFF2-40B4-BE49-F238E27FC236}">
                    <a16:creationId xmlns:a16="http://schemas.microsoft.com/office/drawing/2014/main" id="{641D8E72-72BB-DA08-EFDC-500AB3DF8651}"/>
                  </a:ext>
                </a:extLst>
              </p14:cNvPr>
              <p14:cNvContentPartPr/>
              <p14:nvPr/>
            </p14:nvContentPartPr>
            <p14:xfrm>
              <a:off x="10224223" y="4354295"/>
              <a:ext cx="96480" cy="625320"/>
            </p14:xfrm>
          </p:contentPart>
        </mc:Choice>
        <mc:Fallback>
          <p:pic>
            <p:nvPicPr>
              <p:cNvPr id="23" name="Ink 22">
                <a:extLst>
                  <a:ext uri="{FF2B5EF4-FFF2-40B4-BE49-F238E27FC236}">
                    <a16:creationId xmlns:a16="http://schemas.microsoft.com/office/drawing/2014/main" id="{641D8E72-72BB-DA08-EFDC-500AB3DF8651}"/>
                  </a:ext>
                </a:extLst>
              </p:cNvPr>
              <p:cNvPicPr/>
              <p:nvPr/>
            </p:nvPicPr>
            <p:blipFill>
              <a:blip r:embed="rId21"/>
              <a:stretch>
                <a:fillRect/>
              </a:stretch>
            </p:blipFill>
            <p:spPr>
              <a:xfrm>
                <a:off x="10218103" y="4348175"/>
                <a:ext cx="108720" cy="6375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4" name="Ink 23">
                <a:extLst>
                  <a:ext uri="{FF2B5EF4-FFF2-40B4-BE49-F238E27FC236}">
                    <a16:creationId xmlns:a16="http://schemas.microsoft.com/office/drawing/2014/main" id="{05EE3B84-21AF-D164-234F-EF7A256534B6}"/>
                  </a:ext>
                </a:extLst>
              </p14:cNvPr>
              <p14:cNvContentPartPr/>
              <p14:nvPr/>
            </p14:nvContentPartPr>
            <p14:xfrm>
              <a:off x="10318903" y="4351055"/>
              <a:ext cx="60840" cy="614520"/>
            </p14:xfrm>
          </p:contentPart>
        </mc:Choice>
        <mc:Fallback>
          <p:pic>
            <p:nvPicPr>
              <p:cNvPr id="24" name="Ink 23">
                <a:extLst>
                  <a:ext uri="{FF2B5EF4-FFF2-40B4-BE49-F238E27FC236}">
                    <a16:creationId xmlns:a16="http://schemas.microsoft.com/office/drawing/2014/main" id="{05EE3B84-21AF-D164-234F-EF7A256534B6}"/>
                  </a:ext>
                </a:extLst>
              </p:cNvPr>
              <p:cNvPicPr/>
              <p:nvPr/>
            </p:nvPicPr>
            <p:blipFill>
              <a:blip r:embed="rId23"/>
              <a:stretch>
                <a:fillRect/>
              </a:stretch>
            </p:blipFill>
            <p:spPr>
              <a:xfrm>
                <a:off x="10312783" y="4344935"/>
                <a:ext cx="73080" cy="6267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7" name="Ink 26">
                <a:extLst>
                  <a:ext uri="{FF2B5EF4-FFF2-40B4-BE49-F238E27FC236}">
                    <a16:creationId xmlns:a16="http://schemas.microsoft.com/office/drawing/2014/main" id="{3D287199-6A4B-ABFD-DC8F-6815F9FC41F8}"/>
                  </a:ext>
                </a:extLst>
              </p14:cNvPr>
              <p14:cNvContentPartPr/>
              <p14:nvPr/>
            </p14:nvContentPartPr>
            <p14:xfrm>
              <a:off x="9582343" y="4295615"/>
              <a:ext cx="105120" cy="599400"/>
            </p14:xfrm>
          </p:contentPart>
        </mc:Choice>
        <mc:Fallback>
          <p:pic>
            <p:nvPicPr>
              <p:cNvPr id="27" name="Ink 26">
                <a:extLst>
                  <a:ext uri="{FF2B5EF4-FFF2-40B4-BE49-F238E27FC236}">
                    <a16:creationId xmlns:a16="http://schemas.microsoft.com/office/drawing/2014/main" id="{3D287199-6A4B-ABFD-DC8F-6815F9FC41F8}"/>
                  </a:ext>
                </a:extLst>
              </p:cNvPr>
              <p:cNvPicPr/>
              <p:nvPr/>
            </p:nvPicPr>
            <p:blipFill>
              <a:blip r:embed="rId25"/>
              <a:stretch>
                <a:fillRect/>
              </a:stretch>
            </p:blipFill>
            <p:spPr>
              <a:xfrm>
                <a:off x="9576223" y="4289495"/>
                <a:ext cx="117360" cy="6116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8" name="Ink 27">
                <a:extLst>
                  <a:ext uri="{FF2B5EF4-FFF2-40B4-BE49-F238E27FC236}">
                    <a16:creationId xmlns:a16="http://schemas.microsoft.com/office/drawing/2014/main" id="{ABBE2621-5737-8AD0-4902-66300C9EFD23}"/>
                  </a:ext>
                </a:extLst>
              </p14:cNvPr>
              <p14:cNvContentPartPr/>
              <p14:nvPr/>
            </p14:nvContentPartPr>
            <p14:xfrm>
              <a:off x="9646423" y="4300655"/>
              <a:ext cx="90360" cy="651240"/>
            </p14:xfrm>
          </p:contentPart>
        </mc:Choice>
        <mc:Fallback>
          <p:pic>
            <p:nvPicPr>
              <p:cNvPr id="28" name="Ink 27">
                <a:extLst>
                  <a:ext uri="{FF2B5EF4-FFF2-40B4-BE49-F238E27FC236}">
                    <a16:creationId xmlns:a16="http://schemas.microsoft.com/office/drawing/2014/main" id="{ABBE2621-5737-8AD0-4902-66300C9EFD23}"/>
                  </a:ext>
                </a:extLst>
              </p:cNvPr>
              <p:cNvPicPr/>
              <p:nvPr/>
            </p:nvPicPr>
            <p:blipFill>
              <a:blip r:embed="rId27"/>
              <a:stretch>
                <a:fillRect/>
              </a:stretch>
            </p:blipFill>
            <p:spPr>
              <a:xfrm>
                <a:off x="9640303" y="4294535"/>
                <a:ext cx="102600" cy="663480"/>
              </a:xfrm>
              <a:prstGeom prst="rect">
                <a:avLst/>
              </a:prstGeom>
            </p:spPr>
          </p:pic>
        </mc:Fallback>
      </mc:AlternateContent>
      <p:grpSp>
        <p:nvGrpSpPr>
          <p:cNvPr id="40" name="Group 39">
            <a:extLst>
              <a:ext uri="{FF2B5EF4-FFF2-40B4-BE49-F238E27FC236}">
                <a16:creationId xmlns:a16="http://schemas.microsoft.com/office/drawing/2014/main" id="{8777CB28-1570-8BC0-8C78-E856DE0AA9C6}"/>
              </a:ext>
            </a:extLst>
          </p:cNvPr>
          <p:cNvGrpSpPr/>
          <p:nvPr/>
        </p:nvGrpSpPr>
        <p:grpSpPr>
          <a:xfrm>
            <a:off x="7913383" y="1187375"/>
            <a:ext cx="306000" cy="591120"/>
            <a:chOff x="7913383" y="1187375"/>
            <a:chExt cx="306000" cy="591120"/>
          </a:xfrm>
        </p:grpSpPr>
        <mc:AlternateContent xmlns:mc="http://schemas.openxmlformats.org/markup-compatibility/2006">
          <mc:Choice xmlns:p14="http://schemas.microsoft.com/office/powerpoint/2010/main" Requires="p14">
            <p:contentPart p14:bwMode="auto" r:id="rId28">
              <p14:nvContentPartPr>
                <p14:cNvPr id="30" name="Ink 29">
                  <a:extLst>
                    <a:ext uri="{FF2B5EF4-FFF2-40B4-BE49-F238E27FC236}">
                      <a16:creationId xmlns:a16="http://schemas.microsoft.com/office/drawing/2014/main" id="{DA37F828-BCD0-B001-5262-FD0DB667437E}"/>
                    </a:ext>
                  </a:extLst>
                </p14:cNvPr>
                <p14:cNvContentPartPr/>
                <p14:nvPr/>
              </p14:nvContentPartPr>
              <p14:xfrm>
                <a:off x="7913383" y="1187375"/>
                <a:ext cx="173520" cy="357480"/>
              </p14:xfrm>
            </p:contentPart>
          </mc:Choice>
          <mc:Fallback>
            <p:pic>
              <p:nvPicPr>
                <p:cNvPr id="30" name="Ink 29">
                  <a:extLst>
                    <a:ext uri="{FF2B5EF4-FFF2-40B4-BE49-F238E27FC236}">
                      <a16:creationId xmlns:a16="http://schemas.microsoft.com/office/drawing/2014/main" id="{DA37F828-BCD0-B001-5262-FD0DB667437E}"/>
                    </a:ext>
                  </a:extLst>
                </p:cNvPr>
                <p:cNvPicPr/>
                <p:nvPr/>
              </p:nvPicPr>
              <p:blipFill>
                <a:blip r:embed="rId29"/>
                <a:stretch>
                  <a:fillRect/>
                </a:stretch>
              </p:blipFill>
              <p:spPr>
                <a:xfrm>
                  <a:off x="7907263" y="1181255"/>
                  <a:ext cx="185760" cy="3697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1" name="Ink 30">
                  <a:extLst>
                    <a:ext uri="{FF2B5EF4-FFF2-40B4-BE49-F238E27FC236}">
                      <a16:creationId xmlns:a16="http://schemas.microsoft.com/office/drawing/2014/main" id="{508EEA12-E9D6-7337-12DB-5AB3BA509362}"/>
                    </a:ext>
                  </a:extLst>
                </p14:cNvPr>
                <p14:cNvContentPartPr/>
                <p14:nvPr/>
              </p14:nvContentPartPr>
              <p14:xfrm>
                <a:off x="8175103" y="1548455"/>
                <a:ext cx="44280" cy="230040"/>
              </p14:xfrm>
            </p:contentPart>
          </mc:Choice>
          <mc:Fallback>
            <p:pic>
              <p:nvPicPr>
                <p:cNvPr id="31" name="Ink 30">
                  <a:extLst>
                    <a:ext uri="{FF2B5EF4-FFF2-40B4-BE49-F238E27FC236}">
                      <a16:creationId xmlns:a16="http://schemas.microsoft.com/office/drawing/2014/main" id="{508EEA12-E9D6-7337-12DB-5AB3BA509362}"/>
                    </a:ext>
                  </a:extLst>
                </p:cNvPr>
                <p:cNvPicPr/>
                <p:nvPr/>
              </p:nvPicPr>
              <p:blipFill>
                <a:blip r:embed="rId31"/>
                <a:stretch>
                  <a:fillRect/>
                </a:stretch>
              </p:blipFill>
              <p:spPr>
                <a:xfrm>
                  <a:off x="8168983" y="1542335"/>
                  <a:ext cx="56520" cy="242280"/>
                </a:xfrm>
                <a:prstGeom prst="rect">
                  <a:avLst/>
                </a:prstGeom>
              </p:spPr>
            </p:pic>
          </mc:Fallback>
        </mc:AlternateContent>
      </p:grpSp>
      <p:grpSp>
        <p:nvGrpSpPr>
          <p:cNvPr id="63" name="Group 62">
            <a:extLst>
              <a:ext uri="{FF2B5EF4-FFF2-40B4-BE49-F238E27FC236}">
                <a16:creationId xmlns:a16="http://schemas.microsoft.com/office/drawing/2014/main" id="{71E0E682-F7F0-960A-6E9A-42995E4EC625}"/>
              </a:ext>
            </a:extLst>
          </p:cNvPr>
          <p:cNvGrpSpPr/>
          <p:nvPr/>
        </p:nvGrpSpPr>
        <p:grpSpPr>
          <a:xfrm>
            <a:off x="8521783" y="693455"/>
            <a:ext cx="2722320" cy="3404520"/>
            <a:chOff x="8521783" y="693455"/>
            <a:chExt cx="2722320" cy="3404520"/>
          </a:xfrm>
        </p:grpSpPr>
        <mc:AlternateContent xmlns:mc="http://schemas.openxmlformats.org/markup-compatibility/2006">
          <mc:Choice xmlns:p14="http://schemas.microsoft.com/office/powerpoint/2010/main" Requires="p14">
            <p:contentPart p14:bwMode="auto" r:id="rId32">
              <p14:nvContentPartPr>
                <p14:cNvPr id="5" name="Ink 4">
                  <a:extLst>
                    <a:ext uri="{FF2B5EF4-FFF2-40B4-BE49-F238E27FC236}">
                      <a16:creationId xmlns:a16="http://schemas.microsoft.com/office/drawing/2014/main" id="{6EB65CBD-5214-3F17-F106-826E2EDFA3B6}"/>
                    </a:ext>
                  </a:extLst>
                </p14:cNvPr>
                <p14:cNvContentPartPr/>
                <p14:nvPr/>
              </p14:nvContentPartPr>
              <p14:xfrm>
                <a:off x="9592423" y="3424775"/>
                <a:ext cx="176040" cy="273960"/>
              </p14:xfrm>
            </p:contentPart>
          </mc:Choice>
          <mc:Fallback>
            <p:pic>
              <p:nvPicPr>
                <p:cNvPr id="5" name="Ink 4">
                  <a:extLst>
                    <a:ext uri="{FF2B5EF4-FFF2-40B4-BE49-F238E27FC236}">
                      <a16:creationId xmlns:a16="http://schemas.microsoft.com/office/drawing/2014/main" id="{6EB65CBD-5214-3F17-F106-826E2EDFA3B6}"/>
                    </a:ext>
                  </a:extLst>
                </p:cNvPr>
                <p:cNvPicPr/>
                <p:nvPr/>
              </p:nvPicPr>
              <p:blipFill>
                <a:blip r:embed="rId33"/>
                <a:stretch>
                  <a:fillRect/>
                </a:stretch>
              </p:blipFill>
              <p:spPr>
                <a:xfrm>
                  <a:off x="9586303" y="3418655"/>
                  <a:ext cx="18828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6" name="Ink 5">
                  <a:extLst>
                    <a:ext uri="{FF2B5EF4-FFF2-40B4-BE49-F238E27FC236}">
                      <a16:creationId xmlns:a16="http://schemas.microsoft.com/office/drawing/2014/main" id="{3C3B6228-52C4-6AB9-FEB1-100477B102BB}"/>
                    </a:ext>
                  </a:extLst>
                </p14:cNvPr>
                <p14:cNvContentPartPr/>
                <p14:nvPr/>
              </p14:nvContentPartPr>
              <p14:xfrm>
                <a:off x="9788983" y="3704135"/>
                <a:ext cx="66240" cy="304200"/>
              </p14:xfrm>
            </p:contentPart>
          </mc:Choice>
          <mc:Fallback>
            <p:pic>
              <p:nvPicPr>
                <p:cNvPr id="6" name="Ink 5">
                  <a:extLst>
                    <a:ext uri="{FF2B5EF4-FFF2-40B4-BE49-F238E27FC236}">
                      <a16:creationId xmlns:a16="http://schemas.microsoft.com/office/drawing/2014/main" id="{3C3B6228-52C4-6AB9-FEB1-100477B102BB}"/>
                    </a:ext>
                  </a:extLst>
                </p:cNvPr>
                <p:cNvPicPr/>
                <p:nvPr/>
              </p:nvPicPr>
              <p:blipFill>
                <a:blip r:embed="rId35"/>
                <a:stretch>
                  <a:fillRect/>
                </a:stretch>
              </p:blipFill>
              <p:spPr>
                <a:xfrm>
                  <a:off x="9782863" y="3698015"/>
                  <a:ext cx="78480" cy="3164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7" name="Ink 6">
                  <a:extLst>
                    <a:ext uri="{FF2B5EF4-FFF2-40B4-BE49-F238E27FC236}">
                      <a16:creationId xmlns:a16="http://schemas.microsoft.com/office/drawing/2014/main" id="{188D7AF2-1778-0513-77FC-8B32CF6BCF85}"/>
                    </a:ext>
                  </a:extLst>
                </p14:cNvPr>
                <p14:cNvContentPartPr/>
                <p14:nvPr/>
              </p14:nvContentPartPr>
              <p14:xfrm>
                <a:off x="10023703" y="3605855"/>
                <a:ext cx="12960" cy="9360"/>
              </p14:xfrm>
            </p:contentPart>
          </mc:Choice>
          <mc:Fallback>
            <p:pic>
              <p:nvPicPr>
                <p:cNvPr id="7" name="Ink 6">
                  <a:extLst>
                    <a:ext uri="{FF2B5EF4-FFF2-40B4-BE49-F238E27FC236}">
                      <a16:creationId xmlns:a16="http://schemas.microsoft.com/office/drawing/2014/main" id="{188D7AF2-1778-0513-77FC-8B32CF6BCF85}"/>
                    </a:ext>
                  </a:extLst>
                </p:cNvPr>
                <p:cNvPicPr/>
                <p:nvPr/>
              </p:nvPicPr>
              <p:blipFill>
                <a:blip r:embed="rId37"/>
                <a:stretch>
                  <a:fillRect/>
                </a:stretch>
              </p:blipFill>
              <p:spPr>
                <a:xfrm>
                  <a:off x="10017583" y="3599735"/>
                  <a:ext cx="2520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9" name="Ink 8">
                  <a:extLst>
                    <a:ext uri="{FF2B5EF4-FFF2-40B4-BE49-F238E27FC236}">
                      <a16:creationId xmlns:a16="http://schemas.microsoft.com/office/drawing/2014/main" id="{C8EF13B6-8A5B-41C0-1714-D990B346590C}"/>
                    </a:ext>
                  </a:extLst>
                </p14:cNvPr>
                <p14:cNvContentPartPr/>
                <p14:nvPr/>
              </p14:nvContentPartPr>
              <p14:xfrm>
                <a:off x="10260223" y="3489575"/>
                <a:ext cx="194760" cy="284040"/>
              </p14:xfrm>
            </p:contentPart>
          </mc:Choice>
          <mc:Fallback>
            <p:pic>
              <p:nvPicPr>
                <p:cNvPr id="9" name="Ink 8">
                  <a:extLst>
                    <a:ext uri="{FF2B5EF4-FFF2-40B4-BE49-F238E27FC236}">
                      <a16:creationId xmlns:a16="http://schemas.microsoft.com/office/drawing/2014/main" id="{C8EF13B6-8A5B-41C0-1714-D990B346590C}"/>
                    </a:ext>
                  </a:extLst>
                </p:cNvPr>
                <p:cNvPicPr/>
                <p:nvPr/>
              </p:nvPicPr>
              <p:blipFill>
                <a:blip r:embed="rId39"/>
                <a:stretch>
                  <a:fillRect/>
                </a:stretch>
              </p:blipFill>
              <p:spPr>
                <a:xfrm>
                  <a:off x="10254103" y="3483455"/>
                  <a:ext cx="207000" cy="2962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0" name="Ink 9">
                  <a:extLst>
                    <a:ext uri="{FF2B5EF4-FFF2-40B4-BE49-F238E27FC236}">
                      <a16:creationId xmlns:a16="http://schemas.microsoft.com/office/drawing/2014/main" id="{FEC7E04C-0853-F8E0-CF4B-F4625AB40B4A}"/>
                    </a:ext>
                  </a:extLst>
                </p14:cNvPr>
                <p14:cNvContentPartPr/>
                <p14:nvPr/>
              </p14:nvContentPartPr>
              <p14:xfrm>
                <a:off x="10563703" y="3740495"/>
                <a:ext cx="337680" cy="218880"/>
              </p14:xfrm>
            </p:contentPart>
          </mc:Choice>
          <mc:Fallback>
            <p:pic>
              <p:nvPicPr>
                <p:cNvPr id="10" name="Ink 9">
                  <a:extLst>
                    <a:ext uri="{FF2B5EF4-FFF2-40B4-BE49-F238E27FC236}">
                      <a16:creationId xmlns:a16="http://schemas.microsoft.com/office/drawing/2014/main" id="{FEC7E04C-0853-F8E0-CF4B-F4625AB40B4A}"/>
                    </a:ext>
                  </a:extLst>
                </p:cNvPr>
                <p:cNvPicPr/>
                <p:nvPr/>
              </p:nvPicPr>
              <p:blipFill>
                <a:blip r:embed="rId41"/>
                <a:stretch>
                  <a:fillRect/>
                </a:stretch>
              </p:blipFill>
              <p:spPr>
                <a:xfrm>
                  <a:off x="10557583" y="3734375"/>
                  <a:ext cx="34992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1" name="Ink 10">
                  <a:extLst>
                    <a:ext uri="{FF2B5EF4-FFF2-40B4-BE49-F238E27FC236}">
                      <a16:creationId xmlns:a16="http://schemas.microsoft.com/office/drawing/2014/main" id="{8D9EBAA5-C729-4570-DF07-81B069472960}"/>
                    </a:ext>
                  </a:extLst>
                </p14:cNvPr>
                <p14:cNvContentPartPr/>
                <p14:nvPr/>
              </p14:nvContentPartPr>
              <p14:xfrm>
                <a:off x="10013623" y="3586775"/>
                <a:ext cx="83520" cy="42120"/>
              </p14:xfrm>
            </p:contentPart>
          </mc:Choice>
          <mc:Fallback>
            <p:pic>
              <p:nvPicPr>
                <p:cNvPr id="11" name="Ink 10">
                  <a:extLst>
                    <a:ext uri="{FF2B5EF4-FFF2-40B4-BE49-F238E27FC236}">
                      <a16:creationId xmlns:a16="http://schemas.microsoft.com/office/drawing/2014/main" id="{8D9EBAA5-C729-4570-DF07-81B069472960}"/>
                    </a:ext>
                  </a:extLst>
                </p:cNvPr>
                <p:cNvPicPr/>
                <p:nvPr/>
              </p:nvPicPr>
              <p:blipFill>
                <a:blip r:embed="rId43"/>
                <a:stretch>
                  <a:fillRect/>
                </a:stretch>
              </p:blipFill>
              <p:spPr>
                <a:xfrm>
                  <a:off x="10007503" y="3580655"/>
                  <a:ext cx="9576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7" name="Ink 16">
                  <a:extLst>
                    <a:ext uri="{FF2B5EF4-FFF2-40B4-BE49-F238E27FC236}">
                      <a16:creationId xmlns:a16="http://schemas.microsoft.com/office/drawing/2014/main" id="{9DFD72D0-B5A6-1A19-7585-6BABDDADA090}"/>
                    </a:ext>
                  </a:extLst>
                </p14:cNvPr>
                <p14:cNvContentPartPr/>
                <p14:nvPr/>
              </p14:nvContentPartPr>
              <p14:xfrm>
                <a:off x="9252943" y="3997175"/>
                <a:ext cx="1991160" cy="100800"/>
              </p14:xfrm>
            </p:contentPart>
          </mc:Choice>
          <mc:Fallback>
            <p:pic>
              <p:nvPicPr>
                <p:cNvPr id="17" name="Ink 16">
                  <a:extLst>
                    <a:ext uri="{FF2B5EF4-FFF2-40B4-BE49-F238E27FC236}">
                      <a16:creationId xmlns:a16="http://schemas.microsoft.com/office/drawing/2014/main" id="{9DFD72D0-B5A6-1A19-7585-6BABDDADA090}"/>
                    </a:ext>
                  </a:extLst>
                </p:cNvPr>
                <p:cNvPicPr/>
                <p:nvPr/>
              </p:nvPicPr>
              <p:blipFill>
                <a:blip r:embed="rId45"/>
                <a:stretch>
                  <a:fillRect/>
                </a:stretch>
              </p:blipFill>
              <p:spPr>
                <a:xfrm>
                  <a:off x="9246823" y="3991055"/>
                  <a:ext cx="200340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2" name="Ink 31">
                  <a:extLst>
                    <a:ext uri="{FF2B5EF4-FFF2-40B4-BE49-F238E27FC236}">
                      <a16:creationId xmlns:a16="http://schemas.microsoft.com/office/drawing/2014/main" id="{99ECC87F-CC08-8460-C7A6-045647961068}"/>
                    </a:ext>
                  </a:extLst>
                </p14:cNvPr>
                <p14:cNvContentPartPr/>
                <p14:nvPr/>
              </p14:nvContentPartPr>
              <p14:xfrm>
                <a:off x="8527903" y="1473935"/>
                <a:ext cx="149040" cy="30600"/>
              </p14:xfrm>
            </p:contentPart>
          </mc:Choice>
          <mc:Fallback>
            <p:pic>
              <p:nvPicPr>
                <p:cNvPr id="32" name="Ink 31">
                  <a:extLst>
                    <a:ext uri="{FF2B5EF4-FFF2-40B4-BE49-F238E27FC236}">
                      <a16:creationId xmlns:a16="http://schemas.microsoft.com/office/drawing/2014/main" id="{99ECC87F-CC08-8460-C7A6-045647961068}"/>
                    </a:ext>
                  </a:extLst>
                </p:cNvPr>
                <p:cNvPicPr/>
                <p:nvPr/>
              </p:nvPicPr>
              <p:blipFill>
                <a:blip r:embed="rId47"/>
                <a:stretch>
                  <a:fillRect/>
                </a:stretch>
              </p:blipFill>
              <p:spPr>
                <a:xfrm>
                  <a:off x="8521783" y="1467815"/>
                  <a:ext cx="16128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3" name="Ink 32">
                  <a:extLst>
                    <a:ext uri="{FF2B5EF4-FFF2-40B4-BE49-F238E27FC236}">
                      <a16:creationId xmlns:a16="http://schemas.microsoft.com/office/drawing/2014/main" id="{3486B35F-79B6-2EC7-3D2B-E8C44BE92722}"/>
                    </a:ext>
                  </a:extLst>
                </p14:cNvPr>
                <p14:cNvContentPartPr/>
                <p14:nvPr/>
              </p14:nvContentPartPr>
              <p14:xfrm>
                <a:off x="8521783" y="1566455"/>
                <a:ext cx="227520" cy="39600"/>
              </p14:xfrm>
            </p:contentPart>
          </mc:Choice>
          <mc:Fallback>
            <p:pic>
              <p:nvPicPr>
                <p:cNvPr id="33" name="Ink 32">
                  <a:extLst>
                    <a:ext uri="{FF2B5EF4-FFF2-40B4-BE49-F238E27FC236}">
                      <a16:creationId xmlns:a16="http://schemas.microsoft.com/office/drawing/2014/main" id="{3486B35F-79B6-2EC7-3D2B-E8C44BE92722}"/>
                    </a:ext>
                  </a:extLst>
                </p:cNvPr>
                <p:cNvPicPr/>
                <p:nvPr/>
              </p:nvPicPr>
              <p:blipFill>
                <a:blip r:embed="rId49"/>
                <a:stretch>
                  <a:fillRect/>
                </a:stretch>
              </p:blipFill>
              <p:spPr>
                <a:xfrm>
                  <a:off x="8515663" y="1560335"/>
                  <a:ext cx="23976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4" name="Ink 33">
                  <a:extLst>
                    <a:ext uri="{FF2B5EF4-FFF2-40B4-BE49-F238E27FC236}">
                      <a16:creationId xmlns:a16="http://schemas.microsoft.com/office/drawing/2014/main" id="{04313A0E-1F38-0C55-5A10-AB978E2EE1FA}"/>
                    </a:ext>
                  </a:extLst>
                </p14:cNvPr>
                <p14:cNvContentPartPr/>
                <p14:nvPr/>
              </p14:nvContentPartPr>
              <p14:xfrm>
                <a:off x="8733463" y="833495"/>
                <a:ext cx="662400" cy="2166480"/>
              </p14:xfrm>
            </p:contentPart>
          </mc:Choice>
          <mc:Fallback>
            <p:pic>
              <p:nvPicPr>
                <p:cNvPr id="34" name="Ink 33">
                  <a:extLst>
                    <a:ext uri="{FF2B5EF4-FFF2-40B4-BE49-F238E27FC236}">
                      <a16:creationId xmlns:a16="http://schemas.microsoft.com/office/drawing/2014/main" id="{04313A0E-1F38-0C55-5A10-AB978E2EE1FA}"/>
                    </a:ext>
                  </a:extLst>
                </p:cNvPr>
                <p:cNvPicPr/>
                <p:nvPr/>
              </p:nvPicPr>
              <p:blipFill>
                <a:blip r:embed="rId51"/>
                <a:stretch>
                  <a:fillRect/>
                </a:stretch>
              </p:blipFill>
              <p:spPr>
                <a:xfrm>
                  <a:off x="8727343" y="827375"/>
                  <a:ext cx="674640" cy="21787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5" name="Ink 34">
                  <a:extLst>
                    <a:ext uri="{FF2B5EF4-FFF2-40B4-BE49-F238E27FC236}">
                      <a16:creationId xmlns:a16="http://schemas.microsoft.com/office/drawing/2014/main" id="{3BFC335A-CBC4-643C-5103-4CE1C3E7CB5F}"/>
                    </a:ext>
                  </a:extLst>
                </p14:cNvPr>
                <p14:cNvContentPartPr/>
                <p14:nvPr/>
              </p14:nvContentPartPr>
              <p14:xfrm>
                <a:off x="9298663" y="1097015"/>
                <a:ext cx="163080" cy="280440"/>
              </p14:xfrm>
            </p:contentPart>
          </mc:Choice>
          <mc:Fallback>
            <p:pic>
              <p:nvPicPr>
                <p:cNvPr id="35" name="Ink 34">
                  <a:extLst>
                    <a:ext uri="{FF2B5EF4-FFF2-40B4-BE49-F238E27FC236}">
                      <a16:creationId xmlns:a16="http://schemas.microsoft.com/office/drawing/2014/main" id="{3BFC335A-CBC4-643C-5103-4CE1C3E7CB5F}"/>
                    </a:ext>
                  </a:extLst>
                </p:cNvPr>
                <p:cNvPicPr/>
                <p:nvPr/>
              </p:nvPicPr>
              <p:blipFill>
                <a:blip r:embed="rId53"/>
                <a:stretch>
                  <a:fillRect/>
                </a:stretch>
              </p:blipFill>
              <p:spPr>
                <a:xfrm>
                  <a:off x="9292543" y="1090895"/>
                  <a:ext cx="17532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6" name="Ink 35">
                  <a:extLst>
                    <a:ext uri="{FF2B5EF4-FFF2-40B4-BE49-F238E27FC236}">
                      <a16:creationId xmlns:a16="http://schemas.microsoft.com/office/drawing/2014/main" id="{8B4772F6-E1F2-899E-43B1-AC0C84F1E6D5}"/>
                    </a:ext>
                  </a:extLst>
                </p14:cNvPr>
                <p14:cNvContentPartPr/>
                <p14:nvPr/>
              </p14:nvContentPartPr>
              <p14:xfrm>
                <a:off x="9298663" y="1135175"/>
                <a:ext cx="142920" cy="224640"/>
              </p14:xfrm>
            </p:contentPart>
          </mc:Choice>
          <mc:Fallback>
            <p:pic>
              <p:nvPicPr>
                <p:cNvPr id="36" name="Ink 35">
                  <a:extLst>
                    <a:ext uri="{FF2B5EF4-FFF2-40B4-BE49-F238E27FC236}">
                      <a16:creationId xmlns:a16="http://schemas.microsoft.com/office/drawing/2014/main" id="{8B4772F6-E1F2-899E-43B1-AC0C84F1E6D5}"/>
                    </a:ext>
                  </a:extLst>
                </p:cNvPr>
                <p:cNvPicPr/>
                <p:nvPr/>
              </p:nvPicPr>
              <p:blipFill>
                <a:blip r:embed="rId55"/>
                <a:stretch>
                  <a:fillRect/>
                </a:stretch>
              </p:blipFill>
              <p:spPr>
                <a:xfrm>
                  <a:off x="9292543" y="1129055"/>
                  <a:ext cx="15516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7" name="Ink 36">
                  <a:extLst>
                    <a:ext uri="{FF2B5EF4-FFF2-40B4-BE49-F238E27FC236}">
                      <a16:creationId xmlns:a16="http://schemas.microsoft.com/office/drawing/2014/main" id="{9BEF55EF-180E-6800-930C-3CCBC686DF0B}"/>
                    </a:ext>
                  </a:extLst>
                </p14:cNvPr>
                <p14:cNvContentPartPr/>
                <p14:nvPr/>
              </p14:nvContentPartPr>
              <p14:xfrm>
                <a:off x="9538063" y="1424975"/>
                <a:ext cx="37080" cy="156600"/>
              </p14:xfrm>
            </p:contentPart>
          </mc:Choice>
          <mc:Fallback>
            <p:pic>
              <p:nvPicPr>
                <p:cNvPr id="37" name="Ink 36">
                  <a:extLst>
                    <a:ext uri="{FF2B5EF4-FFF2-40B4-BE49-F238E27FC236}">
                      <a16:creationId xmlns:a16="http://schemas.microsoft.com/office/drawing/2014/main" id="{9BEF55EF-180E-6800-930C-3CCBC686DF0B}"/>
                    </a:ext>
                  </a:extLst>
                </p:cNvPr>
                <p:cNvPicPr/>
                <p:nvPr/>
              </p:nvPicPr>
              <p:blipFill>
                <a:blip r:embed="rId57"/>
                <a:stretch>
                  <a:fillRect/>
                </a:stretch>
              </p:blipFill>
              <p:spPr>
                <a:xfrm>
                  <a:off x="9531943" y="1418855"/>
                  <a:ext cx="4932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8" name="Ink 37">
                  <a:extLst>
                    <a:ext uri="{FF2B5EF4-FFF2-40B4-BE49-F238E27FC236}">
                      <a16:creationId xmlns:a16="http://schemas.microsoft.com/office/drawing/2014/main" id="{556C6AEF-93FB-18B8-44CE-ED7A19B39DF9}"/>
                    </a:ext>
                  </a:extLst>
                </p14:cNvPr>
                <p14:cNvContentPartPr/>
                <p14:nvPr/>
              </p14:nvContentPartPr>
              <p14:xfrm>
                <a:off x="9785383" y="1241015"/>
                <a:ext cx="172800" cy="57240"/>
              </p14:xfrm>
            </p:contentPart>
          </mc:Choice>
          <mc:Fallback>
            <p:pic>
              <p:nvPicPr>
                <p:cNvPr id="38" name="Ink 37">
                  <a:extLst>
                    <a:ext uri="{FF2B5EF4-FFF2-40B4-BE49-F238E27FC236}">
                      <a16:creationId xmlns:a16="http://schemas.microsoft.com/office/drawing/2014/main" id="{556C6AEF-93FB-18B8-44CE-ED7A19B39DF9}"/>
                    </a:ext>
                  </a:extLst>
                </p:cNvPr>
                <p:cNvPicPr/>
                <p:nvPr/>
              </p:nvPicPr>
              <p:blipFill>
                <a:blip r:embed="rId59"/>
                <a:stretch>
                  <a:fillRect/>
                </a:stretch>
              </p:blipFill>
              <p:spPr>
                <a:xfrm>
                  <a:off x="9779263" y="1234895"/>
                  <a:ext cx="18504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1" name="Ink 40">
                  <a:extLst>
                    <a:ext uri="{FF2B5EF4-FFF2-40B4-BE49-F238E27FC236}">
                      <a16:creationId xmlns:a16="http://schemas.microsoft.com/office/drawing/2014/main" id="{C7BC4B1A-D7C4-D7E2-E5E0-F4571257F0B0}"/>
                    </a:ext>
                  </a:extLst>
                </p14:cNvPr>
                <p14:cNvContentPartPr/>
                <p14:nvPr/>
              </p14:nvContentPartPr>
              <p14:xfrm>
                <a:off x="10248343" y="1116095"/>
                <a:ext cx="179280" cy="285480"/>
              </p14:xfrm>
            </p:contentPart>
          </mc:Choice>
          <mc:Fallback>
            <p:pic>
              <p:nvPicPr>
                <p:cNvPr id="41" name="Ink 40">
                  <a:extLst>
                    <a:ext uri="{FF2B5EF4-FFF2-40B4-BE49-F238E27FC236}">
                      <a16:creationId xmlns:a16="http://schemas.microsoft.com/office/drawing/2014/main" id="{C7BC4B1A-D7C4-D7E2-E5E0-F4571257F0B0}"/>
                    </a:ext>
                  </a:extLst>
                </p:cNvPr>
                <p:cNvPicPr/>
                <p:nvPr/>
              </p:nvPicPr>
              <p:blipFill>
                <a:blip r:embed="rId61"/>
                <a:stretch>
                  <a:fillRect/>
                </a:stretch>
              </p:blipFill>
              <p:spPr>
                <a:xfrm>
                  <a:off x="10242223" y="1109975"/>
                  <a:ext cx="19152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2" name="Ink 41">
                  <a:extLst>
                    <a:ext uri="{FF2B5EF4-FFF2-40B4-BE49-F238E27FC236}">
                      <a16:creationId xmlns:a16="http://schemas.microsoft.com/office/drawing/2014/main" id="{B739A5E5-23A6-BF21-215F-2247EC2A2ACF}"/>
                    </a:ext>
                  </a:extLst>
                </p14:cNvPr>
                <p14:cNvContentPartPr/>
                <p14:nvPr/>
              </p14:nvContentPartPr>
              <p14:xfrm>
                <a:off x="10224583" y="1134815"/>
                <a:ext cx="216720" cy="194760"/>
              </p14:xfrm>
            </p:contentPart>
          </mc:Choice>
          <mc:Fallback>
            <p:pic>
              <p:nvPicPr>
                <p:cNvPr id="42" name="Ink 41">
                  <a:extLst>
                    <a:ext uri="{FF2B5EF4-FFF2-40B4-BE49-F238E27FC236}">
                      <a16:creationId xmlns:a16="http://schemas.microsoft.com/office/drawing/2014/main" id="{B739A5E5-23A6-BF21-215F-2247EC2A2ACF}"/>
                    </a:ext>
                  </a:extLst>
                </p:cNvPr>
                <p:cNvPicPr/>
                <p:nvPr/>
              </p:nvPicPr>
              <p:blipFill>
                <a:blip r:embed="rId63"/>
                <a:stretch>
                  <a:fillRect/>
                </a:stretch>
              </p:blipFill>
              <p:spPr>
                <a:xfrm>
                  <a:off x="10218463" y="1128695"/>
                  <a:ext cx="22896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4" name="Ink 43">
                  <a:extLst>
                    <a:ext uri="{FF2B5EF4-FFF2-40B4-BE49-F238E27FC236}">
                      <a16:creationId xmlns:a16="http://schemas.microsoft.com/office/drawing/2014/main" id="{4AC6D6C4-CA88-9B95-A045-5C9FD1E796F4}"/>
                    </a:ext>
                  </a:extLst>
                </p14:cNvPr>
                <p14:cNvContentPartPr/>
                <p14:nvPr/>
              </p14:nvContentPartPr>
              <p14:xfrm>
                <a:off x="10255183" y="965975"/>
                <a:ext cx="282240" cy="21240"/>
              </p14:xfrm>
            </p:contentPart>
          </mc:Choice>
          <mc:Fallback>
            <p:pic>
              <p:nvPicPr>
                <p:cNvPr id="44" name="Ink 43">
                  <a:extLst>
                    <a:ext uri="{FF2B5EF4-FFF2-40B4-BE49-F238E27FC236}">
                      <a16:creationId xmlns:a16="http://schemas.microsoft.com/office/drawing/2014/main" id="{4AC6D6C4-CA88-9B95-A045-5C9FD1E796F4}"/>
                    </a:ext>
                  </a:extLst>
                </p:cNvPr>
                <p:cNvPicPr/>
                <p:nvPr/>
              </p:nvPicPr>
              <p:blipFill>
                <a:blip r:embed="rId65"/>
                <a:stretch>
                  <a:fillRect/>
                </a:stretch>
              </p:blipFill>
              <p:spPr>
                <a:xfrm>
                  <a:off x="10249063" y="959855"/>
                  <a:ext cx="29448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5" name="Ink 44">
                  <a:extLst>
                    <a:ext uri="{FF2B5EF4-FFF2-40B4-BE49-F238E27FC236}">
                      <a16:creationId xmlns:a16="http://schemas.microsoft.com/office/drawing/2014/main" id="{98279063-6885-2BA2-A437-7F6B9ECBF0AA}"/>
                    </a:ext>
                  </a:extLst>
                </p14:cNvPr>
                <p14:cNvContentPartPr/>
                <p14:nvPr/>
              </p14:nvContentPartPr>
              <p14:xfrm>
                <a:off x="9286063" y="1707575"/>
                <a:ext cx="110160" cy="161640"/>
              </p14:xfrm>
            </p:contentPart>
          </mc:Choice>
          <mc:Fallback>
            <p:pic>
              <p:nvPicPr>
                <p:cNvPr id="45" name="Ink 44">
                  <a:extLst>
                    <a:ext uri="{FF2B5EF4-FFF2-40B4-BE49-F238E27FC236}">
                      <a16:creationId xmlns:a16="http://schemas.microsoft.com/office/drawing/2014/main" id="{98279063-6885-2BA2-A437-7F6B9ECBF0AA}"/>
                    </a:ext>
                  </a:extLst>
                </p:cNvPr>
                <p:cNvPicPr/>
                <p:nvPr/>
              </p:nvPicPr>
              <p:blipFill>
                <a:blip r:embed="rId67"/>
                <a:stretch>
                  <a:fillRect/>
                </a:stretch>
              </p:blipFill>
              <p:spPr>
                <a:xfrm>
                  <a:off x="9279943" y="1701455"/>
                  <a:ext cx="12240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6" name="Ink 45">
                  <a:extLst>
                    <a:ext uri="{FF2B5EF4-FFF2-40B4-BE49-F238E27FC236}">
                      <a16:creationId xmlns:a16="http://schemas.microsoft.com/office/drawing/2014/main" id="{1B09B8D4-299A-D68F-0D79-DD47594EAB17}"/>
                    </a:ext>
                  </a:extLst>
                </p14:cNvPr>
                <p14:cNvContentPartPr/>
                <p14:nvPr/>
              </p14:nvContentPartPr>
              <p14:xfrm>
                <a:off x="9212623" y="1717655"/>
                <a:ext cx="204120" cy="121320"/>
              </p14:xfrm>
            </p:contentPart>
          </mc:Choice>
          <mc:Fallback>
            <p:pic>
              <p:nvPicPr>
                <p:cNvPr id="46" name="Ink 45">
                  <a:extLst>
                    <a:ext uri="{FF2B5EF4-FFF2-40B4-BE49-F238E27FC236}">
                      <a16:creationId xmlns:a16="http://schemas.microsoft.com/office/drawing/2014/main" id="{1B09B8D4-299A-D68F-0D79-DD47594EAB17}"/>
                    </a:ext>
                  </a:extLst>
                </p:cNvPr>
                <p:cNvPicPr/>
                <p:nvPr/>
              </p:nvPicPr>
              <p:blipFill>
                <a:blip r:embed="rId69"/>
                <a:stretch>
                  <a:fillRect/>
                </a:stretch>
              </p:blipFill>
              <p:spPr>
                <a:xfrm>
                  <a:off x="9206503" y="1711535"/>
                  <a:ext cx="21636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7" name="Ink 46">
                  <a:extLst>
                    <a:ext uri="{FF2B5EF4-FFF2-40B4-BE49-F238E27FC236}">
                      <a16:creationId xmlns:a16="http://schemas.microsoft.com/office/drawing/2014/main" id="{83B5441A-49F8-99CF-2307-9A670C94DA2F}"/>
                    </a:ext>
                  </a:extLst>
                </p14:cNvPr>
                <p14:cNvContentPartPr/>
                <p14:nvPr/>
              </p14:nvContentPartPr>
              <p14:xfrm>
                <a:off x="9467503" y="1882895"/>
                <a:ext cx="219960" cy="149040"/>
              </p14:xfrm>
            </p:contentPart>
          </mc:Choice>
          <mc:Fallback>
            <p:pic>
              <p:nvPicPr>
                <p:cNvPr id="47" name="Ink 46">
                  <a:extLst>
                    <a:ext uri="{FF2B5EF4-FFF2-40B4-BE49-F238E27FC236}">
                      <a16:creationId xmlns:a16="http://schemas.microsoft.com/office/drawing/2014/main" id="{83B5441A-49F8-99CF-2307-9A670C94DA2F}"/>
                    </a:ext>
                  </a:extLst>
                </p:cNvPr>
                <p:cNvPicPr/>
                <p:nvPr/>
              </p:nvPicPr>
              <p:blipFill>
                <a:blip r:embed="rId71"/>
                <a:stretch>
                  <a:fillRect/>
                </a:stretch>
              </p:blipFill>
              <p:spPr>
                <a:xfrm>
                  <a:off x="9461383" y="1876775"/>
                  <a:ext cx="23220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8" name="Ink 47">
                  <a:extLst>
                    <a:ext uri="{FF2B5EF4-FFF2-40B4-BE49-F238E27FC236}">
                      <a16:creationId xmlns:a16="http://schemas.microsoft.com/office/drawing/2014/main" id="{FAF1C806-EF4C-5FA8-619D-67A2573C0BD9}"/>
                    </a:ext>
                  </a:extLst>
                </p14:cNvPr>
                <p14:cNvContentPartPr/>
                <p14:nvPr/>
              </p14:nvContentPartPr>
              <p14:xfrm>
                <a:off x="9834703" y="1797215"/>
                <a:ext cx="157320" cy="29520"/>
              </p14:xfrm>
            </p:contentPart>
          </mc:Choice>
          <mc:Fallback>
            <p:pic>
              <p:nvPicPr>
                <p:cNvPr id="48" name="Ink 47">
                  <a:extLst>
                    <a:ext uri="{FF2B5EF4-FFF2-40B4-BE49-F238E27FC236}">
                      <a16:creationId xmlns:a16="http://schemas.microsoft.com/office/drawing/2014/main" id="{FAF1C806-EF4C-5FA8-619D-67A2573C0BD9}"/>
                    </a:ext>
                  </a:extLst>
                </p:cNvPr>
                <p:cNvPicPr/>
                <p:nvPr/>
              </p:nvPicPr>
              <p:blipFill>
                <a:blip r:embed="rId73"/>
                <a:stretch>
                  <a:fillRect/>
                </a:stretch>
              </p:blipFill>
              <p:spPr>
                <a:xfrm>
                  <a:off x="9828583" y="1791095"/>
                  <a:ext cx="16956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9" name="Ink 48">
                  <a:extLst>
                    <a:ext uri="{FF2B5EF4-FFF2-40B4-BE49-F238E27FC236}">
                      <a16:creationId xmlns:a16="http://schemas.microsoft.com/office/drawing/2014/main" id="{3E76C8BB-F665-2C5C-7A54-9218BA16AD91}"/>
                    </a:ext>
                  </a:extLst>
                </p14:cNvPr>
                <p14:cNvContentPartPr/>
                <p14:nvPr/>
              </p14:nvContentPartPr>
              <p14:xfrm>
                <a:off x="10157263" y="1721255"/>
                <a:ext cx="246600" cy="188640"/>
              </p14:xfrm>
            </p:contentPart>
          </mc:Choice>
          <mc:Fallback>
            <p:pic>
              <p:nvPicPr>
                <p:cNvPr id="49" name="Ink 48">
                  <a:extLst>
                    <a:ext uri="{FF2B5EF4-FFF2-40B4-BE49-F238E27FC236}">
                      <a16:creationId xmlns:a16="http://schemas.microsoft.com/office/drawing/2014/main" id="{3E76C8BB-F665-2C5C-7A54-9218BA16AD91}"/>
                    </a:ext>
                  </a:extLst>
                </p:cNvPr>
                <p:cNvPicPr/>
                <p:nvPr/>
              </p:nvPicPr>
              <p:blipFill>
                <a:blip r:embed="rId75"/>
                <a:stretch>
                  <a:fillRect/>
                </a:stretch>
              </p:blipFill>
              <p:spPr>
                <a:xfrm>
                  <a:off x="10151143" y="1715135"/>
                  <a:ext cx="25884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0" name="Ink 49">
                  <a:extLst>
                    <a:ext uri="{FF2B5EF4-FFF2-40B4-BE49-F238E27FC236}">
                      <a16:creationId xmlns:a16="http://schemas.microsoft.com/office/drawing/2014/main" id="{234B43FC-F629-5F44-92C6-F9A6AFC7FB85}"/>
                    </a:ext>
                  </a:extLst>
                </p14:cNvPr>
                <p14:cNvContentPartPr/>
                <p14:nvPr/>
              </p14:nvContentPartPr>
              <p14:xfrm>
                <a:off x="10152223" y="1741055"/>
                <a:ext cx="239400" cy="167760"/>
              </p14:xfrm>
            </p:contentPart>
          </mc:Choice>
          <mc:Fallback>
            <p:pic>
              <p:nvPicPr>
                <p:cNvPr id="50" name="Ink 49">
                  <a:extLst>
                    <a:ext uri="{FF2B5EF4-FFF2-40B4-BE49-F238E27FC236}">
                      <a16:creationId xmlns:a16="http://schemas.microsoft.com/office/drawing/2014/main" id="{234B43FC-F629-5F44-92C6-F9A6AFC7FB85}"/>
                    </a:ext>
                  </a:extLst>
                </p:cNvPr>
                <p:cNvPicPr/>
                <p:nvPr/>
              </p:nvPicPr>
              <p:blipFill>
                <a:blip r:embed="rId77"/>
                <a:stretch>
                  <a:fillRect/>
                </a:stretch>
              </p:blipFill>
              <p:spPr>
                <a:xfrm>
                  <a:off x="10146103" y="1734935"/>
                  <a:ext cx="25164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1" name="Ink 50">
                  <a:extLst>
                    <a:ext uri="{FF2B5EF4-FFF2-40B4-BE49-F238E27FC236}">
                      <a16:creationId xmlns:a16="http://schemas.microsoft.com/office/drawing/2014/main" id="{AE53775A-FE48-5658-8641-19E324C4A214}"/>
                    </a:ext>
                  </a:extLst>
                </p14:cNvPr>
                <p14:cNvContentPartPr/>
                <p14:nvPr/>
              </p14:nvContentPartPr>
              <p14:xfrm>
                <a:off x="10200463" y="1581575"/>
                <a:ext cx="342360" cy="23040"/>
              </p14:xfrm>
            </p:contentPart>
          </mc:Choice>
          <mc:Fallback>
            <p:pic>
              <p:nvPicPr>
                <p:cNvPr id="51" name="Ink 50">
                  <a:extLst>
                    <a:ext uri="{FF2B5EF4-FFF2-40B4-BE49-F238E27FC236}">
                      <a16:creationId xmlns:a16="http://schemas.microsoft.com/office/drawing/2014/main" id="{AE53775A-FE48-5658-8641-19E324C4A214}"/>
                    </a:ext>
                  </a:extLst>
                </p:cNvPr>
                <p:cNvPicPr/>
                <p:nvPr/>
              </p:nvPicPr>
              <p:blipFill>
                <a:blip r:embed="rId79"/>
                <a:stretch>
                  <a:fillRect/>
                </a:stretch>
              </p:blipFill>
              <p:spPr>
                <a:xfrm>
                  <a:off x="10194343" y="1575455"/>
                  <a:ext cx="35460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2" name="Ink 51">
                  <a:extLst>
                    <a:ext uri="{FF2B5EF4-FFF2-40B4-BE49-F238E27FC236}">
                      <a16:creationId xmlns:a16="http://schemas.microsoft.com/office/drawing/2014/main" id="{1070E0D4-F18B-B33C-D71D-4DE5BB429D7E}"/>
                    </a:ext>
                  </a:extLst>
                </p14:cNvPr>
                <p14:cNvContentPartPr/>
                <p14:nvPr/>
              </p14:nvContentPartPr>
              <p14:xfrm>
                <a:off x="9810583" y="2141375"/>
                <a:ext cx="23040" cy="1800"/>
              </p14:xfrm>
            </p:contentPart>
          </mc:Choice>
          <mc:Fallback>
            <p:pic>
              <p:nvPicPr>
                <p:cNvPr id="52" name="Ink 51">
                  <a:extLst>
                    <a:ext uri="{FF2B5EF4-FFF2-40B4-BE49-F238E27FC236}">
                      <a16:creationId xmlns:a16="http://schemas.microsoft.com/office/drawing/2014/main" id="{1070E0D4-F18B-B33C-D71D-4DE5BB429D7E}"/>
                    </a:ext>
                  </a:extLst>
                </p:cNvPr>
                <p:cNvPicPr/>
                <p:nvPr/>
              </p:nvPicPr>
              <p:blipFill>
                <a:blip r:embed="rId81"/>
                <a:stretch>
                  <a:fillRect/>
                </a:stretch>
              </p:blipFill>
              <p:spPr>
                <a:xfrm>
                  <a:off x="9804463" y="2135255"/>
                  <a:ext cx="35280" cy="140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3" name="Ink 52">
                  <a:extLst>
                    <a:ext uri="{FF2B5EF4-FFF2-40B4-BE49-F238E27FC236}">
                      <a16:creationId xmlns:a16="http://schemas.microsoft.com/office/drawing/2014/main" id="{76D09BA4-B22E-E3F5-C2E6-64C5A68F0084}"/>
                    </a:ext>
                  </a:extLst>
                </p14:cNvPr>
                <p14:cNvContentPartPr/>
                <p14:nvPr/>
              </p14:nvContentPartPr>
              <p14:xfrm>
                <a:off x="9760183" y="2318135"/>
                <a:ext cx="4320" cy="14400"/>
              </p14:xfrm>
            </p:contentPart>
          </mc:Choice>
          <mc:Fallback>
            <p:pic>
              <p:nvPicPr>
                <p:cNvPr id="53" name="Ink 52">
                  <a:extLst>
                    <a:ext uri="{FF2B5EF4-FFF2-40B4-BE49-F238E27FC236}">
                      <a16:creationId xmlns:a16="http://schemas.microsoft.com/office/drawing/2014/main" id="{76D09BA4-B22E-E3F5-C2E6-64C5A68F0084}"/>
                    </a:ext>
                  </a:extLst>
                </p:cNvPr>
                <p:cNvPicPr/>
                <p:nvPr/>
              </p:nvPicPr>
              <p:blipFill>
                <a:blip r:embed="rId83"/>
                <a:stretch>
                  <a:fillRect/>
                </a:stretch>
              </p:blipFill>
              <p:spPr>
                <a:xfrm>
                  <a:off x="9754063" y="2312015"/>
                  <a:ext cx="1656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4" name="Ink 53">
                  <a:extLst>
                    <a:ext uri="{FF2B5EF4-FFF2-40B4-BE49-F238E27FC236}">
                      <a16:creationId xmlns:a16="http://schemas.microsoft.com/office/drawing/2014/main" id="{31F1A537-9330-71F1-87B4-2A9E293FE78D}"/>
                    </a:ext>
                  </a:extLst>
                </p14:cNvPr>
                <p14:cNvContentPartPr/>
                <p14:nvPr/>
              </p14:nvContentPartPr>
              <p14:xfrm>
                <a:off x="9719863" y="2413895"/>
                <a:ext cx="52200" cy="7920"/>
              </p14:xfrm>
            </p:contentPart>
          </mc:Choice>
          <mc:Fallback>
            <p:pic>
              <p:nvPicPr>
                <p:cNvPr id="54" name="Ink 53">
                  <a:extLst>
                    <a:ext uri="{FF2B5EF4-FFF2-40B4-BE49-F238E27FC236}">
                      <a16:creationId xmlns:a16="http://schemas.microsoft.com/office/drawing/2014/main" id="{31F1A537-9330-71F1-87B4-2A9E293FE78D}"/>
                    </a:ext>
                  </a:extLst>
                </p:cNvPr>
                <p:cNvPicPr/>
                <p:nvPr/>
              </p:nvPicPr>
              <p:blipFill>
                <a:blip r:embed="rId85"/>
                <a:stretch>
                  <a:fillRect/>
                </a:stretch>
              </p:blipFill>
              <p:spPr>
                <a:xfrm>
                  <a:off x="9713743" y="2407775"/>
                  <a:ext cx="64440" cy="201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5" name="Ink 54">
                  <a:extLst>
                    <a:ext uri="{FF2B5EF4-FFF2-40B4-BE49-F238E27FC236}">
                      <a16:creationId xmlns:a16="http://schemas.microsoft.com/office/drawing/2014/main" id="{E6A40B48-006A-CA42-3EDE-46E16D01B2A8}"/>
                    </a:ext>
                  </a:extLst>
                </p14:cNvPr>
                <p14:cNvContentPartPr/>
                <p14:nvPr/>
              </p14:nvContentPartPr>
              <p14:xfrm>
                <a:off x="8997343" y="2587775"/>
                <a:ext cx="198000" cy="241200"/>
              </p14:xfrm>
            </p:contentPart>
          </mc:Choice>
          <mc:Fallback>
            <p:pic>
              <p:nvPicPr>
                <p:cNvPr id="55" name="Ink 54">
                  <a:extLst>
                    <a:ext uri="{FF2B5EF4-FFF2-40B4-BE49-F238E27FC236}">
                      <a16:creationId xmlns:a16="http://schemas.microsoft.com/office/drawing/2014/main" id="{E6A40B48-006A-CA42-3EDE-46E16D01B2A8}"/>
                    </a:ext>
                  </a:extLst>
                </p:cNvPr>
                <p:cNvPicPr/>
                <p:nvPr/>
              </p:nvPicPr>
              <p:blipFill>
                <a:blip r:embed="rId87"/>
                <a:stretch>
                  <a:fillRect/>
                </a:stretch>
              </p:blipFill>
              <p:spPr>
                <a:xfrm>
                  <a:off x="8991223" y="2581655"/>
                  <a:ext cx="21024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6" name="Ink 55">
                  <a:extLst>
                    <a:ext uri="{FF2B5EF4-FFF2-40B4-BE49-F238E27FC236}">
                      <a16:creationId xmlns:a16="http://schemas.microsoft.com/office/drawing/2014/main" id="{7A70BAC5-1AF5-CA41-B639-5A50212673D1}"/>
                    </a:ext>
                  </a:extLst>
                </p14:cNvPr>
                <p14:cNvContentPartPr/>
                <p14:nvPr/>
              </p14:nvContentPartPr>
              <p14:xfrm>
                <a:off x="8989423" y="2585255"/>
                <a:ext cx="164160" cy="205920"/>
              </p14:xfrm>
            </p:contentPart>
          </mc:Choice>
          <mc:Fallback>
            <p:pic>
              <p:nvPicPr>
                <p:cNvPr id="56" name="Ink 55">
                  <a:extLst>
                    <a:ext uri="{FF2B5EF4-FFF2-40B4-BE49-F238E27FC236}">
                      <a16:creationId xmlns:a16="http://schemas.microsoft.com/office/drawing/2014/main" id="{7A70BAC5-1AF5-CA41-B639-5A50212673D1}"/>
                    </a:ext>
                  </a:extLst>
                </p:cNvPr>
                <p:cNvPicPr/>
                <p:nvPr/>
              </p:nvPicPr>
              <p:blipFill>
                <a:blip r:embed="rId89"/>
                <a:stretch>
                  <a:fillRect/>
                </a:stretch>
              </p:blipFill>
              <p:spPr>
                <a:xfrm>
                  <a:off x="8983303" y="2579135"/>
                  <a:ext cx="17640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7" name="Ink 56">
                  <a:extLst>
                    <a:ext uri="{FF2B5EF4-FFF2-40B4-BE49-F238E27FC236}">
                      <a16:creationId xmlns:a16="http://schemas.microsoft.com/office/drawing/2014/main" id="{DE3805E4-168B-CE80-8C5A-8C5FC5911773}"/>
                    </a:ext>
                  </a:extLst>
                </p14:cNvPr>
                <p14:cNvContentPartPr/>
                <p14:nvPr/>
              </p14:nvContentPartPr>
              <p14:xfrm>
                <a:off x="9256903" y="2748335"/>
                <a:ext cx="170280" cy="199080"/>
              </p14:xfrm>
            </p:contentPart>
          </mc:Choice>
          <mc:Fallback>
            <p:pic>
              <p:nvPicPr>
                <p:cNvPr id="57" name="Ink 56">
                  <a:extLst>
                    <a:ext uri="{FF2B5EF4-FFF2-40B4-BE49-F238E27FC236}">
                      <a16:creationId xmlns:a16="http://schemas.microsoft.com/office/drawing/2014/main" id="{DE3805E4-168B-CE80-8C5A-8C5FC5911773}"/>
                    </a:ext>
                  </a:extLst>
                </p:cNvPr>
                <p:cNvPicPr/>
                <p:nvPr/>
              </p:nvPicPr>
              <p:blipFill>
                <a:blip r:embed="rId91"/>
                <a:stretch>
                  <a:fillRect/>
                </a:stretch>
              </p:blipFill>
              <p:spPr>
                <a:xfrm>
                  <a:off x="9250783" y="2742215"/>
                  <a:ext cx="18252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8" name="Ink 57">
                  <a:extLst>
                    <a:ext uri="{FF2B5EF4-FFF2-40B4-BE49-F238E27FC236}">
                      <a16:creationId xmlns:a16="http://schemas.microsoft.com/office/drawing/2014/main" id="{015ACDBD-3A45-9803-2700-97A6F15F752D}"/>
                    </a:ext>
                  </a:extLst>
                </p14:cNvPr>
                <p14:cNvContentPartPr/>
                <p14:nvPr/>
              </p14:nvContentPartPr>
              <p14:xfrm>
                <a:off x="9674503" y="2746895"/>
                <a:ext cx="197640" cy="45720"/>
              </p14:xfrm>
            </p:contentPart>
          </mc:Choice>
          <mc:Fallback>
            <p:pic>
              <p:nvPicPr>
                <p:cNvPr id="58" name="Ink 57">
                  <a:extLst>
                    <a:ext uri="{FF2B5EF4-FFF2-40B4-BE49-F238E27FC236}">
                      <a16:creationId xmlns:a16="http://schemas.microsoft.com/office/drawing/2014/main" id="{015ACDBD-3A45-9803-2700-97A6F15F752D}"/>
                    </a:ext>
                  </a:extLst>
                </p:cNvPr>
                <p:cNvPicPr/>
                <p:nvPr/>
              </p:nvPicPr>
              <p:blipFill>
                <a:blip r:embed="rId93"/>
                <a:stretch>
                  <a:fillRect/>
                </a:stretch>
              </p:blipFill>
              <p:spPr>
                <a:xfrm>
                  <a:off x="9668383" y="2740775"/>
                  <a:ext cx="20988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9" name="Ink 58">
                  <a:extLst>
                    <a:ext uri="{FF2B5EF4-FFF2-40B4-BE49-F238E27FC236}">
                      <a16:creationId xmlns:a16="http://schemas.microsoft.com/office/drawing/2014/main" id="{20A0FB01-11AA-0AFD-FBFB-88CEC8B8A302}"/>
                    </a:ext>
                  </a:extLst>
                </p14:cNvPr>
                <p14:cNvContentPartPr/>
                <p14:nvPr/>
              </p14:nvContentPartPr>
              <p14:xfrm>
                <a:off x="10180303" y="2650775"/>
                <a:ext cx="218520" cy="219960"/>
              </p14:xfrm>
            </p:contentPart>
          </mc:Choice>
          <mc:Fallback>
            <p:pic>
              <p:nvPicPr>
                <p:cNvPr id="59" name="Ink 58">
                  <a:extLst>
                    <a:ext uri="{FF2B5EF4-FFF2-40B4-BE49-F238E27FC236}">
                      <a16:creationId xmlns:a16="http://schemas.microsoft.com/office/drawing/2014/main" id="{20A0FB01-11AA-0AFD-FBFB-88CEC8B8A302}"/>
                    </a:ext>
                  </a:extLst>
                </p:cNvPr>
                <p:cNvPicPr/>
                <p:nvPr/>
              </p:nvPicPr>
              <p:blipFill>
                <a:blip r:embed="rId95"/>
                <a:stretch>
                  <a:fillRect/>
                </a:stretch>
              </p:blipFill>
              <p:spPr>
                <a:xfrm>
                  <a:off x="10174183" y="2644655"/>
                  <a:ext cx="23076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60" name="Ink 59">
                  <a:extLst>
                    <a:ext uri="{FF2B5EF4-FFF2-40B4-BE49-F238E27FC236}">
                      <a16:creationId xmlns:a16="http://schemas.microsoft.com/office/drawing/2014/main" id="{054B7CDB-9174-0480-EDD4-AEDFEF672897}"/>
                    </a:ext>
                  </a:extLst>
                </p14:cNvPr>
                <p14:cNvContentPartPr/>
                <p14:nvPr/>
              </p14:nvContentPartPr>
              <p14:xfrm>
                <a:off x="10195423" y="2671295"/>
                <a:ext cx="193320" cy="170640"/>
              </p14:xfrm>
            </p:contentPart>
          </mc:Choice>
          <mc:Fallback>
            <p:pic>
              <p:nvPicPr>
                <p:cNvPr id="60" name="Ink 59">
                  <a:extLst>
                    <a:ext uri="{FF2B5EF4-FFF2-40B4-BE49-F238E27FC236}">
                      <a16:creationId xmlns:a16="http://schemas.microsoft.com/office/drawing/2014/main" id="{054B7CDB-9174-0480-EDD4-AEDFEF672897}"/>
                    </a:ext>
                  </a:extLst>
                </p:cNvPr>
                <p:cNvPicPr/>
                <p:nvPr/>
              </p:nvPicPr>
              <p:blipFill>
                <a:blip r:embed="rId97"/>
                <a:stretch>
                  <a:fillRect/>
                </a:stretch>
              </p:blipFill>
              <p:spPr>
                <a:xfrm>
                  <a:off x="10189303" y="2665175"/>
                  <a:ext cx="20556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1" name="Ink 60">
                  <a:extLst>
                    <a:ext uri="{FF2B5EF4-FFF2-40B4-BE49-F238E27FC236}">
                      <a16:creationId xmlns:a16="http://schemas.microsoft.com/office/drawing/2014/main" id="{CAB71899-B7BE-E94B-956C-661393A2DFA0}"/>
                    </a:ext>
                  </a:extLst>
                </p14:cNvPr>
                <p14:cNvContentPartPr/>
                <p14:nvPr/>
              </p14:nvContentPartPr>
              <p14:xfrm>
                <a:off x="10121983" y="2537375"/>
                <a:ext cx="294480" cy="24840"/>
              </p14:xfrm>
            </p:contentPart>
          </mc:Choice>
          <mc:Fallback>
            <p:pic>
              <p:nvPicPr>
                <p:cNvPr id="61" name="Ink 60">
                  <a:extLst>
                    <a:ext uri="{FF2B5EF4-FFF2-40B4-BE49-F238E27FC236}">
                      <a16:creationId xmlns:a16="http://schemas.microsoft.com/office/drawing/2014/main" id="{CAB71899-B7BE-E94B-956C-661393A2DFA0}"/>
                    </a:ext>
                  </a:extLst>
                </p:cNvPr>
                <p:cNvPicPr/>
                <p:nvPr/>
              </p:nvPicPr>
              <p:blipFill>
                <a:blip r:embed="rId99"/>
                <a:stretch>
                  <a:fillRect/>
                </a:stretch>
              </p:blipFill>
              <p:spPr>
                <a:xfrm>
                  <a:off x="10115863" y="2531255"/>
                  <a:ext cx="30672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2" name="Ink 61">
                  <a:extLst>
                    <a:ext uri="{FF2B5EF4-FFF2-40B4-BE49-F238E27FC236}">
                      <a16:creationId xmlns:a16="http://schemas.microsoft.com/office/drawing/2014/main" id="{1F9A85FD-0DD3-B3ED-09A9-1A4DD1EF1C86}"/>
                    </a:ext>
                  </a:extLst>
                </p14:cNvPr>
                <p14:cNvContentPartPr/>
                <p14:nvPr/>
              </p14:nvContentPartPr>
              <p14:xfrm>
                <a:off x="10229263" y="693455"/>
                <a:ext cx="769320" cy="2684160"/>
              </p14:xfrm>
            </p:contentPart>
          </mc:Choice>
          <mc:Fallback>
            <p:pic>
              <p:nvPicPr>
                <p:cNvPr id="62" name="Ink 61">
                  <a:extLst>
                    <a:ext uri="{FF2B5EF4-FFF2-40B4-BE49-F238E27FC236}">
                      <a16:creationId xmlns:a16="http://schemas.microsoft.com/office/drawing/2014/main" id="{1F9A85FD-0DD3-B3ED-09A9-1A4DD1EF1C86}"/>
                    </a:ext>
                  </a:extLst>
                </p:cNvPr>
                <p:cNvPicPr/>
                <p:nvPr/>
              </p:nvPicPr>
              <p:blipFill>
                <a:blip r:embed="rId101"/>
                <a:stretch>
                  <a:fillRect/>
                </a:stretch>
              </p:blipFill>
              <p:spPr>
                <a:xfrm>
                  <a:off x="10223143" y="687335"/>
                  <a:ext cx="781560" cy="2696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2">
            <p14:nvContentPartPr>
              <p14:cNvPr id="64" name="Ink 63">
                <a:extLst>
                  <a:ext uri="{FF2B5EF4-FFF2-40B4-BE49-F238E27FC236}">
                    <a16:creationId xmlns:a16="http://schemas.microsoft.com/office/drawing/2014/main" id="{AC5D9EE0-C194-6EAD-539E-94710227BAA4}"/>
                  </a:ext>
                </a:extLst>
              </p14:cNvPr>
              <p14:cNvContentPartPr/>
              <p14:nvPr/>
            </p14:nvContentPartPr>
            <p14:xfrm>
              <a:off x="7690543" y="6558215"/>
              <a:ext cx="3254400" cy="339840"/>
            </p14:xfrm>
          </p:contentPart>
        </mc:Choice>
        <mc:Fallback>
          <p:pic>
            <p:nvPicPr>
              <p:cNvPr id="64" name="Ink 63">
                <a:extLst>
                  <a:ext uri="{FF2B5EF4-FFF2-40B4-BE49-F238E27FC236}">
                    <a16:creationId xmlns:a16="http://schemas.microsoft.com/office/drawing/2014/main" id="{AC5D9EE0-C194-6EAD-539E-94710227BAA4}"/>
                  </a:ext>
                </a:extLst>
              </p:cNvPr>
              <p:cNvPicPr/>
              <p:nvPr/>
            </p:nvPicPr>
            <p:blipFill>
              <a:blip r:embed="rId103"/>
              <a:stretch>
                <a:fillRect/>
              </a:stretch>
            </p:blipFill>
            <p:spPr>
              <a:xfrm>
                <a:off x="7684423" y="6552095"/>
                <a:ext cx="3266640" cy="352080"/>
              </a:xfrm>
              <a:prstGeom prst="rect">
                <a:avLst/>
              </a:prstGeom>
            </p:spPr>
          </p:pic>
        </mc:Fallback>
      </mc:AlternateContent>
    </p:spTree>
    <p:extLst>
      <p:ext uri="{BB962C8B-B14F-4D97-AF65-F5344CB8AC3E}">
        <p14:creationId xmlns:p14="http://schemas.microsoft.com/office/powerpoint/2010/main" val="3555164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down)">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additive="base">
                                        <p:cTn id="38" dur="500" fill="hold"/>
                                        <p:tgtEl>
                                          <p:spTgt spid="18"/>
                                        </p:tgtEl>
                                        <p:attrNameLst>
                                          <p:attrName>ppt_x</p:attrName>
                                        </p:attrNameLst>
                                      </p:cBhvr>
                                      <p:tavLst>
                                        <p:tav tm="0">
                                          <p:val>
                                            <p:strVal val="0-#ppt_w/2"/>
                                          </p:val>
                                        </p:tav>
                                        <p:tav tm="100000">
                                          <p:val>
                                            <p:strVal val="#ppt_x"/>
                                          </p:val>
                                        </p:tav>
                                      </p:tavLst>
                                    </p:anim>
                                    <p:anim calcmode="lin" valueType="num">
                                      <p:cBhvr additive="base">
                                        <p:cTn id="39"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wipe(left)">
                                      <p:cBhvr>
                                        <p:cTn id="4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B08704-0D91-770B-769A-727187432A23}"/>
              </a:ext>
            </a:extLst>
          </p:cNvPr>
          <p:cNvSpPr txBox="1">
            <a:spLocks/>
          </p:cNvSpPr>
          <p:nvPr/>
        </p:nvSpPr>
        <p:spPr>
          <a:xfrm>
            <a:off x="612742" y="955076"/>
            <a:ext cx="10727703" cy="2052075"/>
          </a:xfrm>
          <a:prstGeom prst="rect">
            <a:avLst/>
          </a:prstGeom>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Helvetica Neue" panose="02000503000000020004"/>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Helvetica Neue" panose="02000503000000020004"/>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Helvetica Neue" panose="02000503000000020004"/>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just" defTabSz="1055679">
              <a:lnSpc>
                <a:spcPct val="150000"/>
              </a:lnSpc>
              <a:spcBef>
                <a:spcPts val="1154"/>
              </a:spcBef>
              <a:buClrTx/>
              <a:buNone/>
            </a:pPr>
            <a:r>
              <a:rPr lang="en-US" sz="2800" dirty="0">
                <a:solidFill>
                  <a:prstClr val="black"/>
                </a:solidFill>
                <a:latin typeface="+mn-lt"/>
              </a:rPr>
              <a:t>The owner of a showtime movie theatre wishes to predict weekly gross revenue based on advertising expenditures. The sample data are as follows:</a:t>
            </a:r>
          </a:p>
        </p:txBody>
      </p:sp>
      <p:graphicFrame>
        <p:nvGraphicFramePr>
          <p:cNvPr id="4" name="Table 3">
            <a:extLst>
              <a:ext uri="{FF2B5EF4-FFF2-40B4-BE49-F238E27FC236}">
                <a16:creationId xmlns:a16="http://schemas.microsoft.com/office/drawing/2014/main" id="{FE237B7D-1DC0-0EC9-D4EB-D60C037F3278}"/>
              </a:ext>
            </a:extLst>
          </p:cNvPr>
          <p:cNvGraphicFramePr>
            <a:graphicFrameLocks noGrp="1"/>
          </p:cNvGraphicFramePr>
          <p:nvPr/>
        </p:nvGraphicFramePr>
        <p:xfrm>
          <a:off x="447356" y="3429000"/>
          <a:ext cx="11297288" cy="1950540"/>
        </p:xfrm>
        <a:graphic>
          <a:graphicData uri="http://schemas.openxmlformats.org/drawingml/2006/table">
            <a:tbl>
              <a:tblPr firstRow="1" bandRow="1">
                <a:tableStyleId>{5C22544A-7EE6-4342-B048-85BDC9FD1C3A}</a:tableStyleId>
              </a:tblPr>
              <a:tblGrid>
                <a:gridCol w="5465719">
                  <a:extLst>
                    <a:ext uri="{9D8B030D-6E8A-4147-A177-3AD203B41FA5}">
                      <a16:colId xmlns:a16="http://schemas.microsoft.com/office/drawing/2014/main" val="2295195401"/>
                    </a:ext>
                  </a:extLst>
                </a:gridCol>
                <a:gridCol w="740418">
                  <a:extLst>
                    <a:ext uri="{9D8B030D-6E8A-4147-A177-3AD203B41FA5}">
                      <a16:colId xmlns:a16="http://schemas.microsoft.com/office/drawing/2014/main" val="2408280749"/>
                    </a:ext>
                  </a:extLst>
                </a:gridCol>
                <a:gridCol w="745046">
                  <a:extLst>
                    <a:ext uri="{9D8B030D-6E8A-4147-A177-3AD203B41FA5}">
                      <a16:colId xmlns:a16="http://schemas.microsoft.com/office/drawing/2014/main" val="3861680707"/>
                    </a:ext>
                  </a:extLst>
                </a:gridCol>
                <a:gridCol w="717453">
                  <a:extLst>
                    <a:ext uri="{9D8B030D-6E8A-4147-A177-3AD203B41FA5}">
                      <a16:colId xmlns:a16="http://schemas.microsoft.com/office/drawing/2014/main" val="2759746080"/>
                    </a:ext>
                  </a:extLst>
                </a:gridCol>
                <a:gridCol w="689858">
                  <a:extLst>
                    <a:ext uri="{9D8B030D-6E8A-4147-A177-3AD203B41FA5}">
                      <a16:colId xmlns:a16="http://schemas.microsoft.com/office/drawing/2014/main" val="3629075748"/>
                    </a:ext>
                  </a:extLst>
                </a:gridCol>
                <a:gridCol w="745047">
                  <a:extLst>
                    <a:ext uri="{9D8B030D-6E8A-4147-A177-3AD203B41FA5}">
                      <a16:colId xmlns:a16="http://schemas.microsoft.com/office/drawing/2014/main" val="3778133911"/>
                    </a:ext>
                  </a:extLst>
                </a:gridCol>
                <a:gridCol w="827829">
                  <a:extLst>
                    <a:ext uri="{9D8B030D-6E8A-4147-A177-3AD203B41FA5}">
                      <a16:colId xmlns:a16="http://schemas.microsoft.com/office/drawing/2014/main" val="2476622935"/>
                    </a:ext>
                  </a:extLst>
                </a:gridCol>
                <a:gridCol w="703655">
                  <a:extLst>
                    <a:ext uri="{9D8B030D-6E8A-4147-A177-3AD203B41FA5}">
                      <a16:colId xmlns:a16="http://schemas.microsoft.com/office/drawing/2014/main" val="54939176"/>
                    </a:ext>
                  </a:extLst>
                </a:gridCol>
                <a:gridCol w="662263">
                  <a:extLst>
                    <a:ext uri="{9D8B030D-6E8A-4147-A177-3AD203B41FA5}">
                      <a16:colId xmlns:a16="http://schemas.microsoft.com/office/drawing/2014/main" val="2218522841"/>
                    </a:ext>
                  </a:extLst>
                </a:gridCol>
              </a:tblGrid>
              <a:tr h="650180">
                <a:tc>
                  <a:txBody>
                    <a:bodyPr/>
                    <a:lstStyle/>
                    <a:p>
                      <a:r>
                        <a:rPr lang="en-US" sz="3100" dirty="0"/>
                        <a:t>Sl. No</a:t>
                      </a:r>
                    </a:p>
                  </a:txBody>
                  <a:tcPr marL="79178" marR="79178" marT="39589" marB="39589"/>
                </a:tc>
                <a:tc>
                  <a:txBody>
                    <a:bodyPr/>
                    <a:lstStyle/>
                    <a:p>
                      <a:r>
                        <a:rPr lang="en-US" sz="3100" dirty="0"/>
                        <a:t>1</a:t>
                      </a:r>
                    </a:p>
                  </a:txBody>
                  <a:tcPr marL="79178" marR="79178" marT="39589" marB="39589"/>
                </a:tc>
                <a:tc>
                  <a:txBody>
                    <a:bodyPr/>
                    <a:lstStyle/>
                    <a:p>
                      <a:r>
                        <a:rPr lang="en-US" sz="3100" dirty="0"/>
                        <a:t>2</a:t>
                      </a:r>
                    </a:p>
                  </a:txBody>
                  <a:tcPr marL="79178" marR="79178" marT="39589" marB="39589"/>
                </a:tc>
                <a:tc>
                  <a:txBody>
                    <a:bodyPr/>
                    <a:lstStyle/>
                    <a:p>
                      <a:r>
                        <a:rPr lang="en-US" sz="3100" dirty="0"/>
                        <a:t>3</a:t>
                      </a:r>
                    </a:p>
                  </a:txBody>
                  <a:tcPr marL="79178" marR="79178" marT="39589" marB="39589"/>
                </a:tc>
                <a:tc>
                  <a:txBody>
                    <a:bodyPr/>
                    <a:lstStyle/>
                    <a:p>
                      <a:r>
                        <a:rPr lang="en-US" sz="3100" dirty="0"/>
                        <a:t>4</a:t>
                      </a:r>
                    </a:p>
                  </a:txBody>
                  <a:tcPr marL="79178" marR="79178" marT="39589" marB="39589"/>
                </a:tc>
                <a:tc>
                  <a:txBody>
                    <a:bodyPr/>
                    <a:lstStyle/>
                    <a:p>
                      <a:r>
                        <a:rPr lang="en-US" sz="3100" dirty="0"/>
                        <a:t>5</a:t>
                      </a:r>
                    </a:p>
                  </a:txBody>
                  <a:tcPr marL="79178" marR="79178" marT="39589" marB="39589"/>
                </a:tc>
                <a:tc>
                  <a:txBody>
                    <a:bodyPr/>
                    <a:lstStyle/>
                    <a:p>
                      <a:r>
                        <a:rPr lang="en-US" sz="3100" dirty="0"/>
                        <a:t>6</a:t>
                      </a:r>
                    </a:p>
                  </a:txBody>
                  <a:tcPr marL="79178" marR="79178" marT="39589" marB="39589"/>
                </a:tc>
                <a:tc>
                  <a:txBody>
                    <a:bodyPr/>
                    <a:lstStyle/>
                    <a:p>
                      <a:r>
                        <a:rPr lang="en-US" sz="3100" dirty="0"/>
                        <a:t>7</a:t>
                      </a:r>
                    </a:p>
                  </a:txBody>
                  <a:tcPr marL="79178" marR="79178" marT="39589" marB="39589"/>
                </a:tc>
                <a:tc>
                  <a:txBody>
                    <a:bodyPr/>
                    <a:lstStyle/>
                    <a:p>
                      <a:r>
                        <a:rPr lang="en-US" sz="3100" dirty="0"/>
                        <a:t>8</a:t>
                      </a:r>
                    </a:p>
                  </a:txBody>
                  <a:tcPr marL="79178" marR="79178" marT="39589" marB="39589"/>
                </a:tc>
                <a:extLst>
                  <a:ext uri="{0D108BD9-81ED-4DB2-BD59-A6C34878D82A}">
                    <a16:rowId xmlns:a16="http://schemas.microsoft.com/office/drawing/2014/main" val="2921505956"/>
                  </a:ext>
                </a:extLst>
              </a:tr>
              <a:tr h="650180">
                <a:tc>
                  <a:txBody>
                    <a:bodyPr/>
                    <a:lstStyle/>
                    <a:p>
                      <a:r>
                        <a:rPr lang="en-US" sz="3100" dirty="0"/>
                        <a:t>Weekly gross revenue (‘1000s)</a:t>
                      </a:r>
                    </a:p>
                  </a:txBody>
                  <a:tcPr marL="79178" marR="79178" marT="39589" marB="39589"/>
                </a:tc>
                <a:tc>
                  <a:txBody>
                    <a:bodyPr/>
                    <a:lstStyle/>
                    <a:p>
                      <a:r>
                        <a:rPr lang="en-US" sz="3100" dirty="0"/>
                        <a:t>96</a:t>
                      </a:r>
                    </a:p>
                  </a:txBody>
                  <a:tcPr marL="79178" marR="79178" marT="39589" marB="39589"/>
                </a:tc>
                <a:tc>
                  <a:txBody>
                    <a:bodyPr/>
                    <a:lstStyle/>
                    <a:p>
                      <a:r>
                        <a:rPr lang="en-US" sz="3100" dirty="0"/>
                        <a:t>90</a:t>
                      </a:r>
                    </a:p>
                  </a:txBody>
                  <a:tcPr marL="79178" marR="79178" marT="39589" marB="39589"/>
                </a:tc>
                <a:tc>
                  <a:txBody>
                    <a:bodyPr/>
                    <a:lstStyle/>
                    <a:p>
                      <a:r>
                        <a:rPr lang="en-US" sz="3100" dirty="0"/>
                        <a:t>95</a:t>
                      </a:r>
                    </a:p>
                  </a:txBody>
                  <a:tcPr marL="79178" marR="79178" marT="39589" marB="39589"/>
                </a:tc>
                <a:tc>
                  <a:txBody>
                    <a:bodyPr/>
                    <a:lstStyle/>
                    <a:p>
                      <a:r>
                        <a:rPr lang="en-US" sz="3100" dirty="0"/>
                        <a:t>92</a:t>
                      </a:r>
                    </a:p>
                  </a:txBody>
                  <a:tcPr marL="79178" marR="79178" marT="39589" marB="39589"/>
                </a:tc>
                <a:tc>
                  <a:txBody>
                    <a:bodyPr/>
                    <a:lstStyle/>
                    <a:p>
                      <a:r>
                        <a:rPr lang="en-US" sz="3100" dirty="0"/>
                        <a:t>95</a:t>
                      </a:r>
                    </a:p>
                  </a:txBody>
                  <a:tcPr marL="79178" marR="79178" marT="39589" marB="39589"/>
                </a:tc>
                <a:tc>
                  <a:txBody>
                    <a:bodyPr/>
                    <a:lstStyle/>
                    <a:p>
                      <a:r>
                        <a:rPr lang="en-US" sz="3100" dirty="0"/>
                        <a:t>94</a:t>
                      </a:r>
                    </a:p>
                  </a:txBody>
                  <a:tcPr marL="79178" marR="79178" marT="39589" marB="39589"/>
                </a:tc>
                <a:tc>
                  <a:txBody>
                    <a:bodyPr/>
                    <a:lstStyle/>
                    <a:p>
                      <a:r>
                        <a:rPr lang="en-US" sz="3100" dirty="0"/>
                        <a:t>94</a:t>
                      </a:r>
                    </a:p>
                  </a:txBody>
                  <a:tcPr marL="79178" marR="79178" marT="39589" marB="39589"/>
                </a:tc>
                <a:tc>
                  <a:txBody>
                    <a:bodyPr/>
                    <a:lstStyle/>
                    <a:p>
                      <a:r>
                        <a:rPr lang="en-US" sz="3100" dirty="0"/>
                        <a:t>94</a:t>
                      </a:r>
                    </a:p>
                  </a:txBody>
                  <a:tcPr marL="79178" marR="79178" marT="39589" marB="39589"/>
                </a:tc>
                <a:extLst>
                  <a:ext uri="{0D108BD9-81ED-4DB2-BD59-A6C34878D82A}">
                    <a16:rowId xmlns:a16="http://schemas.microsoft.com/office/drawing/2014/main" val="2292161714"/>
                  </a:ext>
                </a:extLst>
              </a:tr>
              <a:tr h="650180">
                <a:tc>
                  <a:txBody>
                    <a:bodyPr/>
                    <a:lstStyle/>
                    <a:p>
                      <a:r>
                        <a:rPr lang="en-US" sz="3100" dirty="0"/>
                        <a:t>Television advertising (‘1000s)</a:t>
                      </a:r>
                    </a:p>
                  </a:txBody>
                  <a:tcPr marL="79178" marR="79178" marT="39589" marB="39589"/>
                </a:tc>
                <a:tc>
                  <a:txBody>
                    <a:bodyPr/>
                    <a:lstStyle/>
                    <a:p>
                      <a:r>
                        <a:rPr lang="en-US" sz="3100" dirty="0"/>
                        <a:t>5.0</a:t>
                      </a:r>
                    </a:p>
                  </a:txBody>
                  <a:tcPr marL="79178" marR="79178" marT="39589" marB="39589"/>
                </a:tc>
                <a:tc>
                  <a:txBody>
                    <a:bodyPr/>
                    <a:lstStyle/>
                    <a:p>
                      <a:r>
                        <a:rPr lang="en-US" sz="3100" dirty="0"/>
                        <a:t>2.0</a:t>
                      </a:r>
                    </a:p>
                  </a:txBody>
                  <a:tcPr marL="79178" marR="79178" marT="39589" marB="39589"/>
                </a:tc>
                <a:tc>
                  <a:txBody>
                    <a:bodyPr/>
                    <a:lstStyle/>
                    <a:p>
                      <a:r>
                        <a:rPr lang="en-US" sz="3100" dirty="0"/>
                        <a:t>4.0</a:t>
                      </a:r>
                    </a:p>
                  </a:txBody>
                  <a:tcPr marL="79178" marR="79178" marT="39589" marB="39589"/>
                </a:tc>
                <a:tc>
                  <a:txBody>
                    <a:bodyPr/>
                    <a:lstStyle/>
                    <a:p>
                      <a:r>
                        <a:rPr lang="en-US" sz="3100" dirty="0"/>
                        <a:t>2.5</a:t>
                      </a:r>
                    </a:p>
                  </a:txBody>
                  <a:tcPr marL="79178" marR="79178" marT="39589" marB="39589"/>
                </a:tc>
                <a:tc>
                  <a:txBody>
                    <a:bodyPr/>
                    <a:lstStyle/>
                    <a:p>
                      <a:r>
                        <a:rPr lang="en-US" sz="3100" dirty="0"/>
                        <a:t>3.0</a:t>
                      </a:r>
                    </a:p>
                  </a:txBody>
                  <a:tcPr marL="79178" marR="79178" marT="39589" marB="39589"/>
                </a:tc>
                <a:tc>
                  <a:txBody>
                    <a:bodyPr/>
                    <a:lstStyle/>
                    <a:p>
                      <a:r>
                        <a:rPr lang="en-US" sz="3100" dirty="0"/>
                        <a:t>3.5</a:t>
                      </a:r>
                    </a:p>
                  </a:txBody>
                  <a:tcPr marL="79178" marR="79178" marT="39589" marB="39589"/>
                </a:tc>
                <a:tc>
                  <a:txBody>
                    <a:bodyPr/>
                    <a:lstStyle/>
                    <a:p>
                      <a:r>
                        <a:rPr lang="en-US" sz="3100" dirty="0"/>
                        <a:t>2.5</a:t>
                      </a:r>
                    </a:p>
                  </a:txBody>
                  <a:tcPr marL="79178" marR="79178" marT="39589" marB="39589"/>
                </a:tc>
                <a:tc>
                  <a:txBody>
                    <a:bodyPr/>
                    <a:lstStyle/>
                    <a:p>
                      <a:r>
                        <a:rPr lang="en-US" sz="3100" dirty="0"/>
                        <a:t>3.0</a:t>
                      </a:r>
                    </a:p>
                  </a:txBody>
                  <a:tcPr marL="79178" marR="79178" marT="39589" marB="39589"/>
                </a:tc>
                <a:extLst>
                  <a:ext uri="{0D108BD9-81ED-4DB2-BD59-A6C34878D82A}">
                    <a16:rowId xmlns:a16="http://schemas.microsoft.com/office/drawing/2014/main" val="1771365303"/>
                  </a:ext>
                </a:extLst>
              </a:tr>
            </a:tbl>
          </a:graphicData>
        </a:graphic>
      </p:graphicFrame>
    </p:spTree>
    <p:extLst>
      <p:ext uri="{BB962C8B-B14F-4D97-AF65-F5344CB8AC3E}">
        <p14:creationId xmlns:p14="http://schemas.microsoft.com/office/powerpoint/2010/main" val="30210930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DC439-674D-89F7-0576-FA77469EDF87}"/>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7A5FD3B-CCF6-6AA5-1C50-731922C1A3D1}"/>
              </a:ext>
            </a:extLst>
          </p:cNvPr>
          <p:cNvGraphicFramePr>
            <a:graphicFrameLocks noGrp="1"/>
          </p:cNvGraphicFramePr>
          <p:nvPr>
            <p:extLst>
              <p:ext uri="{D42A27DB-BD31-4B8C-83A1-F6EECF244321}">
                <p14:modId xmlns:p14="http://schemas.microsoft.com/office/powerpoint/2010/main" val="1270968496"/>
              </p:ext>
            </p:extLst>
          </p:nvPr>
        </p:nvGraphicFramePr>
        <p:xfrm>
          <a:off x="664208" y="1052498"/>
          <a:ext cx="10863585" cy="4882998"/>
        </p:xfrm>
        <a:graphic>
          <a:graphicData uri="http://schemas.openxmlformats.org/drawingml/2006/table">
            <a:tbl>
              <a:tblPr>
                <a:tableStyleId>{5940675A-B579-460E-94D1-54222C63F5DA}</a:tableStyleId>
              </a:tblPr>
              <a:tblGrid>
                <a:gridCol w="879328">
                  <a:extLst>
                    <a:ext uri="{9D8B030D-6E8A-4147-A177-3AD203B41FA5}">
                      <a16:colId xmlns:a16="http://schemas.microsoft.com/office/drawing/2014/main" val="1569883201"/>
                    </a:ext>
                  </a:extLst>
                </a:gridCol>
                <a:gridCol w="2297759">
                  <a:extLst>
                    <a:ext uri="{9D8B030D-6E8A-4147-A177-3AD203B41FA5}">
                      <a16:colId xmlns:a16="http://schemas.microsoft.com/office/drawing/2014/main" val="177506359"/>
                    </a:ext>
                  </a:extLst>
                </a:gridCol>
                <a:gridCol w="2055127">
                  <a:extLst>
                    <a:ext uri="{9D8B030D-6E8A-4147-A177-3AD203B41FA5}">
                      <a16:colId xmlns:a16="http://schemas.microsoft.com/office/drawing/2014/main" val="142949102"/>
                    </a:ext>
                  </a:extLst>
                </a:gridCol>
                <a:gridCol w="1793502">
                  <a:extLst>
                    <a:ext uri="{9D8B030D-6E8A-4147-A177-3AD203B41FA5}">
                      <a16:colId xmlns:a16="http://schemas.microsoft.com/office/drawing/2014/main" val="3859180307"/>
                    </a:ext>
                  </a:extLst>
                </a:gridCol>
                <a:gridCol w="1758028">
                  <a:extLst>
                    <a:ext uri="{9D8B030D-6E8A-4147-A177-3AD203B41FA5}">
                      <a16:colId xmlns:a16="http://schemas.microsoft.com/office/drawing/2014/main" val="1894410790"/>
                    </a:ext>
                  </a:extLst>
                </a:gridCol>
                <a:gridCol w="1073604">
                  <a:extLst>
                    <a:ext uri="{9D8B030D-6E8A-4147-A177-3AD203B41FA5}">
                      <a16:colId xmlns:a16="http://schemas.microsoft.com/office/drawing/2014/main" val="3216507064"/>
                    </a:ext>
                  </a:extLst>
                </a:gridCol>
                <a:gridCol w="1006237">
                  <a:extLst>
                    <a:ext uri="{9D8B030D-6E8A-4147-A177-3AD203B41FA5}">
                      <a16:colId xmlns:a16="http://schemas.microsoft.com/office/drawing/2014/main" val="2713426255"/>
                    </a:ext>
                  </a:extLst>
                </a:gridCol>
              </a:tblGrid>
              <a:tr h="1100767">
                <a:tc>
                  <a:txBody>
                    <a:bodyPr/>
                    <a:lstStyle/>
                    <a:p>
                      <a:pPr algn="l"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 </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Weekly gross  revenue ('1000s) (Y)</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Television advertising ('1000s) (X)</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err="1">
                          <a:effectLst/>
                          <a:latin typeface="Helvetica Neue" panose="02000503000000020004" pitchFamily="2" charset="0"/>
                          <a:ea typeface="Helvetica Neue" panose="02000503000000020004" pitchFamily="2" charset="0"/>
                          <a:cs typeface="Helvetica Neue" panose="02000503000000020004" pitchFamily="2" charset="0"/>
                        </a:rPr>
                        <a:t>xy</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x</a:t>
                      </a:r>
                      <a:r>
                        <a:rPr lang="en-IN" sz="2400" u="none" strike="noStrike" baseline="30000" dirty="0">
                          <a:effectLst/>
                          <a:latin typeface="Helvetica Neue" panose="02000503000000020004" pitchFamily="2" charset="0"/>
                          <a:ea typeface="Helvetica Neue" panose="02000503000000020004" pitchFamily="2" charset="0"/>
                          <a:cs typeface="Helvetica Neue" panose="02000503000000020004" pitchFamily="2" charset="0"/>
                        </a:rPr>
                        <a:t>2</a:t>
                      </a:r>
                      <a:endParaRPr lang="en-IN" sz="2400" b="0" i="0" u="none" strike="noStrike" baseline="30000"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extLst>
                  <a:ext uri="{0D108BD9-81ED-4DB2-BD59-A6C34878D82A}">
                    <a16:rowId xmlns:a16="http://schemas.microsoft.com/office/drawing/2014/main" val="1204865330"/>
                  </a:ext>
                </a:extLst>
              </a:tr>
              <a:tr h="377747">
                <a:tc>
                  <a:txBody>
                    <a:bodyPr/>
                    <a:lstStyle/>
                    <a:p>
                      <a:pPr algn="l"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 </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96</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5.0</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2.25</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1.81</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4.08</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5.06</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extLst>
                  <a:ext uri="{0D108BD9-81ED-4DB2-BD59-A6C34878D82A}">
                    <a16:rowId xmlns:a16="http://schemas.microsoft.com/office/drawing/2014/main" val="2210743358"/>
                  </a:ext>
                </a:extLst>
              </a:tr>
              <a:tr h="377747">
                <a:tc>
                  <a:txBody>
                    <a:bodyPr/>
                    <a:lstStyle/>
                    <a:p>
                      <a:pPr algn="l"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 </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90</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2.0</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-3.75</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-1.19</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4.45</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14.06</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extLst>
                  <a:ext uri="{0D108BD9-81ED-4DB2-BD59-A6C34878D82A}">
                    <a16:rowId xmlns:a16="http://schemas.microsoft.com/office/drawing/2014/main" val="2237644118"/>
                  </a:ext>
                </a:extLst>
              </a:tr>
              <a:tr h="377747">
                <a:tc>
                  <a:txBody>
                    <a:bodyPr/>
                    <a:lstStyle/>
                    <a:p>
                      <a:pPr algn="l"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 </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95</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4.0</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1.25</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0.81</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1.02</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1.56</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extLst>
                  <a:ext uri="{0D108BD9-81ED-4DB2-BD59-A6C34878D82A}">
                    <a16:rowId xmlns:a16="http://schemas.microsoft.com/office/drawing/2014/main" val="3745533300"/>
                  </a:ext>
                </a:extLst>
              </a:tr>
              <a:tr h="377747">
                <a:tc>
                  <a:txBody>
                    <a:bodyPr/>
                    <a:lstStyle/>
                    <a:p>
                      <a:pPr algn="l"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 </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92</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2.5</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-1.75</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-0.69</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1.20</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3.06</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extLst>
                  <a:ext uri="{0D108BD9-81ED-4DB2-BD59-A6C34878D82A}">
                    <a16:rowId xmlns:a16="http://schemas.microsoft.com/office/drawing/2014/main" val="4201595319"/>
                  </a:ext>
                </a:extLst>
              </a:tr>
              <a:tr h="377747">
                <a:tc>
                  <a:txBody>
                    <a:bodyPr/>
                    <a:lstStyle/>
                    <a:p>
                      <a:pPr algn="l"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 </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95</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3.0</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1.25</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-0.19</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-0.23</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1.56</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extLst>
                  <a:ext uri="{0D108BD9-81ED-4DB2-BD59-A6C34878D82A}">
                    <a16:rowId xmlns:a16="http://schemas.microsoft.com/office/drawing/2014/main" val="3429617905"/>
                  </a:ext>
                </a:extLst>
              </a:tr>
              <a:tr h="377747">
                <a:tc>
                  <a:txBody>
                    <a:bodyPr/>
                    <a:lstStyle/>
                    <a:p>
                      <a:pPr algn="l"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 </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94</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3.5</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0.25</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0.31</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0.08</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0.06</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extLst>
                  <a:ext uri="{0D108BD9-81ED-4DB2-BD59-A6C34878D82A}">
                    <a16:rowId xmlns:a16="http://schemas.microsoft.com/office/drawing/2014/main" val="1488630504"/>
                  </a:ext>
                </a:extLst>
              </a:tr>
              <a:tr h="377747">
                <a:tc>
                  <a:txBody>
                    <a:bodyPr/>
                    <a:lstStyle/>
                    <a:p>
                      <a:pPr algn="l"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 </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94</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2.5</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0.25</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-0.69</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-0.17</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0.06</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extLst>
                  <a:ext uri="{0D108BD9-81ED-4DB2-BD59-A6C34878D82A}">
                    <a16:rowId xmlns:a16="http://schemas.microsoft.com/office/drawing/2014/main" val="409545736"/>
                  </a:ext>
                </a:extLst>
              </a:tr>
              <a:tr h="377747">
                <a:tc>
                  <a:txBody>
                    <a:bodyPr/>
                    <a:lstStyle/>
                    <a:p>
                      <a:pPr algn="l"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 </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94</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ctr"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3.0</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0.25</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-0.19</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-0.05</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0.06</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extLst>
                  <a:ext uri="{0D108BD9-81ED-4DB2-BD59-A6C34878D82A}">
                    <a16:rowId xmlns:a16="http://schemas.microsoft.com/office/drawing/2014/main" val="3160958115"/>
                  </a:ext>
                </a:extLst>
              </a:tr>
              <a:tr h="377747">
                <a:tc>
                  <a:txBody>
                    <a:bodyPr/>
                    <a:lstStyle/>
                    <a:p>
                      <a:pPr algn="l"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Sum</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750</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25.5</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0</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b="1" u="none" strike="noStrike" dirty="0">
                          <a:solidFill>
                            <a:srgbClr val="FF0000"/>
                          </a:solidFill>
                          <a:effectLst/>
                          <a:latin typeface="Helvetica Neue" panose="02000503000000020004" pitchFamily="2" charset="0"/>
                          <a:ea typeface="Helvetica Neue" panose="02000503000000020004" pitchFamily="2" charset="0"/>
                          <a:cs typeface="Helvetica Neue" panose="02000503000000020004" pitchFamily="2" charset="0"/>
                        </a:rPr>
                        <a:t>10.375</a:t>
                      </a:r>
                      <a:endParaRPr lang="en-IN" sz="2400" b="1" i="0" u="none" strike="noStrike" dirty="0">
                        <a:solidFill>
                          <a:srgbClr val="FF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solidFill>
                      <a:srgbClr val="FFFF00"/>
                    </a:solidFill>
                  </a:tcPr>
                </a:tc>
                <a:tc>
                  <a:txBody>
                    <a:bodyPr/>
                    <a:lstStyle/>
                    <a:p>
                      <a:pPr algn="r" fontAlgn="ctr">
                        <a:buNone/>
                      </a:pPr>
                      <a:r>
                        <a:rPr lang="en-IN" sz="2400" b="1" u="none" strike="noStrike" dirty="0">
                          <a:solidFill>
                            <a:srgbClr val="FF0000"/>
                          </a:solidFill>
                          <a:effectLst/>
                          <a:latin typeface="Helvetica Neue" panose="02000503000000020004" pitchFamily="2" charset="0"/>
                          <a:ea typeface="Helvetica Neue" panose="02000503000000020004" pitchFamily="2" charset="0"/>
                          <a:cs typeface="Helvetica Neue" panose="02000503000000020004" pitchFamily="2" charset="0"/>
                        </a:rPr>
                        <a:t>25.5</a:t>
                      </a:r>
                      <a:endParaRPr lang="en-IN" sz="2400" b="1" i="0" u="none" strike="noStrike" dirty="0">
                        <a:solidFill>
                          <a:srgbClr val="FF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solidFill>
                      <a:srgbClr val="FFFF00"/>
                    </a:solidFill>
                  </a:tcPr>
                </a:tc>
                <a:extLst>
                  <a:ext uri="{0D108BD9-81ED-4DB2-BD59-A6C34878D82A}">
                    <a16:rowId xmlns:a16="http://schemas.microsoft.com/office/drawing/2014/main" val="1071062287"/>
                  </a:ext>
                </a:extLst>
              </a:tr>
              <a:tr h="377747">
                <a:tc>
                  <a:txBody>
                    <a:bodyPr/>
                    <a:lstStyle/>
                    <a:p>
                      <a:pPr algn="l"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Mean</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r" fontAlgn="ctr">
                        <a:buNone/>
                      </a:pPr>
                      <a:r>
                        <a:rPr lang="en-IN" sz="2400" b="1" u="none" strike="noStrike" dirty="0">
                          <a:solidFill>
                            <a:srgbClr val="FF0000"/>
                          </a:solidFill>
                          <a:effectLst/>
                          <a:latin typeface="Helvetica Neue" panose="02000503000000020004" pitchFamily="2" charset="0"/>
                          <a:ea typeface="Helvetica Neue" panose="02000503000000020004" pitchFamily="2" charset="0"/>
                          <a:cs typeface="Helvetica Neue" panose="02000503000000020004" pitchFamily="2" charset="0"/>
                        </a:rPr>
                        <a:t>93.75</a:t>
                      </a:r>
                      <a:endParaRPr lang="en-IN" sz="2400" b="1" i="0" u="none" strike="noStrike" dirty="0">
                        <a:solidFill>
                          <a:srgbClr val="FF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solidFill>
                      <a:srgbClr val="FFFF00"/>
                    </a:solidFill>
                  </a:tcPr>
                </a:tc>
                <a:tc>
                  <a:txBody>
                    <a:bodyPr/>
                    <a:lstStyle/>
                    <a:p>
                      <a:pPr algn="r" fontAlgn="ctr">
                        <a:buNone/>
                      </a:pPr>
                      <a:r>
                        <a:rPr lang="en-IN" sz="2400" b="1" u="none" strike="noStrike" dirty="0">
                          <a:solidFill>
                            <a:srgbClr val="FF0000"/>
                          </a:solidFill>
                          <a:effectLst/>
                          <a:latin typeface="Helvetica Neue" panose="02000503000000020004" pitchFamily="2" charset="0"/>
                          <a:ea typeface="Helvetica Neue" panose="02000503000000020004" pitchFamily="2" charset="0"/>
                          <a:cs typeface="Helvetica Neue" panose="02000503000000020004" pitchFamily="2" charset="0"/>
                        </a:rPr>
                        <a:t>3.19</a:t>
                      </a:r>
                      <a:endParaRPr lang="en-IN" sz="2400" b="1" i="0" u="none" strike="noStrike" dirty="0">
                        <a:solidFill>
                          <a:srgbClr val="FF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solidFill>
                      <a:srgbClr val="FFFF00"/>
                    </a:solidFill>
                  </a:tcPr>
                </a:tc>
                <a:tc>
                  <a:txBody>
                    <a:bodyPr/>
                    <a:lstStyle/>
                    <a:p>
                      <a:pPr algn="l"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 </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l"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 </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l" fontAlgn="ctr">
                        <a:buNone/>
                      </a:pPr>
                      <a:r>
                        <a:rPr lang="en-IN" sz="2400" u="none" strike="noStrike">
                          <a:effectLst/>
                          <a:latin typeface="Helvetica Neue" panose="02000503000000020004" pitchFamily="2" charset="0"/>
                          <a:ea typeface="Helvetica Neue" panose="02000503000000020004" pitchFamily="2" charset="0"/>
                          <a:cs typeface="Helvetica Neue" panose="02000503000000020004" pitchFamily="2" charset="0"/>
                        </a:rPr>
                        <a:t> </a:t>
                      </a:r>
                      <a:endParaRPr lang="en-IN" sz="2400" b="0" i="0" u="none" strike="noStrike">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tc>
                  <a:txBody>
                    <a:bodyPr/>
                    <a:lstStyle/>
                    <a:p>
                      <a:pPr algn="l" fontAlgn="ctr">
                        <a:buNone/>
                      </a:pPr>
                      <a:r>
                        <a:rPr lang="en-IN" sz="2400" u="none" strike="noStrike" dirty="0">
                          <a:effectLst/>
                          <a:latin typeface="Helvetica Neue" panose="02000503000000020004" pitchFamily="2" charset="0"/>
                          <a:ea typeface="Helvetica Neue" panose="02000503000000020004" pitchFamily="2" charset="0"/>
                          <a:cs typeface="Helvetica Neue" panose="02000503000000020004" pitchFamily="2" charset="0"/>
                        </a:rPr>
                        <a:t> </a:t>
                      </a:r>
                      <a:endParaRPr lang="en-IN" sz="2400" b="0" i="0" u="none" strike="noStrike" dirty="0">
                        <a:solidFill>
                          <a:srgbClr val="000000"/>
                        </a:solidFill>
                        <a:effectLst/>
                        <a:latin typeface="Helvetica Neue" panose="02000503000000020004" pitchFamily="2" charset="0"/>
                        <a:ea typeface="Helvetica Neue" panose="02000503000000020004" pitchFamily="2" charset="0"/>
                        <a:cs typeface="Helvetica Neue" panose="02000503000000020004" pitchFamily="2" charset="0"/>
                      </a:endParaRPr>
                    </a:p>
                  </a:txBody>
                  <a:tcPr marL="8248" marR="8248" marT="8248" marB="0" anchor="ctr"/>
                </a:tc>
                <a:extLst>
                  <a:ext uri="{0D108BD9-81ED-4DB2-BD59-A6C34878D82A}">
                    <a16:rowId xmlns:a16="http://schemas.microsoft.com/office/drawing/2014/main" val="1832534070"/>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3B9B053-A65A-2FCA-F14E-0E29D2FF9AE9}"/>
                  </a:ext>
                </a:extLst>
              </p:cNvPr>
              <p:cNvSpPr txBox="1"/>
              <p:nvPr/>
            </p:nvSpPr>
            <p:spPr>
              <a:xfrm>
                <a:off x="5961798" y="1462786"/>
                <a:ext cx="1696490" cy="373179"/>
              </a:xfrm>
              <a:prstGeom prst="rect">
                <a:avLst/>
              </a:prstGeom>
              <a:noFill/>
            </p:spPr>
            <p:txBody>
              <a:bodyPr wrap="none" lIns="0" tIns="0" rIns="0" bIns="0" rtlCol="0">
                <a:spAutoFit/>
              </a:bodyPr>
              <a:lstStyle/>
              <a:p>
                <a:pPr defTabSz="837718">
                  <a:buClrTx/>
                </a:pPr>
                <a14:m>
                  <m:oMathPara xmlns:m="http://schemas.openxmlformats.org/officeDocument/2006/math">
                    <m:oMathParaPr>
                      <m:jc m:val="centerGroup"/>
                    </m:oMathParaPr>
                    <m:oMath xmlns:m="http://schemas.openxmlformats.org/officeDocument/2006/math">
                      <m:r>
                        <a:rPr lang="en-US" sz="2425" i="1" kern="1200">
                          <a:solidFill>
                            <a:prstClr val="black"/>
                          </a:solidFill>
                          <a:latin typeface="Cambria Math" panose="02040503050406030204" pitchFamily="18" charset="0"/>
                          <a:ea typeface="+mn-ea"/>
                          <a:cs typeface="+mn-cs"/>
                        </a:rPr>
                        <m:t>𝑥</m:t>
                      </m:r>
                      <m:r>
                        <a:rPr lang="en-US" sz="2425" i="1" kern="1200">
                          <a:solidFill>
                            <a:prstClr val="black"/>
                          </a:solidFill>
                          <a:latin typeface="Cambria Math" panose="02040503050406030204" pitchFamily="18" charset="0"/>
                          <a:ea typeface="+mn-ea"/>
                          <a:cs typeface="+mn-cs"/>
                        </a:rPr>
                        <m:t>=(</m:t>
                      </m:r>
                      <m:r>
                        <a:rPr lang="en-US" sz="2425" i="1" kern="1200">
                          <a:solidFill>
                            <a:prstClr val="black"/>
                          </a:solidFill>
                          <a:latin typeface="Cambria Math" panose="02040503050406030204" pitchFamily="18" charset="0"/>
                          <a:ea typeface="+mn-ea"/>
                          <a:cs typeface="+mn-cs"/>
                        </a:rPr>
                        <m:t>𝑋</m:t>
                      </m:r>
                      <m:r>
                        <a:rPr lang="en-US" sz="2425" i="1" kern="1200">
                          <a:solidFill>
                            <a:prstClr val="black"/>
                          </a:solidFill>
                          <a:latin typeface="Cambria Math" panose="02040503050406030204" pitchFamily="18" charset="0"/>
                          <a:ea typeface="+mn-ea"/>
                          <a:cs typeface="+mn-cs"/>
                        </a:rPr>
                        <m:t>−</m:t>
                      </m:r>
                      <m:acc>
                        <m:accPr>
                          <m:chr m:val="̅"/>
                          <m:ctrlPr>
                            <a:rPr lang="en-US" sz="2425" i="1" kern="1200">
                              <a:solidFill>
                                <a:prstClr val="black"/>
                              </a:solidFill>
                              <a:latin typeface="Cambria Math" panose="02040503050406030204" pitchFamily="18" charset="0"/>
                              <a:ea typeface="+mn-ea"/>
                              <a:cs typeface="+mn-cs"/>
                            </a:rPr>
                          </m:ctrlPr>
                        </m:accPr>
                        <m:e>
                          <m:r>
                            <a:rPr lang="en-US" sz="2425" i="1" kern="1200">
                              <a:solidFill>
                                <a:prstClr val="black"/>
                              </a:solidFill>
                              <a:latin typeface="Cambria Math" panose="02040503050406030204" pitchFamily="18" charset="0"/>
                              <a:ea typeface="+mn-ea"/>
                              <a:cs typeface="+mn-cs"/>
                            </a:rPr>
                            <m:t>𝑋</m:t>
                          </m:r>
                        </m:e>
                      </m:acc>
                      <m:r>
                        <a:rPr lang="en-US" sz="2425" i="1" kern="1200">
                          <a:solidFill>
                            <a:prstClr val="black"/>
                          </a:solidFill>
                          <a:latin typeface="Cambria Math" panose="02040503050406030204" pitchFamily="18" charset="0"/>
                          <a:ea typeface="+mn-ea"/>
                          <a:cs typeface="+mn-cs"/>
                        </a:rPr>
                        <m:t>)</m:t>
                      </m:r>
                    </m:oMath>
                  </m:oMathPara>
                </a14:m>
                <a:endParaRPr lang="en-US" sz="2425" kern="1200" dirty="0">
                  <a:solidFill>
                    <a:prstClr val="black"/>
                  </a:solidFill>
                  <a:latin typeface="Calibri"/>
                  <a:ea typeface="+mn-ea"/>
                  <a:cs typeface="+mn-cs"/>
                </a:endParaRPr>
              </a:p>
            </p:txBody>
          </p:sp>
        </mc:Choice>
        <mc:Fallback xmlns="">
          <p:sp>
            <p:nvSpPr>
              <p:cNvPr id="3" name="TextBox 2">
                <a:extLst>
                  <a:ext uri="{FF2B5EF4-FFF2-40B4-BE49-F238E27FC236}">
                    <a16:creationId xmlns:a16="http://schemas.microsoft.com/office/drawing/2014/main" id="{03B9B053-A65A-2FCA-F14E-0E29D2FF9AE9}"/>
                  </a:ext>
                </a:extLst>
              </p:cNvPr>
              <p:cNvSpPr txBox="1">
                <a:spLocks noRot="1" noChangeAspect="1" noMove="1" noResize="1" noEditPoints="1" noAdjustHandles="1" noChangeArrowheads="1" noChangeShapeType="1" noTextEdit="1"/>
              </p:cNvSpPr>
              <p:nvPr/>
            </p:nvSpPr>
            <p:spPr>
              <a:xfrm>
                <a:off x="5961798" y="1462786"/>
                <a:ext cx="1696490" cy="373179"/>
              </a:xfrm>
              <a:prstGeom prst="rect">
                <a:avLst/>
              </a:prstGeom>
              <a:blipFill>
                <a:blip r:embed="rId2"/>
                <a:stretch>
                  <a:fillRect l="-2158" t="-4918" r="-15108" b="-3606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0530D6F-D036-3433-63EC-8C47BD2208C3}"/>
                  </a:ext>
                </a:extLst>
              </p:cNvPr>
              <p:cNvSpPr txBox="1"/>
              <p:nvPr/>
            </p:nvSpPr>
            <p:spPr>
              <a:xfrm>
                <a:off x="7757849" y="1462785"/>
                <a:ext cx="1676356" cy="373179"/>
              </a:xfrm>
              <a:prstGeom prst="rect">
                <a:avLst/>
              </a:prstGeom>
              <a:noFill/>
            </p:spPr>
            <p:txBody>
              <a:bodyPr wrap="none" lIns="0" tIns="0" rIns="0" bIns="0" rtlCol="0">
                <a:spAutoFit/>
              </a:bodyPr>
              <a:lstStyle/>
              <a:p>
                <a:pPr defTabSz="837718">
                  <a:buClrTx/>
                </a:pPr>
                <a14:m>
                  <m:oMathPara xmlns:m="http://schemas.openxmlformats.org/officeDocument/2006/math">
                    <m:oMathParaPr>
                      <m:jc m:val="centerGroup"/>
                    </m:oMathParaPr>
                    <m:oMath xmlns:m="http://schemas.openxmlformats.org/officeDocument/2006/math">
                      <m:r>
                        <a:rPr lang="en-US" sz="2425" i="1" kern="1200">
                          <a:solidFill>
                            <a:prstClr val="black"/>
                          </a:solidFill>
                          <a:latin typeface="Cambria Math" panose="02040503050406030204" pitchFamily="18" charset="0"/>
                          <a:ea typeface="+mn-ea"/>
                          <a:cs typeface="+mn-cs"/>
                        </a:rPr>
                        <m:t>𝑦</m:t>
                      </m:r>
                      <m:r>
                        <a:rPr lang="en-US" sz="2425" i="1" kern="1200">
                          <a:solidFill>
                            <a:prstClr val="black"/>
                          </a:solidFill>
                          <a:latin typeface="Cambria Math" panose="02040503050406030204" pitchFamily="18" charset="0"/>
                          <a:ea typeface="+mn-ea"/>
                          <a:cs typeface="+mn-cs"/>
                        </a:rPr>
                        <m:t>=(</m:t>
                      </m:r>
                      <m:r>
                        <a:rPr lang="en-US" sz="2425" i="1" kern="1200">
                          <a:solidFill>
                            <a:prstClr val="black"/>
                          </a:solidFill>
                          <a:latin typeface="Cambria Math" panose="02040503050406030204" pitchFamily="18" charset="0"/>
                          <a:ea typeface="+mn-ea"/>
                          <a:cs typeface="+mn-cs"/>
                        </a:rPr>
                        <m:t>𝑌</m:t>
                      </m:r>
                      <m:r>
                        <a:rPr lang="en-US" sz="2425" i="1" kern="1200">
                          <a:solidFill>
                            <a:prstClr val="black"/>
                          </a:solidFill>
                          <a:latin typeface="Cambria Math" panose="02040503050406030204" pitchFamily="18" charset="0"/>
                          <a:ea typeface="+mn-ea"/>
                          <a:cs typeface="+mn-cs"/>
                        </a:rPr>
                        <m:t>−</m:t>
                      </m:r>
                      <m:acc>
                        <m:accPr>
                          <m:chr m:val="̅"/>
                          <m:ctrlPr>
                            <a:rPr lang="en-US" sz="2425" i="1" kern="1200">
                              <a:solidFill>
                                <a:prstClr val="black"/>
                              </a:solidFill>
                              <a:latin typeface="Cambria Math" panose="02040503050406030204" pitchFamily="18" charset="0"/>
                              <a:ea typeface="+mn-ea"/>
                              <a:cs typeface="+mn-cs"/>
                            </a:rPr>
                          </m:ctrlPr>
                        </m:accPr>
                        <m:e>
                          <m:r>
                            <a:rPr lang="en-US" sz="2425" i="1" kern="1200">
                              <a:solidFill>
                                <a:prstClr val="black"/>
                              </a:solidFill>
                              <a:latin typeface="Cambria Math" panose="02040503050406030204" pitchFamily="18" charset="0"/>
                              <a:ea typeface="+mn-ea"/>
                              <a:cs typeface="+mn-cs"/>
                            </a:rPr>
                            <m:t>𝑌</m:t>
                          </m:r>
                        </m:e>
                      </m:acc>
                      <m:r>
                        <a:rPr lang="en-US" sz="2425" i="1" kern="1200">
                          <a:solidFill>
                            <a:prstClr val="black"/>
                          </a:solidFill>
                          <a:latin typeface="Cambria Math" panose="02040503050406030204" pitchFamily="18" charset="0"/>
                          <a:ea typeface="+mn-ea"/>
                          <a:cs typeface="+mn-cs"/>
                        </a:rPr>
                        <m:t>)</m:t>
                      </m:r>
                    </m:oMath>
                  </m:oMathPara>
                </a14:m>
                <a:endParaRPr lang="en-US" sz="2425" kern="1200" dirty="0">
                  <a:solidFill>
                    <a:prstClr val="black"/>
                  </a:solidFill>
                  <a:latin typeface="Calibri"/>
                  <a:ea typeface="+mn-ea"/>
                  <a:cs typeface="+mn-cs"/>
                </a:endParaRPr>
              </a:p>
            </p:txBody>
          </p:sp>
        </mc:Choice>
        <mc:Fallback xmlns="">
          <p:sp>
            <p:nvSpPr>
              <p:cNvPr id="4" name="TextBox 3">
                <a:extLst>
                  <a:ext uri="{FF2B5EF4-FFF2-40B4-BE49-F238E27FC236}">
                    <a16:creationId xmlns:a16="http://schemas.microsoft.com/office/drawing/2014/main" id="{B0530D6F-D036-3433-63EC-8C47BD2208C3}"/>
                  </a:ext>
                </a:extLst>
              </p:cNvPr>
              <p:cNvSpPr txBox="1">
                <a:spLocks noRot="1" noChangeAspect="1" noMove="1" noResize="1" noEditPoints="1" noAdjustHandles="1" noChangeArrowheads="1" noChangeShapeType="1" noTextEdit="1"/>
              </p:cNvSpPr>
              <p:nvPr/>
            </p:nvSpPr>
            <p:spPr>
              <a:xfrm>
                <a:off x="7757849" y="1462785"/>
                <a:ext cx="1676356" cy="373179"/>
              </a:xfrm>
              <a:prstGeom prst="rect">
                <a:avLst/>
              </a:prstGeom>
              <a:blipFill>
                <a:blip r:embed="rId3"/>
                <a:stretch>
                  <a:fillRect l="-4000" t="-4918" r="-14909" b="-36066"/>
                </a:stretch>
              </a:blipFill>
            </p:spPr>
            <p:txBody>
              <a:bodyPr/>
              <a:lstStyle/>
              <a:p>
                <a:r>
                  <a:rPr lang="en-IN">
                    <a:noFill/>
                  </a:rPr>
                  <a:t> </a:t>
                </a:r>
              </a:p>
            </p:txBody>
          </p:sp>
        </mc:Fallback>
      </mc:AlternateContent>
    </p:spTree>
    <p:extLst>
      <p:ext uri="{BB962C8B-B14F-4D97-AF65-F5344CB8AC3E}">
        <p14:creationId xmlns:p14="http://schemas.microsoft.com/office/powerpoint/2010/main" val="26894085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24B6CDBB-A23B-29C1-FB7C-AEC507EA34E6}"/>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200" b="1" dirty="0">
                <a:solidFill>
                  <a:schemeClr val="bg1"/>
                </a:solidFill>
                <a:latin typeface="+mn-lt"/>
                <a:cs typeface="Helvetica" panose="020B0604020202020204" pitchFamily="34" charset="0"/>
              </a:rPr>
              <a:t>Simple Linear Regression</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B490781-0635-7FB6-9685-1FF5A2A214F7}"/>
                  </a:ext>
                </a:extLst>
              </p:cNvPr>
              <p:cNvSpPr txBox="1"/>
              <p:nvPr/>
            </p:nvSpPr>
            <p:spPr>
              <a:xfrm>
                <a:off x="644392" y="1234645"/>
                <a:ext cx="4998741" cy="1005532"/>
              </a:xfrm>
              <a:prstGeom prst="rect">
                <a:avLst/>
              </a:prstGeom>
              <a:noFill/>
            </p:spPr>
            <p:txBody>
              <a:bodyPr wrap="none" lIns="0" tIns="0" rIns="0" bIns="0" rtlCol="0">
                <a:spAutoFit/>
              </a:bodyPr>
              <a:lstStyle/>
              <a:p>
                <a:pPr defTabSz="837718">
                  <a:buClrTx/>
                </a:pPr>
                <a14:m>
                  <m:oMathPara xmlns:m="http://schemas.openxmlformats.org/officeDocument/2006/math">
                    <m:oMathParaPr>
                      <m:jc m:val="centerGroup"/>
                    </m:oMathParaPr>
                    <m:oMath xmlns:m="http://schemas.openxmlformats.org/officeDocument/2006/math">
                      <m:acc>
                        <m:accPr>
                          <m:chr m:val="̂"/>
                          <m:ctrlPr>
                            <a:rPr lang="en-US" sz="3117" i="1" kern="1200">
                              <a:solidFill>
                                <a:prstClr val="black"/>
                              </a:solidFill>
                              <a:latin typeface="Cambria Math" panose="02040503050406030204" pitchFamily="18" charset="0"/>
                              <a:ea typeface="+mn-ea"/>
                              <a:cs typeface="+mn-cs"/>
                            </a:rPr>
                          </m:ctrlPr>
                        </m:accPr>
                        <m:e>
                          <m:r>
                            <a:rPr lang="en-US" sz="3117" i="1" kern="1200">
                              <a:solidFill>
                                <a:prstClr val="black"/>
                              </a:solidFill>
                              <a:latin typeface="Cambria Math" panose="02040503050406030204" pitchFamily="18" charset="0"/>
                              <a:ea typeface="+mn-ea"/>
                              <a:cs typeface="+mn-cs"/>
                            </a:rPr>
                            <m:t>𝑏</m:t>
                          </m:r>
                        </m:e>
                      </m:acc>
                      <m:r>
                        <a:rPr lang="en-US" sz="3117" i="1" kern="1200">
                          <a:solidFill>
                            <a:prstClr val="black"/>
                          </a:solidFill>
                          <a:latin typeface="Cambria Math" panose="02040503050406030204" pitchFamily="18" charset="0"/>
                          <a:ea typeface="+mn-ea"/>
                          <a:cs typeface="+mn-cs"/>
                        </a:rPr>
                        <m:t>= </m:t>
                      </m:r>
                      <m:f>
                        <m:fPr>
                          <m:ctrlPr>
                            <a:rPr lang="en-US" sz="3117" i="1" kern="1200">
                              <a:solidFill>
                                <a:prstClr val="black"/>
                              </a:solidFill>
                              <a:latin typeface="Cambria Math" panose="02040503050406030204" pitchFamily="18" charset="0"/>
                              <a:ea typeface="+mn-ea"/>
                              <a:cs typeface="+mn-cs"/>
                            </a:rPr>
                          </m:ctrlPr>
                        </m:fPr>
                        <m:num>
                          <m:nary>
                            <m:naryPr>
                              <m:chr m:val="∑"/>
                              <m:subHide m:val="on"/>
                              <m:supHide m:val="on"/>
                              <m:ctrlPr>
                                <a:rPr lang="en-US" sz="3117" i="1" kern="1200">
                                  <a:solidFill>
                                    <a:prstClr val="black"/>
                                  </a:solidFill>
                                  <a:latin typeface="Cambria Math" panose="02040503050406030204" pitchFamily="18" charset="0"/>
                                  <a:ea typeface="+mn-ea"/>
                                  <a:cs typeface="+mn-cs"/>
                                </a:rPr>
                              </m:ctrlPr>
                            </m:naryPr>
                            <m:sub/>
                            <m:sup/>
                            <m:e>
                              <m:r>
                                <a:rPr lang="en-US" sz="3117" i="1" kern="1200">
                                  <a:solidFill>
                                    <a:prstClr val="black"/>
                                  </a:solidFill>
                                  <a:latin typeface="Cambria Math" panose="02040503050406030204" pitchFamily="18" charset="0"/>
                                  <a:ea typeface="+mn-ea"/>
                                  <a:cs typeface="+mn-cs"/>
                                </a:rPr>
                                <m:t>𝑥𝑦</m:t>
                              </m:r>
                            </m:e>
                          </m:nary>
                        </m:num>
                        <m:den>
                          <m:nary>
                            <m:naryPr>
                              <m:chr m:val="∑"/>
                              <m:subHide m:val="on"/>
                              <m:supHide m:val="on"/>
                              <m:ctrlPr>
                                <a:rPr lang="en-US" sz="3117" i="1" kern="1200">
                                  <a:solidFill>
                                    <a:prstClr val="black"/>
                                  </a:solidFill>
                                  <a:latin typeface="Cambria Math" panose="02040503050406030204" pitchFamily="18" charset="0"/>
                                  <a:ea typeface="+mn-ea"/>
                                  <a:cs typeface="+mn-cs"/>
                                </a:rPr>
                              </m:ctrlPr>
                            </m:naryPr>
                            <m:sub/>
                            <m:sup/>
                            <m:e>
                              <m:sSup>
                                <m:sSupPr>
                                  <m:ctrlPr>
                                    <a:rPr lang="en-US" sz="3117" i="1" kern="1200">
                                      <a:solidFill>
                                        <a:prstClr val="black"/>
                                      </a:solidFill>
                                      <a:latin typeface="Cambria Math" panose="02040503050406030204" pitchFamily="18" charset="0"/>
                                      <a:ea typeface="+mn-ea"/>
                                      <a:cs typeface="+mn-cs"/>
                                    </a:rPr>
                                  </m:ctrlPr>
                                </m:sSupPr>
                                <m:e>
                                  <m:r>
                                    <a:rPr lang="en-US" sz="3117" i="1" kern="1200">
                                      <a:solidFill>
                                        <a:prstClr val="black"/>
                                      </a:solidFill>
                                      <a:latin typeface="Cambria Math" panose="02040503050406030204" pitchFamily="18" charset="0"/>
                                      <a:ea typeface="+mn-ea"/>
                                      <a:cs typeface="+mn-cs"/>
                                    </a:rPr>
                                    <m:t>𝑥</m:t>
                                  </m:r>
                                </m:e>
                                <m:sup>
                                  <m:r>
                                    <a:rPr lang="en-US" sz="3117" i="1" kern="1200">
                                      <a:solidFill>
                                        <a:prstClr val="black"/>
                                      </a:solidFill>
                                      <a:latin typeface="Cambria Math" panose="02040503050406030204" pitchFamily="18" charset="0"/>
                                      <a:ea typeface="+mn-ea"/>
                                      <a:cs typeface="+mn-cs"/>
                                    </a:rPr>
                                    <m:t>2</m:t>
                                  </m:r>
                                </m:sup>
                              </m:sSup>
                            </m:e>
                          </m:nary>
                        </m:den>
                      </m:f>
                      <m:r>
                        <a:rPr lang="en-US" sz="3117" i="1" kern="1200">
                          <a:solidFill>
                            <a:prstClr val="black"/>
                          </a:solidFill>
                          <a:latin typeface="Cambria Math" panose="02040503050406030204" pitchFamily="18" charset="0"/>
                          <a:ea typeface="+mn-ea"/>
                          <a:cs typeface="+mn-cs"/>
                        </a:rPr>
                        <m:t>= </m:t>
                      </m:r>
                      <m:f>
                        <m:fPr>
                          <m:ctrlPr>
                            <a:rPr lang="en-US" sz="3117" i="1" kern="1200">
                              <a:solidFill>
                                <a:prstClr val="black"/>
                              </a:solidFill>
                              <a:latin typeface="Cambria Math" panose="02040503050406030204" pitchFamily="18" charset="0"/>
                              <a:ea typeface="+mn-ea"/>
                              <a:cs typeface="+mn-cs"/>
                            </a:rPr>
                          </m:ctrlPr>
                        </m:fPr>
                        <m:num>
                          <m:r>
                            <a:rPr lang="en-US" sz="3117" i="1" kern="1200">
                              <a:solidFill>
                                <a:prstClr val="black"/>
                              </a:solidFill>
                              <a:latin typeface="Cambria Math" panose="02040503050406030204" pitchFamily="18" charset="0"/>
                              <a:ea typeface="+mn-ea"/>
                              <a:cs typeface="+mn-cs"/>
                            </a:rPr>
                            <m:t>10.375</m:t>
                          </m:r>
                        </m:num>
                        <m:den>
                          <m:r>
                            <a:rPr lang="en-US" sz="3117" i="1" kern="1200">
                              <a:solidFill>
                                <a:prstClr val="black"/>
                              </a:solidFill>
                              <a:latin typeface="Cambria Math" panose="02040503050406030204" pitchFamily="18" charset="0"/>
                              <a:ea typeface="+mn-ea"/>
                              <a:cs typeface="+mn-cs"/>
                            </a:rPr>
                            <m:t>25.5</m:t>
                          </m:r>
                        </m:den>
                      </m:f>
                      <m:r>
                        <a:rPr lang="en-US" sz="3117" i="1" kern="1200">
                          <a:solidFill>
                            <a:prstClr val="black"/>
                          </a:solidFill>
                          <a:latin typeface="Cambria Math" panose="02040503050406030204" pitchFamily="18" charset="0"/>
                          <a:ea typeface="+mn-ea"/>
                          <a:cs typeface="+mn-cs"/>
                        </a:rPr>
                        <m:t>=0.407</m:t>
                      </m:r>
                    </m:oMath>
                  </m:oMathPara>
                </a14:m>
                <a:endParaRPr lang="en-US" sz="3117" kern="1200" dirty="0">
                  <a:solidFill>
                    <a:prstClr val="black"/>
                  </a:solidFill>
                  <a:latin typeface="Calibri"/>
                  <a:ea typeface="+mn-ea"/>
                  <a:cs typeface="+mn-cs"/>
                </a:endParaRPr>
              </a:p>
            </p:txBody>
          </p:sp>
        </mc:Choice>
        <mc:Fallback xmlns="">
          <p:sp>
            <p:nvSpPr>
              <p:cNvPr id="4" name="TextBox 3">
                <a:extLst>
                  <a:ext uri="{FF2B5EF4-FFF2-40B4-BE49-F238E27FC236}">
                    <a16:creationId xmlns:a16="http://schemas.microsoft.com/office/drawing/2014/main" id="{7B490781-0635-7FB6-9685-1FF5A2A214F7}"/>
                  </a:ext>
                </a:extLst>
              </p:cNvPr>
              <p:cNvSpPr txBox="1">
                <a:spLocks noRot="1" noChangeAspect="1" noMove="1" noResize="1" noEditPoints="1" noAdjustHandles="1" noChangeArrowheads="1" noChangeShapeType="1" noTextEdit="1"/>
              </p:cNvSpPr>
              <p:nvPr/>
            </p:nvSpPr>
            <p:spPr>
              <a:xfrm>
                <a:off x="644392" y="1234645"/>
                <a:ext cx="4998741" cy="10055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AE45DD2-51AB-77E0-5D49-153C2F9E2ED0}"/>
                  </a:ext>
                </a:extLst>
              </p:cNvPr>
              <p:cNvSpPr txBox="1"/>
              <p:nvPr/>
            </p:nvSpPr>
            <p:spPr>
              <a:xfrm>
                <a:off x="644391" y="2619964"/>
                <a:ext cx="8225072" cy="505395"/>
              </a:xfrm>
              <a:prstGeom prst="rect">
                <a:avLst/>
              </a:prstGeom>
              <a:noFill/>
            </p:spPr>
            <p:txBody>
              <a:bodyPr wrap="none" lIns="0" tIns="0" rIns="0" bIns="0" rtlCol="0">
                <a:spAutoFit/>
              </a:bodyPr>
              <a:lstStyle/>
              <a:p>
                <a:pPr defTabSz="837718">
                  <a:buClrTx/>
                </a:pPr>
                <a14:m>
                  <m:oMathPara xmlns:m="http://schemas.openxmlformats.org/officeDocument/2006/math">
                    <m:oMathParaPr>
                      <m:jc m:val="centerGroup"/>
                    </m:oMathParaPr>
                    <m:oMath xmlns:m="http://schemas.openxmlformats.org/officeDocument/2006/math">
                      <m:acc>
                        <m:accPr>
                          <m:chr m:val="̂"/>
                          <m:ctrlPr>
                            <a:rPr lang="en-US" sz="3117" i="1" kern="1200">
                              <a:solidFill>
                                <a:prstClr val="black"/>
                              </a:solidFill>
                              <a:latin typeface="Cambria Math" panose="02040503050406030204" pitchFamily="18" charset="0"/>
                              <a:ea typeface="+mn-ea"/>
                              <a:cs typeface="+mn-cs"/>
                            </a:rPr>
                          </m:ctrlPr>
                        </m:accPr>
                        <m:e>
                          <m:r>
                            <a:rPr lang="en-US" sz="3117" i="1" kern="1200">
                              <a:solidFill>
                                <a:prstClr val="black"/>
                              </a:solidFill>
                              <a:latin typeface="Cambria Math" panose="02040503050406030204" pitchFamily="18" charset="0"/>
                              <a:ea typeface="+mn-ea"/>
                              <a:cs typeface="+mn-cs"/>
                            </a:rPr>
                            <m:t>𝑎</m:t>
                          </m:r>
                        </m:e>
                      </m:acc>
                      <m:r>
                        <a:rPr lang="en-US" sz="3117" i="1" kern="1200">
                          <a:solidFill>
                            <a:prstClr val="black"/>
                          </a:solidFill>
                          <a:latin typeface="Cambria Math" panose="02040503050406030204" pitchFamily="18" charset="0"/>
                          <a:ea typeface="+mn-ea"/>
                          <a:cs typeface="+mn-cs"/>
                        </a:rPr>
                        <m:t>= </m:t>
                      </m:r>
                      <m:acc>
                        <m:accPr>
                          <m:chr m:val="̅"/>
                          <m:ctrlPr>
                            <a:rPr lang="en-US" sz="3117" i="1" kern="1200">
                              <a:solidFill>
                                <a:prstClr val="black"/>
                              </a:solidFill>
                              <a:latin typeface="Cambria Math" panose="02040503050406030204" pitchFamily="18" charset="0"/>
                              <a:ea typeface="+mn-ea"/>
                              <a:cs typeface="+mn-cs"/>
                            </a:rPr>
                          </m:ctrlPr>
                        </m:accPr>
                        <m:e>
                          <m:r>
                            <a:rPr lang="en-US" sz="3117" i="1" kern="1200">
                              <a:solidFill>
                                <a:prstClr val="black"/>
                              </a:solidFill>
                              <a:latin typeface="Cambria Math" panose="02040503050406030204" pitchFamily="18" charset="0"/>
                              <a:ea typeface="+mn-ea"/>
                              <a:cs typeface="+mn-cs"/>
                            </a:rPr>
                            <m:t>𝑌</m:t>
                          </m:r>
                        </m:e>
                      </m:acc>
                      <m:r>
                        <a:rPr lang="en-US" sz="3117" i="1" kern="1200">
                          <a:solidFill>
                            <a:prstClr val="black"/>
                          </a:solidFill>
                          <a:latin typeface="Cambria Math" panose="02040503050406030204" pitchFamily="18" charset="0"/>
                          <a:ea typeface="+mn-ea"/>
                          <a:cs typeface="+mn-cs"/>
                        </a:rPr>
                        <m:t>−</m:t>
                      </m:r>
                      <m:acc>
                        <m:accPr>
                          <m:chr m:val="̂"/>
                          <m:ctrlPr>
                            <a:rPr lang="en-US" sz="3117" i="1" kern="1200">
                              <a:solidFill>
                                <a:prstClr val="black"/>
                              </a:solidFill>
                              <a:latin typeface="Cambria Math" panose="02040503050406030204" pitchFamily="18" charset="0"/>
                              <a:ea typeface="+mn-ea"/>
                              <a:cs typeface="+mn-cs"/>
                            </a:rPr>
                          </m:ctrlPr>
                        </m:accPr>
                        <m:e>
                          <m:r>
                            <a:rPr lang="en-US" sz="3117" i="1" kern="1200">
                              <a:solidFill>
                                <a:prstClr val="black"/>
                              </a:solidFill>
                              <a:latin typeface="Cambria Math" panose="02040503050406030204" pitchFamily="18" charset="0"/>
                              <a:ea typeface="+mn-ea"/>
                              <a:cs typeface="+mn-cs"/>
                            </a:rPr>
                            <m:t>𝑏</m:t>
                          </m:r>
                        </m:e>
                      </m:acc>
                      <m:r>
                        <a:rPr lang="en-US" sz="3117" i="1" kern="1200">
                          <a:solidFill>
                            <a:prstClr val="black"/>
                          </a:solidFill>
                          <a:latin typeface="Cambria Math" panose="02040503050406030204" pitchFamily="18" charset="0"/>
                          <a:ea typeface="+mn-ea"/>
                          <a:cs typeface="+mn-cs"/>
                        </a:rPr>
                        <m:t>∗</m:t>
                      </m:r>
                      <m:acc>
                        <m:accPr>
                          <m:chr m:val="̅"/>
                          <m:ctrlPr>
                            <a:rPr lang="en-US" sz="3117" i="1" kern="1200">
                              <a:solidFill>
                                <a:prstClr val="black"/>
                              </a:solidFill>
                              <a:latin typeface="Cambria Math" panose="02040503050406030204" pitchFamily="18" charset="0"/>
                              <a:ea typeface="+mn-ea"/>
                              <a:cs typeface="+mn-cs"/>
                            </a:rPr>
                          </m:ctrlPr>
                        </m:accPr>
                        <m:e>
                          <m:r>
                            <a:rPr lang="en-US" sz="3117" i="1" kern="1200">
                              <a:solidFill>
                                <a:prstClr val="black"/>
                              </a:solidFill>
                              <a:latin typeface="Cambria Math" panose="02040503050406030204" pitchFamily="18" charset="0"/>
                              <a:ea typeface="+mn-ea"/>
                              <a:cs typeface="+mn-cs"/>
                            </a:rPr>
                            <m:t>𝑋</m:t>
                          </m:r>
                        </m:e>
                      </m:acc>
                      <m:r>
                        <a:rPr lang="en-US" sz="3117" i="1" kern="1200">
                          <a:solidFill>
                            <a:prstClr val="black"/>
                          </a:solidFill>
                          <a:latin typeface="Cambria Math" panose="02040503050406030204" pitchFamily="18" charset="0"/>
                          <a:ea typeface="+mn-ea"/>
                          <a:cs typeface="+mn-cs"/>
                        </a:rPr>
                        <m:t>=93.75 −0.407 ∗3.15=92.45</m:t>
                      </m:r>
                    </m:oMath>
                  </m:oMathPara>
                </a14:m>
                <a:endParaRPr lang="en-US" sz="3117" kern="1200" dirty="0">
                  <a:solidFill>
                    <a:prstClr val="black"/>
                  </a:solidFill>
                  <a:latin typeface="Calibri"/>
                  <a:ea typeface="+mn-ea"/>
                  <a:cs typeface="+mn-cs"/>
                </a:endParaRPr>
              </a:p>
            </p:txBody>
          </p:sp>
        </mc:Choice>
        <mc:Fallback xmlns="">
          <p:sp>
            <p:nvSpPr>
              <p:cNvPr id="5" name="TextBox 4">
                <a:extLst>
                  <a:ext uri="{FF2B5EF4-FFF2-40B4-BE49-F238E27FC236}">
                    <a16:creationId xmlns:a16="http://schemas.microsoft.com/office/drawing/2014/main" id="{CAE45DD2-51AB-77E0-5D49-153C2F9E2ED0}"/>
                  </a:ext>
                </a:extLst>
              </p:cNvPr>
              <p:cNvSpPr txBox="1">
                <a:spLocks noRot="1" noChangeAspect="1" noMove="1" noResize="1" noEditPoints="1" noAdjustHandles="1" noChangeArrowheads="1" noChangeShapeType="1" noTextEdit="1"/>
              </p:cNvSpPr>
              <p:nvPr/>
            </p:nvSpPr>
            <p:spPr>
              <a:xfrm>
                <a:off x="644391" y="2619964"/>
                <a:ext cx="8225072" cy="50539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D290C86-992C-084C-B0BA-51E16E6C7E5D}"/>
                  </a:ext>
                </a:extLst>
              </p:cNvPr>
              <p:cNvSpPr txBox="1"/>
              <p:nvPr/>
            </p:nvSpPr>
            <p:spPr>
              <a:xfrm>
                <a:off x="644391" y="4005282"/>
                <a:ext cx="5626412" cy="505395"/>
              </a:xfrm>
              <a:prstGeom prst="rect">
                <a:avLst/>
              </a:prstGeom>
              <a:noFill/>
            </p:spPr>
            <p:txBody>
              <a:bodyPr wrap="none" lIns="0" tIns="0" rIns="0" bIns="0" rtlCol="0">
                <a:spAutoFit/>
              </a:bodyPr>
              <a:lstStyle/>
              <a:p>
                <a:pPr defTabSz="837718">
                  <a:buClrTx/>
                </a:pPr>
                <a14:m>
                  <m:oMathPara xmlns:m="http://schemas.openxmlformats.org/officeDocument/2006/math">
                    <m:oMathParaPr>
                      <m:jc m:val="centerGroup"/>
                    </m:oMathParaPr>
                    <m:oMath xmlns:m="http://schemas.openxmlformats.org/officeDocument/2006/math">
                      <m:acc>
                        <m:accPr>
                          <m:chr m:val="̂"/>
                          <m:ctrlPr>
                            <a:rPr lang="en-US" sz="3117" i="1" kern="1200">
                              <a:solidFill>
                                <a:prstClr val="black"/>
                              </a:solidFill>
                              <a:latin typeface="Cambria Math" panose="02040503050406030204" pitchFamily="18" charset="0"/>
                              <a:ea typeface="+mn-ea"/>
                              <a:cs typeface="+mn-cs"/>
                            </a:rPr>
                          </m:ctrlPr>
                        </m:accPr>
                        <m:e>
                          <m:r>
                            <a:rPr lang="en-US" sz="3117" i="1" kern="1200">
                              <a:solidFill>
                                <a:prstClr val="black"/>
                              </a:solidFill>
                              <a:latin typeface="Cambria Math" panose="02040503050406030204" pitchFamily="18" charset="0"/>
                              <a:ea typeface="+mn-ea"/>
                              <a:cs typeface="+mn-cs"/>
                            </a:rPr>
                            <m:t>𝑌</m:t>
                          </m:r>
                        </m:e>
                      </m:acc>
                      <m:r>
                        <a:rPr lang="en-US" sz="3117" i="1" kern="1200">
                          <a:solidFill>
                            <a:prstClr val="black"/>
                          </a:solidFill>
                          <a:latin typeface="Cambria Math" panose="02040503050406030204" pitchFamily="18" charset="0"/>
                          <a:ea typeface="+mn-ea"/>
                          <a:cs typeface="+mn-cs"/>
                        </a:rPr>
                        <m:t>=</m:t>
                      </m:r>
                      <m:acc>
                        <m:accPr>
                          <m:chr m:val="̂"/>
                          <m:ctrlPr>
                            <a:rPr lang="en-US" sz="3117" i="1" kern="1200">
                              <a:solidFill>
                                <a:prstClr val="black"/>
                              </a:solidFill>
                              <a:latin typeface="Cambria Math" panose="02040503050406030204" pitchFamily="18" charset="0"/>
                              <a:ea typeface="+mn-ea"/>
                              <a:cs typeface="+mn-cs"/>
                            </a:rPr>
                          </m:ctrlPr>
                        </m:accPr>
                        <m:e>
                          <m:r>
                            <a:rPr lang="en-US" sz="3117" i="1" kern="1200">
                              <a:solidFill>
                                <a:prstClr val="black"/>
                              </a:solidFill>
                              <a:latin typeface="Cambria Math" panose="02040503050406030204" pitchFamily="18" charset="0"/>
                              <a:ea typeface="+mn-ea"/>
                              <a:cs typeface="+mn-cs"/>
                            </a:rPr>
                            <m:t>𝑎</m:t>
                          </m:r>
                        </m:e>
                      </m:acc>
                      <m:r>
                        <a:rPr lang="en-US" sz="3117" i="1" kern="1200">
                          <a:solidFill>
                            <a:prstClr val="black"/>
                          </a:solidFill>
                          <a:latin typeface="Cambria Math" panose="02040503050406030204" pitchFamily="18" charset="0"/>
                          <a:ea typeface="+mn-ea"/>
                          <a:cs typeface="+mn-cs"/>
                        </a:rPr>
                        <m:t>+</m:t>
                      </m:r>
                      <m:acc>
                        <m:accPr>
                          <m:chr m:val="̂"/>
                          <m:ctrlPr>
                            <a:rPr lang="en-US" sz="3117" i="1" kern="1200">
                              <a:solidFill>
                                <a:prstClr val="black"/>
                              </a:solidFill>
                              <a:latin typeface="Cambria Math" panose="02040503050406030204" pitchFamily="18" charset="0"/>
                              <a:ea typeface="+mn-ea"/>
                              <a:cs typeface="+mn-cs"/>
                            </a:rPr>
                          </m:ctrlPr>
                        </m:accPr>
                        <m:e>
                          <m:r>
                            <a:rPr lang="en-US" sz="3117" i="1" kern="1200">
                              <a:solidFill>
                                <a:prstClr val="black"/>
                              </a:solidFill>
                              <a:latin typeface="Cambria Math" panose="02040503050406030204" pitchFamily="18" charset="0"/>
                              <a:ea typeface="+mn-ea"/>
                              <a:cs typeface="+mn-cs"/>
                            </a:rPr>
                            <m:t>𝑏</m:t>
                          </m:r>
                        </m:e>
                      </m:acc>
                      <m:r>
                        <a:rPr lang="en-US" sz="3117" i="1" kern="1200">
                          <a:solidFill>
                            <a:prstClr val="black"/>
                          </a:solidFill>
                          <a:latin typeface="Cambria Math" panose="02040503050406030204" pitchFamily="18" charset="0"/>
                          <a:ea typeface="+mn-ea"/>
                          <a:cs typeface="+mn-cs"/>
                        </a:rPr>
                        <m:t>∗</m:t>
                      </m:r>
                      <m:r>
                        <a:rPr lang="en-US" sz="3117" i="1" kern="1200">
                          <a:solidFill>
                            <a:prstClr val="black"/>
                          </a:solidFill>
                          <a:latin typeface="Cambria Math" panose="02040503050406030204" pitchFamily="18" charset="0"/>
                          <a:ea typeface="+mn-ea"/>
                          <a:cs typeface="+mn-cs"/>
                        </a:rPr>
                        <m:t>𝑋</m:t>
                      </m:r>
                      <m:r>
                        <a:rPr lang="en-US" sz="3117" i="1" kern="1200">
                          <a:solidFill>
                            <a:prstClr val="black"/>
                          </a:solidFill>
                          <a:latin typeface="Cambria Math" panose="02040503050406030204" pitchFamily="18" charset="0"/>
                          <a:ea typeface="+mn-ea"/>
                          <a:cs typeface="+mn-cs"/>
                        </a:rPr>
                        <m:t>=92.45+0.407</m:t>
                      </m:r>
                      <m:r>
                        <a:rPr lang="en-US" sz="3117" i="1" kern="1200">
                          <a:solidFill>
                            <a:prstClr val="black"/>
                          </a:solidFill>
                          <a:latin typeface="Cambria Math" panose="02040503050406030204" pitchFamily="18" charset="0"/>
                          <a:ea typeface="+mn-ea"/>
                          <a:cs typeface="+mn-cs"/>
                        </a:rPr>
                        <m:t>𝑋</m:t>
                      </m:r>
                    </m:oMath>
                  </m:oMathPara>
                </a14:m>
                <a:endParaRPr lang="en-US" sz="3117" kern="1200" dirty="0">
                  <a:solidFill>
                    <a:prstClr val="black"/>
                  </a:solidFill>
                  <a:latin typeface="Calibri"/>
                  <a:ea typeface="+mn-ea"/>
                  <a:cs typeface="+mn-cs"/>
                </a:endParaRPr>
              </a:p>
            </p:txBody>
          </p:sp>
        </mc:Choice>
        <mc:Fallback xmlns="">
          <p:sp>
            <p:nvSpPr>
              <p:cNvPr id="6" name="TextBox 5">
                <a:extLst>
                  <a:ext uri="{FF2B5EF4-FFF2-40B4-BE49-F238E27FC236}">
                    <a16:creationId xmlns:a16="http://schemas.microsoft.com/office/drawing/2014/main" id="{1D290C86-992C-084C-B0BA-51E16E6C7E5D}"/>
                  </a:ext>
                </a:extLst>
              </p:cNvPr>
              <p:cNvSpPr txBox="1">
                <a:spLocks noRot="1" noChangeAspect="1" noMove="1" noResize="1" noEditPoints="1" noAdjustHandles="1" noChangeArrowheads="1" noChangeShapeType="1" noTextEdit="1"/>
              </p:cNvSpPr>
              <p:nvPr/>
            </p:nvSpPr>
            <p:spPr>
              <a:xfrm>
                <a:off x="644391" y="4005282"/>
                <a:ext cx="5626412" cy="505395"/>
              </a:xfrm>
              <a:prstGeom prst="rect">
                <a:avLst/>
              </a:prstGeom>
              <a:blipFill>
                <a:blip r:embed="rId5"/>
                <a:stretch>
                  <a:fillRect/>
                </a:stretch>
              </a:blipFill>
            </p:spPr>
            <p:txBody>
              <a:bodyPr/>
              <a:lstStyle/>
              <a:p>
                <a:r>
                  <a:rPr lang="en-IN">
                    <a:noFill/>
                  </a:rPr>
                  <a:t> </a:t>
                </a:r>
              </a:p>
            </p:txBody>
          </p:sp>
        </mc:Fallback>
      </mc:AlternateContent>
      <p:sp>
        <p:nvSpPr>
          <p:cNvPr id="7" name="Text Placeholder 2">
            <a:extLst>
              <a:ext uri="{FF2B5EF4-FFF2-40B4-BE49-F238E27FC236}">
                <a16:creationId xmlns:a16="http://schemas.microsoft.com/office/drawing/2014/main" id="{E083A409-B758-C683-4E1B-66C5FBFF7A67}"/>
              </a:ext>
            </a:extLst>
          </p:cNvPr>
          <p:cNvSpPr txBox="1">
            <a:spLocks/>
          </p:cNvSpPr>
          <p:nvPr/>
        </p:nvSpPr>
        <p:spPr>
          <a:xfrm>
            <a:off x="609450" y="5059713"/>
            <a:ext cx="11537455" cy="814009"/>
          </a:xfrm>
          <a:prstGeom prst="rect">
            <a:avLst/>
          </a:prstGeom>
        </p:spPr>
        <p:txBody>
          <a:bodyPr>
            <a:noAutofit/>
          </a:bodyPr>
          <a:lst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Helvetica Neue" panose="02000503000000020004"/>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Helvetica Neue" panose="02000503000000020004"/>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Helvetica Neue" panose="02000503000000020004"/>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Helvetica Neue" panose="02000503000000020004"/>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just" defTabSz="1055679">
              <a:lnSpc>
                <a:spcPct val="150000"/>
              </a:lnSpc>
              <a:spcBef>
                <a:spcPts val="1154"/>
              </a:spcBef>
              <a:buClrTx/>
              <a:buNone/>
            </a:pPr>
            <a:r>
              <a:rPr lang="en-US" sz="3117" dirty="0">
                <a:solidFill>
                  <a:prstClr val="black"/>
                </a:solidFill>
              </a:rPr>
              <a:t>When X = 4.5,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8467658-F088-4F91-9815-0ED3B450DA2C}"/>
                  </a:ext>
                </a:extLst>
              </p:cNvPr>
              <p:cNvSpPr txBox="1"/>
              <p:nvPr/>
            </p:nvSpPr>
            <p:spPr>
              <a:xfrm>
                <a:off x="3390147" y="5243757"/>
                <a:ext cx="5649752" cy="492699"/>
              </a:xfrm>
              <a:prstGeom prst="rect">
                <a:avLst/>
              </a:prstGeom>
              <a:noFill/>
            </p:spPr>
            <p:txBody>
              <a:bodyPr wrap="none" lIns="0" tIns="0" rIns="0" bIns="0" rtlCol="0">
                <a:spAutoFit/>
              </a:bodyPr>
              <a:lstStyle/>
              <a:p>
                <a:pPr defTabSz="837718">
                  <a:buClrTx/>
                </a:pPr>
                <a14:m>
                  <m:oMathPara xmlns:m="http://schemas.openxmlformats.org/officeDocument/2006/math">
                    <m:oMathParaPr>
                      <m:jc m:val="centerGroup"/>
                    </m:oMathParaPr>
                    <m:oMath xmlns:m="http://schemas.openxmlformats.org/officeDocument/2006/math">
                      <m:acc>
                        <m:accPr>
                          <m:chr m:val="̂"/>
                          <m:ctrlPr>
                            <a:rPr lang="en-US" sz="3117" i="1" kern="1200">
                              <a:solidFill>
                                <a:prstClr val="black"/>
                              </a:solidFill>
                              <a:latin typeface="Cambria Math" panose="02040503050406030204" pitchFamily="18" charset="0"/>
                              <a:ea typeface="+mn-ea"/>
                              <a:cs typeface="+mn-cs"/>
                            </a:rPr>
                          </m:ctrlPr>
                        </m:accPr>
                        <m:e>
                          <m:r>
                            <a:rPr lang="en-US" sz="3117" i="1" kern="1200">
                              <a:solidFill>
                                <a:prstClr val="black"/>
                              </a:solidFill>
                              <a:latin typeface="Cambria Math" panose="02040503050406030204" pitchFamily="18" charset="0"/>
                              <a:ea typeface="+mn-ea"/>
                              <a:cs typeface="+mn-cs"/>
                            </a:rPr>
                            <m:t>𝑌</m:t>
                          </m:r>
                        </m:e>
                      </m:acc>
                      <m:r>
                        <a:rPr lang="en-US" sz="3117" i="1" kern="1200">
                          <a:solidFill>
                            <a:prstClr val="black"/>
                          </a:solidFill>
                          <a:latin typeface="Cambria Math" panose="02040503050406030204" pitchFamily="18" charset="0"/>
                          <a:ea typeface="+mn-ea"/>
                          <a:cs typeface="+mn-cs"/>
                        </a:rPr>
                        <m:t>=92.45+0.407∗4.5=94.28</m:t>
                      </m:r>
                    </m:oMath>
                  </m:oMathPara>
                </a14:m>
                <a:endParaRPr lang="en-US" sz="3117" kern="1200" dirty="0">
                  <a:solidFill>
                    <a:prstClr val="black"/>
                  </a:solidFill>
                  <a:latin typeface="Calibri"/>
                  <a:ea typeface="+mn-ea"/>
                  <a:cs typeface="+mn-cs"/>
                </a:endParaRPr>
              </a:p>
            </p:txBody>
          </p:sp>
        </mc:Choice>
        <mc:Fallback xmlns="">
          <p:sp>
            <p:nvSpPr>
              <p:cNvPr id="8" name="TextBox 7">
                <a:extLst>
                  <a:ext uri="{FF2B5EF4-FFF2-40B4-BE49-F238E27FC236}">
                    <a16:creationId xmlns:a16="http://schemas.microsoft.com/office/drawing/2014/main" id="{78467658-F088-4F91-9815-0ED3B450DA2C}"/>
                  </a:ext>
                </a:extLst>
              </p:cNvPr>
              <p:cNvSpPr txBox="1">
                <a:spLocks noRot="1" noChangeAspect="1" noMove="1" noResize="1" noEditPoints="1" noAdjustHandles="1" noChangeArrowheads="1" noChangeShapeType="1" noTextEdit="1"/>
              </p:cNvSpPr>
              <p:nvPr/>
            </p:nvSpPr>
            <p:spPr>
              <a:xfrm>
                <a:off x="3390147" y="5243757"/>
                <a:ext cx="5649752" cy="492699"/>
              </a:xfrm>
              <a:prstGeom prst="rect">
                <a:avLst/>
              </a:prstGeom>
              <a:blipFill>
                <a:blip r:embed="rId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19772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50425E1-FDCE-84F8-49D5-01FBE97003F9}"/>
                  </a:ext>
                </a:extLst>
              </p:cNvPr>
              <p:cNvSpPr>
                <a:spLocks noGrp="1"/>
              </p:cNvSpPr>
              <p:nvPr>
                <p:ph type="title"/>
              </p:nvPr>
            </p:nvSpPr>
            <p:spPr/>
            <p:txBody>
              <a:bodyPr/>
              <a:lstStyle/>
              <a:p>
                <a:r>
                  <a:rPr lang="en-IN" dirty="0"/>
                  <a:t>Coefficient of Determination (</a:t>
                </a:r>
                <a14:m>
                  <m:oMath xmlns:m="http://schemas.openxmlformats.org/officeDocument/2006/math">
                    <m:sSup>
                      <m:sSupPr>
                        <m:ctrlPr>
                          <a:rPr lang="en-IN" i="1">
                            <a:latin typeface="Cambria Math" panose="02040503050406030204" pitchFamily="18" charset="0"/>
                          </a:rPr>
                        </m:ctrlPr>
                      </m:sSupPr>
                      <m:e>
                        <m:r>
                          <a:rPr lang="en-IN" b="1" i="1" smtClean="0">
                            <a:latin typeface="Cambria Math" panose="02040503050406030204" pitchFamily="18" charset="0"/>
                          </a:rPr>
                          <m:t>𝒓</m:t>
                        </m:r>
                      </m:e>
                      <m:sup>
                        <m:r>
                          <a:rPr lang="en-IN" i="0">
                            <a:latin typeface="Cambria Math" panose="02040503050406030204" pitchFamily="18" charset="0"/>
                          </a:rPr>
                          <m:t>2</m:t>
                        </m:r>
                      </m:sup>
                    </m:sSup>
                  </m:oMath>
                </a14:m>
                <a:r>
                  <a:rPr lang="en-IN" dirty="0"/>
                  <a:t>)</a:t>
                </a:r>
              </a:p>
            </p:txBody>
          </p:sp>
        </mc:Choice>
        <mc:Fallback xmlns="">
          <p:sp>
            <p:nvSpPr>
              <p:cNvPr id="2" name="Title 1">
                <a:extLst>
                  <a:ext uri="{FF2B5EF4-FFF2-40B4-BE49-F238E27FC236}">
                    <a16:creationId xmlns:a16="http://schemas.microsoft.com/office/drawing/2014/main" id="{650425E1-FDCE-84F8-49D5-01FBE97003F9}"/>
                  </a:ext>
                </a:extLst>
              </p:cNvPr>
              <p:cNvSpPr>
                <a:spLocks noGrp="1" noRot="1" noChangeAspect="1" noMove="1" noResize="1" noEditPoints="1" noAdjustHandles="1" noChangeArrowheads="1" noChangeShapeType="1" noTextEdit="1"/>
              </p:cNvSpPr>
              <p:nvPr>
                <p:ph type="title"/>
              </p:nvPr>
            </p:nvSpPr>
            <p:spPr>
              <a:blipFill>
                <a:blip r:embed="rId2"/>
                <a:stretch>
                  <a:fillRect l="-1700" t="-794" b="-11111"/>
                </a:stretch>
              </a:blipFill>
            </p:spPr>
            <p:txBody>
              <a:bodyPr/>
              <a:lstStyle/>
              <a:p>
                <a:r>
                  <a:rPr lang="en-IN">
                    <a:noFill/>
                  </a:rPr>
                  <a:t> </a:t>
                </a:r>
              </a:p>
            </p:txBody>
          </p:sp>
        </mc:Fallback>
      </mc:AlternateContent>
      <p:sp>
        <p:nvSpPr>
          <p:cNvPr id="3" name="Text Placeholder 2">
            <a:extLst>
              <a:ext uri="{FF2B5EF4-FFF2-40B4-BE49-F238E27FC236}">
                <a16:creationId xmlns:a16="http://schemas.microsoft.com/office/drawing/2014/main" id="{CD889FD5-2BAA-92E7-C6D1-3F82D539332D}"/>
              </a:ext>
            </a:extLst>
          </p:cNvPr>
          <p:cNvSpPr>
            <a:spLocks noGrp="1"/>
          </p:cNvSpPr>
          <p:nvPr>
            <p:ph type="body" sz="quarter" idx="13"/>
          </p:nvPr>
        </p:nvSpPr>
        <p:spPr/>
        <p:txBody>
          <a:bodyPr>
            <a:normAutofit fontScale="92500"/>
          </a:bodyPr>
          <a:lstStyle/>
          <a:p>
            <a:pPr>
              <a:buNone/>
            </a:pPr>
            <a:r>
              <a:rPr lang="en-IN" sz="2400" dirty="0"/>
              <a:t>So far, we have learned how to obtain the </a:t>
            </a:r>
            <a:r>
              <a:rPr lang="en-IN" sz="2400" b="1" dirty="0"/>
              <a:t>best-fit regression line</a:t>
            </a:r>
            <a:r>
              <a:rPr lang="en-IN" sz="2400" dirty="0"/>
              <a:t> using the</a:t>
            </a:r>
          </a:p>
          <a:p>
            <a:pPr>
              <a:buNone/>
            </a:pPr>
            <a:r>
              <a:rPr lang="en-IN" sz="2400" dirty="0"/>
              <a:t>least squares method.  But an important question still remains:</a:t>
            </a:r>
          </a:p>
          <a:p>
            <a:pPr>
              <a:buNone/>
            </a:pPr>
            <a:r>
              <a:rPr lang="en-IN" sz="2400" b="1" dirty="0"/>
              <a:t>"How good is this regression line?"</a:t>
            </a:r>
            <a:endParaRPr lang="en-IN" sz="2400" dirty="0"/>
          </a:p>
          <a:p>
            <a:pPr>
              <a:buNone/>
            </a:pPr>
            <a:r>
              <a:rPr lang="en-IN" sz="2400" dirty="0"/>
              <a:t>Does it explain most of the variation in the data, or does it explain only a small part?</a:t>
            </a:r>
          </a:p>
          <a:p>
            <a:pPr>
              <a:buNone/>
            </a:pPr>
            <a:r>
              <a:rPr lang="en-IN" sz="2400" dirty="0"/>
              <a:t>To answer this question, we partition the total variation in the response variable into two parts.</a:t>
            </a:r>
          </a:p>
          <a:p>
            <a:endParaRPr lang="en-IN" dirty="0"/>
          </a:p>
        </p:txBody>
      </p:sp>
      <p:sp>
        <p:nvSpPr>
          <p:cNvPr id="4" name="Text Placeholder 3">
            <a:extLst>
              <a:ext uri="{FF2B5EF4-FFF2-40B4-BE49-F238E27FC236}">
                <a16:creationId xmlns:a16="http://schemas.microsoft.com/office/drawing/2014/main" id="{5643CFF0-C4CE-F1AA-9ED6-6D0AC75999B0}"/>
              </a:ext>
            </a:extLst>
          </p:cNvPr>
          <p:cNvSpPr>
            <a:spLocks noGrp="1"/>
          </p:cNvSpPr>
          <p:nvPr>
            <p:ph type="body" sz="quarter" idx="14"/>
          </p:nvPr>
        </p:nvSpPr>
        <p:spPr/>
        <p:txBody>
          <a:bodyPr/>
          <a:lstStyle/>
          <a:p>
            <a:endParaRPr lang="en-IN"/>
          </a:p>
        </p:txBody>
      </p:sp>
    </p:spTree>
    <p:extLst>
      <p:ext uri="{BB962C8B-B14F-4D97-AF65-F5344CB8AC3E}">
        <p14:creationId xmlns:p14="http://schemas.microsoft.com/office/powerpoint/2010/main" val="15974824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68867-ACCB-9F8B-729F-5C25DCBC8FE6}"/>
              </a:ext>
            </a:extLst>
          </p:cNvPr>
          <p:cNvSpPr>
            <a:spLocks noGrp="1"/>
          </p:cNvSpPr>
          <p:nvPr>
            <p:ph type="title"/>
          </p:nvPr>
        </p:nvSpPr>
        <p:spPr/>
        <p:txBody>
          <a:bodyPr/>
          <a:lstStyle/>
          <a:p>
            <a:r>
              <a:rPr lang="en-IN" dirty="0"/>
              <a:t>Total Sum of Squares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68F9D16-3622-7A2B-EF66-1993A37B4877}"/>
                  </a:ext>
                </a:extLst>
              </p:cNvPr>
              <p:cNvSpPr>
                <a:spLocks noGrp="1"/>
              </p:cNvSpPr>
              <p:nvPr>
                <p:ph type="body" sz="quarter" idx="13"/>
              </p:nvPr>
            </p:nvSpPr>
            <p:spPr/>
            <p:txBody>
              <a:bodyPr>
                <a:normAutofit fontScale="92500" lnSpcReduction="10000"/>
              </a:bodyPr>
              <a:lstStyle/>
              <a:p>
                <a:pPr>
                  <a:buNone/>
                </a:pPr>
                <a:r>
                  <a:rPr lang="en-IN" dirty="0"/>
                  <a:t>Suppose we ignore the predictor </a:t>
                </a:r>
                <a14:m>
                  <m:oMath xmlns:m="http://schemas.openxmlformats.org/officeDocument/2006/math">
                    <m:r>
                      <a:rPr lang="en-IN" i="1">
                        <a:latin typeface="Cambria Math" panose="02040503050406030204" pitchFamily="18" charset="0"/>
                      </a:rPr>
                      <m:t>𝑋</m:t>
                    </m:r>
                  </m:oMath>
                </a14:m>
                <a:r>
                  <a:rPr lang="en-IN" dirty="0"/>
                  <a:t>. Then our best estimate for every observation is simply the</a:t>
                </a:r>
              </a:p>
              <a:p>
                <a:pPr>
                  <a:buNone/>
                </a:pPr>
                <a:r>
                  <a:rPr lang="en-IN" dirty="0"/>
                  <a:t> mean </a:t>
                </a:r>
                <a14:m>
                  <m:oMath xmlns:m="http://schemas.openxmlformats.org/officeDocument/2006/math">
                    <m:acc>
                      <m:accPr>
                        <m:chr m:val="̅"/>
                        <m:ctrlPr>
                          <a:rPr lang="en-IN" i="1">
                            <a:latin typeface="Cambria Math" panose="02040503050406030204" pitchFamily="18" charset="0"/>
                          </a:rPr>
                        </m:ctrlPr>
                      </m:accPr>
                      <m:e>
                        <m:r>
                          <a:rPr lang="en-IN" i="1">
                            <a:latin typeface="Cambria Math" panose="02040503050406030204" pitchFamily="18" charset="0"/>
                          </a:rPr>
                          <m:t>𝑌</m:t>
                        </m:r>
                      </m:e>
                    </m:acc>
                  </m:oMath>
                </a14:m>
                <a:r>
                  <a:rPr lang="en-IN" dirty="0"/>
                  <a:t>.</a:t>
                </a:r>
              </a:p>
              <a:p>
                <a:pPr>
                  <a:buNone/>
                </a:pPr>
                <a:r>
                  <a:rPr lang="en-IN" dirty="0"/>
                  <a:t>The total variation in the data is measured by</a:t>
                </a:r>
              </a:p>
              <a:p>
                <a:pPr>
                  <a:buNone/>
                </a:pPr>
                <a:endParaRPr lang="en-IN" dirty="0"/>
              </a:p>
              <a:p>
                <a:pPr>
                  <a:buNone/>
                </a:pPr>
                <a14:m>
                  <m:oMathPara xmlns:m="http://schemas.openxmlformats.org/officeDocument/2006/math">
                    <m:oMathParaPr>
                      <m:jc m:val="centerGroup"/>
                    </m:oMathParaPr>
                    <m:oMath xmlns:m="http://schemas.openxmlformats.org/officeDocument/2006/math">
                      <m:borderBox>
                        <m:borderBoxPr>
                          <m:ctrlPr>
                            <a:rPr lang="en-IN" b="0" i="1">
                              <a:latin typeface="Cambria Math" panose="02040503050406030204" pitchFamily="18" charset="0"/>
                            </a:rPr>
                          </m:ctrlPr>
                        </m:borderBoxPr>
                        <m:e>
                          <m:r>
                            <m:rPr>
                              <m:nor/>
                            </m:rPr>
                            <a:rPr lang="en-IN" b="0" i="0"/>
                            <m:t>SST</m:t>
                          </m:r>
                          <m:r>
                            <a:rPr lang="en-IN" b="0" i="0">
                              <a:latin typeface="Cambria Math" panose="02040503050406030204" pitchFamily="18" charset="0"/>
                            </a:rPr>
                            <m:t>=</m:t>
                          </m:r>
                          <m:nary>
                            <m:naryPr>
                              <m:chr m:val="∑"/>
                              <m:grow m:val="on"/>
                              <m:ctrlPr>
                                <a:rPr lang="en-IN" b="0" i="1">
                                  <a:latin typeface="Cambria Math" panose="02040503050406030204" pitchFamily="18" charset="0"/>
                                </a:rPr>
                              </m:ctrlPr>
                            </m:naryPr>
                            <m:sub>
                              <m:r>
                                <a:rPr lang="en-IN" b="0" i="1">
                                  <a:latin typeface="Cambria Math" panose="02040503050406030204" pitchFamily="18" charset="0"/>
                                </a:rPr>
                                <m:t>𝑖</m:t>
                              </m:r>
                              <m:r>
                                <a:rPr lang="en-IN" b="0" i="0">
                                  <a:latin typeface="Cambria Math" panose="02040503050406030204" pitchFamily="18" charset="0"/>
                                </a:rPr>
                                <m:t>=1</m:t>
                              </m:r>
                            </m:sub>
                            <m:sup>
                              <m:r>
                                <a:rPr lang="en-IN" b="0" i="1">
                                  <a:latin typeface="Cambria Math" panose="02040503050406030204" pitchFamily="18" charset="0"/>
                                </a:rPr>
                                <m:t>𝑛</m:t>
                              </m:r>
                            </m:sup>
                            <m:e>
                              <m:r>
                                <a:rPr lang="en-IN" b="0" i="0">
                                  <a:latin typeface="Cambria Math" panose="02040503050406030204" pitchFamily="18" charset="0"/>
                                </a:rPr>
                                <m:t>(</m:t>
                              </m:r>
                            </m:e>
                          </m:nary>
                          <m:d>
                            <m:dPr>
                              <m:begChr m:val=""/>
                              <m:endChr m:val=""/>
                              <m:ctrlPr>
                                <a:rPr lang="en-IN" b="0" i="1">
                                  <a:latin typeface="Cambria Math" panose="02040503050406030204" pitchFamily="18" charset="0"/>
                                </a:rPr>
                              </m:ctrlPr>
                            </m:dPr>
                            <m:e>
                              <m:sSub>
                                <m:sSubPr>
                                  <m:ctrlPr>
                                    <a:rPr lang="en-IN" b="0" i="1">
                                      <a:latin typeface="Cambria Math" panose="02040503050406030204" pitchFamily="18" charset="0"/>
                                    </a:rPr>
                                  </m:ctrlPr>
                                </m:sSubPr>
                                <m:e>
                                  <m:r>
                                    <a:rPr lang="en-IN" b="0" i="1">
                                      <a:latin typeface="Cambria Math" panose="02040503050406030204" pitchFamily="18" charset="0"/>
                                    </a:rPr>
                                    <m:t>𝑌</m:t>
                                  </m:r>
                                </m:e>
                                <m:sub>
                                  <m:r>
                                    <a:rPr lang="en-IN" b="0" i="1">
                                      <a:latin typeface="Cambria Math" panose="02040503050406030204" pitchFamily="18" charset="0"/>
                                    </a:rPr>
                                    <m:t>𝑖</m:t>
                                  </m:r>
                                </m:sub>
                              </m:sSub>
                              <m:r>
                                <a:rPr lang="en-IN" b="0" i="0">
                                  <a:latin typeface="Cambria Math" panose="02040503050406030204" pitchFamily="18" charset="0"/>
                                </a:rPr>
                                <m:t>−</m:t>
                              </m:r>
                              <m:acc>
                                <m:accPr>
                                  <m:chr m:val="̅"/>
                                  <m:ctrlPr>
                                    <a:rPr lang="en-IN" b="0" i="1">
                                      <a:latin typeface="Cambria Math" panose="02040503050406030204" pitchFamily="18" charset="0"/>
                                    </a:rPr>
                                  </m:ctrlPr>
                                </m:accPr>
                                <m:e>
                                  <m:r>
                                    <a:rPr lang="en-IN" b="0" i="1">
                                      <a:latin typeface="Cambria Math" panose="02040503050406030204" pitchFamily="18" charset="0"/>
                                    </a:rPr>
                                    <m:t>𝑌</m:t>
                                  </m:r>
                                </m:e>
                              </m:acc>
                              <m:sSup>
                                <m:sSupPr>
                                  <m:ctrlPr>
                                    <a:rPr lang="en-IN" b="0" i="1">
                                      <a:latin typeface="Cambria Math" panose="02040503050406030204" pitchFamily="18" charset="0"/>
                                    </a:rPr>
                                  </m:ctrlPr>
                                </m:sSupPr>
                                <m:e>
                                  <m:d>
                                    <m:dPr>
                                      <m:begChr m:val=""/>
                                      <m:endChr m:val=""/>
                                      <m:ctrlPr>
                                        <a:rPr lang="en-IN" b="0" i="1">
                                          <a:latin typeface="Cambria Math" panose="02040503050406030204" pitchFamily="18" charset="0"/>
                                        </a:rPr>
                                      </m:ctrlPr>
                                    </m:dPr>
                                    <m:e>
                                      <m:r>
                                        <a:rPr lang="en-IN" b="0" i="0">
                                          <a:latin typeface="Cambria Math" panose="02040503050406030204" pitchFamily="18" charset="0"/>
                                        </a:rPr>
                                        <m:t>)</m:t>
                                      </m:r>
                                    </m:e>
                                  </m:d>
                                </m:e>
                                <m:sup>
                                  <m:r>
                                    <a:rPr lang="en-IN" b="0" i="0">
                                      <a:latin typeface="Cambria Math" panose="02040503050406030204" pitchFamily="18" charset="0"/>
                                    </a:rPr>
                                    <m:t>2</m:t>
                                  </m:r>
                                </m:sup>
                              </m:sSup>
                            </m:e>
                          </m:d>
                        </m:e>
                      </m:borderBox>
                    </m:oMath>
                  </m:oMathPara>
                </a14:m>
                <a:endParaRPr lang="en-IN" b="0" dirty="0"/>
              </a:p>
              <a:p>
                <a:pPr>
                  <a:buNone/>
                </a:pPr>
                <a:endParaRPr lang="en-IN" dirty="0"/>
              </a:p>
              <a:p>
                <a:pPr>
                  <a:buNone/>
                </a:pPr>
                <a:r>
                  <a:rPr lang="en-IN" dirty="0"/>
                  <a:t>called the </a:t>
                </a:r>
                <a:r>
                  <a:rPr lang="en-IN" b="1" dirty="0"/>
                  <a:t>Total Sum of Squares (SST).</a:t>
                </a:r>
                <a:endParaRPr lang="en-IN" dirty="0"/>
              </a:p>
              <a:p>
                <a:endParaRPr lang="en-IN" dirty="0"/>
              </a:p>
            </p:txBody>
          </p:sp>
        </mc:Choice>
        <mc:Fallback xmlns="">
          <p:sp>
            <p:nvSpPr>
              <p:cNvPr id="3" name="Text Placeholder 2">
                <a:extLst>
                  <a:ext uri="{FF2B5EF4-FFF2-40B4-BE49-F238E27FC236}">
                    <a16:creationId xmlns:a16="http://schemas.microsoft.com/office/drawing/2014/main" id="{968F9D16-3622-7A2B-EF66-1993A37B4877}"/>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420" t="-2685" b="-2237"/>
                </a:stretch>
              </a:blipFill>
            </p:spPr>
            <p:txBody>
              <a:bodyPr/>
              <a:lstStyle/>
              <a:p>
                <a:r>
                  <a:rPr lang="en-IN">
                    <a:noFill/>
                  </a:rPr>
                  <a:t> </a:t>
                </a:r>
              </a:p>
            </p:txBody>
          </p:sp>
        </mc:Fallback>
      </mc:AlternateContent>
      <p:sp>
        <p:nvSpPr>
          <p:cNvPr id="4" name="Text Placeholder 3">
            <a:extLst>
              <a:ext uri="{FF2B5EF4-FFF2-40B4-BE49-F238E27FC236}">
                <a16:creationId xmlns:a16="http://schemas.microsoft.com/office/drawing/2014/main" id="{77653638-9582-879C-F7BF-D489A05F242C}"/>
              </a:ext>
            </a:extLst>
          </p:cNvPr>
          <p:cNvSpPr>
            <a:spLocks noGrp="1"/>
          </p:cNvSpPr>
          <p:nvPr>
            <p:ph type="body" sz="quarter" idx="14"/>
          </p:nvPr>
        </p:nvSpPr>
        <p:spPr/>
        <p:txBody>
          <a:bodyPr/>
          <a:lstStyle/>
          <a:p>
            <a:endParaRPr lang="en-IN"/>
          </a:p>
        </p:txBody>
      </p:sp>
      <p:grpSp>
        <p:nvGrpSpPr>
          <p:cNvPr id="18" name="Group 17">
            <a:extLst>
              <a:ext uri="{FF2B5EF4-FFF2-40B4-BE49-F238E27FC236}">
                <a16:creationId xmlns:a16="http://schemas.microsoft.com/office/drawing/2014/main" id="{5B618229-12A7-BA13-565C-63365674ACC3}"/>
              </a:ext>
            </a:extLst>
          </p:cNvPr>
          <p:cNvGrpSpPr/>
          <p:nvPr/>
        </p:nvGrpSpPr>
        <p:grpSpPr>
          <a:xfrm>
            <a:off x="5556823" y="3420455"/>
            <a:ext cx="4588560" cy="1753560"/>
            <a:chOff x="5556823" y="3420455"/>
            <a:chExt cx="4588560" cy="1753560"/>
          </a:xfrm>
        </p:grpSpPr>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E72BB014-01A4-1E82-4063-459794A769F7}"/>
                    </a:ext>
                  </a:extLst>
                </p14:cNvPr>
                <p14:cNvContentPartPr/>
                <p14:nvPr/>
              </p14:nvContentPartPr>
              <p14:xfrm>
                <a:off x="6282583" y="3420455"/>
                <a:ext cx="376560" cy="963360"/>
              </p14:xfrm>
            </p:contentPart>
          </mc:Choice>
          <mc:Fallback>
            <p:pic>
              <p:nvPicPr>
                <p:cNvPr id="5" name="Ink 4">
                  <a:extLst>
                    <a:ext uri="{FF2B5EF4-FFF2-40B4-BE49-F238E27FC236}">
                      <a16:creationId xmlns:a16="http://schemas.microsoft.com/office/drawing/2014/main" id="{E72BB014-01A4-1E82-4063-459794A769F7}"/>
                    </a:ext>
                  </a:extLst>
                </p:cNvPr>
                <p:cNvPicPr/>
                <p:nvPr/>
              </p:nvPicPr>
              <p:blipFill>
                <a:blip r:embed="rId4"/>
                <a:stretch>
                  <a:fillRect/>
                </a:stretch>
              </p:blipFill>
              <p:spPr>
                <a:xfrm>
                  <a:off x="6276463" y="3414335"/>
                  <a:ext cx="388800" cy="975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4568E4D8-C080-48B3-95FC-4ACFB4B79722}"/>
                    </a:ext>
                  </a:extLst>
                </p14:cNvPr>
                <p14:cNvContentPartPr/>
                <p14:nvPr/>
              </p14:nvContentPartPr>
              <p14:xfrm>
                <a:off x="6397783" y="3424775"/>
                <a:ext cx="415440" cy="220320"/>
              </p14:xfrm>
            </p:contentPart>
          </mc:Choice>
          <mc:Fallback>
            <p:pic>
              <p:nvPicPr>
                <p:cNvPr id="6" name="Ink 5">
                  <a:extLst>
                    <a:ext uri="{FF2B5EF4-FFF2-40B4-BE49-F238E27FC236}">
                      <a16:creationId xmlns:a16="http://schemas.microsoft.com/office/drawing/2014/main" id="{4568E4D8-C080-48B3-95FC-4ACFB4B79722}"/>
                    </a:ext>
                  </a:extLst>
                </p:cNvPr>
                <p:cNvPicPr/>
                <p:nvPr/>
              </p:nvPicPr>
              <p:blipFill>
                <a:blip r:embed="rId6"/>
                <a:stretch>
                  <a:fillRect/>
                </a:stretch>
              </p:blipFill>
              <p:spPr>
                <a:xfrm>
                  <a:off x="6391663" y="3418655"/>
                  <a:ext cx="42768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919D4750-A3A9-6019-F702-CF960FB2A85E}"/>
                    </a:ext>
                  </a:extLst>
                </p14:cNvPr>
                <p14:cNvContentPartPr/>
                <p14:nvPr/>
              </p14:nvContentPartPr>
              <p14:xfrm>
                <a:off x="5556823" y="4481015"/>
                <a:ext cx="550080" cy="218520"/>
              </p14:xfrm>
            </p:contentPart>
          </mc:Choice>
          <mc:Fallback>
            <p:pic>
              <p:nvPicPr>
                <p:cNvPr id="7" name="Ink 6">
                  <a:extLst>
                    <a:ext uri="{FF2B5EF4-FFF2-40B4-BE49-F238E27FC236}">
                      <a16:creationId xmlns:a16="http://schemas.microsoft.com/office/drawing/2014/main" id="{919D4750-A3A9-6019-F702-CF960FB2A85E}"/>
                    </a:ext>
                  </a:extLst>
                </p:cNvPr>
                <p:cNvPicPr/>
                <p:nvPr/>
              </p:nvPicPr>
              <p:blipFill>
                <a:blip r:embed="rId8"/>
                <a:stretch>
                  <a:fillRect/>
                </a:stretch>
              </p:blipFill>
              <p:spPr>
                <a:xfrm>
                  <a:off x="5550703" y="4474895"/>
                  <a:ext cx="56232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1022E88B-747C-E568-B5C0-352E0AAF59EE}"/>
                    </a:ext>
                  </a:extLst>
                </p14:cNvPr>
                <p14:cNvContentPartPr/>
                <p14:nvPr/>
              </p14:nvContentPartPr>
              <p14:xfrm>
                <a:off x="6218863" y="4578935"/>
                <a:ext cx="414360" cy="157680"/>
              </p14:xfrm>
            </p:contentPart>
          </mc:Choice>
          <mc:Fallback>
            <p:pic>
              <p:nvPicPr>
                <p:cNvPr id="8" name="Ink 7">
                  <a:extLst>
                    <a:ext uri="{FF2B5EF4-FFF2-40B4-BE49-F238E27FC236}">
                      <a16:creationId xmlns:a16="http://schemas.microsoft.com/office/drawing/2014/main" id="{1022E88B-747C-E568-B5C0-352E0AAF59EE}"/>
                    </a:ext>
                  </a:extLst>
                </p:cNvPr>
                <p:cNvPicPr/>
                <p:nvPr/>
              </p:nvPicPr>
              <p:blipFill>
                <a:blip r:embed="rId10"/>
                <a:stretch>
                  <a:fillRect/>
                </a:stretch>
              </p:blipFill>
              <p:spPr>
                <a:xfrm>
                  <a:off x="6212743" y="4572815"/>
                  <a:ext cx="42660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7F7685EE-FD56-8054-EEC8-E6B1F814DB69}"/>
                    </a:ext>
                  </a:extLst>
                </p14:cNvPr>
                <p14:cNvContentPartPr/>
                <p14:nvPr/>
              </p14:nvContentPartPr>
              <p14:xfrm>
                <a:off x="6682903" y="4653095"/>
                <a:ext cx="900720" cy="482040"/>
              </p14:xfrm>
            </p:contentPart>
          </mc:Choice>
          <mc:Fallback>
            <p:pic>
              <p:nvPicPr>
                <p:cNvPr id="9" name="Ink 8">
                  <a:extLst>
                    <a:ext uri="{FF2B5EF4-FFF2-40B4-BE49-F238E27FC236}">
                      <a16:creationId xmlns:a16="http://schemas.microsoft.com/office/drawing/2014/main" id="{7F7685EE-FD56-8054-EEC8-E6B1F814DB69}"/>
                    </a:ext>
                  </a:extLst>
                </p:cNvPr>
                <p:cNvPicPr/>
                <p:nvPr/>
              </p:nvPicPr>
              <p:blipFill>
                <a:blip r:embed="rId12"/>
                <a:stretch>
                  <a:fillRect/>
                </a:stretch>
              </p:blipFill>
              <p:spPr>
                <a:xfrm>
                  <a:off x="6676783" y="4646975"/>
                  <a:ext cx="912960" cy="4942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D684F19C-6E0C-ECC2-AE31-8A0C0145106C}"/>
                    </a:ext>
                  </a:extLst>
                </p14:cNvPr>
                <p14:cNvContentPartPr/>
                <p14:nvPr/>
              </p14:nvContentPartPr>
              <p14:xfrm>
                <a:off x="7851823" y="4510175"/>
                <a:ext cx="412200" cy="663840"/>
              </p14:xfrm>
            </p:contentPart>
          </mc:Choice>
          <mc:Fallback>
            <p:pic>
              <p:nvPicPr>
                <p:cNvPr id="10" name="Ink 9">
                  <a:extLst>
                    <a:ext uri="{FF2B5EF4-FFF2-40B4-BE49-F238E27FC236}">
                      <a16:creationId xmlns:a16="http://schemas.microsoft.com/office/drawing/2014/main" id="{D684F19C-6E0C-ECC2-AE31-8A0C0145106C}"/>
                    </a:ext>
                  </a:extLst>
                </p:cNvPr>
                <p:cNvPicPr/>
                <p:nvPr/>
              </p:nvPicPr>
              <p:blipFill>
                <a:blip r:embed="rId14"/>
                <a:stretch>
                  <a:fillRect/>
                </a:stretch>
              </p:blipFill>
              <p:spPr>
                <a:xfrm>
                  <a:off x="7845703" y="4504055"/>
                  <a:ext cx="424440" cy="6760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BE4F6572-E3F9-9638-C7E8-A0E1D056F99E}"/>
                    </a:ext>
                  </a:extLst>
                </p14:cNvPr>
                <p14:cNvContentPartPr/>
                <p14:nvPr/>
              </p14:nvContentPartPr>
              <p14:xfrm>
                <a:off x="8335663" y="4475615"/>
                <a:ext cx="748800" cy="484920"/>
              </p14:xfrm>
            </p:contentPart>
          </mc:Choice>
          <mc:Fallback>
            <p:pic>
              <p:nvPicPr>
                <p:cNvPr id="11" name="Ink 10">
                  <a:extLst>
                    <a:ext uri="{FF2B5EF4-FFF2-40B4-BE49-F238E27FC236}">
                      <a16:creationId xmlns:a16="http://schemas.microsoft.com/office/drawing/2014/main" id="{BE4F6572-E3F9-9638-C7E8-A0E1D056F99E}"/>
                    </a:ext>
                  </a:extLst>
                </p:cNvPr>
                <p:cNvPicPr/>
                <p:nvPr/>
              </p:nvPicPr>
              <p:blipFill>
                <a:blip r:embed="rId16"/>
                <a:stretch>
                  <a:fillRect/>
                </a:stretch>
              </p:blipFill>
              <p:spPr>
                <a:xfrm>
                  <a:off x="8329543" y="4469495"/>
                  <a:ext cx="761040" cy="4971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11B823E6-D6B7-DBCC-0F43-B208CFD509AE}"/>
                    </a:ext>
                  </a:extLst>
                </p14:cNvPr>
                <p14:cNvContentPartPr/>
                <p14:nvPr/>
              </p14:nvContentPartPr>
              <p14:xfrm>
                <a:off x="9490903" y="4564535"/>
                <a:ext cx="80640" cy="252360"/>
              </p14:xfrm>
            </p:contentPart>
          </mc:Choice>
          <mc:Fallback>
            <p:pic>
              <p:nvPicPr>
                <p:cNvPr id="12" name="Ink 11">
                  <a:extLst>
                    <a:ext uri="{FF2B5EF4-FFF2-40B4-BE49-F238E27FC236}">
                      <a16:creationId xmlns:a16="http://schemas.microsoft.com/office/drawing/2014/main" id="{11B823E6-D6B7-DBCC-0F43-B208CFD509AE}"/>
                    </a:ext>
                  </a:extLst>
                </p:cNvPr>
                <p:cNvPicPr/>
                <p:nvPr/>
              </p:nvPicPr>
              <p:blipFill>
                <a:blip r:embed="rId18"/>
                <a:stretch>
                  <a:fillRect/>
                </a:stretch>
              </p:blipFill>
              <p:spPr>
                <a:xfrm>
                  <a:off x="9484783" y="4558415"/>
                  <a:ext cx="9288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E920B47D-4E23-F443-3621-B6163AD4A036}"/>
                    </a:ext>
                  </a:extLst>
                </p14:cNvPr>
                <p14:cNvContentPartPr/>
                <p14:nvPr/>
              </p14:nvContentPartPr>
              <p14:xfrm>
                <a:off x="9432583" y="4601975"/>
                <a:ext cx="322920" cy="421920"/>
              </p14:xfrm>
            </p:contentPart>
          </mc:Choice>
          <mc:Fallback>
            <p:pic>
              <p:nvPicPr>
                <p:cNvPr id="13" name="Ink 12">
                  <a:extLst>
                    <a:ext uri="{FF2B5EF4-FFF2-40B4-BE49-F238E27FC236}">
                      <a16:creationId xmlns:a16="http://schemas.microsoft.com/office/drawing/2014/main" id="{E920B47D-4E23-F443-3621-B6163AD4A036}"/>
                    </a:ext>
                  </a:extLst>
                </p:cNvPr>
                <p:cNvPicPr/>
                <p:nvPr/>
              </p:nvPicPr>
              <p:blipFill>
                <a:blip r:embed="rId20"/>
                <a:stretch>
                  <a:fillRect/>
                </a:stretch>
              </p:blipFill>
              <p:spPr>
                <a:xfrm>
                  <a:off x="9426463" y="4595855"/>
                  <a:ext cx="335160" cy="4341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48019B54-0F93-1F32-FC60-22A9F67FFBFF}"/>
                    </a:ext>
                  </a:extLst>
                </p14:cNvPr>
                <p14:cNvContentPartPr/>
                <p14:nvPr/>
              </p14:nvContentPartPr>
              <p14:xfrm>
                <a:off x="9647863" y="5001935"/>
                <a:ext cx="62280" cy="146520"/>
              </p14:xfrm>
            </p:contentPart>
          </mc:Choice>
          <mc:Fallback>
            <p:pic>
              <p:nvPicPr>
                <p:cNvPr id="14" name="Ink 13">
                  <a:extLst>
                    <a:ext uri="{FF2B5EF4-FFF2-40B4-BE49-F238E27FC236}">
                      <a16:creationId xmlns:a16="http://schemas.microsoft.com/office/drawing/2014/main" id="{48019B54-0F93-1F32-FC60-22A9F67FFBFF}"/>
                    </a:ext>
                  </a:extLst>
                </p:cNvPr>
                <p:cNvPicPr/>
                <p:nvPr/>
              </p:nvPicPr>
              <p:blipFill>
                <a:blip r:embed="rId22"/>
                <a:stretch>
                  <a:fillRect/>
                </a:stretch>
              </p:blipFill>
              <p:spPr>
                <a:xfrm>
                  <a:off x="9641743" y="4995815"/>
                  <a:ext cx="7452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5" name="Ink 14">
                  <a:extLst>
                    <a:ext uri="{FF2B5EF4-FFF2-40B4-BE49-F238E27FC236}">
                      <a16:creationId xmlns:a16="http://schemas.microsoft.com/office/drawing/2014/main" id="{6BDF9834-BBC3-67BD-D6ED-BCADE9293FDD}"/>
                    </a:ext>
                  </a:extLst>
                </p14:cNvPr>
                <p14:cNvContentPartPr/>
                <p14:nvPr/>
              </p14:nvContentPartPr>
              <p14:xfrm>
                <a:off x="9805543" y="4744535"/>
                <a:ext cx="11880" cy="6840"/>
              </p14:xfrm>
            </p:contentPart>
          </mc:Choice>
          <mc:Fallback>
            <p:pic>
              <p:nvPicPr>
                <p:cNvPr id="15" name="Ink 14">
                  <a:extLst>
                    <a:ext uri="{FF2B5EF4-FFF2-40B4-BE49-F238E27FC236}">
                      <a16:creationId xmlns:a16="http://schemas.microsoft.com/office/drawing/2014/main" id="{6BDF9834-BBC3-67BD-D6ED-BCADE9293FDD}"/>
                    </a:ext>
                  </a:extLst>
                </p:cNvPr>
                <p:cNvPicPr/>
                <p:nvPr/>
              </p:nvPicPr>
              <p:blipFill>
                <a:blip r:embed="rId24"/>
                <a:stretch>
                  <a:fillRect/>
                </a:stretch>
              </p:blipFill>
              <p:spPr>
                <a:xfrm>
                  <a:off x="9799423" y="4738415"/>
                  <a:ext cx="2412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EF8F2F33-92EB-223B-8739-ADC5F5DD57AA}"/>
                    </a:ext>
                  </a:extLst>
                </p14:cNvPr>
                <p14:cNvContentPartPr/>
                <p14:nvPr/>
              </p14:nvContentPartPr>
              <p14:xfrm>
                <a:off x="9940183" y="4767935"/>
                <a:ext cx="205200" cy="224640"/>
              </p14:xfrm>
            </p:contentPart>
          </mc:Choice>
          <mc:Fallback>
            <p:pic>
              <p:nvPicPr>
                <p:cNvPr id="17" name="Ink 16">
                  <a:extLst>
                    <a:ext uri="{FF2B5EF4-FFF2-40B4-BE49-F238E27FC236}">
                      <a16:creationId xmlns:a16="http://schemas.microsoft.com/office/drawing/2014/main" id="{EF8F2F33-92EB-223B-8739-ADC5F5DD57AA}"/>
                    </a:ext>
                  </a:extLst>
                </p:cNvPr>
                <p:cNvPicPr/>
                <p:nvPr/>
              </p:nvPicPr>
              <p:blipFill>
                <a:blip r:embed="rId26"/>
                <a:stretch>
                  <a:fillRect/>
                </a:stretch>
              </p:blipFill>
              <p:spPr>
                <a:xfrm>
                  <a:off x="9934063" y="4761815"/>
                  <a:ext cx="217440" cy="236880"/>
                </a:xfrm>
                <a:prstGeom prst="rect">
                  <a:avLst/>
                </a:prstGeom>
              </p:spPr>
            </p:pic>
          </mc:Fallback>
        </mc:AlternateContent>
      </p:grpSp>
    </p:spTree>
    <p:extLst>
      <p:ext uri="{BB962C8B-B14F-4D97-AF65-F5344CB8AC3E}">
        <p14:creationId xmlns:p14="http://schemas.microsoft.com/office/powerpoint/2010/main" val="14987231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67B2B-5741-F560-C252-C8B8E237A177}"/>
              </a:ext>
            </a:extLst>
          </p:cNvPr>
          <p:cNvSpPr>
            <a:spLocks noGrp="1"/>
          </p:cNvSpPr>
          <p:nvPr>
            <p:ph type="title"/>
          </p:nvPr>
        </p:nvSpPr>
        <p:spPr/>
        <p:txBody>
          <a:bodyPr/>
          <a:lstStyle/>
          <a:p>
            <a:r>
              <a:rPr lang="en-IN" dirty="0"/>
              <a:t>Variation Explained by Regression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A692F4B-55F0-D2D5-0B68-9EEAFC102EAC}"/>
                  </a:ext>
                </a:extLst>
              </p:cNvPr>
              <p:cNvSpPr>
                <a:spLocks noGrp="1"/>
              </p:cNvSpPr>
              <p:nvPr>
                <p:ph type="body" sz="quarter" idx="13"/>
              </p:nvPr>
            </p:nvSpPr>
            <p:spPr/>
            <p:txBody>
              <a:bodyPr/>
              <a:lstStyle/>
              <a:p>
                <a:pPr>
                  <a:buNone/>
                </a:pPr>
                <a:r>
                  <a:rPr lang="en-IN" dirty="0"/>
                  <a:t>After fitting the regression line, each observation has a predicted value </a:t>
                </a:r>
                <a14:m>
                  <m:oMath xmlns:m="http://schemas.openxmlformats.org/officeDocument/2006/math">
                    <m:sSub>
                      <m:sSubPr>
                        <m:ctrlPr>
                          <a:rPr lang="en-IN" i="1">
                            <a:latin typeface="Cambria Math" panose="02040503050406030204" pitchFamily="18" charset="0"/>
                          </a:rPr>
                        </m:ctrlPr>
                      </m:sSubPr>
                      <m:e>
                        <m:acc>
                          <m:accPr>
                            <m:chr m:val="̂"/>
                            <m:ctrlPr>
                              <a:rPr lang="en-IN" i="1">
                                <a:latin typeface="Cambria Math" panose="02040503050406030204" pitchFamily="18" charset="0"/>
                              </a:rPr>
                            </m:ctrlPr>
                          </m:accPr>
                          <m:e>
                            <m:r>
                              <a:rPr lang="en-IN" i="1">
                                <a:latin typeface="Cambria Math" panose="02040503050406030204" pitchFamily="18" charset="0"/>
                              </a:rPr>
                              <m:t>𝑌</m:t>
                            </m:r>
                          </m:e>
                        </m:acc>
                      </m:e>
                      <m:sub>
                        <m:r>
                          <a:rPr lang="en-IN" i="1">
                            <a:latin typeface="Cambria Math" panose="02040503050406030204" pitchFamily="18" charset="0"/>
                          </a:rPr>
                          <m:t>𝑖</m:t>
                        </m:r>
                      </m:sub>
                    </m:sSub>
                  </m:oMath>
                </a14:m>
                <a:r>
                  <a:rPr lang="en-IN" dirty="0"/>
                  <a:t>.</a:t>
                </a:r>
              </a:p>
              <a:p>
                <a:pPr>
                  <a:buNone/>
                </a:pPr>
                <a:r>
                  <a:rPr lang="en-IN" dirty="0"/>
                  <a:t>The variation explained by the regression model is</a:t>
                </a:r>
              </a:p>
              <a:p>
                <a:pPr>
                  <a:buNone/>
                </a:pPr>
                <a:endParaRPr lang="en-IN" dirty="0"/>
              </a:p>
              <a:p>
                <a:pPr>
                  <a:buNone/>
                </a:pPr>
                <a14:m>
                  <m:oMathPara xmlns:m="http://schemas.openxmlformats.org/officeDocument/2006/math">
                    <m:oMathParaPr>
                      <m:jc m:val="centerGroup"/>
                    </m:oMathParaPr>
                    <m:oMath xmlns:m="http://schemas.openxmlformats.org/officeDocument/2006/math">
                      <m:borderBox>
                        <m:borderBoxPr>
                          <m:ctrlPr>
                            <a:rPr lang="en-IN" b="0" i="1">
                              <a:latin typeface="Cambria Math" panose="02040503050406030204" pitchFamily="18" charset="0"/>
                            </a:rPr>
                          </m:ctrlPr>
                        </m:borderBoxPr>
                        <m:e>
                          <m:r>
                            <m:rPr>
                              <m:nor/>
                            </m:rPr>
                            <a:rPr lang="en-IN" b="0" i="0"/>
                            <m:t>SSR</m:t>
                          </m:r>
                          <m:r>
                            <a:rPr lang="en-IN" b="0" i="0">
                              <a:latin typeface="Cambria Math" panose="02040503050406030204" pitchFamily="18" charset="0"/>
                            </a:rPr>
                            <m:t>=</m:t>
                          </m:r>
                          <m:nary>
                            <m:naryPr>
                              <m:chr m:val="∑"/>
                              <m:grow m:val="on"/>
                              <m:ctrlPr>
                                <a:rPr lang="en-IN" b="0" i="1">
                                  <a:latin typeface="Cambria Math" panose="02040503050406030204" pitchFamily="18" charset="0"/>
                                </a:rPr>
                              </m:ctrlPr>
                            </m:naryPr>
                            <m:sub>
                              <m:r>
                                <a:rPr lang="en-IN" b="0" i="1">
                                  <a:latin typeface="Cambria Math" panose="02040503050406030204" pitchFamily="18" charset="0"/>
                                </a:rPr>
                                <m:t>𝑖</m:t>
                              </m:r>
                              <m:r>
                                <a:rPr lang="en-IN" b="0" i="0">
                                  <a:latin typeface="Cambria Math" panose="02040503050406030204" pitchFamily="18" charset="0"/>
                                </a:rPr>
                                <m:t>=1</m:t>
                              </m:r>
                            </m:sub>
                            <m:sup>
                              <m:r>
                                <a:rPr lang="en-IN" b="0" i="1">
                                  <a:latin typeface="Cambria Math" panose="02040503050406030204" pitchFamily="18" charset="0"/>
                                </a:rPr>
                                <m:t>𝑛</m:t>
                              </m:r>
                            </m:sup>
                            <m:e>
                              <m:r>
                                <a:rPr lang="en-IN" b="0" i="0">
                                  <a:latin typeface="Cambria Math" panose="02040503050406030204" pitchFamily="18" charset="0"/>
                                </a:rPr>
                                <m:t>(</m:t>
                              </m:r>
                            </m:e>
                          </m:nary>
                          <m:d>
                            <m:dPr>
                              <m:begChr m:val=""/>
                              <m:endChr m:val=""/>
                              <m:ctrlPr>
                                <a:rPr lang="en-IN" b="0" i="1">
                                  <a:latin typeface="Cambria Math" panose="02040503050406030204" pitchFamily="18" charset="0"/>
                                </a:rPr>
                              </m:ctrlPr>
                            </m:dPr>
                            <m:e>
                              <m:sSub>
                                <m:sSubPr>
                                  <m:ctrlPr>
                                    <a:rPr lang="en-IN" b="0" i="1">
                                      <a:latin typeface="Cambria Math" panose="02040503050406030204" pitchFamily="18" charset="0"/>
                                    </a:rPr>
                                  </m:ctrlPr>
                                </m:sSubPr>
                                <m:e>
                                  <m:acc>
                                    <m:accPr>
                                      <m:chr m:val="̂"/>
                                      <m:ctrlPr>
                                        <a:rPr lang="en-IN" b="0" i="1">
                                          <a:latin typeface="Cambria Math" panose="02040503050406030204" pitchFamily="18" charset="0"/>
                                        </a:rPr>
                                      </m:ctrlPr>
                                    </m:accPr>
                                    <m:e>
                                      <m:r>
                                        <a:rPr lang="en-IN" b="0" i="1">
                                          <a:latin typeface="Cambria Math" panose="02040503050406030204" pitchFamily="18" charset="0"/>
                                        </a:rPr>
                                        <m:t>𝑌</m:t>
                                      </m:r>
                                    </m:e>
                                  </m:acc>
                                </m:e>
                                <m:sub>
                                  <m:r>
                                    <a:rPr lang="en-IN" b="0" i="1">
                                      <a:latin typeface="Cambria Math" panose="02040503050406030204" pitchFamily="18" charset="0"/>
                                    </a:rPr>
                                    <m:t>𝑖</m:t>
                                  </m:r>
                                </m:sub>
                              </m:sSub>
                              <m:r>
                                <a:rPr lang="en-IN" b="0" i="0">
                                  <a:latin typeface="Cambria Math" panose="02040503050406030204" pitchFamily="18" charset="0"/>
                                </a:rPr>
                                <m:t>−</m:t>
                              </m:r>
                              <m:acc>
                                <m:accPr>
                                  <m:chr m:val="̅"/>
                                  <m:ctrlPr>
                                    <a:rPr lang="en-IN" b="0" i="1">
                                      <a:latin typeface="Cambria Math" panose="02040503050406030204" pitchFamily="18" charset="0"/>
                                    </a:rPr>
                                  </m:ctrlPr>
                                </m:accPr>
                                <m:e>
                                  <m:r>
                                    <a:rPr lang="en-IN" b="0" i="1">
                                      <a:latin typeface="Cambria Math" panose="02040503050406030204" pitchFamily="18" charset="0"/>
                                    </a:rPr>
                                    <m:t>𝑌</m:t>
                                  </m:r>
                                </m:e>
                              </m:acc>
                              <m:sSup>
                                <m:sSupPr>
                                  <m:ctrlPr>
                                    <a:rPr lang="en-IN" b="0" i="1">
                                      <a:latin typeface="Cambria Math" panose="02040503050406030204" pitchFamily="18" charset="0"/>
                                    </a:rPr>
                                  </m:ctrlPr>
                                </m:sSupPr>
                                <m:e>
                                  <m:d>
                                    <m:dPr>
                                      <m:begChr m:val=""/>
                                      <m:endChr m:val=""/>
                                      <m:ctrlPr>
                                        <a:rPr lang="en-IN" b="0" i="1">
                                          <a:latin typeface="Cambria Math" panose="02040503050406030204" pitchFamily="18" charset="0"/>
                                        </a:rPr>
                                      </m:ctrlPr>
                                    </m:dPr>
                                    <m:e>
                                      <m:r>
                                        <a:rPr lang="en-IN" b="0" i="0">
                                          <a:latin typeface="Cambria Math" panose="02040503050406030204" pitchFamily="18" charset="0"/>
                                        </a:rPr>
                                        <m:t>)</m:t>
                                      </m:r>
                                    </m:e>
                                  </m:d>
                                </m:e>
                                <m:sup>
                                  <m:r>
                                    <a:rPr lang="en-IN" b="0" i="0">
                                      <a:latin typeface="Cambria Math" panose="02040503050406030204" pitchFamily="18" charset="0"/>
                                    </a:rPr>
                                    <m:t>2</m:t>
                                  </m:r>
                                </m:sup>
                              </m:sSup>
                            </m:e>
                          </m:d>
                        </m:e>
                      </m:borderBox>
                    </m:oMath>
                  </m:oMathPara>
                </a14:m>
                <a:endParaRPr lang="en-IN" b="0" dirty="0"/>
              </a:p>
              <a:p>
                <a:pPr>
                  <a:buNone/>
                </a:pPr>
                <a:endParaRPr lang="en-IN" dirty="0"/>
              </a:p>
              <a:p>
                <a:pPr>
                  <a:buNone/>
                </a:pPr>
                <a:r>
                  <a:rPr lang="en-IN" dirty="0"/>
                  <a:t>called the </a:t>
                </a:r>
                <a:r>
                  <a:rPr lang="en-IN" b="1" dirty="0"/>
                  <a:t>Regression Sum of Squares (SSR).</a:t>
                </a:r>
                <a:endParaRPr lang="en-IN" dirty="0"/>
              </a:p>
              <a:p>
                <a:endParaRPr lang="en-IN" dirty="0"/>
              </a:p>
            </p:txBody>
          </p:sp>
        </mc:Choice>
        <mc:Fallback xmlns="">
          <p:sp>
            <p:nvSpPr>
              <p:cNvPr id="3" name="Text Placeholder 2">
                <a:extLst>
                  <a:ext uri="{FF2B5EF4-FFF2-40B4-BE49-F238E27FC236}">
                    <a16:creationId xmlns:a16="http://schemas.microsoft.com/office/drawing/2014/main" id="{4A692F4B-55F0-D2D5-0B68-9EEAFC102EAC}"/>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540" t="-2013"/>
                </a:stretch>
              </a:blipFill>
            </p:spPr>
            <p:txBody>
              <a:bodyPr/>
              <a:lstStyle/>
              <a:p>
                <a:r>
                  <a:rPr lang="en-IN">
                    <a:noFill/>
                  </a:rPr>
                  <a:t> </a:t>
                </a:r>
              </a:p>
            </p:txBody>
          </p:sp>
        </mc:Fallback>
      </mc:AlternateContent>
      <p:sp>
        <p:nvSpPr>
          <p:cNvPr id="4" name="Text Placeholder 3">
            <a:extLst>
              <a:ext uri="{FF2B5EF4-FFF2-40B4-BE49-F238E27FC236}">
                <a16:creationId xmlns:a16="http://schemas.microsoft.com/office/drawing/2014/main" id="{87C50AC5-2F29-3972-0EAA-615206B4E63E}"/>
              </a:ext>
            </a:extLst>
          </p:cNvPr>
          <p:cNvSpPr>
            <a:spLocks noGrp="1"/>
          </p:cNvSpPr>
          <p:nvPr>
            <p:ph type="body" sz="quarter" idx="14"/>
          </p:nvPr>
        </p:nvSpPr>
        <p:spPr/>
        <p:txBody>
          <a:bodyPr/>
          <a:lstStyle/>
          <a:p>
            <a:endParaRPr lang="en-IN"/>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EDB934F8-0014-B732-B45E-7B401CC08C23}"/>
                  </a:ext>
                </a:extLst>
              </p14:cNvPr>
              <p14:cNvContentPartPr/>
              <p14:nvPr/>
            </p14:nvContentPartPr>
            <p14:xfrm>
              <a:off x="2563423" y="1955975"/>
              <a:ext cx="5635080" cy="120960"/>
            </p14:xfrm>
          </p:contentPart>
        </mc:Choice>
        <mc:Fallback>
          <p:pic>
            <p:nvPicPr>
              <p:cNvPr id="5" name="Ink 4">
                <a:extLst>
                  <a:ext uri="{FF2B5EF4-FFF2-40B4-BE49-F238E27FC236}">
                    <a16:creationId xmlns:a16="http://schemas.microsoft.com/office/drawing/2014/main" id="{EDB934F8-0014-B732-B45E-7B401CC08C23}"/>
                  </a:ext>
                </a:extLst>
              </p:cNvPr>
              <p:cNvPicPr/>
              <p:nvPr/>
            </p:nvPicPr>
            <p:blipFill>
              <a:blip r:embed="rId4"/>
              <a:stretch>
                <a:fillRect/>
              </a:stretch>
            </p:blipFill>
            <p:spPr>
              <a:xfrm>
                <a:off x="2557303" y="1949855"/>
                <a:ext cx="564732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DA79EA53-BEB6-95ED-5AC8-90DE32E030A1}"/>
                  </a:ext>
                </a:extLst>
              </p14:cNvPr>
              <p14:cNvContentPartPr/>
              <p14:nvPr/>
            </p14:nvContentPartPr>
            <p14:xfrm>
              <a:off x="1864663" y="4299935"/>
              <a:ext cx="4068360" cy="70920"/>
            </p14:xfrm>
          </p:contentPart>
        </mc:Choice>
        <mc:Fallback>
          <p:pic>
            <p:nvPicPr>
              <p:cNvPr id="6" name="Ink 5">
                <a:extLst>
                  <a:ext uri="{FF2B5EF4-FFF2-40B4-BE49-F238E27FC236}">
                    <a16:creationId xmlns:a16="http://schemas.microsoft.com/office/drawing/2014/main" id="{DA79EA53-BEB6-95ED-5AC8-90DE32E030A1}"/>
                  </a:ext>
                </a:extLst>
              </p:cNvPr>
              <p:cNvPicPr/>
              <p:nvPr/>
            </p:nvPicPr>
            <p:blipFill>
              <a:blip r:embed="rId6"/>
              <a:stretch>
                <a:fillRect/>
              </a:stretch>
            </p:blipFill>
            <p:spPr>
              <a:xfrm>
                <a:off x="1858543" y="4293815"/>
                <a:ext cx="4080600" cy="83160"/>
              </a:xfrm>
              <a:prstGeom prst="rect">
                <a:avLst/>
              </a:prstGeom>
            </p:spPr>
          </p:pic>
        </mc:Fallback>
      </mc:AlternateContent>
    </p:spTree>
    <p:extLst>
      <p:ext uri="{BB962C8B-B14F-4D97-AF65-F5344CB8AC3E}">
        <p14:creationId xmlns:p14="http://schemas.microsoft.com/office/powerpoint/2010/main" val="12742760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553B8-4BD4-2581-3D5F-BA289C0E74EB}"/>
              </a:ext>
            </a:extLst>
          </p:cNvPr>
          <p:cNvSpPr>
            <a:spLocks noGrp="1"/>
          </p:cNvSpPr>
          <p:nvPr>
            <p:ph type="title"/>
          </p:nvPr>
        </p:nvSpPr>
        <p:spPr/>
        <p:txBody>
          <a:bodyPr/>
          <a:lstStyle/>
          <a:p>
            <a:r>
              <a:rPr lang="en-IN" dirty="0"/>
              <a:t>Error Sum of Squares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C095465-E67B-873F-34DD-B910ADE618FB}"/>
                  </a:ext>
                </a:extLst>
              </p:cNvPr>
              <p:cNvSpPr>
                <a:spLocks noGrp="1"/>
              </p:cNvSpPr>
              <p:nvPr>
                <p:ph type="body" sz="quarter" idx="13"/>
              </p:nvPr>
            </p:nvSpPr>
            <p:spPr/>
            <p:txBody>
              <a:bodyPr/>
              <a:lstStyle/>
              <a:p>
                <a:pPr>
                  <a:buNone/>
                </a:pPr>
                <a:r>
                  <a:rPr lang="en-IN" dirty="0"/>
                  <a:t>The remaining variation is the prediction error.</a:t>
                </a:r>
              </a:p>
              <a:p>
                <a:pPr>
                  <a:buNone/>
                </a:pPr>
                <a:endParaRPr lang="en-IN" dirty="0"/>
              </a:p>
              <a:p>
                <a:pPr>
                  <a:buNone/>
                </a:pPr>
                <a14:m>
                  <m:oMathPara xmlns:m="http://schemas.openxmlformats.org/officeDocument/2006/math">
                    <m:oMathParaPr>
                      <m:jc m:val="centerGroup"/>
                    </m:oMathParaPr>
                    <m:oMath xmlns:m="http://schemas.openxmlformats.org/officeDocument/2006/math">
                      <m:borderBox>
                        <m:borderBoxPr>
                          <m:ctrlPr>
                            <a:rPr lang="en-IN" b="0" i="1">
                              <a:latin typeface="Cambria Math" panose="02040503050406030204" pitchFamily="18" charset="0"/>
                            </a:rPr>
                          </m:ctrlPr>
                        </m:borderBoxPr>
                        <m:e>
                          <m:r>
                            <m:rPr>
                              <m:nor/>
                            </m:rPr>
                            <a:rPr lang="en-IN" b="0" i="0"/>
                            <m:t>SSE</m:t>
                          </m:r>
                          <m:r>
                            <a:rPr lang="en-IN" b="0" i="0">
                              <a:latin typeface="Cambria Math" panose="02040503050406030204" pitchFamily="18" charset="0"/>
                            </a:rPr>
                            <m:t>=</m:t>
                          </m:r>
                          <m:nary>
                            <m:naryPr>
                              <m:chr m:val="∑"/>
                              <m:grow m:val="on"/>
                              <m:ctrlPr>
                                <a:rPr lang="en-IN" b="0" i="1">
                                  <a:latin typeface="Cambria Math" panose="02040503050406030204" pitchFamily="18" charset="0"/>
                                </a:rPr>
                              </m:ctrlPr>
                            </m:naryPr>
                            <m:sub>
                              <m:r>
                                <a:rPr lang="en-IN" b="0" i="1">
                                  <a:latin typeface="Cambria Math" panose="02040503050406030204" pitchFamily="18" charset="0"/>
                                </a:rPr>
                                <m:t>𝑖</m:t>
                              </m:r>
                              <m:r>
                                <a:rPr lang="en-IN" b="0" i="0">
                                  <a:latin typeface="Cambria Math" panose="02040503050406030204" pitchFamily="18" charset="0"/>
                                </a:rPr>
                                <m:t>=1</m:t>
                              </m:r>
                            </m:sub>
                            <m:sup>
                              <m:r>
                                <a:rPr lang="en-IN" b="0" i="1">
                                  <a:latin typeface="Cambria Math" panose="02040503050406030204" pitchFamily="18" charset="0"/>
                                </a:rPr>
                                <m:t>𝑛</m:t>
                              </m:r>
                            </m:sup>
                            <m:e>
                              <m:r>
                                <a:rPr lang="en-IN" b="0" i="0">
                                  <a:latin typeface="Cambria Math" panose="02040503050406030204" pitchFamily="18" charset="0"/>
                                </a:rPr>
                                <m:t>(</m:t>
                              </m:r>
                            </m:e>
                          </m:nary>
                          <m:d>
                            <m:dPr>
                              <m:begChr m:val=""/>
                              <m:endChr m:val=""/>
                              <m:ctrlPr>
                                <a:rPr lang="en-IN" b="0" i="1">
                                  <a:latin typeface="Cambria Math" panose="02040503050406030204" pitchFamily="18" charset="0"/>
                                </a:rPr>
                              </m:ctrlPr>
                            </m:dPr>
                            <m:e>
                              <m:sSub>
                                <m:sSubPr>
                                  <m:ctrlPr>
                                    <a:rPr lang="en-IN" b="0" i="1">
                                      <a:latin typeface="Cambria Math" panose="02040503050406030204" pitchFamily="18" charset="0"/>
                                    </a:rPr>
                                  </m:ctrlPr>
                                </m:sSubPr>
                                <m:e>
                                  <m:r>
                                    <a:rPr lang="en-IN" b="0" i="1">
                                      <a:latin typeface="Cambria Math" panose="02040503050406030204" pitchFamily="18" charset="0"/>
                                    </a:rPr>
                                    <m:t>𝑌</m:t>
                                  </m:r>
                                </m:e>
                                <m:sub>
                                  <m:r>
                                    <a:rPr lang="en-IN" b="0" i="1">
                                      <a:latin typeface="Cambria Math" panose="02040503050406030204" pitchFamily="18" charset="0"/>
                                    </a:rPr>
                                    <m:t>𝑖</m:t>
                                  </m:r>
                                </m:sub>
                              </m:sSub>
                              <m:r>
                                <a:rPr lang="en-IN" b="0" i="0">
                                  <a:latin typeface="Cambria Math" panose="02040503050406030204" pitchFamily="18" charset="0"/>
                                </a:rPr>
                                <m:t>−</m:t>
                              </m:r>
                              <m:sSub>
                                <m:sSubPr>
                                  <m:ctrlPr>
                                    <a:rPr lang="en-IN" b="0" i="1">
                                      <a:latin typeface="Cambria Math" panose="02040503050406030204" pitchFamily="18" charset="0"/>
                                    </a:rPr>
                                  </m:ctrlPr>
                                </m:sSubPr>
                                <m:e>
                                  <m:acc>
                                    <m:accPr>
                                      <m:chr m:val="̂"/>
                                      <m:ctrlPr>
                                        <a:rPr lang="en-IN" b="0" i="1">
                                          <a:latin typeface="Cambria Math" panose="02040503050406030204" pitchFamily="18" charset="0"/>
                                        </a:rPr>
                                      </m:ctrlPr>
                                    </m:accPr>
                                    <m:e>
                                      <m:r>
                                        <a:rPr lang="en-IN" b="0" i="1">
                                          <a:latin typeface="Cambria Math" panose="02040503050406030204" pitchFamily="18" charset="0"/>
                                        </a:rPr>
                                        <m:t>𝑌</m:t>
                                      </m:r>
                                    </m:e>
                                  </m:acc>
                                </m:e>
                                <m:sub>
                                  <m:r>
                                    <a:rPr lang="en-IN" b="0" i="1">
                                      <a:latin typeface="Cambria Math" panose="02040503050406030204" pitchFamily="18" charset="0"/>
                                    </a:rPr>
                                    <m:t>𝑖</m:t>
                                  </m:r>
                                </m:sub>
                              </m:sSub>
                              <m:sSup>
                                <m:sSupPr>
                                  <m:ctrlPr>
                                    <a:rPr lang="en-IN" b="0" i="1">
                                      <a:latin typeface="Cambria Math" panose="02040503050406030204" pitchFamily="18" charset="0"/>
                                    </a:rPr>
                                  </m:ctrlPr>
                                </m:sSupPr>
                                <m:e>
                                  <m:d>
                                    <m:dPr>
                                      <m:begChr m:val=""/>
                                      <m:endChr m:val=""/>
                                      <m:ctrlPr>
                                        <a:rPr lang="en-IN" b="0" i="1">
                                          <a:latin typeface="Cambria Math" panose="02040503050406030204" pitchFamily="18" charset="0"/>
                                        </a:rPr>
                                      </m:ctrlPr>
                                    </m:dPr>
                                    <m:e>
                                      <m:r>
                                        <a:rPr lang="en-IN" b="0" i="0">
                                          <a:latin typeface="Cambria Math" panose="02040503050406030204" pitchFamily="18" charset="0"/>
                                        </a:rPr>
                                        <m:t>)</m:t>
                                      </m:r>
                                    </m:e>
                                  </m:d>
                                </m:e>
                                <m:sup>
                                  <m:r>
                                    <a:rPr lang="en-IN" b="0" i="0">
                                      <a:latin typeface="Cambria Math" panose="02040503050406030204" pitchFamily="18" charset="0"/>
                                    </a:rPr>
                                    <m:t>2</m:t>
                                  </m:r>
                                </m:sup>
                              </m:sSup>
                            </m:e>
                          </m:d>
                        </m:e>
                      </m:borderBox>
                    </m:oMath>
                  </m:oMathPara>
                </a14:m>
                <a:endParaRPr lang="en-IN" b="0" dirty="0"/>
              </a:p>
              <a:p>
                <a:pPr>
                  <a:buNone/>
                </a:pPr>
                <a:endParaRPr lang="en-IN" dirty="0"/>
              </a:p>
              <a:p>
                <a:pPr>
                  <a:buNone/>
                </a:pPr>
                <a:r>
                  <a:rPr lang="en-IN" dirty="0"/>
                  <a:t>called the </a:t>
                </a:r>
                <a:r>
                  <a:rPr lang="en-IN" b="1" dirty="0"/>
                  <a:t>Error Sum of Squares (SSE).</a:t>
                </a:r>
                <a:endParaRPr lang="en-IN" dirty="0"/>
              </a:p>
              <a:p>
                <a:endParaRPr lang="en-IN" dirty="0"/>
              </a:p>
            </p:txBody>
          </p:sp>
        </mc:Choice>
        <mc:Fallback xmlns="">
          <p:sp>
            <p:nvSpPr>
              <p:cNvPr id="3" name="Text Placeholder 2">
                <a:extLst>
                  <a:ext uri="{FF2B5EF4-FFF2-40B4-BE49-F238E27FC236}">
                    <a16:creationId xmlns:a16="http://schemas.microsoft.com/office/drawing/2014/main" id="{0C095465-E67B-873F-34DD-B910ADE618FB}"/>
                  </a:ext>
                </a:extLst>
              </p:cNvPr>
              <p:cNvSpPr>
                <a:spLocks noGrp="1" noRot="1" noChangeAspect="1" noMove="1" noResize="1" noEditPoints="1" noAdjustHandles="1" noChangeArrowheads="1" noChangeShapeType="1" noTextEdit="1"/>
              </p:cNvSpPr>
              <p:nvPr>
                <p:ph type="body" sz="quarter" idx="13"/>
              </p:nvPr>
            </p:nvSpPr>
            <p:spPr>
              <a:blipFill>
                <a:blip r:embed="rId2"/>
                <a:stretch>
                  <a:fillRect l="-540" t="-2237"/>
                </a:stretch>
              </a:blipFill>
            </p:spPr>
            <p:txBody>
              <a:bodyPr/>
              <a:lstStyle/>
              <a:p>
                <a:r>
                  <a:rPr lang="en-IN">
                    <a:noFill/>
                  </a:rPr>
                  <a:t> </a:t>
                </a:r>
              </a:p>
            </p:txBody>
          </p:sp>
        </mc:Fallback>
      </mc:AlternateContent>
      <p:sp>
        <p:nvSpPr>
          <p:cNvPr id="4" name="Text Placeholder 3">
            <a:extLst>
              <a:ext uri="{FF2B5EF4-FFF2-40B4-BE49-F238E27FC236}">
                <a16:creationId xmlns:a16="http://schemas.microsoft.com/office/drawing/2014/main" id="{4FDE0D2C-75C2-DD8D-74C6-DB254DA56385}"/>
              </a:ext>
            </a:extLst>
          </p:cNvPr>
          <p:cNvSpPr>
            <a:spLocks noGrp="1"/>
          </p:cNvSpPr>
          <p:nvPr>
            <p:ph type="body" sz="quarter" idx="14"/>
          </p:nvPr>
        </p:nvSpPr>
        <p:spPr/>
        <p:txBody>
          <a:bodyPr/>
          <a:lstStyle/>
          <a:p>
            <a:endParaRPr lang="en-IN"/>
          </a:p>
        </p:txBody>
      </p:sp>
      <p:grpSp>
        <p:nvGrpSpPr>
          <p:cNvPr id="11" name="Group 10">
            <a:extLst>
              <a:ext uri="{FF2B5EF4-FFF2-40B4-BE49-F238E27FC236}">
                <a16:creationId xmlns:a16="http://schemas.microsoft.com/office/drawing/2014/main" id="{B3EB4557-FB8C-5346-2A04-0D9CACB1C171}"/>
              </a:ext>
            </a:extLst>
          </p:cNvPr>
          <p:cNvGrpSpPr/>
          <p:nvPr/>
        </p:nvGrpSpPr>
        <p:grpSpPr>
          <a:xfrm>
            <a:off x="4499143" y="2004215"/>
            <a:ext cx="4766040" cy="1227240"/>
            <a:chOff x="4499143" y="2004215"/>
            <a:chExt cx="4766040" cy="1227240"/>
          </a:xfrm>
        </p:grpSpPr>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84291D7E-F7BF-24BF-DA1F-45246AFCCA0B}"/>
                    </a:ext>
                  </a:extLst>
                </p14:cNvPr>
                <p14:cNvContentPartPr/>
                <p14:nvPr/>
              </p14:nvContentPartPr>
              <p14:xfrm>
                <a:off x="4499143" y="2004215"/>
                <a:ext cx="2961000" cy="1227240"/>
              </p14:xfrm>
            </p:contentPart>
          </mc:Choice>
          <mc:Fallback>
            <p:pic>
              <p:nvPicPr>
                <p:cNvPr id="5" name="Ink 4">
                  <a:extLst>
                    <a:ext uri="{FF2B5EF4-FFF2-40B4-BE49-F238E27FC236}">
                      <a16:creationId xmlns:a16="http://schemas.microsoft.com/office/drawing/2014/main" id="{84291D7E-F7BF-24BF-DA1F-45246AFCCA0B}"/>
                    </a:ext>
                  </a:extLst>
                </p:cNvPr>
                <p:cNvPicPr/>
                <p:nvPr/>
              </p:nvPicPr>
              <p:blipFill>
                <a:blip r:embed="rId4"/>
                <a:stretch>
                  <a:fillRect/>
                </a:stretch>
              </p:blipFill>
              <p:spPr>
                <a:xfrm>
                  <a:off x="4493023" y="1998095"/>
                  <a:ext cx="2973240" cy="12394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9F63AC25-E882-F9C6-C566-0A34724A13B8}"/>
                    </a:ext>
                  </a:extLst>
                </p14:cNvPr>
                <p14:cNvContentPartPr/>
                <p14:nvPr/>
              </p14:nvContentPartPr>
              <p14:xfrm>
                <a:off x="7612063" y="2598215"/>
                <a:ext cx="482040" cy="519480"/>
              </p14:xfrm>
            </p:contentPart>
          </mc:Choice>
          <mc:Fallback>
            <p:pic>
              <p:nvPicPr>
                <p:cNvPr id="6" name="Ink 5">
                  <a:extLst>
                    <a:ext uri="{FF2B5EF4-FFF2-40B4-BE49-F238E27FC236}">
                      <a16:creationId xmlns:a16="http://schemas.microsoft.com/office/drawing/2014/main" id="{9F63AC25-E882-F9C6-C566-0A34724A13B8}"/>
                    </a:ext>
                  </a:extLst>
                </p:cNvPr>
                <p:cNvPicPr/>
                <p:nvPr/>
              </p:nvPicPr>
              <p:blipFill>
                <a:blip r:embed="rId6"/>
                <a:stretch>
                  <a:fillRect/>
                </a:stretch>
              </p:blipFill>
              <p:spPr>
                <a:xfrm>
                  <a:off x="7605943" y="2592095"/>
                  <a:ext cx="494280" cy="5317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EE6A8A63-A8A3-6838-69F5-E20D989A4D19}"/>
                    </a:ext>
                  </a:extLst>
                </p14:cNvPr>
                <p14:cNvContentPartPr/>
                <p14:nvPr/>
              </p14:nvContentPartPr>
              <p14:xfrm>
                <a:off x="8024623" y="2899535"/>
                <a:ext cx="273960" cy="119160"/>
              </p14:xfrm>
            </p:contentPart>
          </mc:Choice>
          <mc:Fallback>
            <p:pic>
              <p:nvPicPr>
                <p:cNvPr id="7" name="Ink 6">
                  <a:extLst>
                    <a:ext uri="{FF2B5EF4-FFF2-40B4-BE49-F238E27FC236}">
                      <a16:creationId xmlns:a16="http://schemas.microsoft.com/office/drawing/2014/main" id="{EE6A8A63-A8A3-6838-69F5-E20D989A4D19}"/>
                    </a:ext>
                  </a:extLst>
                </p:cNvPr>
                <p:cNvPicPr/>
                <p:nvPr/>
              </p:nvPicPr>
              <p:blipFill>
                <a:blip r:embed="rId8"/>
                <a:stretch>
                  <a:fillRect/>
                </a:stretch>
              </p:blipFill>
              <p:spPr>
                <a:xfrm>
                  <a:off x="8018503" y="2893415"/>
                  <a:ext cx="28620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84FF1020-A930-9448-EFA9-ABADBCC0BEE5}"/>
                    </a:ext>
                  </a:extLst>
                </p14:cNvPr>
                <p14:cNvContentPartPr/>
                <p14:nvPr/>
              </p14:nvContentPartPr>
              <p14:xfrm>
                <a:off x="8351863" y="2857775"/>
                <a:ext cx="197640" cy="127800"/>
              </p14:xfrm>
            </p:contentPart>
          </mc:Choice>
          <mc:Fallback>
            <p:pic>
              <p:nvPicPr>
                <p:cNvPr id="8" name="Ink 7">
                  <a:extLst>
                    <a:ext uri="{FF2B5EF4-FFF2-40B4-BE49-F238E27FC236}">
                      <a16:creationId xmlns:a16="http://schemas.microsoft.com/office/drawing/2014/main" id="{84FF1020-A930-9448-EFA9-ABADBCC0BEE5}"/>
                    </a:ext>
                  </a:extLst>
                </p:cNvPr>
                <p:cNvPicPr/>
                <p:nvPr/>
              </p:nvPicPr>
              <p:blipFill>
                <a:blip r:embed="rId10"/>
                <a:stretch>
                  <a:fillRect/>
                </a:stretch>
              </p:blipFill>
              <p:spPr>
                <a:xfrm>
                  <a:off x="8345743" y="2851655"/>
                  <a:ext cx="20988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586259B1-5E9F-4C23-1617-AF32E03EE82B}"/>
                    </a:ext>
                  </a:extLst>
                </p14:cNvPr>
                <p14:cNvContentPartPr/>
                <p14:nvPr/>
              </p14:nvContentPartPr>
              <p14:xfrm>
                <a:off x="8597383" y="2889095"/>
                <a:ext cx="155520" cy="57240"/>
              </p14:xfrm>
            </p:contentPart>
          </mc:Choice>
          <mc:Fallback>
            <p:pic>
              <p:nvPicPr>
                <p:cNvPr id="9" name="Ink 8">
                  <a:extLst>
                    <a:ext uri="{FF2B5EF4-FFF2-40B4-BE49-F238E27FC236}">
                      <a16:creationId xmlns:a16="http://schemas.microsoft.com/office/drawing/2014/main" id="{586259B1-5E9F-4C23-1617-AF32E03EE82B}"/>
                    </a:ext>
                  </a:extLst>
                </p:cNvPr>
                <p:cNvPicPr/>
                <p:nvPr/>
              </p:nvPicPr>
              <p:blipFill>
                <a:blip r:embed="rId12"/>
                <a:stretch>
                  <a:fillRect/>
                </a:stretch>
              </p:blipFill>
              <p:spPr>
                <a:xfrm>
                  <a:off x="8591263" y="2882975"/>
                  <a:ext cx="167760" cy="694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D3683DB5-1D28-9F58-377C-F56FC6D4523C}"/>
                    </a:ext>
                  </a:extLst>
                </p14:cNvPr>
                <p14:cNvContentPartPr/>
                <p14:nvPr/>
              </p14:nvContentPartPr>
              <p14:xfrm>
                <a:off x="8885743" y="2792255"/>
                <a:ext cx="379440" cy="248400"/>
              </p14:xfrm>
            </p:contentPart>
          </mc:Choice>
          <mc:Fallback>
            <p:pic>
              <p:nvPicPr>
                <p:cNvPr id="10" name="Ink 9">
                  <a:extLst>
                    <a:ext uri="{FF2B5EF4-FFF2-40B4-BE49-F238E27FC236}">
                      <a16:creationId xmlns:a16="http://schemas.microsoft.com/office/drawing/2014/main" id="{D3683DB5-1D28-9F58-377C-F56FC6D4523C}"/>
                    </a:ext>
                  </a:extLst>
                </p:cNvPr>
                <p:cNvPicPr/>
                <p:nvPr/>
              </p:nvPicPr>
              <p:blipFill>
                <a:blip r:embed="rId14"/>
                <a:stretch>
                  <a:fillRect/>
                </a:stretch>
              </p:blipFill>
              <p:spPr>
                <a:xfrm>
                  <a:off x="8879623" y="2786135"/>
                  <a:ext cx="391680" cy="260640"/>
                </a:xfrm>
                <a:prstGeom prst="rect">
                  <a:avLst/>
                </a:prstGeom>
              </p:spPr>
            </p:pic>
          </mc:Fallback>
        </mc:AlternateContent>
      </p:grpSp>
      <p:grpSp>
        <p:nvGrpSpPr>
          <p:cNvPr id="37" name="Group 36">
            <a:extLst>
              <a:ext uri="{FF2B5EF4-FFF2-40B4-BE49-F238E27FC236}">
                <a16:creationId xmlns:a16="http://schemas.microsoft.com/office/drawing/2014/main" id="{11BD6D51-2638-BEEC-66BA-174E6ACD3837}"/>
              </a:ext>
            </a:extLst>
          </p:cNvPr>
          <p:cNvGrpSpPr/>
          <p:nvPr/>
        </p:nvGrpSpPr>
        <p:grpSpPr>
          <a:xfrm>
            <a:off x="9516463" y="2568695"/>
            <a:ext cx="2383560" cy="582840"/>
            <a:chOff x="9516463" y="2568695"/>
            <a:chExt cx="2383560" cy="582840"/>
          </a:xfrm>
        </p:grpSpPr>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CAA0C711-CF83-00D4-7AFE-3FF3E553F0A9}"/>
                    </a:ext>
                  </a:extLst>
                </p14:cNvPr>
                <p14:cNvContentPartPr/>
                <p14:nvPr/>
              </p14:nvContentPartPr>
              <p14:xfrm>
                <a:off x="9516463" y="2782535"/>
                <a:ext cx="813960" cy="273600"/>
              </p14:xfrm>
            </p:contentPart>
          </mc:Choice>
          <mc:Fallback>
            <p:pic>
              <p:nvPicPr>
                <p:cNvPr id="12" name="Ink 11">
                  <a:extLst>
                    <a:ext uri="{FF2B5EF4-FFF2-40B4-BE49-F238E27FC236}">
                      <a16:creationId xmlns:a16="http://schemas.microsoft.com/office/drawing/2014/main" id="{CAA0C711-CF83-00D4-7AFE-3FF3E553F0A9}"/>
                    </a:ext>
                  </a:extLst>
                </p:cNvPr>
                <p:cNvPicPr/>
                <p:nvPr/>
              </p:nvPicPr>
              <p:blipFill>
                <a:blip r:embed="rId16"/>
                <a:stretch>
                  <a:fillRect/>
                </a:stretch>
              </p:blipFill>
              <p:spPr>
                <a:xfrm>
                  <a:off x="9510343" y="2776415"/>
                  <a:ext cx="82620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FFED8DE2-982C-F8E5-597D-2BC4C8E7BBB0}"/>
                    </a:ext>
                  </a:extLst>
                </p14:cNvPr>
                <p14:cNvContentPartPr/>
                <p14:nvPr/>
              </p14:nvContentPartPr>
              <p14:xfrm>
                <a:off x="10482703" y="2639615"/>
                <a:ext cx="192600" cy="459360"/>
              </p14:xfrm>
            </p:contentPart>
          </mc:Choice>
          <mc:Fallback>
            <p:pic>
              <p:nvPicPr>
                <p:cNvPr id="13" name="Ink 12">
                  <a:extLst>
                    <a:ext uri="{FF2B5EF4-FFF2-40B4-BE49-F238E27FC236}">
                      <a16:creationId xmlns:a16="http://schemas.microsoft.com/office/drawing/2014/main" id="{FFED8DE2-982C-F8E5-597D-2BC4C8E7BBB0}"/>
                    </a:ext>
                  </a:extLst>
                </p:cNvPr>
                <p:cNvPicPr/>
                <p:nvPr/>
              </p:nvPicPr>
              <p:blipFill>
                <a:blip r:embed="rId18"/>
                <a:stretch>
                  <a:fillRect/>
                </a:stretch>
              </p:blipFill>
              <p:spPr>
                <a:xfrm>
                  <a:off x="10476583" y="2633495"/>
                  <a:ext cx="204840" cy="4716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4" name="Ink 13">
                  <a:extLst>
                    <a:ext uri="{FF2B5EF4-FFF2-40B4-BE49-F238E27FC236}">
                      <a16:creationId xmlns:a16="http://schemas.microsoft.com/office/drawing/2014/main" id="{3CD140DC-0356-7637-72AA-94E4F90A4892}"/>
                    </a:ext>
                  </a:extLst>
                </p14:cNvPr>
                <p14:cNvContentPartPr/>
                <p14:nvPr/>
              </p14:nvContentPartPr>
              <p14:xfrm>
                <a:off x="11030623" y="2568695"/>
                <a:ext cx="264960" cy="582840"/>
              </p14:xfrm>
            </p:contentPart>
          </mc:Choice>
          <mc:Fallback>
            <p:pic>
              <p:nvPicPr>
                <p:cNvPr id="14" name="Ink 13">
                  <a:extLst>
                    <a:ext uri="{FF2B5EF4-FFF2-40B4-BE49-F238E27FC236}">
                      <a16:creationId xmlns:a16="http://schemas.microsoft.com/office/drawing/2014/main" id="{3CD140DC-0356-7637-72AA-94E4F90A4892}"/>
                    </a:ext>
                  </a:extLst>
                </p:cNvPr>
                <p:cNvPicPr/>
                <p:nvPr/>
              </p:nvPicPr>
              <p:blipFill>
                <a:blip r:embed="rId20"/>
                <a:stretch>
                  <a:fillRect/>
                </a:stretch>
              </p:blipFill>
              <p:spPr>
                <a:xfrm>
                  <a:off x="11024503" y="2562575"/>
                  <a:ext cx="277200" cy="5950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5" name="Ink 14">
                  <a:extLst>
                    <a:ext uri="{FF2B5EF4-FFF2-40B4-BE49-F238E27FC236}">
                      <a16:creationId xmlns:a16="http://schemas.microsoft.com/office/drawing/2014/main" id="{A2AE545D-91BB-A33D-9107-AC2EF69A930E}"/>
                    </a:ext>
                  </a:extLst>
                </p14:cNvPr>
                <p14:cNvContentPartPr/>
                <p14:nvPr/>
              </p14:nvContentPartPr>
              <p14:xfrm>
                <a:off x="11189023" y="2772095"/>
                <a:ext cx="82440" cy="78480"/>
              </p14:xfrm>
            </p:contentPart>
          </mc:Choice>
          <mc:Fallback>
            <p:pic>
              <p:nvPicPr>
                <p:cNvPr id="15" name="Ink 14">
                  <a:extLst>
                    <a:ext uri="{FF2B5EF4-FFF2-40B4-BE49-F238E27FC236}">
                      <a16:creationId xmlns:a16="http://schemas.microsoft.com/office/drawing/2014/main" id="{A2AE545D-91BB-A33D-9107-AC2EF69A930E}"/>
                    </a:ext>
                  </a:extLst>
                </p:cNvPr>
                <p:cNvPicPr/>
                <p:nvPr/>
              </p:nvPicPr>
              <p:blipFill>
                <a:blip r:embed="rId22"/>
                <a:stretch>
                  <a:fillRect/>
                </a:stretch>
              </p:blipFill>
              <p:spPr>
                <a:xfrm>
                  <a:off x="11182903" y="2765975"/>
                  <a:ext cx="9468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6" name="Ink 15">
                  <a:extLst>
                    <a:ext uri="{FF2B5EF4-FFF2-40B4-BE49-F238E27FC236}">
                      <a16:creationId xmlns:a16="http://schemas.microsoft.com/office/drawing/2014/main" id="{6EC1C9EE-8CD0-EF2A-A442-4FC16042C9B9}"/>
                    </a:ext>
                  </a:extLst>
                </p14:cNvPr>
                <p14:cNvContentPartPr/>
                <p14:nvPr/>
              </p14:nvContentPartPr>
              <p14:xfrm>
                <a:off x="11302783" y="2842655"/>
                <a:ext cx="209880" cy="127080"/>
              </p14:xfrm>
            </p:contentPart>
          </mc:Choice>
          <mc:Fallback>
            <p:pic>
              <p:nvPicPr>
                <p:cNvPr id="16" name="Ink 15">
                  <a:extLst>
                    <a:ext uri="{FF2B5EF4-FFF2-40B4-BE49-F238E27FC236}">
                      <a16:creationId xmlns:a16="http://schemas.microsoft.com/office/drawing/2014/main" id="{6EC1C9EE-8CD0-EF2A-A442-4FC16042C9B9}"/>
                    </a:ext>
                  </a:extLst>
                </p:cNvPr>
                <p:cNvPicPr/>
                <p:nvPr/>
              </p:nvPicPr>
              <p:blipFill>
                <a:blip r:embed="rId24"/>
                <a:stretch>
                  <a:fillRect/>
                </a:stretch>
              </p:blipFill>
              <p:spPr>
                <a:xfrm>
                  <a:off x="11296663" y="2836535"/>
                  <a:ext cx="22212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 name="Ink 16">
                  <a:extLst>
                    <a:ext uri="{FF2B5EF4-FFF2-40B4-BE49-F238E27FC236}">
                      <a16:creationId xmlns:a16="http://schemas.microsoft.com/office/drawing/2014/main" id="{6C52BCCB-C45A-BC46-9113-E61D213C1B90}"/>
                    </a:ext>
                  </a:extLst>
                </p14:cNvPr>
                <p14:cNvContentPartPr/>
                <p14:nvPr/>
              </p14:nvContentPartPr>
              <p14:xfrm>
                <a:off x="11577823" y="2794775"/>
                <a:ext cx="322200" cy="205560"/>
              </p14:xfrm>
            </p:contentPart>
          </mc:Choice>
          <mc:Fallback>
            <p:pic>
              <p:nvPicPr>
                <p:cNvPr id="17" name="Ink 16">
                  <a:extLst>
                    <a:ext uri="{FF2B5EF4-FFF2-40B4-BE49-F238E27FC236}">
                      <a16:creationId xmlns:a16="http://schemas.microsoft.com/office/drawing/2014/main" id="{6C52BCCB-C45A-BC46-9113-E61D213C1B90}"/>
                    </a:ext>
                  </a:extLst>
                </p:cNvPr>
                <p:cNvPicPr/>
                <p:nvPr/>
              </p:nvPicPr>
              <p:blipFill>
                <a:blip r:embed="rId26"/>
                <a:stretch>
                  <a:fillRect/>
                </a:stretch>
              </p:blipFill>
              <p:spPr>
                <a:xfrm>
                  <a:off x="11571703" y="2788655"/>
                  <a:ext cx="334440" cy="217800"/>
                </a:xfrm>
                <a:prstGeom prst="rect">
                  <a:avLst/>
                </a:prstGeom>
              </p:spPr>
            </p:pic>
          </mc:Fallback>
        </mc:AlternateContent>
      </p:grpSp>
      <p:grpSp>
        <p:nvGrpSpPr>
          <p:cNvPr id="36" name="Group 35">
            <a:extLst>
              <a:ext uri="{FF2B5EF4-FFF2-40B4-BE49-F238E27FC236}">
                <a16:creationId xmlns:a16="http://schemas.microsoft.com/office/drawing/2014/main" id="{9DD00253-359D-6808-4F43-8161E939BFF5}"/>
              </a:ext>
            </a:extLst>
          </p:cNvPr>
          <p:cNvGrpSpPr/>
          <p:nvPr/>
        </p:nvGrpSpPr>
        <p:grpSpPr>
          <a:xfrm>
            <a:off x="7793863" y="3372215"/>
            <a:ext cx="4048560" cy="1753200"/>
            <a:chOff x="7793863" y="3372215"/>
            <a:chExt cx="4048560" cy="1753200"/>
          </a:xfrm>
        </p:grpSpPr>
        <mc:AlternateContent xmlns:mc="http://schemas.openxmlformats.org/markup-compatibility/2006">
          <mc:Choice xmlns:p14="http://schemas.microsoft.com/office/powerpoint/2010/main" Requires="p14">
            <p:contentPart p14:bwMode="auto" r:id="rId27">
              <p14:nvContentPartPr>
                <p14:cNvPr id="18" name="Ink 17">
                  <a:extLst>
                    <a:ext uri="{FF2B5EF4-FFF2-40B4-BE49-F238E27FC236}">
                      <a16:creationId xmlns:a16="http://schemas.microsoft.com/office/drawing/2014/main" id="{AB492281-7C2E-2E84-6C93-91818F29AD7F}"/>
                    </a:ext>
                  </a:extLst>
                </p14:cNvPr>
                <p14:cNvContentPartPr/>
                <p14:nvPr/>
              </p14:nvContentPartPr>
              <p14:xfrm>
                <a:off x="7793863" y="3410015"/>
                <a:ext cx="447840" cy="740880"/>
              </p14:xfrm>
            </p:contentPart>
          </mc:Choice>
          <mc:Fallback>
            <p:pic>
              <p:nvPicPr>
                <p:cNvPr id="18" name="Ink 17">
                  <a:extLst>
                    <a:ext uri="{FF2B5EF4-FFF2-40B4-BE49-F238E27FC236}">
                      <a16:creationId xmlns:a16="http://schemas.microsoft.com/office/drawing/2014/main" id="{AB492281-7C2E-2E84-6C93-91818F29AD7F}"/>
                    </a:ext>
                  </a:extLst>
                </p:cNvPr>
                <p:cNvPicPr/>
                <p:nvPr/>
              </p:nvPicPr>
              <p:blipFill>
                <a:blip r:embed="rId28"/>
                <a:stretch>
                  <a:fillRect/>
                </a:stretch>
              </p:blipFill>
              <p:spPr>
                <a:xfrm>
                  <a:off x="7787743" y="3403895"/>
                  <a:ext cx="460080" cy="7531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9" name="Ink 18">
                  <a:extLst>
                    <a:ext uri="{FF2B5EF4-FFF2-40B4-BE49-F238E27FC236}">
                      <a16:creationId xmlns:a16="http://schemas.microsoft.com/office/drawing/2014/main" id="{07A5F3AE-167D-C9F1-CAF9-476D4F97823A}"/>
                    </a:ext>
                  </a:extLst>
                </p14:cNvPr>
                <p14:cNvContentPartPr/>
                <p14:nvPr/>
              </p14:nvContentPartPr>
              <p14:xfrm>
                <a:off x="7917343" y="3713135"/>
                <a:ext cx="154080" cy="289080"/>
              </p14:xfrm>
            </p:contentPart>
          </mc:Choice>
          <mc:Fallback>
            <p:pic>
              <p:nvPicPr>
                <p:cNvPr id="19" name="Ink 18">
                  <a:extLst>
                    <a:ext uri="{FF2B5EF4-FFF2-40B4-BE49-F238E27FC236}">
                      <a16:creationId xmlns:a16="http://schemas.microsoft.com/office/drawing/2014/main" id="{07A5F3AE-167D-C9F1-CAF9-476D4F97823A}"/>
                    </a:ext>
                  </a:extLst>
                </p:cNvPr>
                <p:cNvPicPr/>
                <p:nvPr/>
              </p:nvPicPr>
              <p:blipFill>
                <a:blip r:embed="rId30"/>
                <a:stretch>
                  <a:fillRect/>
                </a:stretch>
              </p:blipFill>
              <p:spPr>
                <a:xfrm>
                  <a:off x="7911223" y="3707015"/>
                  <a:ext cx="16632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0" name="Ink 19">
                  <a:extLst>
                    <a:ext uri="{FF2B5EF4-FFF2-40B4-BE49-F238E27FC236}">
                      <a16:creationId xmlns:a16="http://schemas.microsoft.com/office/drawing/2014/main" id="{A303030D-5C41-2D68-D832-3FA014892662}"/>
                    </a:ext>
                  </a:extLst>
                </p14:cNvPr>
                <p14:cNvContentPartPr/>
                <p14:nvPr/>
              </p14:nvContentPartPr>
              <p14:xfrm>
                <a:off x="8220103" y="3622055"/>
                <a:ext cx="25560" cy="10440"/>
              </p14:xfrm>
            </p:contentPart>
          </mc:Choice>
          <mc:Fallback>
            <p:pic>
              <p:nvPicPr>
                <p:cNvPr id="20" name="Ink 19">
                  <a:extLst>
                    <a:ext uri="{FF2B5EF4-FFF2-40B4-BE49-F238E27FC236}">
                      <a16:creationId xmlns:a16="http://schemas.microsoft.com/office/drawing/2014/main" id="{A303030D-5C41-2D68-D832-3FA014892662}"/>
                    </a:ext>
                  </a:extLst>
                </p:cNvPr>
                <p:cNvPicPr/>
                <p:nvPr/>
              </p:nvPicPr>
              <p:blipFill>
                <a:blip r:embed="rId32"/>
                <a:stretch>
                  <a:fillRect/>
                </a:stretch>
              </p:blipFill>
              <p:spPr>
                <a:xfrm>
                  <a:off x="8213983" y="3615935"/>
                  <a:ext cx="3780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1" name="Ink 20">
                  <a:extLst>
                    <a:ext uri="{FF2B5EF4-FFF2-40B4-BE49-F238E27FC236}">
                      <a16:creationId xmlns:a16="http://schemas.microsoft.com/office/drawing/2014/main" id="{FAD48211-64F2-D5EE-05A7-63CCB70A687F}"/>
                    </a:ext>
                  </a:extLst>
                </p14:cNvPr>
                <p14:cNvContentPartPr/>
                <p14:nvPr/>
              </p14:nvContentPartPr>
              <p14:xfrm>
                <a:off x="8239183" y="3781175"/>
                <a:ext cx="367200" cy="185040"/>
              </p14:xfrm>
            </p:contentPart>
          </mc:Choice>
          <mc:Fallback>
            <p:pic>
              <p:nvPicPr>
                <p:cNvPr id="21" name="Ink 20">
                  <a:extLst>
                    <a:ext uri="{FF2B5EF4-FFF2-40B4-BE49-F238E27FC236}">
                      <a16:creationId xmlns:a16="http://schemas.microsoft.com/office/drawing/2014/main" id="{FAD48211-64F2-D5EE-05A7-63CCB70A687F}"/>
                    </a:ext>
                  </a:extLst>
                </p:cNvPr>
                <p:cNvPicPr/>
                <p:nvPr/>
              </p:nvPicPr>
              <p:blipFill>
                <a:blip r:embed="rId34"/>
                <a:stretch>
                  <a:fillRect/>
                </a:stretch>
              </p:blipFill>
              <p:spPr>
                <a:xfrm>
                  <a:off x="8233063" y="3775055"/>
                  <a:ext cx="37944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 name="Ink 21">
                  <a:extLst>
                    <a:ext uri="{FF2B5EF4-FFF2-40B4-BE49-F238E27FC236}">
                      <a16:creationId xmlns:a16="http://schemas.microsoft.com/office/drawing/2014/main" id="{55589A58-CB34-B06E-5048-B91F0B86699A}"/>
                    </a:ext>
                  </a:extLst>
                </p14:cNvPr>
                <p14:cNvContentPartPr/>
                <p14:nvPr/>
              </p14:nvContentPartPr>
              <p14:xfrm>
                <a:off x="8618263" y="3547535"/>
                <a:ext cx="410760" cy="399960"/>
              </p14:xfrm>
            </p:contentPart>
          </mc:Choice>
          <mc:Fallback>
            <p:pic>
              <p:nvPicPr>
                <p:cNvPr id="22" name="Ink 21">
                  <a:extLst>
                    <a:ext uri="{FF2B5EF4-FFF2-40B4-BE49-F238E27FC236}">
                      <a16:creationId xmlns:a16="http://schemas.microsoft.com/office/drawing/2014/main" id="{55589A58-CB34-B06E-5048-B91F0B86699A}"/>
                    </a:ext>
                  </a:extLst>
                </p:cNvPr>
                <p:cNvPicPr/>
                <p:nvPr/>
              </p:nvPicPr>
              <p:blipFill>
                <a:blip r:embed="rId36"/>
                <a:stretch>
                  <a:fillRect/>
                </a:stretch>
              </p:blipFill>
              <p:spPr>
                <a:xfrm>
                  <a:off x="8612143" y="3541415"/>
                  <a:ext cx="423000" cy="4122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FCEE3011-B8E2-5D73-C0A2-6B5F93C80B63}"/>
                    </a:ext>
                  </a:extLst>
                </p14:cNvPr>
                <p14:cNvContentPartPr/>
                <p14:nvPr/>
              </p14:nvContentPartPr>
              <p14:xfrm>
                <a:off x="9126943" y="3527375"/>
                <a:ext cx="78480" cy="30600"/>
              </p14:xfrm>
            </p:contentPart>
          </mc:Choice>
          <mc:Fallback>
            <p:pic>
              <p:nvPicPr>
                <p:cNvPr id="23" name="Ink 22">
                  <a:extLst>
                    <a:ext uri="{FF2B5EF4-FFF2-40B4-BE49-F238E27FC236}">
                      <a16:creationId xmlns:a16="http://schemas.microsoft.com/office/drawing/2014/main" id="{FCEE3011-B8E2-5D73-C0A2-6B5F93C80B63}"/>
                    </a:ext>
                  </a:extLst>
                </p:cNvPr>
                <p:cNvPicPr/>
                <p:nvPr/>
              </p:nvPicPr>
              <p:blipFill>
                <a:blip r:embed="rId38"/>
                <a:stretch>
                  <a:fillRect/>
                </a:stretch>
              </p:blipFill>
              <p:spPr>
                <a:xfrm>
                  <a:off x="9120823" y="3521255"/>
                  <a:ext cx="9072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675A968C-6B77-B416-9E53-258575709667}"/>
                    </a:ext>
                  </a:extLst>
                </p14:cNvPr>
                <p14:cNvContentPartPr/>
                <p14:nvPr/>
              </p14:nvContentPartPr>
              <p14:xfrm>
                <a:off x="9251863" y="3781175"/>
                <a:ext cx="542160" cy="437760"/>
              </p14:xfrm>
            </p:contentPart>
          </mc:Choice>
          <mc:Fallback>
            <p:pic>
              <p:nvPicPr>
                <p:cNvPr id="24" name="Ink 23">
                  <a:extLst>
                    <a:ext uri="{FF2B5EF4-FFF2-40B4-BE49-F238E27FC236}">
                      <a16:creationId xmlns:a16="http://schemas.microsoft.com/office/drawing/2014/main" id="{675A968C-6B77-B416-9E53-258575709667}"/>
                    </a:ext>
                  </a:extLst>
                </p:cNvPr>
                <p:cNvPicPr/>
                <p:nvPr/>
              </p:nvPicPr>
              <p:blipFill>
                <a:blip r:embed="rId40"/>
                <a:stretch>
                  <a:fillRect/>
                </a:stretch>
              </p:blipFill>
              <p:spPr>
                <a:xfrm>
                  <a:off x="9245743" y="3775055"/>
                  <a:ext cx="554400" cy="4500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5" name="Ink 24">
                  <a:extLst>
                    <a:ext uri="{FF2B5EF4-FFF2-40B4-BE49-F238E27FC236}">
                      <a16:creationId xmlns:a16="http://schemas.microsoft.com/office/drawing/2014/main" id="{C8E5DAF1-2BF9-27A4-8417-51331951F759}"/>
                    </a:ext>
                  </a:extLst>
                </p14:cNvPr>
                <p14:cNvContentPartPr/>
                <p14:nvPr/>
              </p14:nvContentPartPr>
              <p14:xfrm>
                <a:off x="10200463" y="3372215"/>
                <a:ext cx="143280" cy="567720"/>
              </p14:xfrm>
            </p:contentPart>
          </mc:Choice>
          <mc:Fallback>
            <p:pic>
              <p:nvPicPr>
                <p:cNvPr id="25" name="Ink 24">
                  <a:extLst>
                    <a:ext uri="{FF2B5EF4-FFF2-40B4-BE49-F238E27FC236}">
                      <a16:creationId xmlns:a16="http://schemas.microsoft.com/office/drawing/2014/main" id="{C8E5DAF1-2BF9-27A4-8417-51331951F759}"/>
                    </a:ext>
                  </a:extLst>
                </p:cNvPr>
                <p:cNvPicPr/>
                <p:nvPr/>
              </p:nvPicPr>
              <p:blipFill>
                <a:blip r:embed="rId42"/>
                <a:stretch>
                  <a:fillRect/>
                </a:stretch>
              </p:blipFill>
              <p:spPr>
                <a:xfrm>
                  <a:off x="10194343" y="3366095"/>
                  <a:ext cx="155520" cy="5799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6" name="Ink 25">
                  <a:extLst>
                    <a:ext uri="{FF2B5EF4-FFF2-40B4-BE49-F238E27FC236}">
                      <a16:creationId xmlns:a16="http://schemas.microsoft.com/office/drawing/2014/main" id="{3FFD4742-79B6-6E7B-CD20-842B498BF739}"/>
                    </a:ext>
                  </a:extLst>
                </p14:cNvPr>
                <p14:cNvContentPartPr/>
                <p14:nvPr/>
              </p14:nvContentPartPr>
              <p14:xfrm>
                <a:off x="10193983" y="3452855"/>
                <a:ext cx="849600" cy="465120"/>
              </p14:xfrm>
            </p:contentPart>
          </mc:Choice>
          <mc:Fallback>
            <p:pic>
              <p:nvPicPr>
                <p:cNvPr id="26" name="Ink 25">
                  <a:extLst>
                    <a:ext uri="{FF2B5EF4-FFF2-40B4-BE49-F238E27FC236}">
                      <a16:creationId xmlns:a16="http://schemas.microsoft.com/office/drawing/2014/main" id="{3FFD4742-79B6-6E7B-CD20-842B498BF739}"/>
                    </a:ext>
                  </a:extLst>
                </p:cNvPr>
                <p:cNvPicPr/>
                <p:nvPr/>
              </p:nvPicPr>
              <p:blipFill>
                <a:blip r:embed="rId44"/>
                <a:stretch>
                  <a:fillRect/>
                </a:stretch>
              </p:blipFill>
              <p:spPr>
                <a:xfrm>
                  <a:off x="10187863" y="3446735"/>
                  <a:ext cx="861840" cy="4773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7" name="Ink 26">
                  <a:extLst>
                    <a:ext uri="{FF2B5EF4-FFF2-40B4-BE49-F238E27FC236}">
                      <a16:creationId xmlns:a16="http://schemas.microsoft.com/office/drawing/2014/main" id="{F2A32CD3-FE8B-27E7-84F7-C144F9084907}"/>
                    </a:ext>
                  </a:extLst>
                </p14:cNvPr>
                <p14:cNvContentPartPr/>
                <p14:nvPr/>
              </p14:nvContentPartPr>
              <p14:xfrm>
                <a:off x="8590903" y="4391375"/>
                <a:ext cx="323640" cy="734040"/>
              </p14:xfrm>
            </p:contentPart>
          </mc:Choice>
          <mc:Fallback>
            <p:pic>
              <p:nvPicPr>
                <p:cNvPr id="27" name="Ink 26">
                  <a:extLst>
                    <a:ext uri="{FF2B5EF4-FFF2-40B4-BE49-F238E27FC236}">
                      <a16:creationId xmlns:a16="http://schemas.microsoft.com/office/drawing/2014/main" id="{F2A32CD3-FE8B-27E7-84F7-C144F9084907}"/>
                    </a:ext>
                  </a:extLst>
                </p:cNvPr>
                <p:cNvPicPr/>
                <p:nvPr/>
              </p:nvPicPr>
              <p:blipFill>
                <a:blip r:embed="rId46"/>
                <a:stretch>
                  <a:fillRect/>
                </a:stretch>
              </p:blipFill>
              <p:spPr>
                <a:xfrm>
                  <a:off x="8584783" y="4385255"/>
                  <a:ext cx="335880" cy="74628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8" name="Ink 27">
                  <a:extLst>
                    <a:ext uri="{FF2B5EF4-FFF2-40B4-BE49-F238E27FC236}">
                      <a16:creationId xmlns:a16="http://schemas.microsoft.com/office/drawing/2014/main" id="{0B7307CA-34AA-A5E9-2E4B-5F3F42363421}"/>
                    </a:ext>
                  </a:extLst>
                </p14:cNvPr>
                <p14:cNvContentPartPr/>
                <p14:nvPr/>
              </p14:nvContentPartPr>
              <p14:xfrm>
                <a:off x="9113623" y="4259975"/>
                <a:ext cx="199080" cy="593280"/>
              </p14:xfrm>
            </p:contentPart>
          </mc:Choice>
          <mc:Fallback>
            <p:pic>
              <p:nvPicPr>
                <p:cNvPr id="28" name="Ink 27">
                  <a:extLst>
                    <a:ext uri="{FF2B5EF4-FFF2-40B4-BE49-F238E27FC236}">
                      <a16:creationId xmlns:a16="http://schemas.microsoft.com/office/drawing/2014/main" id="{0B7307CA-34AA-A5E9-2E4B-5F3F42363421}"/>
                    </a:ext>
                  </a:extLst>
                </p:cNvPr>
                <p:cNvPicPr/>
                <p:nvPr/>
              </p:nvPicPr>
              <p:blipFill>
                <a:blip r:embed="rId48"/>
                <a:stretch>
                  <a:fillRect/>
                </a:stretch>
              </p:blipFill>
              <p:spPr>
                <a:xfrm>
                  <a:off x="9107503" y="4253855"/>
                  <a:ext cx="211320" cy="6055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29" name="Ink 28">
                  <a:extLst>
                    <a:ext uri="{FF2B5EF4-FFF2-40B4-BE49-F238E27FC236}">
                      <a16:creationId xmlns:a16="http://schemas.microsoft.com/office/drawing/2014/main" id="{5043565A-994C-29EF-2E59-3E07C18FA3EB}"/>
                    </a:ext>
                  </a:extLst>
                </p14:cNvPr>
                <p14:cNvContentPartPr/>
                <p14:nvPr/>
              </p14:nvContentPartPr>
              <p14:xfrm>
                <a:off x="9084103" y="4581815"/>
                <a:ext cx="169920" cy="213840"/>
              </p14:xfrm>
            </p:contentPart>
          </mc:Choice>
          <mc:Fallback>
            <p:pic>
              <p:nvPicPr>
                <p:cNvPr id="29" name="Ink 28">
                  <a:extLst>
                    <a:ext uri="{FF2B5EF4-FFF2-40B4-BE49-F238E27FC236}">
                      <a16:creationId xmlns:a16="http://schemas.microsoft.com/office/drawing/2014/main" id="{5043565A-994C-29EF-2E59-3E07C18FA3EB}"/>
                    </a:ext>
                  </a:extLst>
                </p:cNvPr>
                <p:cNvPicPr/>
                <p:nvPr/>
              </p:nvPicPr>
              <p:blipFill>
                <a:blip r:embed="rId50"/>
                <a:stretch>
                  <a:fillRect/>
                </a:stretch>
              </p:blipFill>
              <p:spPr>
                <a:xfrm>
                  <a:off x="9077983" y="4575695"/>
                  <a:ext cx="182160" cy="2260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0" name="Ink 29">
                  <a:extLst>
                    <a:ext uri="{FF2B5EF4-FFF2-40B4-BE49-F238E27FC236}">
                      <a16:creationId xmlns:a16="http://schemas.microsoft.com/office/drawing/2014/main" id="{37F9C20B-0438-CD58-5BC0-BD38FC337C96}"/>
                    </a:ext>
                  </a:extLst>
                </p14:cNvPr>
                <p14:cNvContentPartPr/>
                <p14:nvPr/>
              </p14:nvContentPartPr>
              <p14:xfrm>
                <a:off x="9374263" y="4383815"/>
                <a:ext cx="23040" cy="37080"/>
              </p14:xfrm>
            </p:contentPart>
          </mc:Choice>
          <mc:Fallback>
            <p:pic>
              <p:nvPicPr>
                <p:cNvPr id="30" name="Ink 29">
                  <a:extLst>
                    <a:ext uri="{FF2B5EF4-FFF2-40B4-BE49-F238E27FC236}">
                      <a16:creationId xmlns:a16="http://schemas.microsoft.com/office/drawing/2014/main" id="{37F9C20B-0438-CD58-5BC0-BD38FC337C96}"/>
                    </a:ext>
                  </a:extLst>
                </p:cNvPr>
                <p:cNvPicPr/>
                <p:nvPr/>
              </p:nvPicPr>
              <p:blipFill>
                <a:blip r:embed="rId52"/>
                <a:stretch>
                  <a:fillRect/>
                </a:stretch>
              </p:blipFill>
              <p:spPr>
                <a:xfrm>
                  <a:off x="9368143" y="4377695"/>
                  <a:ext cx="3528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1" name="Ink 30">
                  <a:extLst>
                    <a:ext uri="{FF2B5EF4-FFF2-40B4-BE49-F238E27FC236}">
                      <a16:creationId xmlns:a16="http://schemas.microsoft.com/office/drawing/2014/main" id="{3809A19A-2DBF-FA78-879C-60D11808F643}"/>
                    </a:ext>
                  </a:extLst>
                </p14:cNvPr>
                <p14:cNvContentPartPr/>
                <p14:nvPr/>
              </p14:nvContentPartPr>
              <p14:xfrm>
                <a:off x="9375343" y="4317215"/>
                <a:ext cx="1022040" cy="453240"/>
              </p14:xfrm>
            </p:contentPart>
          </mc:Choice>
          <mc:Fallback>
            <p:pic>
              <p:nvPicPr>
                <p:cNvPr id="31" name="Ink 30">
                  <a:extLst>
                    <a:ext uri="{FF2B5EF4-FFF2-40B4-BE49-F238E27FC236}">
                      <a16:creationId xmlns:a16="http://schemas.microsoft.com/office/drawing/2014/main" id="{3809A19A-2DBF-FA78-879C-60D11808F643}"/>
                    </a:ext>
                  </a:extLst>
                </p:cNvPr>
                <p:cNvPicPr/>
                <p:nvPr/>
              </p:nvPicPr>
              <p:blipFill>
                <a:blip r:embed="rId54"/>
                <a:stretch>
                  <a:fillRect/>
                </a:stretch>
              </p:blipFill>
              <p:spPr>
                <a:xfrm>
                  <a:off x="9369223" y="4311095"/>
                  <a:ext cx="1034280" cy="4654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2" name="Ink 31">
                  <a:extLst>
                    <a:ext uri="{FF2B5EF4-FFF2-40B4-BE49-F238E27FC236}">
                      <a16:creationId xmlns:a16="http://schemas.microsoft.com/office/drawing/2014/main" id="{6230137E-32DB-3647-F821-EC8AFCBEA468}"/>
                    </a:ext>
                  </a:extLst>
                </p14:cNvPr>
                <p14:cNvContentPartPr/>
                <p14:nvPr/>
              </p14:nvContentPartPr>
              <p14:xfrm>
                <a:off x="10724983" y="4634015"/>
                <a:ext cx="414000" cy="160920"/>
              </p14:xfrm>
            </p:contentPart>
          </mc:Choice>
          <mc:Fallback>
            <p:pic>
              <p:nvPicPr>
                <p:cNvPr id="32" name="Ink 31">
                  <a:extLst>
                    <a:ext uri="{FF2B5EF4-FFF2-40B4-BE49-F238E27FC236}">
                      <a16:creationId xmlns:a16="http://schemas.microsoft.com/office/drawing/2014/main" id="{6230137E-32DB-3647-F821-EC8AFCBEA468}"/>
                    </a:ext>
                  </a:extLst>
                </p:cNvPr>
                <p:cNvPicPr/>
                <p:nvPr/>
              </p:nvPicPr>
              <p:blipFill>
                <a:blip r:embed="rId56"/>
                <a:stretch>
                  <a:fillRect/>
                </a:stretch>
              </p:blipFill>
              <p:spPr>
                <a:xfrm>
                  <a:off x="10718863" y="4627895"/>
                  <a:ext cx="42624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3" name="Ink 32">
                  <a:extLst>
                    <a:ext uri="{FF2B5EF4-FFF2-40B4-BE49-F238E27FC236}">
                      <a16:creationId xmlns:a16="http://schemas.microsoft.com/office/drawing/2014/main" id="{A18717C4-ABF2-49AD-95A0-88B000D3CE2B}"/>
                    </a:ext>
                  </a:extLst>
                </p14:cNvPr>
                <p14:cNvContentPartPr/>
                <p14:nvPr/>
              </p14:nvContentPartPr>
              <p14:xfrm>
                <a:off x="11084263" y="4250255"/>
                <a:ext cx="227520" cy="567000"/>
              </p14:xfrm>
            </p:contentPart>
          </mc:Choice>
          <mc:Fallback>
            <p:pic>
              <p:nvPicPr>
                <p:cNvPr id="33" name="Ink 32">
                  <a:extLst>
                    <a:ext uri="{FF2B5EF4-FFF2-40B4-BE49-F238E27FC236}">
                      <a16:creationId xmlns:a16="http://schemas.microsoft.com/office/drawing/2014/main" id="{A18717C4-ABF2-49AD-95A0-88B000D3CE2B}"/>
                    </a:ext>
                  </a:extLst>
                </p:cNvPr>
                <p:cNvPicPr/>
                <p:nvPr/>
              </p:nvPicPr>
              <p:blipFill>
                <a:blip r:embed="rId58"/>
                <a:stretch>
                  <a:fillRect/>
                </a:stretch>
              </p:blipFill>
              <p:spPr>
                <a:xfrm>
                  <a:off x="11078143" y="4244135"/>
                  <a:ext cx="239760" cy="57924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4" name="Ink 33">
                  <a:extLst>
                    <a:ext uri="{FF2B5EF4-FFF2-40B4-BE49-F238E27FC236}">
                      <a16:creationId xmlns:a16="http://schemas.microsoft.com/office/drawing/2014/main" id="{9936855C-AD81-3E6F-87FD-938128120D7A}"/>
                    </a:ext>
                  </a:extLst>
                </p14:cNvPr>
                <p14:cNvContentPartPr/>
                <p14:nvPr/>
              </p14:nvContentPartPr>
              <p14:xfrm>
                <a:off x="11588623" y="4355015"/>
                <a:ext cx="229680" cy="473400"/>
              </p14:xfrm>
            </p:contentPart>
          </mc:Choice>
          <mc:Fallback>
            <p:pic>
              <p:nvPicPr>
                <p:cNvPr id="34" name="Ink 33">
                  <a:extLst>
                    <a:ext uri="{FF2B5EF4-FFF2-40B4-BE49-F238E27FC236}">
                      <a16:creationId xmlns:a16="http://schemas.microsoft.com/office/drawing/2014/main" id="{9936855C-AD81-3E6F-87FD-938128120D7A}"/>
                    </a:ext>
                  </a:extLst>
                </p:cNvPr>
                <p:cNvPicPr/>
                <p:nvPr/>
              </p:nvPicPr>
              <p:blipFill>
                <a:blip r:embed="rId60"/>
                <a:stretch>
                  <a:fillRect/>
                </a:stretch>
              </p:blipFill>
              <p:spPr>
                <a:xfrm>
                  <a:off x="11582503" y="4348895"/>
                  <a:ext cx="241920" cy="48564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5" name="Ink 34">
                  <a:extLst>
                    <a:ext uri="{FF2B5EF4-FFF2-40B4-BE49-F238E27FC236}">
                      <a16:creationId xmlns:a16="http://schemas.microsoft.com/office/drawing/2014/main" id="{CFB031DC-8BCD-A813-1F96-702AEF413757}"/>
                    </a:ext>
                  </a:extLst>
                </p14:cNvPr>
                <p14:cNvContentPartPr/>
                <p14:nvPr/>
              </p14:nvContentPartPr>
              <p14:xfrm>
                <a:off x="10156183" y="4968455"/>
                <a:ext cx="1686240" cy="104400"/>
              </p14:xfrm>
            </p:contentPart>
          </mc:Choice>
          <mc:Fallback>
            <p:pic>
              <p:nvPicPr>
                <p:cNvPr id="35" name="Ink 34">
                  <a:extLst>
                    <a:ext uri="{FF2B5EF4-FFF2-40B4-BE49-F238E27FC236}">
                      <a16:creationId xmlns:a16="http://schemas.microsoft.com/office/drawing/2014/main" id="{CFB031DC-8BCD-A813-1F96-702AEF413757}"/>
                    </a:ext>
                  </a:extLst>
                </p:cNvPr>
                <p:cNvPicPr/>
                <p:nvPr/>
              </p:nvPicPr>
              <p:blipFill>
                <a:blip r:embed="rId62"/>
                <a:stretch>
                  <a:fillRect/>
                </a:stretch>
              </p:blipFill>
              <p:spPr>
                <a:xfrm>
                  <a:off x="10150063" y="4962335"/>
                  <a:ext cx="1698480" cy="116640"/>
                </a:xfrm>
                <a:prstGeom prst="rect">
                  <a:avLst/>
                </a:prstGeom>
              </p:spPr>
            </p:pic>
          </mc:Fallback>
        </mc:AlternateContent>
      </p:grpSp>
    </p:spTree>
    <p:extLst>
      <p:ext uri="{BB962C8B-B14F-4D97-AF65-F5344CB8AC3E}">
        <p14:creationId xmlns:p14="http://schemas.microsoft.com/office/powerpoint/2010/main" val="11498202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txBox="1">
            <a:spLocks noChangeArrowheads="1"/>
          </p:cNvSpPr>
          <p:nvPr/>
        </p:nvSpPr>
        <p:spPr>
          <a:xfrm>
            <a:off x="578840" y="1053313"/>
            <a:ext cx="11130649" cy="507237"/>
          </a:xfrm>
          <a:prstGeom prst="rect">
            <a:avLst/>
          </a:prstGeom>
          <a:noFill/>
          <a:ln/>
        </p:spPr>
        <p:txBody>
          <a:bodyPr/>
          <a:lstStyle>
            <a:lvl1pPr algn="l" defTabSz="1217268" rtl="0" eaLnBrk="1" latinLnBrk="0" hangingPunct="1">
              <a:lnSpc>
                <a:spcPct val="90000"/>
              </a:lnSpc>
              <a:spcBef>
                <a:spcPct val="0"/>
              </a:spcBef>
              <a:buNone/>
              <a:defRPr sz="5891" kern="1200">
                <a:solidFill>
                  <a:schemeClr val="tx1"/>
                </a:solidFill>
                <a:latin typeface="+mj-lt"/>
                <a:ea typeface="+mj-ea"/>
                <a:cs typeface="+mj-cs"/>
              </a:defRPr>
            </a:lvl1pPr>
          </a:lstStyle>
          <a:p>
            <a:pPr marL="457200" indent="-457200" defTabSz="1054032">
              <a:buClrTx/>
              <a:buFont typeface="Wingdings" panose="05000000000000000000" pitchFamily="2" charset="2"/>
              <a:buChar char="Ø"/>
            </a:pPr>
            <a:r>
              <a:rPr lang="en-US" sz="3464" dirty="0">
                <a:solidFill>
                  <a:prstClr val="black"/>
                </a:solidFill>
                <a:latin typeface="+mn-lt"/>
              </a:rPr>
              <a:t>Coefficient of Determination</a:t>
            </a:r>
          </a:p>
        </p:txBody>
      </p:sp>
      <p:sp>
        <p:nvSpPr>
          <p:cNvPr id="13" name="Rectangle 3"/>
          <p:cNvSpPr txBox="1">
            <a:spLocks noChangeArrowheads="1"/>
          </p:cNvSpPr>
          <p:nvPr/>
        </p:nvSpPr>
        <p:spPr>
          <a:xfrm>
            <a:off x="578840" y="1688634"/>
            <a:ext cx="11130649" cy="474245"/>
          </a:xfrm>
          <a:prstGeom prst="rect">
            <a:avLst/>
          </a:prstGeom>
          <a:noFill/>
          <a:ln/>
        </p:spPr>
        <p:txBody>
          <a:bodyPr/>
          <a:lstStyle>
            <a:lvl1pPr marL="304317" indent="-304317" algn="l" defTabSz="1217268" rtl="0" eaLnBrk="1" latinLnBrk="0" hangingPunct="1">
              <a:lnSpc>
                <a:spcPct val="90000"/>
              </a:lnSpc>
              <a:spcBef>
                <a:spcPts val="1330"/>
              </a:spcBef>
              <a:buFont typeface="Arial" panose="020B0604020202020204" pitchFamily="34" charset="0"/>
              <a:buChar char="•"/>
              <a:defRPr sz="3696" kern="1200">
                <a:solidFill>
                  <a:schemeClr val="tx1"/>
                </a:solidFill>
                <a:latin typeface="+mn-lt"/>
                <a:ea typeface="+mn-ea"/>
                <a:cs typeface="+mn-cs"/>
              </a:defRPr>
            </a:lvl1pPr>
            <a:lvl2pPr marL="912951" indent="-304317" algn="l" defTabSz="1217268" rtl="0" eaLnBrk="1" latinLnBrk="0" hangingPunct="1">
              <a:lnSpc>
                <a:spcPct val="90000"/>
              </a:lnSpc>
              <a:spcBef>
                <a:spcPts val="666"/>
              </a:spcBef>
              <a:buFont typeface="Arial" panose="020B0604020202020204" pitchFamily="34" charset="0"/>
              <a:buChar char="•"/>
              <a:defRPr sz="3234" kern="1200">
                <a:solidFill>
                  <a:schemeClr val="tx1"/>
                </a:solidFill>
                <a:latin typeface="+mn-lt"/>
                <a:ea typeface="+mn-ea"/>
                <a:cs typeface="+mn-cs"/>
              </a:defRPr>
            </a:lvl2pPr>
            <a:lvl3pPr marL="1521585" indent="-304317" algn="l" defTabSz="1217268" rtl="0" eaLnBrk="1" latinLnBrk="0" hangingPunct="1">
              <a:lnSpc>
                <a:spcPct val="90000"/>
              </a:lnSpc>
              <a:spcBef>
                <a:spcPts val="666"/>
              </a:spcBef>
              <a:buFont typeface="Arial" panose="020B0604020202020204" pitchFamily="34" charset="0"/>
              <a:buChar char="•"/>
              <a:defRPr sz="2656" kern="1200">
                <a:solidFill>
                  <a:schemeClr val="tx1"/>
                </a:solidFill>
                <a:latin typeface="+mn-lt"/>
                <a:ea typeface="+mn-ea"/>
                <a:cs typeface="+mn-cs"/>
              </a:defRPr>
            </a:lvl3pPr>
            <a:lvl4pPr marL="2130220" indent="-304317" algn="l" defTabSz="1217268" rtl="0" eaLnBrk="1" latinLnBrk="0" hangingPunct="1">
              <a:lnSpc>
                <a:spcPct val="90000"/>
              </a:lnSpc>
              <a:spcBef>
                <a:spcPts val="666"/>
              </a:spcBef>
              <a:buFont typeface="Arial" panose="020B0604020202020204" pitchFamily="34" charset="0"/>
              <a:buChar char="•"/>
              <a:defRPr sz="2425" kern="1200">
                <a:solidFill>
                  <a:schemeClr val="tx1"/>
                </a:solidFill>
                <a:latin typeface="+mn-lt"/>
                <a:ea typeface="+mn-ea"/>
                <a:cs typeface="+mn-cs"/>
              </a:defRPr>
            </a:lvl4pPr>
            <a:lvl5pPr marL="2738855" indent="-304317" algn="l" defTabSz="1217268" rtl="0" eaLnBrk="1" latinLnBrk="0" hangingPunct="1">
              <a:lnSpc>
                <a:spcPct val="90000"/>
              </a:lnSpc>
              <a:spcBef>
                <a:spcPts val="666"/>
              </a:spcBef>
              <a:buFont typeface="Arial" panose="020B0604020202020204" pitchFamily="34" charset="0"/>
              <a:buChar char="•"/>
              <a:defRPr sz="2425" kern="1200">
                <a:solidFill>
                  <a:schemeClr val="tx1"/>
                </a:solidFill>
                <a:latin typeface="+mn-lt"/>
                <a:ea typeface="+mn-ea"/>
                <a:cs typeface="+mn-cs"/>
              </a:defRPr>
            </a:lvl5pPr>
            <a:lvl6pPr marL="3347488" indent="-304317" algn="l" defTabSz="1217268" rtl="0" eaLnBrk="1" latinLnBrk="0" hangingPunct="1">
              <a:lnSpc>
                <a:spcPct val="90000"/>
              </a:lnSpc>
              <a:spcBef>
                <a:spcPts val="666"/>
              </a:spcBef>
              <a:buFont typeface="Arial" panose="020B0604020202020204" pitchFamily="34" charset="0"/>
              <a:buChar char="•"/>
              <a:defRPr sz="2425" kern="1200">
                <a:solidFill>
                  <a:schemeClr val="tx1"/>
                </a:solidFill>
                <a:latin typeface="+mn-lt"/>
                <a:ea typeface="+mn-ea"/>
                <a:cs typeface="+mn-cs"/>
              </a:defRPr>
            </a:lvl6pPr>
            <a:lvl7pPr marL="3956123" indent="-304317" algn="l" defTabSz="1217268" rtl="0" eaLnBrk="1" latinLnBrk="0" hangingPunct="1">
              <a:lnSpc>
                <a:spcPct val="90000"/>
              </a:lnSpc>
              <a:spcBef>
                <a:spcPts val="666"/>
              </a:spcBef>
              <a:buFont typeface="Arial" panose="020B0604020202020204" pitchFamily="34" charset="0"/>
              <a:buChar char="•"/>
              <a:defRPr sz="2425" kern="1200">
                <a:solidFill>
                  <a:schemeClr val="tx1"/>
                </a:solidFill>
                <a:latin typeface="+mn-lt"/>
                <a:ea typeface="+mn-ea"/>
                <a:cs typeface="+mn-cs"/>
              </a:defRPr>
            </a:lvl7pPr>
            <a:lvl8pPr marL="4564756" indent="-304317" algn="l" defTabSz="1217268" rtl="0" eaLnBrk="1" latinLnBrk="0" hangingPunct="1">
              <a:lnSpc>
                <a:spcPct val="90000"/>
              </a:lnSpc>
              <a:spcBef>
                <a:spcPts val="666"/>
              </a:spcBef>
              <a:buFont typeface="Arial" panose="020B0604020202020204" pitchFamily="34" charset="0"/>
              <a:buChar char="•"/>
              <a:defRPr sz="2425" kern="1200">
                <a:solidFill>
                  <a:schemeClr val="tx1"/>
                </a:solidFill>
                <a:latin typeface="+mn-lt"/>
                <a:ea typeface="+mn-ea"/>
                <a:cs typeface="+mn-cs"/>
              </a:defRPr>
            </a:lvl8pPr>
            <a:lvl9pPr marL="5173392" indent="-304317" algn="l" defTabSz="1217268" rtl="0" eaLnBrk="1" latinLnBrk="0" hangingPunct="1">
              <a:lnSpc>
                <a:spcPct val="90000"/>
              </a:lnSpc>
              <a:spcBef>
                <a:spcPts val="666"/>
              </a:spcBef>
              <a:buFont typeface="Arial" panose="020B0604020202020204" pitchFamily="34" charset="0"/>
              <a:buChar char="•"/>
              <a:defRPr sz="2425" kern="1200">
                <a:solidFill>
                  <a:schemeClr val="tx1"/>
                </a:solidFill>
                <a:latin typeface="+mn-lt"/>
                <a:ea typeface="+mn-ea"/>
                <a:cs typeface="+mn-cs"/>
              </a:defRPr>
            </a:lvl9pPr>
          </a:lstStyle>
          <a:p>
            <a:pPr defTabSz="1054032">
              <a:spcBef>
                <a:spcPts val="1152"/>
              </a:spcBef>
              <a:buClrTx/>
              <a:buFont typeface="Wingdings" panose="05000000000000000000" pitchFamily="2" charset="2"/>
              <a:buChar char="Ø"/>
            </a:pPr>
            <a:r>
              <a:rPr lang="en-US" sz="3464" dirty="0">
                <a:solidFill>
                  <a:prstClr val="black"/>
                </a:solidFill>
              </a:rPr>
              <a:t>Relationship Among SST, SSR, SSE</a:t>
            </a:r>
          </a:p>
        </p:txBody>
      </p:sp>
      <p:sp>
        <p:nvSpPr>
          <p:cNvPr id="14" name="Text Box 12"/>
          <p:cNvSpPr txBox="1">
            <a:spLocks noChangeArrowheads="1"/>
          </p:cNvSpPr>
          <p:nvPr/>
        </p:nvSpPr>
        <p:spPr bwMode="auto">
          <a:xfrm>
            <a:off x="683390" y="4572879"/>
            <a:ext cx="10843380" cy="1925848"/>
          </a:xfrm>
          <a:prstGeom prst="rect">
            <a:avLst/>
          </a:prstGeom>
          <a:noFill/>
          <a:ln w="12700">
            <a:noFill/>
            <a:miter lim="800000"/>
            <a:headEnd/>
            <a:tailEnd/>
          </a:ln>
          <a:effectLst/>
        </p:spPr>
        <p:txBody>
          <a:bodyPr wrap="square">
            <a:spAutoFit/>
          </a:bodyPr>
          <a:lstStyle/>
          <a:p>
            <a:pPr defTabSz="837718">
              <a:spcBef>
                <a:spcPct val="20000"/>
              </a:spcBef>
              <a:buClr>
                <a:srgbClr val="66FFFF"/>
              </a:buClr>
              <a:buSzPct val="75000"/>
            </a:pPr>
            <a:r>
              <a:rPr lang="en-US" sz="2771" kern="1200" dirty="0">
                <a:solidFill>
                  <a:prstClr val="black"/>
                </a:solidFill>
                <a:latin typeface="+mn-lt"/>
                <a:ea typeface="+mn-ea"/>
                <a:cs typeface="+mn-cs"/>
              </a:rPr>
              <a:t>where:</a:t>
            </a:r>
          </a:p>
          <a:p>
            <a:pPr defTabSz="837718">
              <a:lnSpc>
                <a:spcPct val="90000"/>
              </a:lnSpc>
              <a:spcBef>
                <a:spcPct val="20000"/>
              </a:spcBef>
              <a:buClr>
                <a:srgbClr val="66FFFF"/>
              </a:buClr>
              <a:buSzPct val="75000"/>
            </a:pPr>
            <a:r>
              <a:rPr lang="en-US" sz="2771" kern="1200" dirty="0">
                <a:solidFill>
                  <a:prstClr val="black"/>
                </a:solidFill>
                <a:latin typeface="+mn-lt"/>
                <a:ea typeface="+mn-ea"/>
                <a:cs typeface="+mn-cs"/>
              </a:rPr>
              <a:t>	     SST = Sum of Squares due to Total</a:t>
            </a:r>
          </a:p>
          <a:p>
            <a:pPr defTabSz="837718">
              <a:lnSpc>
                <a:spcPct val="90000"/>
              </a:lnSpc>
              <a:spcBef>
                <a:spcPct val="20000"/>
              </a:spcBef>
              <a:buClr>
                <a:srgbClr val="66FFFF"/>
              </a:buClr>
              <a:buSzPct val="75000"/>
            </a:pPr>
            <a:r>
              <a:rPr lang="en-US" sz="2771" kern="1200" dirty="0">
                <a:solidFill>
                  <a:prstClr val="black"/>
                </a:solidFill>
                <a:latin typeface="+mn-lt"/>
                <a:ea typeface="+mn-ea"/>
                <a:cs typeface="+mn-cs"/>
              </a:rPr>
              <a:t>	     SSR = Sum of Squares due to Regression</a:t>
            </a:r>
          </a:p>
          <a:p>
            <a:pPr defTabSz="837718">
              <a:lnSpc>
                <a:spcPct val="90000"/>
              </a:lnSpc>
              <a:spcBef>
                <a:spcPct val="20000"/>
              </a:spcBef>
              <a:buClr>
                <a:srgbClr val="66FFFF"/>
              </a:buClr>
              <a:buSzPct val="75000"/>
            </a:pPr>
            <a:r>
              <a:rPr lang="en-US" sz="2771" kern="1200" dirty="0">
                <a:solidFill>
                  <a:prstClr val="black"/>
                </a:solidFill>
                <a:latin typeface="+mn-lt"/>
                <a:ea typeface="+mn-ea"/>
                <a:cs typeface="+mn-cs"/>
              </a:rPr>
              <a:t>	     SSE = Sum of Squares due to Error</a:t>
            </a:r>
          </a:p>
        </p:txBody>
      </p:sp>
      <p:cxnSp>
        <p:nvCxnSpPr>
          <p:cNvPr id="15" name="Straight Arrow Connector 14"/>
          <p:cNvCxnSpPr/>
          <p:nvPr/>
        </p:nvCxnSpPr>
        <p:spPr>
          <a:xfrm flipH="1">
            <a:off x="3123769" y="3110311"/>
            <a:ext cx="748585" cy="506144"/>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6908540" y="3113977"/>
            <a:ext cx="1055204" cy="50247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390447" y="3113977"/>
            <a:ext cx="0" cy="50247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p:nvPicPr>
        <p:blipFill>
          <a:blip r:embed="rId3"/>
          <a:stretch>
            <a:fillRect/>
          </a:stretch>
        </p:blipFill>
        <p:spPr>
          <a:xfrm>
            <a:off x="1564002" y="3649055"/>
            <a:ext cx="7960089" cy="981482"/>
          </a:xfrm>
          <a:prstGeom prst="rect">
            <a:avLst/>
          </a:prstGeom>
        </p:spPr>
      </p:pic>
      <p:pic>
        <p:nvPicPr>
          <p:cNvPr id="19" name="Picture 18"/>
          <p:cNvPicPr>
            <a:picLocks noChangeAspect="1"/>
          </p:cNvPicPr>
          <p:nvPr/>
        </p:nvPicPr>
        <p:blipFill>
          <a:blip r:embed="rId4"/>
          <a:stretch>
            <a:fillRect/>
          </a:stretch>
        </p:blipFill>
        <p:spPr>
          <a:xfrm>
            <a:off x="3400838" y="2384899"/>
            <a:ext cx="3793963" cy="692811"/>
          </a:xfrm>
          <a:prstGeom prst="rect">
            <a:avLst/>
          </a:prstGeom>
        </p:spPr>
      </p:pic>
      <p:sp>
        <p:nvSpPr>
          <p:cNvPr id="2" name="Title 2">
            <a:extLst>
              <a:ext uri="{FF2B5EF4-FFF2-40B4-BE49-F238E27FC236}">
                <a16:creationId xmlns:a16="http://schemas.microsoft.com/office/drawing/2014/main" id="{60162959-E275-1A39-93FF-F8F1F851CD75}"/>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4156" b="1" dirty="0">
                <a:solidFill>
                  <a:schemeClr val="bg1"/>
                </a:solidFill>
                <a:latin typeface="+mn-lt"/>
                <a:cs typeface="Helvetica" panose="020B0604020202020204" pitchFamily="34" charset="0"/>
              </a:rPr>
              <a:t>Simple Linear Regression</a:t>
            </a:r>
          </a:p>
        </p:txBody>
      </p:sp>
      <mc:AlternateContent xmlns:mc="http://schemas.openxmlformats.org/markup-compatibility/2006" xmlns:p14="http://schemas.microsoft.com/office/powerpoint/2010/main">
        <mc:Choice Requires="p14">
          <p:contentPart p14:bwMode="auto" r:id="rId5">
            <p14:nvContentPartPr>
              <p14:cNvPr id="34" name="Ink 33">
                <a:extLst>
                  <a:ext uri="{FF2B5EF4-FFF2-40B4-BE49-F238E27FC236}">
                    <a16:creationId xmlns:a16="http://schemas.microsoft.com/office/drawing/2014/main" id="{AEBA2298-92BB-0294-AB4D-F034C551949A}"/>
                  </a:ext>
                </a:extLst>
              </p14:cNvPr>
              <p14:cNvContentPartPr/>
              <p14:nvPr/>
            </p14:nvContentPartPr>
            <p14:xfrm>
              <a:off x="7785958" y="-95956"/>
              <a:ext cx="312" cy="312"/>
            </p14:xfrm>
          </p:contentPart>
        </mc:Choice>
        <mc:Fallback xmlns="">
          <p:pic>
            <p:nvPicPr>
              <p:cNvPr id="34" name="Ink 33">
                <a:extLst>
                  <a:ext uri="{FF2B5EF4-FFF2-40B4-BE49-F238E27FC236}">
                    <a16:creationId xmlns:a16="http://schemas.microsoft.com/office/drawing/2014/main" id="{AEBA2298-92BB-0294-AB4D-F034C551949A}"/>
                  </a:ext>
                </a:extLst>
              </p:cNvPr>
              <p:cNvPicPr/>
              <p:nvPr/>
            </p:nvPicPr>
            <p:blipFill>
              <a:blip r:embed="rId6"/>
              <a:stretch>
                <a:fillRect/>
              </a:stretch>
            </p:blipFill>
            <p:spPr>
              <a:xfrm>
                <a:off x="7770358" y="-111556"/>
                <a:ext cx="31200" cy="31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3" name="Ink 42">
                <a:extLst>
                  <a:ext uri="{FF2B5EF4-FFF2-40B4-BE49-F238E27FC236}">
                    <a16:creationId xmlns:a16="http://schemas.microsoft.com/office/drawing/2014/main" id="{4FF04119-34F5-0BC1-4AE1-DAB29D7EDC96}"/>
                  </a:ext>
                </a:extLst>
              </p14:cNvPr>
              <p14:cNvContentPartPr/>
              <p14:nvPr/>
            </p14:nvContentPartPr>
            <p14:xfrm>
              <a:off x="8158159" y="539682"/>
              <a:ext cx="312" cy="312"/>
            </p14:xfrm>
          </p:contentPart>
        </mc:Choice>
        <mc:Fallback xmlns="">
          <p:pic>
            <p:nvPicPr>
              <p:cNvPr id="43" name="Ink 42">
                <a:extLst>
                  <a:ext uri="{FF2B5EF4-FFF2-40B4-BE49-F238E27FC236}">
                    <a16:creationId xmlns:a16="http://schemas.microsoft.com/office/drawing/2014/main" id="{4FF04119-34F5-0BC1-4AE1-DAB29D7EDC96}"/>
                  </a:ext>
                </a:extLst>
              </p:cNvPr>
              <p:cNvPicPr/>
              <p:nvPr/>
            </p:nvPicPr>
            <p:blipFill>
              <a:blip r:embed="rId6"/>
              <a:stretch>
                <a:fillRect/>
              </a:stretch>
            </p:blipFill>
            <p:spPr>
              <a:xfrm>
                <a:off x="8142559" y="524082"/>
                <a:ext cx="31200" cy="31200"/>
              </a:xfrm>
              <a:prstGeom prst="rect">
                <a:avLst/>
              </a:prstGeom>
            </p:spPr>
          </p:pic>
        </mc:Fallback>
      </mc:AlternateContent>
      <p:grpSp>
        <p:nvGrpSpPr>
          <p:cNvPr id="11" name="Group 10">
            <a:extLst>
              <a:ext uri="{FF2B5EF4-FFF2-40B4-BE49-F238E27FC236}">
                <a16:creationId xmlns:a16="http://schemas.microsoft.com/office/drawing/2014/main" id="{752EEEE1-E471-23E4-1529-5668CA7976AF}"/>
              </a:ext>
            </a:extLst>
          </p:cNvPr>
          <p:cNvGrpSpPr/>
          <p:nvPr/>
        </p:nvGrpSpPr>
        <p:grpSpPr>
          <a:xfrm>
            <a:off x="3287383" y="2226563"/>
            <a:ext cx="4073400" cy="1109160"/>
            <a:chOff x="3287383" y="2226563"/>
            <a:chExt cx="4073400" cy="1109160"/>
          </a:xfrm>
        </p:grpSpPr>
        <mc:AlternateContent xmlns:mc="http://schemas.openxmlformats.org/markup-compatibility/2006">
          <mc:Choice xmlns:p14="http://schemas.microsoft.com/office/powerpoint/2010/main" Requires="p14">
            <p:contentPart p14:bwMode="auto" r:id="rId8">
              <p14:nvContentPartPr>
                <p14:cNvPr id="3" name="Ink 2">
                  <a:extLst>
                    <a:ext uri="{FF2B5EF4-FFF2-40B4-BE49-F238E27FC236}">
                      <a16:creationId xmlns:a16="http://schemas.microsoft.com/office/drawing/2014/main" id="{2546FEB1-AB2C-6254-5D2B-15361A32BF4D}"/>
                    </a:ext>
                  </a:extLst>
                </p14:cNvPr>
                <p14:cNvContentPartPr/>
                <p14:nvPr/>
              </p14:nvContentPartPr>
              <p14:xfrm>
                <a:off x="3287383" y="2226563"/>
                <a:ext cx="1322280" cy="1109160"/>
              </p14:xfrm>
            </p:contentPart>
          </mc:Choice>
          <mc:Fallback>
            <p:pic>
              <p:nvPicPr>
                <p:cNvPr id="3" name="Ink 2">
                  <a:extLst>
                    <a:ext uri="{FF2B5EF4-FFF2-40B4-BE49-F238E27FC236}">
                      <a16:creationId xmlns:a16="http://schemas.microsoft.com/office/drawing/2014/main" id="{2546FEB1-AB2C-6254-5D2B-15361A32BF4D}"/>
                    </a:ext>
                  </a:extLst>
                </p:cNvPr>
                <p:cNvPicPr/>
                <p:nvPr/>
              </p:nvPicPr>
              <p:blipFill>
                <a:blip r:embed="rId9"/>
                <a:stretch>
                  <a:fillRect/>
                </a:stretch>
              </p:blipFill>
              <p:spPr>
                <a:xfrm>
                  <a:off x="3281263" y="2220443"/>
                  <a:ext cx="1334520" cy="11214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 name="Ink 3">
                  <a:extLst>
                    <a:ext uri="{FF2B5EF4-FFF2-40B4-BE49-F238E27FC236}">
                      <a16:creationId xmlns:a16="http://schemas.microsoft.com/office/drawing/2014/main" id="{93388034-CF60-A845-43F9-B3FEB834938B}"/>
                    </a:ext>
                  </a:extLst>
                </p14:cNvPr>
                <p14:cNvContentPartPr/>
                <p14:nvPr/>
              </p14:nvContentPartPr>
              <p14:xfrm>
                <a:off x="4843303" y="2392163"/>
                <a:ext cx="1039320" cy="690480"/>
              </p14:xfrm>
            </p:contentPart>
          </mc:Choice>
          <mc:Fallback>
            <p:pic>
              <p:nvPicPr>
                <p:cNvPr id="4" name="Ink 3">
                  <a:extLst>
                    <a:ext uri="{FF2B5EF4-FFF2-40B4-BE49-F238E27FC236}">
                      <a16:creationId xmlns:a16="http://schemas.microsoft.com/office/drawing/2014/main" id="{93388034-CF60-A845-43F9-B3FEB834938B}"/>
                    </a:ext>
                  </a:extLst>
                </p:cNvPr>
                <p:cNvPicPr/>
                <p:nvPr/>
              </p:nvPicPr>
              <p:blipFill>
                <a:blip r:embed="rId11"/>
                <a:stretch>
                  <a:fillRect/>
                </a:stretch>
              </p:blipFill>
              <p:spPr>
                <a:xfrm>
                  <a:off x="4837183" y="2386043"/>
                  <a:ext cx="1051560" cy="7027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5" name="Ink 4">
                  <a:extLst>
                    <a:ext uri="{FF2B5EF4-FFF2-40B4-BE49-F238E27FC236}">
                      <a16:creationId xmlns:a16="http://schemas.microsoft.com/office/drawing/2014/main" id="{E82B1E01-B7C7-B0AF-7098-455D0F0B8F20}"/>
                    </a:ext>
                  </a:extLst>
                </p14:cNvPr>
                <p14:cNvContentPartPr/>
                <p14:nvPr/>
              </p14:nvContentPartPr>
              <p14:xfrm>
                <a:off x="6092143" y="2387843"/>
                <a:ext cx="1268640" cy="764640"/>
              </p14:xfrm>
            </p:contentPart>
          </mc:Choice>
          <mc:Fallback>
            <p:pic>
              <p:nvPicPr>
                <p:cNvPr id="5" name="Ink 4">
                  <a:extLst>
                    <a:ext uri="{FF2B5EF4-FFF2-40B4-BE49-F238E27FC236}">
                      <a16:creationId xmlns:a16="http://schemas.microsoft.com/office/drawing/2014/main" id="{E82B1E01-B7C7-B0AF-7098-455D0F0B8F20}"/>
                    </a:ext>
                  </a:extLst>
                </p:cNvPr>
                <p:cNvPicPr/>
                <p:nvPr/>
              </p:nvPicPr>
              <p:blipFill>
                <a:blip r:embed="rId13"/>
                <a:stretch>
                  <a:fillRect/>
                </a:stretch>
              </p:blipFill>
              <p:spPr>
                <a:xfrm>
                  <a:off x="6086023" y="2381723"/>
                  <a:ext cx="1280880" cy="7768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71B02FC4-7F2A-701F-A993-C1B21BECEE1E}"/>
                    </a:ext>
                  </a:extLst>
                </p14:cNvPr>
                <p14:cNvContentPartPr/>
                <p14:nvPr/>
              </p14:nvContentPartPr>
              <p14:xfrm>
                <a:off x="5742943" y="3238163"/>
                <a:ext cx="360" cy="360"/>
              </p14:xfrm>
            </p:contentPart>
          </mc:Choice>
          <mc:Fallback>
            <p:pic>
              <p:nvPicPr>
                <p:cNvPr id="8" name="Ink 7">
                  <a:extLst>
                    <a:ext uri="{FF2B5EF4-FFF2-40B4-BE49-F238E27FC236}">
                      <a16:creationId xmlns:a16="http://schemas.microsoft.com/office/drawing/2014/main" id="{71B02FC4-7F2A-701F-A993-C1B21BECEE1E}"/>
                    </a:ext>
                  </a:extLst>
                </p:cNvPr>
                <p:cNvPicPr/>
                <p:nvPr/>
              </p:nvPicPr>
              <p:blipFill>
                <a:blip r:embed="rId15"/>
                <a:stretch>
                  <a:fillRect/>
                </a:stretch>
              </p:blipFill>
              <p:spPr>
                <a:xfrm>
                  <a:off x="5736823" y="3232043"/>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7" name="Ink 6">
                  <a:extLst>
                    <a:ext uri="{FF2B5EF4-FFF2-40B4-BE49-F238E27FC236}">
                      <a16:creationId xmlns:a16="http://schemas.microsoft.com/office/drawing/2014/main" id="{F13C1D8B-E311-2989-E8E6-FC093D962704}"/>
                    </a:ext>
                  </a:extLst>
                </p14:cNvPr>
                <p14:cNvContentPartPr/>
                <p14:nvPr/>
              </p14:nvContentPartPr>
              <p14:xfrm>
                <a:off x="4015303" y="3156443"/>
                <a:ext cx="9360" cy="9360"/>
              </p14:xfrm>
            </p:contentPart>
          </mc:Choice>
          <mc:Fallback>
            <p:pic>
              <p:nvPicPr>
                <p:cNvPr id="7" name="Ink 6">
                  <a:extLst>
                    <a:ext uri="{FF2B5EF4-FFF2-40B4-BE49-F238E27FC236}">
                      <a16:creationId xmlns:a16="http://schemas.microsoft.com/office/drawing/2014/main" id="{F13C1D8B-E311-2989-E8E6-FC093D962704}"/>
                    </a:ext>
                  </a:extLst>
                </p:cNvPr>
                <p:cNvPicPr/>
                <p:nvPr/>
              </p:nvPicPr>
              <p:blipFill>
                <a:blip r:embed="rId17"/>
                <a:stretch>
                  <a:fillRect/>
                </a:stretch>
              </p:blipFill>
              <p:spPr>
                <a:xfrm>
                  <a:off x="4009183" y="3150323"/>
                  <a:ext cx="2160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9" name="Ink 8">
                  <a:extLst>
                    <a:ext uri="{FF2B5EF4-FFF2-40B4-BE49-F238E27FC236}">
                      <a16:creationId xmlns:a16="http://schemas.microsoft.com/office/drawing/2014/main" id="{0E9381DC-E199-A5C7-C29D-99C8220CE03A}"/>
                    </a:ext>
                  </a:extLst>
                </p14:cNvPr>
                <p14:cNvContentPartPr/>
                <p14:nvPr/>
              </p14:nvContentPartPr>
              <p14:xfrm>
                <a:off x="4008823" y="3155003"/>
                <a:ext cx="4320" cy="10440"/>
              </p14:xfrm>
            </p:contentPart>
          </mc:Choice>
          <mc:Fallback>
            <p:pic>
              <p:nvPicPr>
                <p:cNvPr id="9" name="Ink 8">
                  <a:extLst>
                    <a:ext uri="{FF2B5EF4-FFF2-40B4-BE49-F238E27FC236}">
                      <a16:creationId xmlns:a16="http://schemas.microsoft.com/office/drawing/2014/main" id="{0E9381DC-E199-A5C7-C29D-99C8220CE03A}"/>
                    </a:ext>
                  </a:extLst>
                </p:cNvPr>
                <p:cNvPicPr/>
                <p:nvPr/>
              </p:nvPicPr>
              <p:blipFill>
                <a:blip r:embed="rId19"/>
                <a:stretch>
                  <a:fillRect/>
                </a:stretch>
              </p:blipFill>
              <p:spPr>
                <a:xfrm>
                  <a:off x="4002703" y="3148883"/>
                  <a:ext cx="16560" cy="226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0">
            <p14:nvContentPartPr>
              <p14:cNvPr id="20" name="Ink 19">
                <a:extLst>
                  <a:ext uri="{FF2B5EF4-FFF2-40B4-BE49-F238E27FC236}">
                    <a16:creationId xmlns:a16="http://schemas.microsoft.com/office/drawing/2014/main" id="{47D9CCF8-EAFC-8878-C86E-BF0821D6ABCB}"/>
                  </a:ext>
                </a:extLst>
              </p14:cNvPr>
              <p14:cNvContentPartPr/>
              <p14:nvPr/>
            </p14:nvContentPartPr>
            <p14:xfrm>
              <a:off x="7007983" y="4478003"/>
              <a:ext cx="2325600" cy="307080"/>
            </p14:xfrm>
          </p:contentPart>
        </mc:Choice>
        <mc:Fallback>
          <p:pic>
            <p:nvPicPr>
              <p:cNvPr id="20" name="Ink 19">
                <a:extLst>
                  <a:ext uri="{FF2B5EF4-FFF2-40B4-BE49-F238E27FC236}">
                    <a16:creationId xmlns:a16="http://schemas.microsoft.com/office/drawing/2014/main" id="{47D9CCF8-EAFC-8878-C86E-BF0821D6ABCB}"/>
                  </a:ext>
                </a:extLst>
              </p:cNvPr>
              <p:cNvPicPr/>
              <p:nvPr/>
            </p:nvPicPr>
            <p:blipFill>
              <a:blip r:embed="rId21"/>
              <a:stretch>
                <a:fillRect/>
              </a:stretch>
            </p:blipFill>
            <p:spPr>
              <a:xfrm>
                <a:off x="7001863" y="4471883"/>
                <a:ext cx="2337840" cy="319320"/>
              </a:xfrm>
              <a:prstGeom prst="rect">
                <a:avLst/>
              </a:prstGeom>
            </p:spPr>
          </p:pic>
        </mc:Fallback>
      </mc:AlternateContent>
    </p:spTree>
    <p:extLst>
      <p:ext uri="{BB962C8B-B14F-4D97-AF65-F5344CB8AC3E}">
        <p14:creationId xmlns:p14="http://schemas.microsoft.com/office/powerpoint/2010/main" val="1024634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0-#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par>
                                <p:cTn id="14" presetID="53" presetClass="entr" presetSubtype="16"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p:cTn id="16" dur="500" fill="hold"/>
                                        <p:tgtEl>
                                          <p:spTgt spid="19"/>
                                        </p:tgtEl>
                                        <p:attrNameLst>
                                          <p:attrName>ppt_w</p:attrName>
                                        </p:attrNameLst>
                                      </p:cBhvr>
                                      <p:tavLst>
                                        <p:tav tm="0">
                                          <p:val>
                                            <p:fltVal val="0"/>
                                          </p:val>
                                        </p:tav>
                                        <p:tav tm="100000">
                                          <p:val>
                                            <p:strVal val="#ppt_w"/>
                                          </p:val>
                                        </p:tav>
                                      </p:tavLst>
                                    </p:anim>
                                    <p:anim calcmode="lin" valueType="num">
                                      <p:cBhvr>
                                        <p:cTn id="17" dur="500" fill="hold"/>
                                        <p:tgtEl>
                                          <p:spTgt spid="19"/>
                                        </p:tgtEl>
                                        <p:attrNameLst>
                                          <p:attrName>ppt_h</p:attrName>
                                        </p:attrNameLst>
                                      </p:cBhvr>
                                      <p:tavLst>
                                        <p:tav tm="0">
                                          <p:val>
                                            <p:fltVal val="0"/>
                                          </p:val>
                                        </p:tav>
                                        <p:tav tm="100000">
                                          <p:val>
                                            <p:strVal val="#ppt_h"/>
                                          </p:val>
                                        </p:tav>
                                      </p:tavLst>
                                    </p:anim>
                                    <p:animEffect transition="in" filter="fade">
                                      <p:cBhvr>
                                        <p:cTn id="18" dur="5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p:cTn id="23" dur="500" fill="hold"/>
                                        <p:tgtEl>
                                          <p:spTgt spid="18"/>
                                        </p:tgtEl>
                                        <p:attrNameLst>
                                          <p:attrName>ppt_w</p:attrName>
                                        </p:attrNameLst>
                                      </p:cBhvr>
                                      <p:tavLst>
                                        <p:tav tm="0">
                                          <p:val>
                                            <p:fltVal val="0"/>
                                          </p:val>
                                        </p:tav>
                                        <p:tav tm="100000">
                                          <p:val>
                                            <p:strVal val="#ppt_w"/>
                                          </p:val>
                                        </p:tav>
                                      </p:tavLst>
                                    </p:anim>
                                    <p:anim calcmode="lin" valueType="num">
                                      <p:cBhvr>
                                        <p:cTn id="24" dur="500" fill="hold"/>
                                        <p:tgtEl>
                                          <p:spTgt spid="18"/>
                                        </p:tgtEl>
                                        <p:attrNameLst>
                                          <p:attrName>ppt_h</p:attrName>
                                        </p:attrNameLst>
                                      </p:cBhvr>
                                      <p:tavLst>
                                        <p:tav tm="0">
                                          <p:val>
                                            <p:fltVal val="0"/>
                                          </p:val>
                                        </p:tav>
                                        <p:tav tm="100000">
                                          <p:val>
                                            <p:strVal val="#ppt_h"/>
                                          </p:val>
                                        </p:tav>
                                      </p:tavLst>
                                    </p:anim>
                                    <p:animEffect transition="in" filter="fade">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ppt_x"/>
                                          </p:val>
                                        </p:tav>
                                        <p:tav tm="100000">
                                          <p:val>
                                            <p:strVal val="#ppt_x"/>
                                          </p:val>
                                        </p:tav>
                                      </p:tavLst>
                                    </p:anim>
                                    <p:anim calcmode="lin" valueType="num">
                                      <p:cBhvr additive="base">
                                        <p:cTn id="3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ppt_x"/>
                                          </p:val>
                                        </p:tav>
                                        <p:tav tm="100000">
                                          <p:val>
                                            <p:strVal val="#ppt_x"/>
                                          </p:val>
                                        </p:tav>
                                      </p:tavLst>
                                    </p:anim>
                                    <p:anim calcmode="lin" valueType="num">
                                      <p:cBhvr additive="base">
                                        <p:cTn id="37"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blinds(horizontal)">
                                      <p:cBhvr>
                                        <p:cTn id="48" dur="500"/>
                                        <p:tgtEl>
                                          <p:spTgt spid="14"/>
                                        </p:tgtEl>
                                      </p:cBhvr>
                                    </p:animEffect>
                                  </p:childTnLst>
                                </p:cTn>
                              </p:par>
                              <p:par>
                                <p:cTn id="49" presetID="2" presetClass="entr" presetSubtype="8" fill="hold" grpId="0" nodeType="withEffect">
                                  <p:stCondLst>
                                    <p:cond delay="0"/>
                                  </p:stCondLst>
                                  <p:childTnLst>
                                    <p:set>
                                      <p:cBhvr>
                                        <p:cTn id="50" dur="1" fill="hold">
                                          <p:stCondLst>
                                            <p:cond delay="0"/>
                                          </p:stCondLst>
                                        </p:cTn>
                                        <p:tgtEl>
                                          <p:spTgt spid="2"/>
                                        </p:tgtEl>
                                        <p:attrNameLst>
                                          <p:attrName>style.visibility</p:attrName>
                                        </p:attrNameLst>
                                      </p:cBhvr>
                                      <p:to>
                                        <p:strVal val="visible"/>
                                      </p:to>
                                    </p:set>
                                    <p:anim calcmode="lin" valueType="num">
                                      <p:cBhvr additive="base">
                                        <p:cTn id="51" dur="500" fill="hold"/>
                                        <p:tgtEl>
                                          <p:spTgt spid="2"/>
                                        </p:tgtEl>
                                        <p:attrNameLst>
                                          <p:attrName>ppt_x</p:attrName>
                                        </p:attrNameLst>
                                      </p:cBhvr>
                                      <p:tavLst>
                                        <p:tav tm="0">
                                          <p:val>
                                            <p:strVal val="0-#ppt_w/2"/>
                                          </p:val>
                                        </p:tav>
                                        <p:tav tm="100000">
                                          <p:val>
                                            <p:strVal val="#ppt_x"/>
                                          </p:val>
                                        </p:tav>
                                      </p:tavLst>
                                    </p:anim>
                                    <p:anim calcmode="lin" valueType="num">
                                      <p:cBhvr additive="base">
                                        <p:cTn id="5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utoUpdateAnimBg="0"/>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txBox="1">
            <a:spLocks noChangeArrowheads="1"/>
          </p:cNvSpPr>
          <p:nvPr/>
        </p:nvSpPr>
        <p:spPr>
          <a:xfrm>
            <a:off x="578840" y="1226061"/>
            <a:ext cx="11130649" cy="507237"/>
          </a:xfrm>
          <a:prstGeom prst="rect">
            <a:avLst/>
          </a:prstGeom>
          <a:noFill/>
          <a:ln/>
        </p:spPr>
        <p:txBody>
          <a:bodyPr/>
          <a:lstStyle>
            <a:lvl1pPr algn="l" defTabSz="1217268" rtl="0" eaLnBrk="1" latinLnBrk="0" hangingPunct="1">
              <a:lnSpc>
                <a:spcPct val="90000"/>
              </a:lnSpc>
              <a:spcBef>
                <a:spcPct val="0"/>
              </a:spcBef>
              <a:buNone/>
              <a:defRPr sz="5891" kern="1200">
                <a:solidFill>
                  <a:schemeClr val="tx1"/>
                </a:solidFill>
                <a:latin typeface="+mj-lt"/>
                <a:ea typeface="+mj-ea"/>
                <a:cs typeface="+mj-cs"/>
              </a:defRPr>
            </a:lvl1pPr>
          </a:lstStyle>
          <a:p>
            <a:pPr marL="457200" indent="-457200" defTabSz="1054032">
              <a:buClrTx/>
              <a:buFont typeface="Wingdings" panose="05000000000000000000" pitchFamily="2" charset="2"/>
              <a:buChar char="Ø"/>
            </a:pPr>
            <a:r>
              <a:rPr lang="en-US" sz="2800" dirty="0">
                <a:solidFill>
                  <a:prstClr val="black"/>
                </a:solidFill>
                <a:latin typeface="+mn-lt"/>
              </a:rPr>
              <a:t>Coefficient of Determination</a:t>
            </a:r>
          </a:p>
        </p:txBody>
      </p:sp>
      <p:sp>
        <p:nvSpPr>
          <p:cNvPr id="23" name="Text Box 12"/>
          <p:cNvSpPr txBox="1">
            <a:spLocks noChangeArrowheads="1"/>
          </p:cNvSpPr>
          <p:nvPr/>
        </p:nvSpPr>
        <p:spPr bwMode="auto">
          <a:xfrm>
            <a:off x="722474" y="3804473"/>
            <a:ext cx="10843380" cy="2384755"/>
          </a:xfrm>
          <a:prstGeom prst="rect">
            <a:avLst/>
          </a:prstGeom>
          <a:noFill/>
          <a:ln w="12700">
            <a:noFill/>
            <a:miter lim="800000"/>
            <a:headEnd/>
            <a:tailEnd/>
          </a:ln>
          <a:effectLst/>
        </p:spPr>
        <p:txBody>
          <a:bodyPr wrap="square">
            <a:spAutoFit/>
          </a:bodyPr>
          <a:lstStyle/>
          <a:p>
            <a:pPr defTabSz="837718">
              <a:spcBef>
                <a:spcPct val="20000"/>
              </a:spcBef>
              <a:buClr>
                <a:srgbClr val="66FFFF"/>
              </a:buClr>
              <a:buSzPct val="75000"/>
            </a:pPr>
            <a:r>
              <a:rPr lang="en-US" sz="3464" kern="1200" dirty="0">
                <a:solidFill>
                  <a:prstClr val="black"/>
                </a:solidFill>
                <a:latin typeface="+mn-lt"/>
                <a:ea typeface="+mn-ea"/>
                <a:cs typeface="+mn-cs"/>
              </a:rPr>
              <a:t>where:</a:t>
            </a:r>
          </a:p>
          <a:p>
            <a:pPr defTabSz="837718">
              <a:lnSpc>
                <a:spcPct val="90000"/>
              </a:lnSpc>
              <a:spcBef>
                <a:spcPct val="20000"/>
              </a:spcBef>
              <a:buClr>
                <a:srgbClr val="66FFFF"/>
              </a:buClr>
              <a:buSzPct val="75000"/>
            </a:pPr>
            <a:r>
              <a:rPr lang="en-US" sz="3464" kern="1200" dirty="0">
                <a:solidFill>
                  <a:prstClr val="black"/>
                </a:solidFill>
                <a:latin typeface="+mn-lt"/>
                <a:ea typeface="+mn-ea"/>
                <a:cs typeface="+mn-cs"/>
              </a:rPr>
              <a:t>	     SST = Sum of Squares due to Total</a:t>
            </a:r>
          </a:p>
          <a:p>
            <a:pPr defTabSz="837718">
              <a:lnSpc>
                <a:spcPct val="90000"/>
              </a:lnSpc>
              <a:spcBef>
                <a:spcPct val="20000"/>
              </a:spcBef>
              <a:buClr>
                <a:srgbClr val="66FFFF"/>
              </a:buClr>
              <a:buSzPct val="75000"/>
            </a:pPr>
            <a:r>
              <a:rPr lang="en-US" sz="3464" kern="1200" dirty="0">
                <a:solidFill>
                  <a:prstClr val="black"/>
                </a:solidFill>
                <a:latin typeface="+mn-lt"/>
                <a:ea typeface="+mn-ea"/>
                <a:cs typeface="+mn-cs"/>
              </a:rPr>
              <a:t>	     SSR = Sum of Squares due to Regression</a:t>
            </a:r>
          </a:p>
          <a:p>
            <a:pPr defTabSz="837718">
              <a:lnSpc>
                <a:spcPct val="90000"/>
              </a:lnSpc>
              <a:spcBef>
                <a:spcPct val="20000"/>
              </a:spcBef>
              <a:buClr>
                <a:srgbClr val="66FFFF"/>
              </a:buClr>
              <a:buSzPct val="75000"/>
            </a:pPr>
            <a:r>
              <a:rPr lang="en-US" sz="3464" kern="1200" dirty="0">
                <a:solidFill>
                  <a:prstClr val="black"/>
                </a:solidFill>
                <a:latin typeface="+mn-lt"/>
                <a:ea typeface="+mn-ea"/>
                <a:cs typeface="+mn-cs"/>
              </a:rPr>
              <a:t>	</a:t>
            </a:r>
          </a:p>
        </p:txBody>
      </p:sp>
      <p:pic>
        <p:nvPicPr>
          <p:cNvPr id="24" name="Picture 23"/>
          <p:cNvPicPr>
            <a:picLocks noChangeAspect="1"/>
          </p:cNvPicPr>
          <p:nvPr/>
        </p:nvPicPr>
        <p:blipFill>
          <a:blip r:embed="rId3"/>
          <a:stretch>
            <a:fillRect/>
          </a:stretch>
        </p:blipFill>
        <p:spPr>
          <a:xfrm>
            <a:off x="2674835" y="1875877"/>
            <a:ext cx="5179584" cy="1929972"/>
          </a:xfrm>
          <a:prstGeom prst="rect">
            <a:avLst/>
          </a:prstGeom>
        </p:spPr>
      </p:pic>
      <p:sp>
        <p:nvSpPr>
          <p:cNvPr id="2" name="Title 2">
            <a:extLst>
              <a:ext uri="{FF2B5EF4-FFF2-40B4-BE49-F238E27FC236}">
                <a16:creationId xmlns:a16="http://schemas.microsoft.com/office/drawing/2014/main" id="{B75597A4-6BD4-6954-AB8F-A3233D3D125E}"/>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4156" b="1" dirty="0">
                <a:solidFill>
                  <a:schemeClr val="bg1"/>
                </a:solidFill>
                <a:latin typeface="+mn-lt"/>
                <a:cs typeface="Helvetica" panose="020B0604020202020204" pitchFamily="34" charset="0"/>
              </a:rPr>
              <a:t>Simple Linear Regression</a:t>
            </a:r>
          </a:p>
        </p:txBody>
      </p:sp>
    </p:spTree>
    <p:extLst>
      <p:ext uri="{BB962C8B-B14F-4D97-AF65-F5344CB8AC3E}">
        <p14:creationId xmlns:p14="http://schemas.microsoft.com/office/powerpoint/2010/main" val="2154846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 calcmode="lin" valueType="num">
                                      <p:cBhvr>
                                        <p:cTn id="18" dur="500" fill="hold"/>
                                        <p:tgtEl>
                                          <p:spTgt spid="24"/>
                                        </p:tgtEl>
                                        <p:attrNameLst>
                                          <p:attrName>ppt_w</p:attrName>
                                        </p:attrNameLst>
                                      </p:cBhvr>
                                      <p:tavLst>
                                        <p:tav tm="0">
                                          <p:val>
                                            <p:fltVal val="0"/>
                                          </p:val>
                                        </p:tav>
                                        <p:tav tm="100000">
                                          <p:val>
                                            <p:strVal val="#ppt_w"/>
                                          </p:val>
                                        </p:tav>
                                      </p:tavLst>
                                    </p:anim>
                                    <p:anim calcmode="lin" valueType="num">
                                      <p:cBhvr>
                                        <p:cTn id="19" dur="500" fill="hold"/>
                                        <p:tgtEl>
                                          <p:spTgt spid="24"/>
                                        </p:tgtEl>
                                        <p:attrNameLst>
                                          <p:attrName>ppt_h</p:attrName>
                                        </p:attrNameLst>
                                      </p:cBhvr>
                                      <p:tavLst>
                                        <p:tav tm="0">
                                          <p:val>
                                            <p:fltVal val="0"/>
                                          </p:val>
                                        </p:tav>
                                        <p:tav tm="100000">
                                          <p:val>
                                            <p:strVal val="#ppt_h"/>
                                          </p:val>
                                        </p:tav>
                                      </p:tavLst>
                                    </p:anim>
                                    <p:animEffect transition="in" filter="fad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blinds(horizontal)">
                                      <p:cBhvr>
                                        <p:cTn id="2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utoUpdateAnimBg="0"/>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txBox="1">
            <a:spLocks noChangeArrowheads="1"/>
          </p:cNvSpPr>
          <p:nvPr/>
        </p:nvSpPr>
        <p:spPr>
          <a:xfrm>
            <a:off x="578840" y="1240456"/>
            <a:ext cx="11130649" cy="507237"/>
          </a:xfrm>
          <a:prstGeom prst="rect">
            <a:avLst/>
          </a:prstGeom>
          <a:noFill/>
          <a:ln/>
        </p:spPr>
        <p:txBody>
          <a:bodyPr/>
          <a:lstStyle>
            <a:lvl1pPr algn="l" defTabSz="1217268" rtl="0" eaLnBrk="1" latinLnBrk="0" hangingPunct="1">
              <a:lnSpc>
                <a:spcPct val="90000"/>
              </a:lnSpc>
              <a:spcBef>
                <a:spcPct val="0"/>
              </a:spcBef>
              <a:buNone/>
              <a:defRPr sz="5891" kern="1200">
                <a:solidFill>
                  <a:schemeClr val="tx1"/>
                </a:solidFill>
                <a:latin typeface="+mj-lt"/>
                <a:ea typeface="+mj-ea"/>
                <a:cs typeface="+mj-cs"/>
              </a:defRPr>
            </a:lvl1pPr>
          </a:lstStyle>
          <a:p>
            <a:pPr defTabSz="1054032">
              <a:buClrTx/>
            </a:pPr>
            <a:r>
              <a:rPr lang="en-US" sz="3464" dirty="0">
                <a:solidFill>
                  <a:prstClr val="black"/>
                </a:solidFill>
                <a:latin typeface="Helvetic Neue"/>
              </a:rPr>
              <a:t>Example</a:t>
            </a:r>
          </a:p>
        </p:txBody>
      </p:sp>
      <p:sp>
        <p:nvSpPr>
          <p:cNvPr id="13" name="Text Box 12"/>
          <p:cNvSpPr txBox="1">
            <a:spLocks noChangeArrowheads="1"/>
          </p:cNvSpPr>
          <p:nvPr/>
        </p:nvSpPr>
        <p:spPr bwMode="auto">
          <a:xfrm>
            <a:off x="722474" y="4756001"/>
            <a:ext cx="10843380" cy="1056315"/>
          </a:xfrm>
          <a:prstGeom prst="rect">
            <a:avLst/>
          </a:prstGeom>
          <a:noFill/>
          <a:ln w="12700">
            <a:noFill/>
            <a:miter lim="800000"/>
            <a:headEnd/>
            <a:tailEnd/>
          </a:ln>
          <a:effectLst/>
        </p:spPr>
        <p:txBody>
          <a:bodyPr wrap="square">
            <a:spAutoFit/>
          </a:bodyPr>
          <a:lstStyle/>
          <a:p>
            <a:pPr algn="just" defTabSz="837718">
              <a:spcBef>
                <a:spcPct val="20000"/>
              </a:spcBef>
              <a:buClr>
                <a:srgbClr val="66FFFF"/>
              </a:buClr>
              <a:buSzPct val="75000"/>
            </a:pPr>
            <a:r>
              <a:rPr lang="en-US" sz="2800" kern="1200" dirty="0">
                <a:solidFill>
                  <a:prstClr val="black"/>
                </a:solidFill>
                <a:latin typeface="+mn-lt"/>
                <a:ea typeface="+mn-ea"/>
                <a:cs typeface="+mn-cs"/>
              </a:rPr>
              <a:t>Fit a regression line of Y on X and determine the coefficient of determination</a:t>
            </a:r>
            <a:r>
              <a:rPr lang="en-US" sz="3464" kern="1200" dirty="0">
                <a:solidFill>
                  <a:prstClr val="black"/>
                </a:solidFill>
                <a:latin typeface="Helvetic Neue"/>
                <a:ea typeface="+mn-ea"/>
                <a:cs typeface="+mn-cs"/>
              </a:rPr>
              <a:t>	</a:t>
            </a:r>
          </a:p>
        </p:txBody>
      </p:sp>
      <p:graphicFrame>
        <p:nvGraphicFramePr>
          <p:cNvPr id="14" name="Table 13"/>
          <p:cNvGraphicFramePr>
            <a:graphicFrameLocks noGrp="1"/>
          </p:cNvGraphicFramePr>
          <p:nvPr/>
        </p:nvGraphicFramePr>
        <p:xfrm>
          <a:off x="3101793" y="1240456"/>
          <a:ext cx="3933128" cy="3385376"/>
        </p:xfrm>
        <a:graphic>
          <a:graphicData uri="http://schemas.openxmlformats.org/drawingml/2006/table">
            <a:tbl>
              <a:tblPr>
                <a:tableStyleId>{5940675A-B579-460E-94D1-54222C63F5DA}</a:tableStyleId>
              </a:tblPr>
              <a:tblGrid>
                <a:gridCol w="1876832">
                  <a:extLst>
                    <a:ext uri="{9D8B030D-6E8A-4147-A177-3AD203B41FA5}">
                      <a16:colId xmlns:a16="http://schemas.microsoft.com/office/drawing/2014/main" val="20000"/>
                    </a:ext>
                  </a:extLst>
                </a:gridCol>
                <a:gridCol w="2056296">
                  <a:extLst>
                    <a:ext uri="{9D8B030D-6E8A-4147-A177-3AD203B41FA5}">
                      <a16:colId xmlns:a16="http://schemas.microsoft.com/office/drawing/2014/main" val="20001"/>
                    </a:ext>
                  </a:extLst>
                </a:gridCol>
              </a:tblGrid>
              <a:tr h="840764">
                <a:tc>
                  <a:txBody>
                    <a:bodyPr/>
                    <a:lstStyle/>
                    <a:p>
                      <a:pPr algn="ctr" fontAlgn="ctr"/>
                      <a:r>
                        <a:rPr lang="en-IN" sz="2400" b="1" u="none" strike="noStrike" dirty="0">
                          <a:effectLst/>
                          <a:latin typeface="Helvetic Neue"/>
                        </a:rPr>
                        <a:t>No. of TV </a:t>
                      </a:r>
                      <a:r>
                        <a:rPr lang="en-IN" sz="2400" b="1" u="none" strike="noStrike" dirty="0" err="1">
                          <a:effectLst/>
                          <a:latin typeface="Helvetic Neue"/>
                        </a:rPr>
                        <a:t>advs</a:t>
                      </a:r>
                      <a:r>
                        <a:rPr lang="en-IN" sz="2400" b="1" u="none" strike="noStrike" dirty="0">
                          <a:effectLst/>
                          <a:latin typeface="Helvetic Neue"/>
                        </a:rPr>
                        <a:t> (X)</a:t>
                      </a:r>
                      <a:endParaRPr lang="en-IN" sz="2400" b="1" i="0" u="none" strike="noStrike" dirty="0">
                        <a:solidFill>
                          <a:srgbClr val="000000"/>
                        </a:solidFill>
                        <a:effectLst/>
                        <a:latin typeface="Helvetic Neue"/>
                      </a:endParaRPr>
                    </a:p>
                  </a:txBody>
                  <a:tcPr marL="6598" marR="6598" marT="6598" marB="0" anchor="ctr"/>
                </a:tc>
                <a:tc>
                  <a:txBody>
                    <a:bodyPr/>
                    <a:lstStyle/>
                    <a:p>
                      <a:pPr algn="ctr" fontAlgn="ctr"/>
                      <a:r>
                        <a:rPr lang="en-IN" sz="2400" b="1" u="none" strike="noStrike" dirty="0">
                          <a:effectLst/>
                          <a:latin typeface="Helvetic Neue"/>
                        </a:rPr>
                        <a:t>No. of cars sold (Y)</a:t>
                      </a:r>
                      <a:endParaRPr lang="en-IN" sz="2400" b="1" i="0" u="none" strike="noStrike" dirty="0">
                        <a:solidFill>
                          <a:srgbClr val="000000"/>
                        </a:solidFill>
                        <a:effectLst/>
                        <a:latin typeface="Helvetic Neue"/>
                      </a:endParaRPr>
                    </a:p>
                  </a:txBody>
                  <a:tcPr marL="6598" marR="6598" marT="6598" marB="0" anchor="ctr"/>
                </a:tc>
                <a:extLst>
                  <a:ext uri="{0D108BD9-81ED-4DB2-BD59-A6C34878D82A}">
                    <a16:rowId xmlns:a16="http://schemas.microsoft.com/office/drawing/2014/main" val="10000"/>
                  </a:ext>
                </a:extLst>
              </a:tr>
              <a:tr h="424102">
                <a:tc>
                  <a:txBody>
                    <a:bodyPr/>
                    <a:lstStyle/>
                    <a:p>
                      <a:pPr algn="ctr" fontAlgn="ctr"/>
                      <a:r>
                        <a:rPr lang="en-IN" sz="2400" b="1" u="none" strike="noStrike">
                          <a:effectLst/>
                          <a:latin typeface="Helvetic Neue"/>
                        </a:rPr>
                        <a:t>1</a:t>
                      </a:r>
                      <a:endParaRPr lang="en-IN" sz="2400" b="1" i="0" u="none" strike="noStrike">
                        <a:solidFill>
                          <a:srgbClr val="000000"/>
                        </a:solidFill>
                        <a:effectLst/>
                        <a:latin typeface="Helvetic Neue"/>
                      </a:endParaRPr>
                    </a:p>
                  </a:txBody>
                  <a:tcPr marL="6598" marR="6598" marT="6598" marB="0" anchor="ctr"/>
                </a:tc>
                <a:tc>
                  <a:txBody>
                    <a:bodyPr/>
                    <a:lstStyle/>
                    <a:p>
                      <a:pPr algn="ctr" fontAlgn="ctr"/>
                      <a:r>
                        <a:rPr lang="en-IN" sz="2400" b="1" u="none" strike="noStrike">
                          <a:effectLst/>
                          <a:latin typeface="Helvetic Neue"/>
                        </a:rPr>
                        <a:t>14</a:t>
                      </a:r>
                      <a:endParaRPr lang="en-IN" sz="2400" b="1"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1"/>
                  </a:ext>
                </a:extLst>
              </a:tr>
              <a:tr h="424102">
                <a:tc>
                  <a:txBody>
                    <a:bodyPr/>
                    <a:lstStyle/>
                    <a:p>
                      <a:pPr algn="ctr" fontAlgn="ctr"/>
                      <a:r>
                        <a:rPr lang="en-IN" sz="2400" b="1" u="none" strike="noStrike">
                          <a:effectLst/>
                          <a:latin typeface="Helvetic Neue"/>
                        </a:rPr>
                        <a:t>3</a:t>
                      </a:r>
                      <a:endParaRPr lang="en-IN" sz="2400" b="1" i="0" u="none" strike="noStrike">
                        <a:solidFill>
                          <a:srgbClr val="000000"/>
                        </a:solidFill>
                        <a:effectLst/>
                        <a:latin typeface="Helvetic Neue"/>
                      </a:endParaRPr>
                    </a:p>
                  </a:txBody>
                  <a:tcPr marL="6598" marR="6598" marT="6598" marB="0" anchor="ctr"/>
                </a:tc>
                <a:tc>
                  <a:txBody>
                    <a:bodyPr/>
                    <a:lstStyle/>
                    <a:p>
                      <a:pPr algn="ctr" fontAlgn="ctr"/>
                      <a:r>
                        <a:rPr lang="en-IN" sz="2400" b="1" u="none" strike="noStrike">
                          <a:effectLst/>
                          <a:latin typeface="Helvetic Neue"/>
                        </a:rPr>
                        <a:t>24</a:t>
                      </a:r>
                      <a:endParaRPr lang="en-IN" sz="2400" b="1"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2"/>
                  </a:ext>
                </a:extLst>
              </a:tr>
              <a:tr h="424102">
                <a:tc>
                  <a:txBody>
                    <a:bodyPr/>
                    <a:lstStyle/>
                    <a:p>
                      <a:pPr algn="ctr" fontAlgn="ctr"/>
                      <a:r>
                        <a:rPr lang="en-IN" sz="2400" b="1" u="none" strike="noStrike">
                          <a:effectLst/>
                          <a:latin typeface="Helvetic Neue"/>
                        </a:rPr>
                        <a:t>2</a:t>
                      </a:r>
                      <a:endParaRPr lang="en-IN" sz="2400" b="1" i="0" u="none" strike="noStrike">
                        <a:solidFill>
                          <a:srgbClr val="000000"/>
                        </a:solidFill>
                        <a:effectLst/>
                        <a:latin typeface="Helvetic Neue"/>
                      </a:endParaRPr>
                    </a:p>
                  </a:txBody>
                  <a:tcPr marL="6598" marR="6598" marT="6598" marB="0" anchor="ctr"/>
                </a:tc>
                <a:tc>
                  <a:txBody>
                    <a:bodyPr/>
                    <a:lstStyle/>
                    <a:p>
                      <a:pPr algn="ctr" fontAlgn="ctr"/>
                      <a:r>
                        <a:rPr lang="en-IN" sz="2400" b="1" u="none" strike="noStrike">
                          <a:effectLst/>
                          <a:latin typeface="Helvetic Neue"/>
                        </a:rPr>
                        <a:t>18</a:t>
                      </a:r>
                      <a:endParaRPr lang="en-IN" sz="2400" b="1"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3"/>
                  </a:ext>
                </a:extLst>
              </a:tr>
              <a:tr h="424102">
                <a:tc>
                  <a:txBody>
                    <a:bodyPr/>
                    <a:lstStyle/>
                    <a:p>
                      <a:pPr algn="ctr" fontAlgn="ctr"/>
                      <a:r>
                        <a:rPr lang="en-IN" sz="2400" b="1" u="none" strike="noStrike">
                          <a:effectLst/>
                          <a:latin typeface="Helvetic Neue"/>
                        </a:rPr>
                        <a:t>1</a:t>
                      </a:r>
                      <a:endParaRPr lang="en-IN" sz="2400" b="1" i="0" u="none" strike="noStrike">
                        <a:solidFill>
                          <a:srgbClr val="000000"/>
                        </a:solidFill>
                        <a:effectLst/>
                        <a:latin typeface="Helvetic Neue"/>
                      </a:endParaRPr>
                    </a:p>
                  </a:txBody>
                  <a:tcPr marL="6598" marR="6598" marT="6598" marB="0" anchor="ctr"/>
                </a:tc>
                <a:tc>
                  <a:txBody>
                    <a:bodyPr/>
                    <a:lstStyle/>
                    <a:p>
                      <a:pPr algn="ctr" fontAlgn="ctr"/>
                      <a:r>
                        <a:rPr lang="en-IN" sz="2400" b="1" u="none" strike="noStrike">
                          <a:effectLst/>
                          <a:latin typeface="Helvetic Neue"/>
                        </a:rPr>
                        <a:t>17</a:t>
                      </a:r>
                      <a:endParaRPr lang="en-IN" sz="2400" b="1"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4"/>
                  </a:ext>
                </a:extLst>
              </a:tr>
              <a:tr h="424102">
                <a:tc>
                  <a:txBody>
                    <a:bodyPr/>
                    <a:lstStyle/>
                    <a:p>
                      <a:pPr algn="ctr" fontAlgn="ctr"/>
                      <a:r>
                        <a:rPr lang="en-IN" sz="2400" b="1" u="none" strike="noStrike">
                          <a:effectLst/>
                          <a:latin typeface="Helvetic Neue"/>
                        </a:rPr>
                        <a:t>3</a:t>
                      </a:r>
                      <a:endParaRPr lang="en-IN" sz="2400" b="1" i="0" u="none" strike="noStrike">
                        <a:solidFill>
                          <a:srgbClr val="000000"/>
                        </a:solidFill>
                        <a:effectLst/>
                        <a:latin typeface="Helvetic Neue"/>
                      </a:endParaRPr>
                    </a:p>
                  </a:txBody>
                  <a:tcPr marL="6598" marR="6598" marT="6598" marB="0" anchor="ctr"/>
                </a:tc>
                <a:tc>
                  <a:txBody>
                    <a:bodyPr/>
                    <a:lstStyle/>
                    <a:p>
                      <a:pPr algn="ctr" fontAlgn="ctr"/>
                      <a:r>
                        <a:rPr lang="en-IN" sz="2400" b="1" u="none" strike="noStrike">
                          <a:effectLst/>
                          <a:latin typeface="Helvetic Neue"/>
                        </a:rPr>
                        <a:t>27</a:t>
                      </a:r>
                      <a:endParaRPr lang="en-IN" sz="2400" b="1"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5"/>
                  </a:ext>
                </a:extLst>
              </a:tr>
              <a:tr h="424102">
                <a:tc>
                  <a:txBody>
                    <a:bodyPr/>
                    <a:lstStyle/>
                    <a:p>
                      <a:pPr algn="ctr" fontAlgn="ctr"/>
                      <a:r>
                        <a:rPr lang="en-IN" sz="2400" b="1" u="none" strike="noStrike">
                          <a:effectLst/>
                          <a:latin typeface="Helvetic Neue"/>
                        </a:rPr>
                        <a:t>2</a:t>
                      </a:r>
                      <a:endParaRPr lang="en-IN" sz="2400" b="1" i="0" u="none" strike="noStrike">
                        <a:solidFill>
                          <a:srgbClr val="000000"/>
                        </a:solidFill>
                        <a:effectLst/>
                        <a:latin typeface="Helvetic Neue"/>
                      </a:endParaRPr>
                    </a:p>
                  </a:txBody>
                  <a:tcPr marL="6598" marR="6598" marT="6598" marB="0" anchor="ctr"/>
                </a:tc>
                <a:tc>
                  <a:txBody>
                    <a:bodyPr/>
                    <a:lstStyle/>
                    <a:p>
                      <a:pPr algn="ctr" fontAlgn="ctr"/>
                      <a:r>
                        <a:rPr lang="en-IN" sz="2400" b="1" u="none" strike="noStrike" dirty="0">
                          <a:effectLst/>
                          <a:latin typeface="Helvetic Neue"/>
                        </a:rPr>
                        <a:t>20</a:t>
                      </a:r>
                      <a:endParaRPr lang="en-IN" sz="2400" b="1" i="0" u="none" strike="noStrike" dirty="0">
                        <a:solidFill>
                          <a:srgbClr val="000000"/>
                        </a:solidFill>
                        <a:effectLst/>
                        <a:latin typeface="Helvetic Neue"/>
                      </a:endParaRPr>
                    </a:p>
                  </a:txBody>
                  <a:tcPr marL="6598" marR="6598" marT="6598" marB="0" anchor="ctr"/>
                </a:tc>
                <a:extLst>
                  <a:ext uri="{0D108BD9-81ED-4DB2-BD59-A6C34878D82A}">
                    <a16:rowId xmlns:a16="http://schemas.microsoft.com/office/drawing/2014/main" val="10006"/>
                  </a:ext>
                </a:extLst>
              </a:tr>
            </a:tbl>
          </a:graphicData>
        </a:graphic>
      </p:graphicFrame>
      <p:sp>
        <p:nvSpPr>
          <p:cNvPr id="2" name="Title 2">
            <a:extLst>
              <a:ext uri="{FF2B5EF4-FFF2-40B4-BE49-F238E27FC236}">
                <a16:creationId xmlns:a16="http://schemas.microsoft.com/office/drawing/2014/main" id="{39795088-50DA-7360-D9C4-8F30586EB8C0}"/>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4156" b="1" dirty="0">
                <a:solidFill>
                  <a:srgbClr val="FF0000"/>
                </a:solidFill>
                <a:latin typeface="Helvetica Neue"/>
                <a:cs typeface="Helvetica" panose="020B0604020202020204" pitchFamily="34" charset="0"/>
              </a:rPr>
              <a:t>Simple Linear Regression</a:t>
            </a:r>
          </a:p>
        </p:txBody>
      </p:sp>
    </p:spTree>
    <p:extLst>
      <p:ext uri="{BB962C8B-B14F-4D97-AF65-F5344CB8AC3E}">
        <p14:creationId xmlns:p14="http://schemas.microsoft.com/office/powerpoint/2010/main" val="37239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utoUpdateAnimBg="0"/>
      <p:bldP spid="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txBox="1">
            <a:spLocks noChangeArrowheads="1"/>
          </p:cNvSpPr>
          <p:nvPr/>
        </p:nvSpPr>
        <p:spPr>
          <a:xfrm>
            <a:off x="4844819" y="4594152"/>
            <a:ext cx="6259276" cy="507237"/>
          </a:xfrm>
          <a:prstGeom prst="rect">
            <a:avLst/>
          </a:prstGeom>
          <a:noFill/>
          <a:ln/>
        </p:spPr>
        <p:txBody>
          <a:bodyPr/>
          <a:lstStyle>
            <a:lvl1pPr algn="l" defTabSz="1217268" rtl="0" eaLnBrk="1" latinLnBrk="0" hangingPunct="1">
              <a:lnSpc>
                <a:spcPct val="90000"/>
              </a:lnSpc>
              <a:spcBef>
                <a:spcPct val="0"/>
              </a:spcBef>
              <a:buNone/>
              <a:defRPr sz="5891" kern="1200">
                <a:solidFill>
                  <a:schemeClr val="tx1"/>
                </a:solidFill>
                <a:latin typeface="+mj-lt"/>
                <a:ea typeface="+mj-ea"/>
                <a:cs typeface="+mj-cs"/>
              </a:defRPr>
            </a:lvl1pPr>
          </a:lstStyle>
          <a:p>
            <a:pPr defTabSz="1054032">
              <a:buClrTx/>
            </a:pPr>
            <a:r>
              <a:rPr lang="en-US" sz="3464" dirty="0">
                <a:solidFill>
                  <a:prstClr val="black"/>
                </a:solidFill>
                <a:latin typeface="Helvetic Neue"/>
              </a:rPr>
              <a:t>Coefficient of Determination</a:t>
            </a:r>
          </a:p>
        </p:txBody>
      </p:sp>
      <p:graphicFrame>
        <p:nvGraphicFramePr>
          <p:cNvPr id="13" name="Table 12"/>
          <p:cNvGraphicFramePr>
            <a:graphicFrameLocks noGrp="1"/>
          </p:cNvGraphicFramePr>
          <p:nvPr/>
        </p:nvGraphicFramePr>
        <p:xfrm>
          <a:off x="525269" y="1147355"/>
          <a:ext cx="11145874" cy="3339420"/>
        </p:xfrm>
        <a:graphic>
          <a:graphicData uri="http://schemas.openxmlformats.org/drawingml/2006/table">
            <a:tbl>
              <a:tblPr>
                <a:tableStyleId>{5940675A-B579-460E-94D1-54222C63F5DA}</a:tableStyleId>
              </a:tblPr>
              <a:tblGrid>
                <a:gridCol w="733041">
                  <a:extLst>
                    <a:ext uri="{9D8B030D-6E8A-4147-A177-3AD203B41FA5}">
                      <a16:colId xmlns:a16="http://schemas.microsoft.com/office/drawing/2014/main" val="20000"/>
                    </a:ext>
                  </a:extLst>
                </a:gridCol>
                <a:gridCol w="733041">
                  <a:extLst>
                    <a:ext uri="{9D8B030D-6E8A-4147-A177-3AD203B41FA5}">
                      <a16:colId xmlns:a16="http://schemas.microsoft.com/office/drawing/2014/main" val="20001"/>
                    </a:ext>
                  </a:extLst>
                </a:gridCol>
                <a:gridCol w="835665">
                  <a:extLst>
                    <a:ext uri="{9D8B030D-6E8A-4147-A177-3AD203B41FA5}">
                      <a16:colId xmlns:a16="http://schemas.microsoft.com/office/drawing/2014/main" val="20002"/>
                    </a:ext>
                  </a:extLst>
                </a:gridCol>
                <a:gridCol w="1070239">
                  <a:extLst>
                    <a:ext uri="{9D8B030D-6E8A-4147-A177-3AD203B41FA5}">
                      <a16:colId xmlns:a16="http://schemas.microsoft.com/office/drawing/2014/main" val="20003"/>
                    </a:ext>
                  </a:extLst>
                </a:gridCol>
                <a:gridCol w="1348794">
                  <a:extLst>
                    <a:ext uri="{9D8B030D-6E8A-4147-A177-3AD203B41FA5}">
                      <a16:colId xmlns:a16="http://schemas.microsoft.com/office/drawing/2014/main" val="20004"/>
                    </a:ext>
                  </a:extLst>
                </a:gridCol>
                <a:gridCol w="821004">
                  <a:extLst>
                    <a:ext uri="{9D8B030D-6E8A-4147-A177-3AD203B41FA5}">
                      <a16:colId xmlns:a16="http://schemas.microsoft.com/office/drawing/2014/main" val="20005"/>
                    </a:ext>
                  </a:extLst>
                </a:gridCol>
                <a:gridCol w="835665">
                  <a:extLst>
                    <a:ext uri="{9D8B030D-6E8A-4147-A177-3AD203B41FA5}">
                      <a16:colId xmlns:a16="http://schemas.microsoft.com/office/drawing/2014/main" val="20006"/>
                    </a:ext>
                  </a:extLst>
                </a:gridCol>
                <a:gridCol w="1392776">
                  <a:extLst>
                    <a:ext uri="{9D8B030D-6E8A-4147-A177-3AD203B41FA5}">
                      <a16:colId xmlns:a16="http://schemas.microsoft.com/office/drawing/2014/main" val="20007"/>
                    </a:ext>
                  </a:extLst>
                </a:gridCol>
                <a:gridCol w="1739748">
                  <a:extLst>
                    <a:ext uri="{9D8B030D-6E8A-4147-A177-3AD203B41FA5}">
                      <a16:colId xmlns:a16="http://schemas.microsoft.com/office/drawing/2014/main" val="20008"/>
                    </a:ext>
                  </a:extLst>
                </a:gridCol>
                <a:gridCol w="1635901">
                  <a:extLst>
                    <a:ext uri="{9D8B030D-6E8A-4147-A177-3AD203B41FA5}">
                      <a16:colId xmlns:a16="http://schemas.microsoft.com/office/drawing/2014/main" val="20009"/>
                    </a:ext>
                  </a:extLst>
                </a:gridCol>
              </a:tblGrid>
              <a:tr h="690519">
                <a:tc>
                  <a:txBody>
                    <a:bodyPr/>
                    <a:lstStyle/>
                    <a:p>
                      <a:pPr algn="ctr" fontAlgn="ctr"/>
                      <a:endParaRPr lang="en-IN" sz="2400" b="0" i="0" u="none" strike="noStrike" dirty="0">
                        <a:solidFill>
                          <a:srgbClr val="000000"/>
                        </a:solidFill>
                        <a:effectLst/>
                        <a:latin typeface="Helvetic Neue"/>
                      </a:endParaRPr>
                    </a:p>
                  </a:txBody>
                  <a:tcPr marL="6598" marR="6598" marT="6598" marB="0" anchor="ctr"/>
                </a:tc>
                <a:tc>
                  <a:txBody>
                    <a:bodyPr/>
                    <a:lstStyle/>
                    <a:p>
                      <a:pPr algn="ctr" fontAlgn="ctr"/>
                      <a:r>
                        <a:rPr lang="en-IN" sz="2400" u="none" strike="noStrike" dirty="0">
                          <a:effectLst/>
                        </a:rPr>
                        <a:t>X</a:t>
                      </a:r>
                      <a:endParaRPr lang="en-IN" sz="2400" b="0" i="0" u="none" strike="noStrike" dirty="0">
                        <a:solidFill>
                          <a:srgbClr val="000000"/>
                        </a:solidFill>
                        <a:effectLst/>
                        <a:latin typeface="Helvetic Neue"/>
                      </a:endParaRPr>
                    </a:p>
                  </a:txBody>
                  <a:tcPr marL="6598" marR="6598" marT="6598" marB="0" anchor="ctr"/>
                </a:tc>
                <a:tc>
                  <a:txBody>
                    <a:bodyPr/>
                    <a:lstStyle/>
                    <a:p>
                      <a:pPr algn="ctr" fontAlgn="ctr"/>
                      <a:r>
                        <a:rPr lang="en-IN" sz="2400" u="none" strike="noStrike">
                          <a:effectLst/>
                        </a:rPr>
                        <a:t>Y</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x = (X-2)</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y = (Y-20)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xy</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x</a:t>
                      </a:r>
                      <a:r>
                        <a:rPr lang="en-IN" sz="2400" u="none" strike="noStrike" baseline="30000">
                          <a:effectLst/>
                        </a:rPr>
                        <a:t>2</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(Y-20)</a:t>
                      </a:r>
                      <a:r>
                        <a:rPr lang="en-IN" sz="2400" u="none" strike="noStrike" baseline="30000">
                          <a:effectLst/>
                        </a:rPr>
                        <a:t>2</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Y^ = 10 + 5X</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dirty="0">
                          <a:effectLst/>
                        </a:rPr>
                        <a:t>(Y^ - 20)</a:t>
                      </a:r>
                      <a:r>
                        <a:rPr lang="en-IN" sz="2400" u="none" strike="noStrike" baseline="30000" dirty="0">
                          <a:effectLst/>
                        </a:rPr>
                        <a:t>2</a:t>
                      </a:r>
                      <a:endParaRPr lang="en-IN" sz="2400" b="0" i="0" u="none" strike="noStrike" dirty="0">
                        <a:solidFill>
                          <a:srgbClr val="000000"/>
                        </a:solidFill>
                        <a:effectLst/>
                        <a:latin typeface="Helvetic Neue"/>
                      </a:endParaRPr>
                    </a:p>
                  </a:txBody>
                  <a:tcPr marL="6598" marR="6598" marT="6598" marB="0" anchor="ctr"/>
                </a:tc>
                <a:extLst>
                  <a:ext uri="{0D108BD9-81ED-4DB2-BD59-A6C34878D82A}">
                    <a16:rowId xmlns:a16="http://schemas.microsoft.com/office/drawing/2014/main" val="10000"/>
                  </a:ext>
                </a:extLst>
              </a:tr>
              <a:tr h="450484">
                <a:tc>
                  <a:txBody>
                    <a:bodyPr/>
                    <a:lstStyle/>
                    <a:p>
                      <a:pPr algn="ctr" fontAlgn="ct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14</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-6</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6</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36</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15</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25</a:t>
                      </a:r>
                      <a:endParaRPr lang="en-IN" sz="2400" b="0"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1"/>
                  </a:ext>
                </a:extLst>
              </a:tr>
              <a:tr h="450484">
                <a:tc>
                  <a:txBody>
                    <a:bodyPr/>
                    <a:lstStyle/>
                    <a:p>
                      <a:pPr algn="ctr" fontAlgn="ct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3</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24</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dirty="0">
                          <a:effectLst/>
                        </a:rPr>
                        <a:t>1</a:t>
                      </a:r>
                      <a:endParaRPr lang="en-IN" sz="2400" b="0" i="0" u="none" strike="noStrike" dirty="0">
                        <a:solidFill>
                          <a:srgbClr val="000000"/>
                        </a:solidFill>
                        <a:effectLst/>
                        <a:latin typeface="Helvetic Neue"/>
                      </a:endParaRPr>
                    </a:p>
                  </a:txBody>
                  <a:tcPr marL="6598" marR="6598" marT="6598" marB="0" anchor="ctr"/>
                </a:tc>
                <a:tc>
                  <a:txBody>
                    <a:bodyPr/>
                    <a:lstStyle/>
                    <a:p>
                      <a:pPr algn="ctr" fontAlgn="ctr"/>
                      <a:r>
                        <a:rPr lang="en-IN" sz="2400" u="none" strike="noStrike">
                          <a:effectLst/>
                        </a:rPr>
                        <a:t>4</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4</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16</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25</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25</a:t>
                      </a:r>
                      <a:endParaRPr lang="en-IN" sz="2400" b="0"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2"/>
                  </a:ext>
                </a:extLst>
              </a:tr>
              <a:tr h="450484">
                <a:tc>
                  <a:txBody>
                    <a:bodyPr/>
                    <a:lstStyle/>
                    <a:p>
                      <a:pPr algn="ctr" fontAlgn="ct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18</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4</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0</a:t>
                      </a:r>
                      <a:endParaRPr lang="en-IN" sz="2400" b="0"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3"/>
                  </a:ext>
                </a:extLst>
              </a:tr>
              <a:tr h="450484">
                <a:tc>
                  <a:txBody>
                    <a:bodyPr/>
                    <a:lstStyle/>
                    <a:p>
                      <a:pPr algn="ctr" fontAlgn="ct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17</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-3</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3</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9</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15</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25</a:t>
                      </a:r>
                      <a:endParaRPr lang="en-IN" sz="2400" b="0"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4"/>
                  </a:ext>
                </a:extLst>
              </a:tr>
              <a:tr h="450484">
                <a:tc>
                  <a:txBody>
                    <a:bodyPr/>
                    <a:lstStyle/>
                    <a:p>
                      <a:pPr algn="ctr" fontAlgn="ct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3</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27</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7</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7</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49</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25</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25</a:t>
                      </a:r>
                      <a:endParaRPr lang="en-IN" sz="2400" b="0"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5"/>
                  </a:ext>
                </a:extLst>
              </a:tr>
              <a:tr h="396481">
                <a:tc>
                  <a:txBody>
                    <a:bodyPr/>
                    <a:lstStyle/>
                    <a:p>
                      <a:pPr algn="ctr" fontAlgn="ctr"/>
                      <a:r>
                        <a:rPr lang="en-IN" sz="2400" b="0" i="0" u="none" strike="noStrike" dirty="0">
                          <a:solidFill>
                            <a:srgbClr val="000000"/>
                          </a:solidFill>
                          <a:effectLst/>
                          <a:latin typeface="Helvetic Neue"/>
                        </a:rPr>
                        <a:t>Total</a:t>
                      </a:r>
                    </a:p>
                  </a:txBody>
                  <a:tcPr marL="6598" marR="6598" marT="6598" marB="0" anchor="ctr"/>
                </a:tc>
                <a:tc>
                  <a:txBody>
                    <a:bodyPr/>
                    <a:lstStyle/>
                    <a:p>
                      <a:pPr algn="ctr" fontAlgn="ctr"/>
                      <a:r>
                        <a:rPr lang="en-IN" sz="2400" u="none" strike="noStrike" dirty="0">
                          <a:effectLst/>
                        </a:rPr>
                        <a:t>10</a:t>
                      </a:r>
                      <a:endParaRPr lang="en-IN" sz="2400" b="0" i="0" u="none" strike="noStrike" dirty="0">
                        <a:solidFill>
                          <a:srgbClr val="000000"/>
                        </a:solidFill>
                        <a:effectLst/>
                        <a:latin typeface="Helvetic Neue"/>
                      </a:endParaRPr>
                    </a:p>
                  </a:txBody>
                  <a:tcPr marL="6598" marR="6598" marT="6598" marB="0" anchor="ctr"/>
                </a:tc>
                <a:tc>
                  <a:txBody>
                    <a:bodyPr/>
                    <a:lstStyle/>
                    <a:p>
                      <a:pPr algn="ctr" fontAlgn="ctr"/>
                      <a:r>
                        <a:rPr lang="en-IN" sz="2400" u="none" strike="noStrike" dirty="0">
                          <a:effectLst/>
                        </a:rPr>
                        <a:t>100</a:t>
                      </a:r>
                      <a:endParaRPr lang="en-IN" sz="2400" b="0" i="0" u="none" strike="noStrike" dirty="0">
                        <a:solidFill>
                          <a:srgbClr val="000000"/>
                        </a:solidFill>
                        <a:effectLst/>
                        <a:latin typeface="Helvetic Neue"/>
                      </a:endParaRPr>
                    </a:p>
                  </a:txBody>
                  <a:tcPr marL="6598" marR="6598" marT="6598" marB="0" anchor="ctr"/>
                </a:tc>
                <a:tc>
                  <a:txBody>
                    <a:bodyPr/>
                    <a:lstStyle/>
                    <a:p>
                      <a:pPr algn="ctr" fontAlgn="ctr"/>
                      <a:r>
                        <a:rPr lang="en-IN" sz="2400" u="none" strike="noStrike">
                          <a:effectLst/>
                        </a:rPr>
                        <a:t>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4</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dirty="0">
                          <a:effectLst/>
                        </a:rPr>
                        <a:t>114</a:t>
                      </a:r>
                      <a:endParaRPr lang="en-IN" sz="2400" b="0" i="0" u="none" strike="noStrike" dirty="0">
                        <a:solidFill>
                          <a:srgbClr val="000000"/>
                        </a:solidFill>
                        <a:effectLst/>
                        <a:latin typeface="Helvetic Neue"/>
                      </a:endParaRPr>
                    </a:p>
                  </a:txBody>
                  <a:tcPr marL="6598" marR="6598" marT="6598" marB="0" anchor="ctr"/>
                </a:tc>
                <a:tc>
                  <a:txBody>
                    <a:bodyPr/>
                    <a:lstStyle/>
                    <a:p>
                      <a:pPr algn="ctr" fontAlgn="ctr"/>
                      <a:endParaRPr lang="en-IN" sz="2400" b="0" i="0" u="none" strike="noStrike" dirty="0">
                        <a:solidFill>
                          <a:srgbClr val="000000"/>
                        </a:solidFill>
                        <a:effectLst/>
                        <a:latin typeface="Helvetic Neue"/>
                      </a:endParaRPr>
                    </a:p>
                  </a:txBody>
                  <a:tcPr marL="6598" marR="6598" marT="6598" marB="0" anchor="ctr"/>
                </a:tc>
                <a:tc>
                  <a:txBody>
                    <a:bodyPr/>
                    <a:lstStyle/>
                    <a:p>
                      <a:pPr algn="ctr" fontAlgn="ctr"/>
                      <a:r>
                        <a:rPr lang="en-IN" sz="2400" u="none" strike="noStrike" dirty="0">
                          <a:effectLst/>
                        </a:rPr>
                        <a:t>100</a:t>
                      </a:r>
                      <a:endParaRPr lang="en-IN" sz="2400" b="0" i="0" u="none" strike="noStrike" dirty="0">
                        <a:solidFill>
                          <a:srgbClr val="000000"/>
                        </a:solidFill>
                        <a:effectLst/>
                        <a:latin typeface="Helvetic Neue"/>
                      </a:endParaRPr>
                    </a:p>
                  </a:txBody>
                  <a:tcPr marL="6598" marR="6598" marT="6598" marB="0" anchor="ctr"/>
                </a:tc>
                <a:extLst>
                  <a:ext uri="{0D108BD9-81ED-4DB2-BD59-A6C34878D82A}">
                    <a16:rowId xmlns:a16="http://schemas.microsoft.com/office/drawing/2014/main" val="10006"/>
                  </a:ext>
                </a:extLst>
              </a:tr>
            </a:tbl>
          </a:graphicData>
        </a:graphic>
      </p:graphicFrame>
      <p:sp>
        <p:nvSpPr>
          <p:cNvPr id="14" name="Rectangle 2"/>
          <p:cNvSpPr txBox="1">
            <a:spLocks noChangeArrowheads="1"/>
          </p:cNvSpPr>
          <p:nvPr/>
        </p:nvSpPr>
        <p:spPr>
          <a:xfrm>
            <a:off x="603077" y="4594152"/>
            <a:ext cx="4056494" cy="507237"/>
          </a:xfrm>
          <a:prstGeom prst="rect">
            <a:avLst/>
          </a:prstGeom>
          <a:noFill/>
          <a:ln/>
        </p:spPr>
        <p:txBody>
          <a:bodyPr/>
          <a:lstStyle>
            <a:lvl1pPr algn="l" defTabSz="1217268" rtl="0" eaLnBrk="1" latinLnBrk="0" hangingPunct="1">
              <a:lnSpc>
                <a:spcPct val="90000"/>
              </a:lnSpc>
              <a:spcBef>
                <a:spcPct val="0"/>
              </a:spcBef>
              <a:buNone/>
              <a:defRPr sz="5891" kern="1200">
                <a:solidFill>
                  <a:schemeClr val="tx1"/>
                </a:solidFill>
                <a:latin typeface="+mj-lt"/>
                <a:ea typeface="+mj-ea"/>
                <a:cs typeface="+mj-cs"/>
              </a:defRPr>
            </a:lvl1pPr>
          </a:lstStyle>
          <a:p>
            <a:pPr defTabSz="1054032">
              <a:buClrTx/>
            </a:pPr>
            <a:r>
              <a:rPr lang="en-US" sz="3464" dirty="0">
                <a:solidFill>
                  <a:prstClr val="black"/>
                </a:solidFill>
                <a:latin typeface="Helvetic Neue"/>
              </a:rPr>
              <a:t>Regression y on X</a:t>
            </a:r>
          </a:p>
        </p:txBody>
      </p:sp>
      <p:pic>
        <p:nvPicPr>
          <p:cNvPr id="15" name="Picture 14"/>
          <p:cNvPicPr>
            <a:picLocks noChangeAspect="1"/>
          </p:cNvPicPr>
          <p:nvPr/>
        </p:nvPicPr>
        <p:blipFill>
          <a:blip r:embed="rId3"/>
          <a:stretch>
            <a:fillRect/>
          </a:stretch>
        </p:blipFill>
        <p:spPr>
          <a:xfrm>
            <a:off x="603077" y="5536885"/>
            <a:ext cx="2713508" cy="668067"/>
          </a:xfrm>
          <a:prstGeom prst="rect">
            <a:avLst/>
          </a:prstGeom>
        </p:spPr>
      </p:pic>
      <p:pic>
        <p:nvPicPr>
          <p:cNvPr id="16" name="Picture 15"/>
          <p:cNvPicPr>
            <a:picLocks noChangeAspect="1"/>
          </p:cNvPicPr>
          <p:nvPr/>
        </p:nvPicPr>
        <p:blipFill>
          <a:blip r:embed="rId4"/>
          <a:stretch>
            <a:fillRect/>
          </a:stretch>
        </p:blipFill>
        <p:spPr>
          <a:xfrm>
            <a:off x="4101760" y="5256461"/>
            <a:ext cx="7002336" cy="1228914"/>
          </a:xfrm>
          <a:prstGeom prst="rect">
            <a:avLst/>
          </a:prstGeom>
        </p:spPr>
      </p:pic>
      <p:sp>
        <p:nvSpPr>
          <p:cNvPr id="2" name="Title 2">
            <a:extLst>
              <a:ext uri="{FF2B5EF4-FFF2-40B4-BE49-F238E27FC236}">
                <a16:creationId xmlns:a16="http://schemas.microsoft.com/office/drawing/2014/main" id="{C6D7668B-7C6B-C1B8-1170-0121ADD180AA}"/>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4156" b="1" dirty="0">
                <a:solidFill>
                  <a:srgbClr val="FF0000"/>
                </a:solidFill>
                <a:latin typeface="Helvetica Neue"/>
                <a:cs typeface="Helvetica" panose="020B0604020202020204" pitchFamily="34" charset="0"/>
              </a:rPr>
              <a:t>Simple Linear Regression</a:t>
            </a:r>
          </a:p>
        </p:txBody>
      </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EF0BBCD1-C2C1-1AD1-EFD0-56854B019E44}"/>
                  </a:ext>
                </a:extLst>
              </p14:cNvPr>
              <p14:cNvContentPartPr/>
              <p14:nvPr/>
            </p14:nvContentPartPr>
            <p14:xfrm>
              <a:off x="13820575" y="3766639"/>
              <a:ext cx="312" cy="312"/>
            </p14:xfrm>
          </p:contentPart>
        </mc:Choice>
        <mc:Fallback xmlns="">
          <p:pic>
            <p:nvPicPr>
              <p:cNvPr id="3" name="Ink 2">
                <a:extLst>
                  <a:ext uri="{FF2B5EF4-FFF2-40B4-BE49-F238E27FC236}">
                    <a16:creationId xmlns:a16="http://schemas.microsoft.com/office/drawing/2014/main" id="{EF0BBCD1-C2C1-1AD1-EFD0-56854B019E44}"/>
                  </a:ext>
                </a:extLst>
              </p:cNvPr>
              <p:cNvPicPr/>
              <p:nvPr/>
            </p:nvPicPr>
            <p:blipFill>
              <a:blip r:embed="rId6"/>
              <a:stretch>
                <a:fillRect/>
              </a:stretch>
            </p:blipFill>
            <p:spPr>
              <a:xfrm>
                <a:off x="13804975" y="3751039"/>
                <a:ext cx="31200" cy="31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38C4A721-054D-AD2B-CD36-79711FB8184E}"/>
                  </a:ext>
                </a:extLst>
              </p14:cNvPr>
              <p14:cNvContentPartPr/>
              <p14:nvPr/>
            </p14:nvContentPartPr>
            <p14:xfrm>
              <a:off x="1391215" y="4474568"/>
              <a:ext cx="312" cy="312"/>
            </p14:xfrm>
          </p:contentPart>
        </mc:Choice>
        <mc:Fallback xmlns="">
          <p:pic>
            <p:nvPicPr>
              <p:cNvPr id="4" name="Ink 3">
                <a:extLst>
                  <a:ext uri="{FF2B5EF4-FFF2-40B4-BE49-F238E27FC236}">
                    <a16:creationId xmlns:a16="http://schemas.microsoft.com/office/drawing/2014/main" id="{38C4A721-054D-AD2B-CD36-79711FB8184E}"/>
                  </a:ext>
                </a:extLst>
              </p:cNvPr>
              <p:cNvPicPr/>
              <p:nvPr/>
            </p:nvPicPr>
            <p:blipFill>
              <a:blip r:embed="rId6"/>
              <a:stretch>
                <a:fillRect/>
              </a:stretch>
            </p:blipFill>
            <p:spPr>
              <a:xfrm>
                <a:off x="1375615" y="4458968"/>
                <a:ext cx="31200" cy="31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6A4064BC-1CD9-4211-AFA9-DFCEC2E2613A}"/>
                  </a:ext>
                </a:extLst>
              </p14:cNvPr>
              <p14:cNvContentPartPr/>
              <p14:nvPr/>
            </p14:nvContentPartPr>
            <p14:xfrm>
              <a:off x="-1247773" y="1763801"/>
              <a:ext cx="312" cy="616282"/>
            </p14:xfrm>
          </p:contentPart>
        </mc:Choice>
        <mc:Fallback xmlns="">
          <p:pic>
            <p:nvPicPr>
              <p:cNvPr id="5" name="Ink 4">
                <a:extLst>
                  <a:ext uri="{FF2B5EF4-FFF2-40B4-BE49-F238E27FC236}">
                    <a16:creationId xmlns:a16="http://schemas.microsoft.com/office/drawing/2014/main" id="{6A4064BC-1CD9-4211-AFA9-DFCEC2E2613A}"/>
                  </a:ext>
                </a:extLst>
              </p:cNvPr>
              <p:cNvPicPr/>
              <p:nvPr/>
            </p:nvPicPr>
            <p:blipFill>
              <a:blip r:embed="rId9"/>
              <a:stretch>
                <a:fillRect/>
              </a:stretch>
            </p:blipFill>
            <p:spPr>
              <a:xfrm>
                <a:off x="-1263373" y="1745802"/>
                <a:ext cx="31200" cy="651920"/>
              </a:xfrm>
              <a:prstGeom prst="rect">
                <a:avLst/>
              </a:prstGeom>
            </p:spPr>
          </p:pic>
        </mc:Fallback>
      </mc:AlternateContent>
    </p:spTree>
    <p:extLst>
      <p:ext uri="{BB962C8B-B14F-4D97-AF65-F5344CB8AC3E}">
        <p14:creationId xmlns:p14="http://schemas.microsoft.com/office/powerpoint/2010/main" val="3717723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p:cTn id="13" dur="500" fill="hold"/>
                                        <p:tgtEl>
                                          <p:spTgt spid="13"/>
                                        </p:tgtEl>
                                        <p:attrNameLst>
                                          <p:attrName>ppt_w</p:attrName>
                                        </p:attrNameLst>
                                      </p:cBhvr>
                                      <p:tavLst>
                                        <p:tav tm="0">
                                          <p:val>
                                            <p:fltVal val="0"/>
                                          </p:val>
                                        </p:tav>
                                        <p:tav tm="100000">
                                          <p:val>
                                            <p:strVal val="#ppt_w"/>
                                          </p:val>
                                        </p:tav>
                                      </p:tavLst>
                                    </p:anim>
                                    <p:anim calcmode="lin" valueType="num">
                                      <p:cBhvr>
                                        <p:cTn id="14"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par>
                          <p:cTn id="30" fill="hold">
                            <p:stCondLst>
                              <p:cond delay="500"/>
                            </p:stCondLst>
                            <p:childTnLst>
                              <p:par>
                                <p:cTn id="31" presetID="2" presetClass="entr" presetSubtype="4" fill="hold" nodeType="afterEffect">
                                  <p:stCondLst>
                                    <p:cond delay="0"/>
                                  </p:stCondLst>
                                  <p:childTnLst>
                                    <p:set>
                                      <p:cBhvr>
                                        <p:cTn id="32" dur="1" fill="hold">
                                          <p:stCondLst>
                                            <p:cond delay="0"/>
                                          </p:stCondLst>
                                        </p:cTn>
                                        <p:tgtEl>
                                          <p:spTgt spid="16"/>
                                        </p:tgtEl>
                                        <p:attrNameLst>
                                          <p:attrName>style.visibility</p:attrName>
                                        </p:attrNameLst>
                                      </p:cBhvr>
                                      <p:to>
                                        <p:strVal val="visible"/>
                                      </p:to>
                                    </p:set>
                                    <p:anim calcmode="lin" valueType="num">
                                      <p:cBhvr additive="base">
                                        <p:cTn id="33" dur="500" fill="hold"/>
                                        <p:tgtEl>
                                          <p:spTgt spid="16"/>
                                        </p:tgtEl>
                                        <p:attrNameLst>
                                          <p:attrName>ppt_x</p:attrName>
                                        </p:attrNameLst>
                                      </p:cBhvr>
                                      <p:tavLst>
                                        <p:tav tm="0">
                                          <p:val>
                                            <p:strVal val="#ppt_x"/>
                                          </p:val>
                                        </p:tav>
                                        <p:tav tm="100000">
                                          <p:val>
                                            <p:strVal val="#ppt_x"/>
                                          </p:val>
                                        </p:tav>
                                      </p:tavLst>
                                    </p:anim>
                                    <p:anim calcmode="lin" valueType="num">
                                      <p:cBhvr additive="base">
                                        <p:cTn id="3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txBox="1">
            <a:spLocks noChangeArrowheads="1"/>
          </p:cNvSpPr>
          <p:nvPr/>
        </p:nvSpPr>
        <p:spPr>
          <a:xfrm>
            <a:off x="5222941" y="4422935"/>
            <a:ext cx="6259276" cy="507237"/>
          </a:xfrm>
          <a:prstGeom prst="rect">
            <a:avLst/>
          </a:prstGeom>
          <a:noFill/>
          <a:ln/>
        </p:spPr>
        <p:txBody>
          <a:bodyPr/>
          <a:lstStyle>
            <a:lvl1pPr algn="l" defTabSz="1217268" rtl="0" eaLnBrk="1" latinLnBrk="0" hangingPunct="1">
              <a:lnSpc>
                <a:spcPct val="90000"/>
              </a:lnSpc>
              <a:spcBef>
                <a:spcPct val="0"/>
              </a:spcBef>
              <a:buNone/>
              <a:defRPr sz="5891" kern="1200">
                <a:solidFill>
                  <a:schemeClr val="tx1"/>
                </a:solidFill>
                <a:latin typeface="+mj-lt"/>
                <a:ea typeface="+mj-ea"/>
                <a:cs typeface="+mj-cs"/>
              </a:defRPr>
            </a:lvl1pPr>
          </a:lstStyle>
          <a:p>
            <a:pPr defTabSz="1054032">
              <a:buClrTx/>
            </a:pPr>
            <a:r>
              <a:rPr lang="en-US" sz="3464" b="1" dirty="0">
                <a:solidFill>
                  <a:prstClr val="black"/>
                </a:solidFill>
                <a:latin typeface="Helvetic Neue"/>
              </a:rPr>
              <a:t>Coefficient of Determination</a:t>
            </a:r>
          </a:p>
        </p:txBody>
      </p:sp>
      <p:graphicFrame>
        <p:nvGraphicFramePr>
          <p:cNvPr id="13" name="Table 12"/>
          <p:cNvGraphicFramePr>
            <a:graphicFrameLocks noGrp="1"/>
          </p:cNvGraphicFramePr>
          <p:nvPr/>
        </p:nvGraphicFramePr>
        <p:xfrm>
          <a:off x="378641" y="917024"/>
          <a:ext cx="11145874" cy="3448500"/>
        </p:xfrm>
        <a:graphic>
          <a:graphicData uri="http://schemas.openxmlformats.org/drawingml/2006/table">
            <a:tbl>
              <a:tblPr>
                <a:tableStyleId>{5940675A-B579-460E-94D1-54222C63F5DA}</a:tableStyleId>
              </a:tblPr>
              <a:tblGrid>
                <a:gridCol w="733041">
                  <a:extLst>
                    <a:ext uri="{9D8B030D-6E8A-4147-A177-3AD203B41FA5}">
                      <a16:colId xmlns:a16="http://schemas.microsoft.com/office/drawing/2014/main" val="20000"/>
                    </a:ext>
                  </a:extLst>
                </a:gridCol>
                <a:gridCol w="733041">
                  <a:extLst>
                    <a:ext uri="{9D8B030D-6E8A-4147-A177-3AD203B41FA5}">
                      <a16:colId xmlns:a16="http://schemas.microsoft.com/office/drawing/2014/main" val="20001"/>
                    </a:ext>
                  </a:extLst>
                </a:gridCol>
                <a:gridCol w="835665">
                  <a:extLst>
                    <a:ext uri="{9D8B030D-6E8A-4147-A177-3AD203B41FA5}">
                      <a16:colId xmlns:a16="http://schemas.microsoft.com/office/drawing/2014/main" val="20002"/>
                    </a:ext>
                  </a:extLst>
                </a:gridCol>
                <a:gridCol w="1070239">
                  <a:extLst>
                    <a:ext uri="{9D8B030D-6E8A-4147-A177-3AD203B41FA5}">
                      <a16:colId xmlns:a16="http://schemas.microsoft.com/office/drawing/2014/main" val="20003"/>
                    </a:ext>
                  </a:extLst>
                </a:gridCol>
                <a:gridCol w="1348794">
                  <a:extLst>
                    <a:ext uri="{9D8B030D-6E8A-4147-A177-3AD203B41FA5}">
                      <a16:colId xmlns:a16="http://schemas.microsoft.com/office/drawing/2014/main" val="20004"/>
                    </a:ext>
                  </a:extLst>
                </a:gridCol>
                <a:gridCol w="821004">
                  <a:extLst>
                    <a:ext uri="{9D8B030D-6E8A-4147-A177-3AD203B41FA5}">
                      <a16:colId xmlns:a16="http://schemas.microsoft.com/office/drawing/2014/main" val="20005"/>
                    </a:ext>
                  </a:extLst>
                </a:gridCol>
                <a:gridCol w="835665">
                  <a:extLst>
                    <a:ext uri="{9D8B030D-6E8A-4147-A177-3AD203B41FA5}">
                      <a16:colId xmlns:a16="http://schemas.microsoft.com/office/drawing/2014/main" val="20006"/>
                    </a:ext>
                  </a:extLst>
                </a:gridCol>
                <a:gridCol w="1392776">
                  <a:extLst>
                    <a:ext uri="{9D8B030D-6E8A-4147-A177-3AD203B41FA5}">
                      <a16:colId xmlns:a16="http://schemas.microsoft.com/office/drawing/2014/main" val="20007"/>
                    </a:ext>
                  </a:extLst>
                </a:gridCol>
                <a:gridCol w="1739748">
                  <a:extLst>
                    <a:ext uri="{9D8B030D-6E8A-4147-A177-3AD203B41FA5}">
                      <a16:colId xmlns:a16="http://schemas.microsoft.com/office/drawing/2014/main" val="20008"/>
                    </a:ext>
                  </a:extLst>
                </a:gridCol>
                <a:gridCol w="1635901">
                  <a:extLst>
                    <a:ext uri="{9D8B030D-6E8A-4147-A177-3AD203B41FA5}">
                      <a16:colId xmlns:a16="http://schemas.microsoft.com/office/drawing/2014/main" val="20009"/>
                    </a:ext>
                  </a:extLst>
                </a:gridCol>
              </a:tblGrid>
              <a:tr h="745596">
                <a:tc>
                  <a:txBody>
                    <a:bodyPr/>
                    <a:lstStyle/>
                    <a:p>
                      <a:pPr algn="ctr" fontAlgn="ctr"/>
                      <a:r>
                        <a:rPr lang="en-IN" sz="2400" b="0" i="0" u="none" strike="noStrike" dirty="0">
                          <a:solidFill>
                            <a:srgbClr val="000000"/>
                          </a:solidFill>
                          <a:effectLst/>
                          <a:latin typeface="Helvetic Neue"/>
                        </a:rPr>
                        <a:t>SL. No</a:t>
                      </a:r>
                    </a:p>
                  </a:txBody>
                  <a:tcPr marL="6598" marR="6598" marT="6598" marB="0" anchor="ctr"/>
                </a:tc>
                <a:tc>
                  <a:txBody>
                    <a:bodyPr/>
                    <a:lstStyle/>
                    <a:p>
                      <a:pPr algn="ctr" fontAlgn="ctr"/>
                      <a:r>
                        <a:rPr lang="en-IN" sz="2400" u="none" strike="noStrike" dirty="0">
                          <a:effectLst/>
                        </a:rPr>
                        <a:t>X</a:t>
                      </a:r>
                      <a:endParaRPr lang="en-IN" sz="2400" b="0" i="0" u="none" strike="noStrike" dirty="0">
                        <a:solidFill>
                          <a:srgbClr val="000000"/>
                        </a:solidFill>
                        <a:effectLst/>
                        <a:latin typeface="Helvetic Neue"/>
                      </a:endParaRPr>
                    </a:p>
                  </a:txBody>
                  <a:tcPr marL="6598" marR="6598" marT="6598" marB="0" anchor="ctr"/>
                </a:tc>
                <a:tc>
                  <a:txBody>
                    <a:bodyPr/>
                    <a:lstStyle/>
                    <a:p>
                      <a:pPr algn="ctr" fontAlgn="ctr"/>
                      <a:r>
                        <a:rPr lang="en-IN" sz="2400" u="none" strike="noStrike">
                          <a:effectLst/>
                        </a:rPr>
                        <a:t>Y</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x = (X-2)</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y = (Y-20)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xy</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x</a:t>
                      </a:r>
                      <a:r>
                        <a:rPr lang="en-IN" sz="2400" u="none" strike="noStrike" baseline="30000">
                          <a:effectLst/>
                        </a:rPr>
                        <a:t>2</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(Y-20)</a:t>
                      </a:r>
                      <a:r>
                        <a:rPr lang="en-IN" sz="2400" u="none" strike="noStrike" baseline="30000">
                          <a:effectLst/>
                        </a:rPr>
                        <a:t>2</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Y^ = 10 + 5X</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dirty="0">
                          <a:effectLst/>
                        </a:rPr>
                        <a:t>(Y^ - 20)</a:t>
                      </a:r>
                      <a:r>
                        <a:rPr lang="en-IN" sz="2400" u="none" strike="noStrike" baseline="30000" dirty="0">
                          <a:effectLst/>
                        </a:rPr>
                        <a:t>2</a:t>
                      </a:r>
                      <a:endParaRPr lang="en-IN" sz="2400" b="0" i="0" u="none" strike="noStrike" dirty="0">
                        <a:solidFill>
                          <a:srgbClr val="000000"/>
                        </a:solidFill>
                        <a:effectLst/>
                        <a:latin typeface="Helvetic Neue"/>
                      </a:endParaRPr>
                    </a:p>
                  </a:txBody>
                  <a:tcPr marL="6598" marR="6598" marT="6598" marB="0" anchor="ctr"/>
                </a:tc>
                <a:extLst>
                  <a:ext uri="{0D108BD9-81ED-4DB2-BD59-A6C34878D82A}">
                    <a16:rowId xmlns:a16="http://schemas.microsoft.com/office/drawing/2014/main" val="10000"/>
                  </a:ext>
                </a:extLst>
              </a:tr>
              <a:tr h="450484">
                <a:tc>
                  <a:txBody>
                    <a:bodyPr/>
                    <a:lstStyle/>
                    <a:p>
                      <a:pPr algn="ctr" fontAlgn="ctr"/>
                      <a:r>
                        <a:rPr lang="en-IN" sz="2400" b="0" i="0" u="none" strike="noStrike" dirty="0">
                          <a:solidFill>
                            <a:srgbClr val="000000"/>
                          </a:solidFill>
                          <a:effectLst/>
                          <a:latin typeface="Helvetic Neue"/>
                        </a:rPr>
                        <a:t>1</a:t>
                      </a: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14</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-6</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6</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36</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15</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25</a:t>
                      </a:r>
                      <a:endParaRPr lang="en-IN" sz="2400" b="0"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1"/>
                  </a:ext>
                </a:extLst>
              </a:tr>
              <a:tr h="450484">
                <a:tc>
                  <a:txBody>
                    <a:bodyPr/>
                    <a:lstStyle/>
                    <a:p>
                      <a:pPr algn="ctr" fontAlgn="ctr"/>
                      <a:r>
                        <a:rPr lang="en-IN" sz="2400" b="0" i="0" u="none" strike="noStrike" dirty="0">
                          <a:solidFill>
                            <a:srgbClr val="000000"/>
                          </a:solidFill>
                          <a:effectLst/>
                          <a:latin typeface="Helvetic Neue"/>
                        </a:rPr>
                        <a:t>2</a:t>
                      </a:r>
                    </a:p>
                  </a:txBody>
                  <a:tcPr marL="6598" marR="6598" marT="6598" marB="0" anchor="ctr"/>
                </a:tc>
                <a:tc>
                  <a:txBody>
                    <a:bodyPr/>
                    <a:lstStyle/>
                    <a:p>
                      <a:pPr algn="ctr" fontAlgn="ctr"/>
                      <a:r>
                        <a:rPr lang="en-IN" sz="2400" u="none" strike="noStrike">
                          <a:effectLst/>
                        </a:rPr>
                        <a:t>3</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24</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4</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4</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16</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25</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25</a:t>
                      </a:r>
                      <a:endParaRPr lang="en-IN" sz="2400" b="0"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2"/>
                  </a:ext>
                </a:extLst>
              </a:tr>
              <a:tr h="450484">
                <a:tc>
                  <a:txBody>
                    <a:bodyPr/>
                    <a:lstStyle/>
                    <a:p>
                      <a:pPr algn="ctr" fontAlgn="ctr"/>
                      <a:r>
                        <a:rPr lang="en-IN" sz="2400" b="0" i="0" u="none" strike="noStrike" dirty="0">
                          <a:solidFill>
                            <a:srgbClr val="000000"/>
                          </a:solidFill>
                          <a:effectLst/>
                          <a:latin typeface="Helvetic Neue"/>
                        </a:rPr>
                        <a:t>3</a:t>
                      </a:r>
                    </a:p>
                  </a:txBody>
                  <a:tcPr marL="6598" marR="6598" marT="6598" marB="0" anchor="ctr"/>
                </a:tc>
                <a:tc>
                  <a:txBody>
                    <a:bodyPr/>
                    <a:lstStyle/>
                    <a:p>
                      <a:pPr algn="ctr" fontAlgn="ctr"/>
                      <a:r>
                        <a:rPr lang="en-IN" sz="2400" u="none" strike="noStrike">
                          <a:effectLst/>
                        </a:rPr>
                        <a:t>2</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18</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4</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0</a:t>
                      </a:r>
                      <a:endParaRPr lang="en-IN" sz="2400" b="0"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3"/>
                  </a:ext>
                </a:extLst>
              </a:tr>
              <a:tr h="450484">
                <a:tc>
                  <a:txBody>
                    <a:bodyPr/>
                    <a:lstStyle/>
                    <a:p>
                      <a:pPr algn="ctr" fontAlgn="ctr"/>
                      <a:r>
                        <a:rPr lang="en-IN" sz="2400" b="0" i="0" u="none" strike="noStrike" dirty="0">
                          <a:solidFill>
                            <a:srgbClr val="000000"/>
                          </a:solidFill>
                          <a:effectLst/>
                          <a:latin typeface="Helvetic Neue"/>
                        </a:rPr>
                        <a:t>4</a:t>
                      </a: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17</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-3</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3</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9</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15</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25</a:t>
                      </a:r>
                      <a:endParaRPr lang="en-IN" sz="2400" b="0"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4"/>
                  </a:ext>
                </a:extLst>
              </a:tr>
              <a:tr h="450484">
                <a:tc>
                  <a:txBody>
                    <a:bodyPr/>
                    <a:lstStyle/>
                    <a:p>
                      <a:pPr algn="ctr" fontAlgn="ctr"/>
                      <a:r>
                        <a:rPr lang="en-IN" sz="2400" b="0" i="0" u="none" strike="noStrike" dirty="0">
                          <a:solidFill>
                            <a:srgbClr val="000000"/>
                          </a:solidFill>
                          <a:effectLst/>
                          <a:latin typeface="Helvetic Neue"/>
                        </a:rPr>
                        <a:t>5</a:t>
                      </a:r>
                    </a:p>
                  </a:txBody>
                  <a:tcPr marL="6598" marR="6598" marT="6598" marB="0" anchor="ctr"/>
                </a:tc>
                <a:tc>
                  <a:txBody>
                    <a:bodyPr/>
                    <a:lstStyle/>
                    <a:p>
                      <a:pPr algn="ctr" fontAlgn="ctr"/>
                      <a:r>
                        <a:rPr lang="en-IN" sz="2400" u="none" strike="noStrike">
                          <a:effectLst/>
                        </a:rPr>
                        <a:t>3</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27</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7</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7</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49</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25</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25</a:t>
                      </a:r>
                      <a:endParaRPr lang="en-IN" sz="2400" b="0" i="0" u="none" strike="noStrike">
                        <a:solidFill>
                          <a:srgbClr val="000000"/>
                        </a:solidFill>
                        <a:effectLst/>
                        <a:latin typeface="Helvetic Neue"/>
                      </a:endParaRPr>
                    </a:p>
                  </a:txBody>
                  <a:tcPr marL="6598" marR="6598" marT="6598" marB="0" anchor="ctr"/>
                </a:tc>
                <a:extLst>
                  <a:ext uri="{0D108BD9-81ED-4DB2-BD59-A6C34878D82A}">
                    <a16:rowId xmlns:a16="http://schemas.microsoft.com/office/drawing/2014/main" val="10005"/>
                  </a:ext>
                </a:extLst>
              </a:tr>
              <a:tr h="450484">
                <a:tc>
                  <a:txBody>
                    <a:bodyPr/>
                    <a:lstStyle/>
                    <a:p>
                      <a:pPr algn="ctr" fontAlgn="ctr"/>
                      <a:r>
                        <a:rPr lang="en-IN" sz="2400" b="0" i="0" u="none" strike="noStrike" dirty="0">
                          <a:solidFill>
                            <a:srgbClr val="000000"/>
                          </a:solidFill>
                          <a:effectLst/>
                          <a:latin typeface="Helvetic Neue"/>
                        </a:rPr>
                        <a:t>Total</a:t>
                      </a:r>
                    </a:p>
                  </a:txBody>
                  <a:tcPr marL="6598" marR="6598" marT="6598" marB="0" anchor="ctr"/>
                </a:tc>
                <a:tc>
                  <a:txBody>
                    <a:bodyPr/>
                    <a:lstStyle/>
                    <a:p>
                      <a:pPr algn="ctr" fontAlgn="ctr"/>
                      <a:r>
                        <a:rPr lang="en-IN" sz="2400" u="none" strike="noStrike" dirty="0">
                          <a:effectLst/>
                        </a:rPr>
                        <a:t>10</a:t>
                      </a:r>
                      <a:endParaRPr lang="en-IN" sz="2400" b="0" i="0" u="none" strike="noStrike" dirty="0">
                        <a:solidFill>
                          <a:srgbClr val="000000"/>
                        </a:solidFill>
                        <a:effectLst/>
                        <a:latin typeface="Helvetic Neue"/>
                      </a:endParaRPr>
                    </a:p>
                  </a:txBody>
                  <a:tcPr marL="6598" marR="6598" marT="6598" marB="0" anchor="ctr"/>
                </a:tc>
                <a:tc>
                  <a:txBody>
                    <a:bodyPr/>
                    <a:lstStyle/>
                    <a:p>
                      <a:pPr algn="ctr" fontAlgn="ctr"/>
                      <a:r>
                        <a:rPr lang="en-IN" sz="2400" u="none" strike="noStrike" dirty="0">
                          <a:effectLst/>
                        </a:rPr>
                        <a:t>100</a:t>
                      </a:r>
                      <a:endParaRPr lang="en-IN" sz="2400" b="0" i="0" u="none" strike="noStrike" dirty="0">
                        <a:solidFill>
                          <a:srgbClr val="000000"/>
                        </a:solidFill>
                        <a:effectLst/>
                        <a:latin typeface="Helvetic Neue"/>
                      </a:endParaRPr>
                    </a:p>
                  </a:txBody>
                  <a:tcPr marL="6598" marR="6598" marT="6598" marB="0" anchor="ctr"/>
                </a:tc>
                <a:tc>
                  <a:txBody>
                    <a:bodyPr/>
                    <a:lstStyle/>
                    <a:p>
                      <a:pPr algn="ctr" fontAlgn="ctr"/>
                      <a:r>
                        <a:rPr lang="en-IN" sz="2400" u="none" strike="noStrike">
                          <a:effectLst/>
                        </a:rPr>
                        <a:t>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20</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4</a:t>
                      </a:r>
                      <a:endParaRPr lang="en-IN" sz="2400" b="0" i="0" u="none" strike="noStrike">
                        <a:solidFill>
                          <a:srgbClr val="000000"/>
                        </a:solidFill>
                        <a:effectLst/>
                        <a:latin typeface="Helvetic Neue"/>
                      </a:endParaRPr>
                    </a:p>
                  </a:txBody>
                  <a:tcPr marL="6598" marR="6598" marT="6598" marB="0" anchor="ctr"/>
                </a:tc>
                <a:tc>
                  <a:txBody>
                    <a:bodyPr/>
                    <a:lstStyle/>
                    <a:p>
                      <a:pPr algn="ctr" fontAlgn="ctr"/>
                      <a:r>
                        <a:rPr lang="en-IN" sz="2400" u="none" strike="noStrike">
                          <a:effectLst/>
                        </a:rPr>
                        <a:t>114</a:t>
                      </a:r>
                      <a:endParaRPr lang="en-IN" sz="2400" b="0" i="0" u="none" strike="noStrike">
                        <a:solidFill>
                          <a:srgbClr val="000000"/>
                        </a:solidFill>
                        <a:effectLst/>
                        <a:latin typeface="Helvetic Neue"/>
                      </a:endParaRPr>
                    </a:p>
                  </a:txBody>
                  <a:tcPr marL="6598" marR="6598" marT="6598" marB="0" anchor="ctr"/>
                </a:tc>
                <a:tc>
                  <a:txBody>
                    <a:bodyPr/>
                    <a:lstStyle/>
                    <a:p>
                      <a:pPr algn="ctr" fontAlgn="ctr"/>
                      <a:endParaRPr lang="en-IN" sz="2400" b="0" i="0" u="none" strike="noStrike" dirty="0">
                        <a:solidFill>
                          <a:srgbClr val="000000"/>
                        </a:solidFill>
                        <a:effectLst/>
                        <a:latin typeface="Helvetic Neue"/>
                      </a:endParaRPr>
                    </a:p>
                  </a:txBody>
                  <a:tcPr marL="6598" marR="6598" marT="6598" marB="0" anchor="ctr"/>
                </a:tc>
                <a:tc>
                  <a:txBody>
                    <a:bodyPr/>
                    <a:lstStyle/>
                    <a:p>
                      <a:pPr algn="ctr" fontAlgn="ctr"/>
                      <a:r>
                        <a:rPr lang="en-IN" sz="2400" u="none" strike="noStrike" dirty="0">
                          <a:effectLst/>
                        </a:rPr>
                        <a:t>100</a:t>
                      </a:r>
                      <a:endParaRPr lang="en-IN" sz="2400" b="0" i="0" u="none" strike="noStrike" dirty="0">
                        <a:solidFill>
                          <a:srgbClr val="000000"/>
                        </a:solidFill>
                        <a:effectLst/>
                        <a:latin typeface="Helvetic Neue"/>
                      </a:endParaRPr>
                    </a:p>
                  </a:txBody>
                  <a:tcPr marL="6598" marR="6598" marT="6598" marB="0" anchor="ctr"/>
                </a:tc>
                <a:extLst>
                  <a:ext uri="{0D108BD9-81ED-4DB2-BD59-A6C34878D82A}">
                    <a16:rowId xmlns:a16="http://schemas.microsoft.com/office/drawing/2014/main" val="10006"/>
                  </a:ext>
                </a:extLst>
              </a:tr>
            </a:tbl>
          </a:graphicData>
        </a:graphic>
      </p:graphicFrame>
      <p:sp>
        <p:nvSpPr>
          <p:cNvPr id="14" name="Rectangle 2"/>
          <p:cNvSpPr txBox="1">
            <a:spLocks noChangeArrowheads="1"/>
          </p:cNvSpPr>
          <p:nvPr/>
        </p:nvSpPr>
        <p:spPr>
          <a:xfrm>
            <a:off x="603077" y="4363821"/>
            <a:ext cx="4056494" cy="507237"/>
          </a:xfrm>
          <a:prstGeom prst="rect">
            <a:avLst/>
          </a:prstGeom>
          <a:noFill/>
          <a:ln/>
        </p:spPr>
        <p:txBody>
          <a:bodyPr/>
          <a:lstStyle>
            <a:lvl1pPr algn="l" defTabSz="1217268" rtl="0" eaLnBrk="1" latinLnBrk="0" hangingPunct="1">
              <a:lnSpc>
                <a:spcPct val="90000"/>
              </a:lnSpc>
              <a:spcBef>
                <a:spcPct val="0"/>
              </a:spcBef>
              <a:buNone/>
              <a:defRPr sz="5891" kern="1200">
                <a:solidFill>
                  <a:schemeClr val="tx1"/>
                </a:solidFill>
                <a:latin typeface="+mj-lt"/>
                <a:ea typeface="+mj-ea"/>
                <a:cs typeface="+mj-cs"/>
              </a:defRPr>
            </a:lvl1pPr>
          </a:lstStyle>
          <a:p>
            <a:pPr defTabSz="1054032">
              <a:buClrTx/>
            </a:pPr>
            <a:r>
              <a:rPr lang="en-US" sz="3464" b="1" dirty="0">
                <a:solidFill>
                  <a:prstClr val="black"/>
                </a:solidFill>
                <a:latin typeface="Helvetic Neue"/>
              </a:rPr>
              <a:t>Regression y on X</a:t>
            </a:r>
          </a:p>
        </p:txBody>
      </p:sp>
      <p:pic>
        <p:nvPicPr>
          <p:cNvPr id="15" name="Picture 14"/>
          <p:cNvPicPr>
            <a:picLocks noChangeAspect="1"/>
          </p:cNvPicPr>
          <p:nvPr/>
        </p:nvPicPr>
        <p:blipFill>
          <a:blip r:embed="rId3"/>
          <a:stretch>
            <a:fillRect/>
          </a:stretch>
        </p:blipFill>
        <p:spPr>
          <a:xfrm>
            <a:off x="852225" y="5206350"/>
            <a:ext cx="2713508" cy="668067"/>
          </a:xfrm>
          <a:prstGeom prst="rect">
            <a:avLst/>
          </a:prstGeom>
        </p:spPr>
      </p:pic>
      <p:pic>
        <p:nvPicPr>
          <p:cNvPr id="16" name="Picture 15"/>
          <p:cNvPicPr>
            <a:picLocks noChangeAspect="1"/>
          </p:cNvPicPr>
          <p:nvPr/>
        </p:nvPicPr>
        <p:blipFill>
          <a:blip r:embed="rId4"/>
          <a:stretch>
            <a:fillRect/>
          </a:stretch>
        </p:blipFill>
        <p:spPr>
          <a:xfrm>
            <a:off x="5222941" y="5206350"/>
            <a:ext cx="7002336" cy="1228914"/>
          </a:xfrm>
          <a:prstGeom prst="rect">
            <a:avLst/>
          </a:prstGeom>
        </p:spPr>
      </p:pic>
      <p:cxnSp>
        <p:nvCxnSpPr>
          <p:cNvPr id="17" name="Elbow Connector 16"/>
          <p:cNvCxnSpPr/>
          <p:nvPr/>
        </p:nvCxnSpPr>
        <p:spPr>
          <a:xfrm rot="16200000" flipH="1">
            <a:off x="5623605" y="3100644"/>
            <a:ext cx="4543800" cy="1340497"/>
          </a:xfrm>
          <a:prstGeom prst="bentConnector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9125534" y="1498991"/>
            <a:ext cx="1385621" cy="3707358"/>
          </a:xfrm>
          <a:prstGeom prst="straightConnector1">
            <a:avLst/>
          </a:prstGeom>
          <a:ln w="38100">
            <a:solidFill>
              <a:srgbClr val="000099"/>
            </a:solidFill>
            <a:tailEnd type="triangle"/>
          </a:ln>
        </p:spPr>
        <p:style>
          <a:lnRef idx="1">
            <a:schemeClr val="accent1"/>
          </a:lnRef>
          <a:fillRef idx="0">
            <a:schemeClr val="accent1"/>
          </a:fillRef>
          <a:effectRef idx="0">
            <a:schemeClr val="accent1"/>
          </a:effectRef>
          <a:fontRef idx="minor">
            <a:schemeClr val="tx1"/>
          </a:fontRef>
        </p:style>
      </p:cxnSp>
      <p:sp>
        <p:nvSpPr>
          <p:cNvPr id="2" name="Title 2">
            <a:extLst>
              <a:ext uri="{FF2B5EF4-FFF2-40B4-BE49-F238E27FC236}">
                <a16:creationId xmlns:a16="http://schemas.microsoft.com/office/drawing/2014/main" id="{68C3C523-92B7-2620-B991-147E67CEBE41}"/>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4156" b="1" dirty="0">
                <a:solidFill>
                  <a:srgbClr val="FF0000"/>
                </a:solidFill>
                <a:latin typeface="Helvetica Neue"/>
                <a:cs typeface="Helvetica" panose="020B0604020202020204" pitchFamily="34" charset="0"/>
              </a:rPr>
              <a:t>Simple Linear Regression</a:t>
            </a:r>
          </a:p>
        </p:txBody>
      </p:sp>
    </p:spTree>
    <p:extLst>
      <p:ext uri="{BB962C8B-B14F-4D97-AF65-F5344CB8AC3E}">
        <p14:creationId xmlns:p14="http://schemas.microsoft.com/office/powerpoint/2010/main" val="3859113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left)">
                                      <p:cBhvr>
                                        <p:cTn id="13" dur="500"/>
                                        <p:tgtEl>
                                          <p:spTgt spid="14"/>
                                        </p:tgtEl>
                                      </p:cBhvr>
                                    </p:animEffec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par>
                                <p:cTn id="23" presetID="53" presetClass="entr" presetSubtype="16"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500" fill="hold"/>
                                        <p:tgtEl>
                                          <p:spTgt spid="16"/>
                                        </p:tgtEl>
                                        <p:attrNameLst>
                                          <p:attrName>ppt_w</p:attrName>
                                        </p:attrNameLst>
                                      </p:cBhvr>
                                      <p:tavLst>
                                        <p:tav tm="0">
                                          <p:val>
                                            <p:fltVal val="0"/>
                                          </p:val>
                                        </p:tav>
                                        <p:tav tm="100000">
                                          <p:val>
                                            <p:strVal val="#ppt_w"/>
                                          </p:val>
                                        </p:tav>
                                      </p:tavLst>
                                    </p:anim>
                                    <p:anim calcmode="lin" valueType="num">
                                      <p:cBhvr>
                                        <p:cTn id="26" dur="500" fill="hold"/>
                                        <p:tgtEl>
                                          <p:spTgt spid="16"/>
                                        </p:tgtEl>
                                        <p:attrNameLst>
                                          <p:attrName>ppt_h</p:attrName>
                                        </p:attrNameLst>
                                      </p:cBhvr>
                                      <p:tavLst>
                                        <p:tav tm="0">
                                          <p:val>
                                            <p:fltVal val="0"/>
                                          </p:val>
                                        </p:tav>
                                        <p:tav tm="100000">
                                          <p:val>
                                            <p:strVal val="#ppt_h"/>
                                          </p:val>
                                        </p:tav>
                                      </p:tavLst>
                                    </p:anim>
                                    <p:animEffect transition="in" filter="fade">
                                      <p:cBhvr>
                                        <p:cTn id="27" dur="500"/>
                                        <p:tgtEl>
                                          <p:spTgt spid="16"/>
                                        </p:tgtEl>
                                      </p:cBhvr>
                                    </p:animEffect>
                                  </p:childTnLst>
                                </p:cTn>
                              </p:par>
                            </p:childTnLst>
                          </p:cTn>
                        </p:par>
                        <p:par>
                          <p:cTn id="28" fill="hold">
                            <p:stCondLst>
                              <p:cond delay="500"/>
                            </p:stCondLst>
                            <p:childTnLst>
                              <p:par>
                                <p:cTn id="29" presetID="2" presetClass="entr" presetSubtype="1" fill="hold" nodeType="after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0-#ppt_h/2"/>
                                          </p:val>
                                        </p:tav>
                                        <p:tav tm="100000">
                                          <p:val>
                                            <p:strVal val="#ppt_y"/>
                                          </p:val>
                                        </p:tav>
                                      </p:tavLst>
                                    </p:anim>
                                  </p:childTnLst>
                                </p:cTn>
                              </p:par>
                              <p:par>
                                <p:cTn id="33" presetID="2" presetClass="entr" presetSubtype="3"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1+#ppt_w/2"/>
                                          </p:val>
                                        </p:tav>
                                        <p:tav tm="100000">
                                          <p:val>
                                            <p:strVal val="#ppt_x"/>
                                          </p:val>
                                        </p:tav>
                                      </p:tavLst>
                                    </p:anim>
                                    <p:anim calcmode="lin" valueType="num">
                                      <p:cBhvr additive="base">
                                        <p:cTn id="36" dur="500" fill="hold"/>
                                        <p:tgtEl>
                                          <p:spTgt spid="18"/>
                                        </p:tgtEl>
                                        <p:attrNameLst>
                                          <p:attrName>ppt_y</p:attrName>
                                        </p:attrNameLst>
                                      </p:cBhvr>
                                      <p:tavLst>
                                        <p:tav tm="0">
                                          <p:val>
                                            <p:strVal val="0-#ppt_h/2"/>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additive="base">
                                        <p:cTn id="39" dur="500" fill="hold"/>
                                        <p:tgtEl>
                                          <p:spTgt spid="2"/>
                                        </p:tgtEl>
                                        <p:attrNameLst>
                                          <p:attrName>ppt_x</p:attrName>
                                        </p:attrNameLst>
                                      </p:cBhvr>
                                      <p:tavLst>
                                        <p:tav tm="0">
                                          <p:val>
                                            <p:strVal val="0-#ppt_w/2"/>
                                          </p:val>
                                        </p:tav>
                                        <p:tav tm="100000">
                                          <p:val>
                                            <p:strVal val="#ppt_x"/>
                                          </p:val>
                                        </p:tav>
                                      </p:tavLst>
                                    </p:anim>
                                    <p:anim calcmode="lin" valueType="num">
                                      <p:cBhvr additive="base">
                                        <p:cTn id="40"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p:cNvSpPr txBox="1">
            <a:spLocks noChangeArrowheads="1"/>
          </p:cNvSpPr>
          <p:nvPr/>
        </p:nvSpPr>
        <p:spPr>
          <a:xfrm>
            <a:off x="578840" y="1226061"/>
            <a:ext cx="11130649" cy="507237"/>
          </a:xfrm>
          <a:prstGeom prst="rect">
            <a:avLst/>
          </a:prstGeom>
          <a:noFill/>
          <a:ln/>
        </p:spPr>
        <p:txBody>
          <a:bodyPr/>
          <a:lstStyle>
            <a:lvl1pPr algn="l" defTabSz="1217268" rtl="0" eaLnBrk="1" latinLnBrk="0" hangingPunct="1">
              <a:lnSpc>
                <a:spcPct val="90000"/>
              </a:lnSpc>
              <a:spcBef>
                <a:spcPct val="0"/>
              </a:spcBef>
              <a:buNone/>
              <a:defRPr sz="5891" kern="1200">
                <a:solidFill>
                  <a:schemeClr val="tx1"/>
                </a:solidFill>
                <a:latin typeface="+mj-lt"/>
                <a:ea typeface="+mj-ea"/>
                <a:cs typeface="+mj-cs"/>
              </a:defRPr>
            </a:lvl1pPr>
          </a:lstStyle>
          <a:p>
            <a:pPr defTabSz="1054032">
              <a:buClrTx/>
            </a:pPr>
            <a:r>
              <a:rPr lang="en-US" sz="3810" b="1" dirty="0">
                <a:solidFill>
                  <a:srgbClr val="0000FF"/>
                </a:solidFill>
                <a:latin typeface="+mn-lt"/>
              </a:rPr>
              <a:t>Interpretation</a:t>
            </a:r>
          </a:p>
        </p:txBody>
      </p:sp>
      <mc:AlternateContent xmlns:mc="http://schemas.openxmlformats.org/markup-compatibility/2006" xmlns:a14="http://schemas.microsoft.com/office/drawing/2010/main">
        <mc:Choice Requires="a14">
          <p:sp>
            <p:nvSpPr>
              <p:cNvPr id="13" name="Text Box 12"/>
              <p:cNvSpPr txBox="1">
                <a:spLocks noChangeArrowheads="1"/>
              </p:cNvSpPr>
              <p:nvPr/>
            </p:nvSpPr>
            <p:spPr bwMode="auto">
              <a:xfrm>
                <a:off x="674147" y="1894592"/>
                <a:ext cx="10940035" cy="4101700"/>
              </a:xfrm>
              <a:prstGeom prst="rect">
                <a:avLst/>
              </a:prstGeom>
              <a:noFill/>
              <a:ln w="12700">
                <a:noFill/>
                <a:miter lim="800000"/>
                <a:headEnd/>
                <a:tailEnd/>
              </a:ln>
              <a:effectLst/>
            </p:spPr>
            <p:txBody>
              <a:bodyPr wrap="square">
                <a:spAutoFit/>
              </a:bodyPr>
              <a:lstStyle/>
              <a:p>
                <a:pPr algn="just" defTabSz="837718">
                  <a:lnSpc>
                    <a:spcPct val="150000"/>
                  </a:lnSpc>
                  <a:buClrTx/>
                </a:pPr>
                <a:r>
                  <a:rPr lang="en-IN" sz="2800" dirty="0"/>
                  <a:t>The regression relationship is very strong. The coefficient of determination is </a:t>
                </a:r>
                <a14:m>
                  <m:oMath xmlns:m="http://schemas.openxmlformats.org/officeDocument/2006/math">
                    <m:sSup>
                      <m:sSupPr>
                        <m:ctrlPr>
                          <a:rPr lang="en-IN" sz="2800" i="1">
                            <a:latin typeface="Cambria Math" panose="02040503050406030204" pitchFamily="18" charset="0"/>
                          </a:rPr>
                        </m:ctrlPr>
                      </m:sSupPr>
                      <m:e>
                        <m:r>
                          <a:rPr lang="en-IN" sz="2800" b="0" i="1" smtClean="0">
                            <a:latin typeface="Cambria Math" panose="02040503050406030204" pitchFamily="18" charset="0"/>
                          </a:rPr>
                          <m:t>𝑟</m:t>
                        </m:r>
                      </m:e>
                      <m:sup>
                        <m:r>
                          <a:rPr lang="en-IN" sz="2800">
                            <a:latin typeface="Cambria Math" panose="02040503050406030204" pitchFamily="18" charset="0"/>
                          </a:rPr>
                          <m:t>2</m:t>
                        </m:r>
                      </m:sup>
                    </m:sSup>
                    <m:r>
                      <a:rPr lang="en-IN" sz="2800">
                        <a:latin typeface="Cambria Math" panose="02040503050406030204" pitchFamily="18" charset="0"/>
                      </a:rPr>
                      <m:t>=0.8772</m:t>
                    </m:r>
                  </m:oMath>
                </a14:m>
                <a:r>
                  <a:rPr lang="en-IN" sz="2800" dirty="0"/>
                  <a:t>, indicating that 87.72% of the variability in the number of cars sold is explained by the linear regression model using the number of TV advertisements as the predictor. The remaining 12.28% of the variability is due to other factors or random variation not captured by the model. </a:t>
                </a:r>
                <a:r>
                  <a:rPr lang="en-US" sz="3200" kern="1200" dirty="0">
                    <a:solidFill>
                      <a:prstClr val="black"/>
                    </a:solidFill>
                    <a:latin typeface="+mn-lt"/>
                    <a:ea typeface="+mn-ea"/>
                    <a:cs typeface="+mn-cs"/>
                  </a:rPr>
                  <a:t>	</a:t>
                </a:r>
              </a:p>
            </p:txBody>
          </p:sp>
        </mc:Choice>
        <mc:Fallback xmlns="">
          <p:sp>
            <p:nvSpPr>
              <p:cNvPr id="13" name="Text Box 12"/>
              <p:cNvSpPr txBox="1">
                <a:spLocks noRot="1" noChangeAspect="1" noMove="1" noResize="1" noEditPoints="1" noAdjustHandles="1" noChangeArrowheads="1" noChangeShapeType="1" noTextEdit="1"/>
              </p:cNvSpPr>
              <p:nvPr/>
            </p:nvSpPr>
            <p:spPr bwMode="auto">
              <a:xfrm>
                <a:off x="674147" y="1894592"/>
                <a:ext cx="10940035" cy="4101700"/>
              </a:xfrm>
              <a:prstGeom prst="rect">
                <a:avLst/>
              </a:prstGeom>
              <a:blipFill>
                <a:blip r:embed="rId3"/>
                <a:stretch>
                  <a:fillRect l="-1171" r="-1171"/>
                </a:stretch>
              </a:blipFill>
              <a:ln w="12700">
                <a:noFill/>
                <a:miter lim="800000"/>
                <a:headEnd/>
                <a:tailEnd/>
              </a:ln>
              <a:effectLst/>
            </p:spPr>
            <p:txBody>
              <a:bodyPr/>
              <a:lstStyle/>
              <a:p>
                <a:r>
                  <a:rPr lang="en-IN">
                    <a:noFill/>
                  </a:rPr>
                  <a:t> </a:t>
                </a:r>
              </a:p>
            </p:txBody>
          </p:sp>
        </mc:Fallback>
      </mc:AlternateContent>
      <p:sp>
        <p:nvSpPr>
          <p:cNvPr id="2" name="Title 2">
            <a:extLst>
              <a:ext uri="{FF2B5EF4-FFF2-40B4-BE49-F238E27FC236}">
                <a16:creationId xmlns:a16="http://schemas.microsoft.com/office/drawing/2014/main" id="{3AB7503C-A6B3-64D0-5341-7684F38CE542}"/>
              </a:ext>
            </a:extLst>
          </p:cNvPr>
          <p:cNvSpPr txBox="1">
            <a:spLocks/>
          </p:cNvSpPr>
          <p:nvPr/>
        </p:nvSpPr>
        <p:spPr>
          <a:xfrm>
            <a:off x="161697" y="93943"/>
            <a:ext cx="8852684" cy="76133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791779">
              <a:lnSpc>
                <a:spcPct val="100000"/>
              </a:lnSpc>
              <a:buClrTx/>
            </a:pPr>
            <a:r>
              <a:rPr lang="en-US" sz="3200" b="1" dirty="0">
                <a:solidFill>
                  <a:schemeClr val="bg1"/>
                </a:solidFill>
                <a:latin typeface="+mn-lt"/>
                <a:cs typeface="Helvetica" panose="020B0604020202020204" pitchFamily="34" charset="0"/>
              </a:rPr>
              <a:t>Simple Linear Regression</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8CA625C2-B137-5F2E-BCD3-DBC1FF51A520}"/>
                  </a:ext>
                </a:extLst>
              </p14:cNvPr>
              <p14:cNvContentPartPr/>
              <p14:nvPr/>
            </p14:nvContentPartPr>
            <p14:xfrm>
              <a:off x="-779872" y="3011015"/>
              <a:ext cx="312" cy="312"/>
            </p14:xfrm>
          </p:contentPart>
        </mc:Choice>
        <mc:Fallback xmlns="">
          <p:pic>
            <p:nvPicPr>
              <p:cNvPr id="3" name="Ink 2">
                <a:extLst>
                  <a:ext uri="{FF2B5EF4-FFF2-40B4-BE49-F238E27FC236}">
                    <a16:creationId xmlns:a16="http://schemas.microsoft.com/office/drawing/2014/main" id="{8CA625C2-B137-5F2E-BCD3-DBC1FF51A520}"/>
                  </a:ext>
                </a:extLst>
              </p:cNvPr>
              <p:cNvPicPr/>
              <p:nvPr/>
            </p:nvPicPr>
            <p:blipFill>
              <a:blip r:embed="rId5"/>
              <a:stretch>
                <a:fillRect/>
              </a:stretch>
            </p:blipFill>
            <p:spPr>
              <a:xfrm>
                <a:off x="-795472" y="2995415"/>
                <a:ext cx="31200" cy="31200"/>
              </a:xfrm>
              <a:prstGeom prst="rect">
                <a:avLst/>
              </a:prstGeom>
            </p:spPr>
          </p:pic>
        </mc:Fallback>
      </mc:AlternateContent>
    </p:spTree>
    <p:extLst>
      <p:ext uri="{BB962C8B-B14F-4D97-AF65-F5344CB8AC3E}">
        <p14:creationId xmlns:p14="http://schemas.microsoft.com/office/powerpoint/2010/main" val="67770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left)">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linds(horizontal)">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utoUpdateAnimBg="0"/>
      <p:bldP spid="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119"/>
          <p:cNvSpPr txBox="1">
            <a:spLocks noGrp="1"/>
          </p:cNvSpPr>
          <p:nvPr>
            <p:ph type="title"/>
          </p:nvPr>
        </p:nvSpPr>
        <p:spPr>
          <a:xfrm>
            <a:off x="7888287" y="5191125"/>
            <a:ext cx="3770400" cy="9048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50860"/>
              </a:buClr>
              <a:buSzPts val="4900"/>
              <a:buFont typeface="Helvetica Neue"/>
              <a:buNone/>
            </a:pPr>
            <a:r>
              <a:rPr lang="en-US" sz="4900" b="1" i="0" u="none">
                <a:solidFill>
                  <a:srgbClr val="150860"/>
                </a:solidFill>
                <a:latin typeface="Helvetica Neue"/>
                <a:ea typeface="Helvetica Neue"/>
                <a:cs typeface="Helvetica Neue"/>
                <a:sym typeface="Helvetica Neue"/>
              </a:rPr>
              <a:t>Thank You!</a:t>
            </a:r>
            <a:endParaRPr/>
          </a:p>
        </p:txBody>
      </p:sp>
      <p:pic>
        <p:nvPicPr>
          <p:cNvPr id="3" name="Picture 34">
            <a:extLst>
              <a:ext uri="{FF2B5EF4-FFF2-40B4-BE49-F238E27FC236}">
                <a16:creationId xmlns:a16="http://schemas.microsoft.com/office/drawing/2014/main" id="{543521C8-E2AC-4584-847D-65D451739533}"/>
              </a:ext>
            </a:extLst>
          </p:cNvPr>
          <p:cNvPicPr>
            <a:picLocks noChangeAspect="1" noChangeArrowheads="1"/>
          </p:cNvPicPr>
          <p:nvPr/>
        </p:nvPicPr>
        <p:blipFill>
          <a:blip r:embed="rId3"/>
          <a:srcRect/>
          <a:stretch>
            <a:fillRect/>
          </a:stretch>
        </p:blipFill>
        <p:spPr bwMode="auto">
          <a:xfrm>
            <a:off x="84841" y="0"/>
            <a:ext cx="12092078" cy="4873658"/>
          </a:xfrm>
          <a:prstGeom prst="rect">
            <a:avLst/>
          </a:prstGeom>
          <a:noFill/>
          <a:ln w="9525">
            <a:noFill/>
            <a:miter lim="800000"/>
            <a:headEnd/>
            <a:tailEnd/>
          </a:ln>
        </p:spPr>
      </p:pic>
    </p:spTree>
    <p:extLst>
      <p:ext uri="{BB962C8B-B14F-4D97-AF65-F5344CB8AC3E}">
        <p14:creationId xmlns:p14="http://schemas.microsoft.com/office/powerpoint/2010/main" val="1102884792"/>
      </p:ext>
    </p:extLst>
  </p:cSld>
  <p:clrMapOvr>
    <a:masterClrMapping/>
  </p:clrMapOvr>
</p:sld>
</file>

<file path=ppt/theme/theme1.xml><?xml version="1.0" encoding="utf-8"?>
<a:theme xmlns:a="http://schemas.openxmlformats.org/drawingml/2006/main" name="3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6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7_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9551dfe7ae6685899f3a6bf4cd9dc226">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71fbf1ccf07ddaff14b871bd721e86b3" ns2:_="" ns3:_="">
    <xsd:import namespace="15d03a25-cda5-4943-9684-7d18d97bb3bc"/>
    <xsd:import namespace="1abdae7a-7178-4d1e-9626-01799792f2da"/>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62e0b61-37fe-427a-8d40-754df8cab5f8}"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15d03a25-cda5-4943-9684-7d18d97bb3bc" xsi:nil="true"/>
    <CultureName xmlns="15d03a25-cda5-4943-9684-7d18d97bb3bc" xsi:nil="true"/>
    <LMS_Mappings xmlns="15d03a25-cda5-4943-9684-7d18d97bb3bc" xsi:nil="true"/>
    <Invited_Students xmlns="15d03a25-cda5-4943-9684-7d18d97bb3bc" xsi:nil="true"/>
    <IsNotebookLocked xmlns="15d03a25-cda5-4943-9684-7d18d97bb3bc" xsi:nil="true"/>
    <Math_Settings xmlns="15d03a25-cda5-4943-9684-7d18d97bb3bc" xsi:nil="true"/>
    <Self_Registration_Enabl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Templates xmlns="15d03a25-cda5-4943-9684-7d18d97bb3bc" xsi:nil="true"/>
    <Has_Teacher_Only_SectionGroup xmlns="15d03a25-cda5-4943-9684-7d18d97bb3bc" xsi:nil="true"/>
    <NotebookType xmlns="15d03a25-cda5-4943-9684-7d18d97bb3bc" xsi:nil="true"/>
    <Distribution_Groups xmlns="15d03a25-cda5-4943-9684-7d18d97bb3bc" xsi:nil="true"/>
    <AppVersion xmlns="15d03a25-cda5-4943-9684-7d18d97bb3bc" xsi:nil="true"/>
    <Invited_Teachers xmlns="15d03a25-cda5-4943-9684-7d18d97bb3bc" xsi:nil="true"/>
    <Teams_Channel_Section_Location xmlns="15d03a25-cda5-4943-9684-7d18d97bb3bc" xsi:nil="true"/>
    <Owner xmlns="15d03a25-cda5-4943-9684-7d18d97bb3bc">
      <UserInfo>
        <DisplayName/>
        <AccountId xsi:nil="true"/>
        <AccountType/>
      </UserInfo>
    </Owner>
    <DefaultSectionNames xmlns="15d03a25-cda5-4943-9684-7d18d97bb3bc" xsi:nil="true"/>
    <TeamsChannelId xmlns="15d03a25-cda5-4943-9684-7d18d97bb3bc" xsi:nil="true"/>
    <Is_Collaboration_Space_Locked xmlns="15d03a25-cda5-4943-9684-7d18d97bb3bc" xsi:nil="true"/>
    <lcf76f155ced4ddcb4097134ff3c332f xmlns="15d03a25-cda5-4943-9684-7d18d97bb3bc">
      <Terms xmlns="http://schemas.microsoft.com/office/infopath/2007/PartnerControls"/>
    </lcf76f155ced4ddcb4097134ff3c332f>
    <TaxCatchAll xmlns="1abdae7a-7178-4d1e-9626-01799792f2da" xsi:nil="true"/>
  </documentManagement>
</p:properties>
</file>

<file path=customXml/itemProps1.xml><?xml version="1.0" encoding="utf-8"?>
<ds:datastoreItem xmlns:ds="http://schemas.openxmlformats.org/officeDocument/2006/customXml" ds:itemID="{432CDEF2-E46F-44DE-B2FC-562A5979D332}"/>
</file>

<file path=customXml/itemProps2.xml><?xml version="1.0" encoding="utf-8"?>
<ds:datastoreItem xmlns:ds="http://schemas.openxmlformats.org/officeDocument/2006/customXml" ds:itemID="{CE45E1FB-4AB2-48F3-A38B-CB42AC12603D}">
  <ds:schemaRefs>
    <ds:schemaRef ds:uri="http://schemas.microsoft.com/sharepoint/v3/contenttype/forms"/>
  </ds:schemaRefs>
</ds:datastoreItem>
</file>

<file path=customXml/itemProps3.xml><?xml version="1.0" encoding="utf-8"?>
<ds:datastoreItem xmlns:ds="http://schemas.openxmlformats.org/officeDocument/2006/customXml" ds:itemID="{A60337E6-C947-4BD4-9F45-4715BF05B8FE}">
  <ds:schemaRefs>
    <ds:schemaRef ds:uri="http://schemas.microsoft.com/office/infopath/2007/PartnerControls"/>
    <ds:schemaRef ds:uri="http://purl.org/dc/terms/"/>
    <ds:schemaRef ds:uri="0a2451e9-b2b7-43a3-aada-52e3e0c35c47"/>
    <ds:schemaRef ds:uri="http://schemas.microsoft.com/office/2006/metadata/properties"/>
    <ds:schemaRef ds:uri="http://purl.org/dc/elements/1.1/"/>
    <ds:schemaRef ds:uri="http://schemas.openxmlformats.org/package/2006/metadata/core-properties"/>
    <ds:schemaRef ds:uri="http://schemas.microsoft.com/office/2006/documentManagement/typ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3357</TotalTime>
  <Words>3249</Words>
  <Application>Microsoft Office PowerPoint</Application>
  <PresentationFormat>Widescreen</PresentationFormat>
  <Paragraphs>713</Paragraphs>
  <Slides>60</Slides>
  <Notes>17</Notes>
  <HiddenSlides>0</HiddenSlides>
  <MMClips>0</MMClips>
  <ScaleCrop>false</ScaleCrop>
  <HeadingPairs>
    <vt:vector size="8" baseType="variant">
      <vt:variant>
        <vt:lpstr>Fonts Used</vt:lpstr>
      </vt:variant>
      <vt:variant>
        <vt:i4>17</vt:i4>
      </vt:variant>
      <vt:variant>
        <vt:lpstr>Theme</vt:lpstr>
      </vt:variant>
      <vt:variant>
        <vt:i4>6</vt:i4>
      </vt:variant>
      <vt:variant>
        <vt:lpstr>Embedded OLE Servers</vt:lpstr>
      </vt:variant>
      <vt:variant>
        <vt:i4>1</vt:i4>
      </vt:variant>
      <vt:variant>
        <vt:lpstr>Slide Titles</vt:lpstr>
      </vt:variant>
      <vt:variant>
        <vt:i4>60</vt:i4>
      </vt:variant>
    </vt:vector>
  </HeadingPairs>
  <TitlesOfParts>
    <vt:vector size="84" baseType="lpstr">
      <vt:lpstr>Arial</vt:lpstr>
      <vt:lpstr>Arial MT</vt:lpstr>
      <vt:lpstr>Calibri</vt:lpstr>
      <vt:lpstr>Calibri Light</vt:lpstr>
      <vt:lpstr>Cambria</vt:lpstr>
      <vt:lpstr>Cambria Math</vt:lpstr>
      <vt:lpstr>Courier New</vt:lpstr>
      <vt:lpstr>Franklin Gothic</vt:lpstr>
      <vt:lpstr>Helvetic Neue</vt:lpstr>
      <vt:lpstr>Helvetica</vt:lpstr>
      <vt:lpstr>Helvetica Light</vt:lpstr>
      <vt:lpstr>Helvetica Neue</vt:lpstr>
      <vt:lpstr>Helvetica Neue Light</vt:lpstr>
      <vt:lpstr>Tahoma</vt:lpstr>
      <vt:lpstr>Times New Roman</vt:lpstr>
      <vt:lpstr>Verdana</vt:lpstr>
      <vt:lpstr>Wingdings</vt:lpstr>
      <vt:lpstr>3_Office Theme</vt:lpstr>
      <vt:lpstr>22_Office Theme</vt:lpstr>
      <vt:lpstr>6_Office Theme</vt:lpstr>
      <vt:lpstr>23_Office Theme</vt:lpstr>
      <vt:lpstr>Custom Design</vt:lpstr>
      <vt:lpstr>17_Office Theme</vt:lpstr>
      <vt:lpstr>Equation</vt:lpstr>
      <vt:lpstr>Introduction to  Statistical Methods </vt:lpstr>
      <vt:lpstr>PowerPoint Presentation</vt:lpstr>
      <vt:lpstr> Example 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Coefficient of Determination (r^2)</vt:lpstr>
      <vt:lpstr>Total Sum of Squares</vt:lpstr>
      <vt:lpstr>Variation Explained by Regression</vt:lpstr>
      <vt:lpstr>Error Sum of Squares</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Statistical Methods</dc:title>
  <dc:creator>Ravi</dc:creator>
  <cp:lastModifiedBy>Srinath Naidu .</cp:lastModifiedBy>
  <cp:revision>103</cp:revision>
  <dcterms:modified xsi:type="dcterms:W3CDTF">2026-07-25T05:47:11Z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0x01010035A758FEF1429047AE09681CC0F7D167</vt:lpwstr>
  </property>
</Properties>
</file>