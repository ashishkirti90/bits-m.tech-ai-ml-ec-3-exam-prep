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4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theme/theme1.xml" ContentType="application/vnd.openxmlformats-officedocument.theme+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Masters/notesMaster1.xml" ContentType="application/vnd.openxmlformats-officedocument.presentationml.notesMaster+xml"/>
  <Override PartName="/ppt/ink/ink82.xml" ContentType="application/inkml+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ppt/revisionInfo.xml" ContentType="application/vnd.ms-powerpoint.revisioninfo+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25" r:id="rId1"/>
    <p:sldMasterId id="2147483889" r:id="rId2"/>
    <p:sldMasterId id="2147483902" r:id="rId3"/>
  </p:sldMasterIdLst>
  <p:notesMasterIdLst>
    <p:notesMasterId r:id="rId53"/>
  </p:notesMasterIdLst>
  <p:sldIdLst>
    <p:sldId id="470" r:id="rId4"/>
    <p:sldId id="3040" r:id="rId5"/>
    <p:sldId id="1554" r:id="rId6"/>
    <p:sldId id="3098" r:id="rId7"/>
    <p:sldId id="3100" r:id="rId8"/>
    <p:sldId id="3099" r:id="rId9"/>
    <p:sldId id="356" r:id="rId10"/>
    <p:sldId id="3041" r:id="rId11"/>
    <p:sldId id="3044" r:id="rId12"/>
    <p:sldId id="3045" r:id="rId13"/>
    <p:sldId id="3046" r:id="rId14"/>
    <p:sldId id="3053" r:id="rId15"/>
    <p:sldId id="3047" r:id="rId16"/>
    <p:sldId id="3048" r:id="rId17"/>
    <p:sldId id="3054" r:id="rId18"/>
    <p:sldId id="3049" r:id="rId19"/>
    <p:sldId id="3050" r:id="rId20"/>
    <p:sldId id="3051" r:id="rId21"/>
    <p:sldId id="3052" r:id="rId22"/>
    <p:sldId id="3043" r:id="rId23"/>
    <p:sldId id="1604" r:id="rId24"/>
    <p:sldId id="3056" r:id="rId25"/>
    <p:sldId id="3055" r:id="rId26"/>
    <p:sldId id="3057" r:id="rId27"/>
    <p:sldId id="3071" r:id="rId28"/>
    <p:sldId id="3072" r:id="rId29"/>
    <p:sldId id="3069" r:id="rId30"/>
    <p:sldId id="3070" r:id="rId31"/>
    <p:sldId id="3067" r:id="rId32"/>
    <p:sldId id="3068" r:id="rId33"/>
    <p:sldId id="3065" r:id="rId34"/>
    <p:sldId id="3066" r:id="rId35"/>
    <p:sldId id="3063" r:id="rId36"/>
    <p:sldId id="3064" r:id="rId37"/>
    <p:sldId id="3061" r:id="rId38"/>
    <p:sldId id="3062" r:id="rId39"/>
    <p:sldId id="3059" r:id="rId40"/>
    <p:sldId id="3060" r:id="rId41"/>
    <p:sldId id="3058" r:id="rId42"/>
    <p:sldId id="3074" r:id="rId43"/>
    <p:sldId id="3094" r:id="rId44"/>
    <p:sldId id="3075" r:id="rId45"/>
    <p:sldId id="3093" r:id="rId46"/>
    <p:sldId id="3091" r:id="rId47"/>
    <p:sldId id="3092" r:id="rId48"/>
    <p:sldId id="3095" r:id="rId49"/>
    <p:sldId id="3096" r:id="rId50"/>
    <p:sldId id="3097" r:id="rId51"/>
    <p:sldId id="2994" r:id="rId52"/>
  </p:sldIdLst>
  <p:sldSz cx="12192000" cy="6858000"/>
  <p:notesSz cx="7010400" cy="9236075"/>
  <p:embeddedFontLst>
    <p:embeddedFont>
      <p:font typeface="Arial Narrow" panose="020B0606020202030204" pitchFamily="34" charset="0"/>
      <p:regular r:id="rId54"/>
      <p:bold r:id="rId55"/>
      <p:italic r:id="rId56"/>
      <p:boldItalic r:id="rId57"/>
    </p:embeddedFont>
    <p:embeddedFont>
      <p:font typeface="Cambria" panose="02040503050406030204" pitchFamily="18" charset="0"/>
      <p:regular r:id="rId58"/>
      <p:bold r:id="rId59"/>
      <p:italic r:id="rId60"/>
      <p:boldItalic r:id="rId61"/>
    </p:embeddedFont>
    <p:embeddedFont>
      <p:font typeface="Helvetica" panose="020B0604020202020204" pitchFamily="34" charset="0"/>
      <p:regular r:id="rId62"/>
      <p:bold r:id="rId63"/>
      <p:italic r:id="rId64"/>
      <p:boldItalic r:id="rId65"/>
    </p:embeddedFont>
    <p:embeddedFont>
      <p:font typeface="Montserrat" panose="00000500000000000000" pitchFamily="2" charset="0"/>
      <p:regular r:id="rId66"/>
      <p:bold r:id="rId67"/>
      <p:italic r:id="rId68"/>
      <p:boldItalic r:id="rId69"/>
    </p:embeddedFont>
    <p:embeddedFont>
      <p:font typeface="Open Sans" panose="020B0606030504020204" pitchFamily="34" charset="0"/>
      <p:regular r:id="rId70"/>
      <p:bold r:id="rId71"/>
      <p:italic r:id="rId72"/>
      <p:boldItalic r:id="rId73"/>
    </p:embeddedFont>
    <p:embeddedFont>
      <p:font typeface="Tahoma" panose="020B0604030504040204" pitchFamily="34" charset="0"/>
      <p:regular r:id="rId74"/>
      <p:bold r:id="rId75"/>
    </p:embeddedFont>
  </p:embeddedFontLst>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1573"/>
    <a:srgbClr val="EA3F26"/>
    <a:srgbClr val="F4AF34"/>
    <a:srgbClr val="616161"/>
    <a:srgbClr val="538BCB"/>
    <a:srgbClr val="E4D7B4"/>
    <a:srgbClr val="72C3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95A18A-BD81-4B54-95F5-76EC63B6CA04}" v="7" dt="2026-07-23T09:51:37.1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7001" autoAdjust="0"/>
    <p:restoredTop sz="93072" autoAdjust="0"/>
  </p:normalViewPr>
  <p:slideViewPr>
    <p:cSldViewPr snapToGrid="0">
      <p:cViewPr varScale="1">
        <p:scale>
          <a:sx n="65" d="100"/>
          <a:sy n="65" d="100"/>
        </p:scale>
        <p:origin x="728" y="32"/>
      </p:cViewPr>
      <p:guideLst/>
    </p:cSldViewPr>
  </p:slideViewPr>
  <p:notesTextViewPr>
    <p:cViewPr>
      <p:scale>
        <a:sx n="1" d="1"/>
        <a:sy n="1" d="1"/>
      </p:scale>
      <p:origin x="0" y="0"/>
    </p:cViewPr>
  </p:notesTextViewPr>
  <p:sorterViewPr>
    <p:cViewPr>
      <p:scale>
        <a:sx n="100" d="100"/>
        <a:sy n="100" d="100"/>
      </p:scale>
      <p:origin x="0" y="-5246"/>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font" Target="fonts/font10.fntdata"/><Relationship Id="rId68" Type="http://schemas.openxmlformats.org/officeDocument/2006/relationships/font" Target="fonts/font15.fntdata"/><Relationship Id="rId84" Type="http://schemas.openxmlformats.org/officeDocument/2006/relationships/customXml" Target="../customXml/item3.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notesMaster" Target="notesMasters/notesMaster1.xml"/><Relationship Id="rId58" Type="http://schemas.openxmlformats.org/officeDocument/2006/relationships/font" Target="fonts/font5.fntdata"/><Relationship Id="rId74" Type="http://schemas.openxmlformats.org/officeDocument/2006/relationships/font" Target="fonts/font21.fntdata"/><Relationship Id="rId79" Type="http://schemas.openxmlformats.org/officeDocument/2006/relationships/tableStyles" Target="tableStyles.xml"/><Relationship Id="rId5" Type="http://schemas.openxmlformats.org/officeDocument/2006/relationships/slide" Target="slides/slide2.xml"/><Relationship Id="rId61" Type="http://schemas.openxmlformats.org/officeDocument/2006/relationships/font" Target="fonts/font8.fntdata"/><Relationship Id="rId82" Type="http://schemas.openxmlformats.org/officeDocument/2006/relationships/customXml" Target="../customXml/item1.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font" Target="fonts/font3.fntdata"/><Relationship Id="rId64" Type="http://schemas.openxmlformats.org/officeDocument/2006/relationships/font" Target="fonts/font11.fntdata"/><Relationship Id="rId69" Type="http://schemas.openxmlformats.org/officeDocument/2006/relationships/font" Target="fonts/font16.fntdata"/><Relationship Id="rId77" Type="http://schemas.openxmlformats.org/officeDocument/2006/relationships/viewProps" Target="viewProps.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font" Target="fonts/font19.fntdata"/><Relationship Id="rId80" Type="http://schemas.microsoft.com/office/2016/11/relationships/changesInfo" Target="changesInfos/changesInfo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font" Target="fonts/font6.fntdata"/><Relationship Id="rId67" Type="http://schemas.openxmlformats.org/officeDocument/2006/relationships/font" Target="fonts/font14.fntdata"/><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font" Target="fonts/font1.fntdata"/><Relationship Id="rId62" Type="http://schemas.openxmlformats.org/officeDocument/2006/relationships/font" Target="fonts/font9.fntdata"/><Relationship Id="rId70" Type="http://schemas.openxmlformats.org/officeDocument/2006/relationships/font" Target="fonts/font17.fntdata"/><Relationship Id="rId75" Type="http://schemas.openxmlformats.org/officeDocument/2006/relationships/font" Target="fonts/font22.fntdata"/><Relationship Id="rId83"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font" Target="fonts/font4.fntdata"/><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font" Target="fonts/font7.fntdata"/><Relationship Id="rId65" Type="http://schemas.openxmlformats.org/officeDocument/2006/relationships/font" Target="fonts/font12.fntdata"/><Relationship Id="rId73" Type="http://schemas.openxmlformats.org/officeDocument/2006/relationships/font" Target="fonts/font20.fntdata"/><Relationship Id="rId78" Type="http://schemas.openxmlformats.org/officeDocument/2006/relationships/theme" Target="theme/theme1.xml"/><Relationship Id="rId81" Type="http://schemas.microsoft.com/office/2015/10/relationships/revisionInfo" Target="revisionInfo.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font" Target="fonts/font2.fntdata"/><Relationship Id="rId76" Type="http://schemas.openxmlformats.org/officeDocument/2006/relationships/presProps" Target="presProps.xml"/><Relationship Id="rId7" Type="http://schemas.openxmlformats.org/officeDocument/2006/relationships/slide" Target="slides/slide4.xml"/><Relationship Id="rId71" Type="http://schemas.openxmlformats.org/officeDocument/2006/relationships/font" Target="fonts/font18.fntdata"/><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font" Target="fonts/font13.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KUR PACHAURI ." userId="c58cfc88-db93-427c-979a-c1fcc8d2dcff" providerId="ADAL" clId="{CB97A322-7AB9-4D64-9C6D-7CD811FC2016}"/>
    <pc:docChg chg="undo redo custSel modSld">
      <pc:chgData name="ANKUR PACHAURI ." userId="c58cfc88-db93-427c-979a-c1fcc8d2dcff" providerId="ADAL" clId="{CB97A322-7AB9-4D64-9C6D-7CD811FC2016}" dt="2026-07-23T09:57:40.210" v="115" actId="14100"/>
      <pc:docMkLst>
        <pc:docMk/>
      </pc:docMkLst>
      <pc:sldChg chg="modSp mod">
        <pc:chgData name="ANKUR PACHAURI ." userId="c58cfc88-db93-427c-979a-c1fcc8d2dcff" providerId="ADAL" clId="{CB97A322-7AB9-4D64-9C6D-7CD811FC2016}" dt="2026-07-23T09:23:23.636" v="42" actId="6549"/>
        <pc:sldMkLst>
          <pc:docMk/>
          <pc:sldMk cId="142747929" sldId="3040"/>
        </pc:sldMkLst>
        <pc:spChg chg="mod">
          <ac:chgData name="ANKUR PACHAURI ." userId="c58cfc88-db93-427c-979a-c1fcc8d2dcff" providerId="ADAL" clId="{CB97A322-7AB9-4D64-9C6D-7CD811FC2016}" dt="2026-07-23T09:18:02.797" v="11" actId="20577"/>
          <ac:spMkLst>
            <pc:docMk/>
            <pc:sldMk cId="142747929" sldId="3040"/>
            <ac:spMk id="4" creationId="{00000000-0000-0000-0000-000000000000}"/>
          </ac:spMkLst>
        </pc:spChg>
        <pc:spChg chg="mod">
          <ac:chgData name="ANKUR PACHAURI ." userId="c58cfc88-db93-427c-979a-c1fcc8d2dcff" providerId="ADAL" clId="{CB97A322-7AB9-4D64-9C6D-7CD811FC2016}" dt="2026-07-23T09:23:23.636" v="42" actId="6549"/>
          <ac:spMkLst>
            <pc:docMk/>
            <pc:sldMk cId="142747929" sldId="3040"/>
            <ac:spMk id="11" creationId="{00000000-0000-0000-0000-000000000000}"/>
          </ac:spMkLst>
        </pc:spChg>
      </pc:sldChg>
      <pc:sldChg chg="modSp mod">
        <pc:chgData name="ANKUR PACHAURI ." userId="c58cfc88-db93-427c-979a-c1fcc8d2dcff" providerId="ADAL" clId="{CB97A322-7AB9-4D64-9C6D-7CD811FC2016}" dt="2026-07-23T09:50:19.565" v="88" actId="20577"/>
        <pc:sldMkLst>
          <pc:docMk/>
          <pc:sldMk cId="2047742865" sldId="3043"/>
        </pc:sldMkLst>
        <pc:spChg chg="mod">
          <ac:chgData name="ANKUR PACHAURI ." userId="c58cfc88-db93-427c-979a-c1fcc8d2dcff" providerId="ADAL" clId="{CB97A322-7AB9-4D64-9C6D-7CD811FC2016}" dt="2026-07-23T09:50:19.565" v="88" actId="20577"/>
          <ac:spMkLst>
            <pc:docMk/>
            <pc:sldMk cId="2047742865" sldId="3043"/>
            <ac:spMk id="5" creationId="{00000000-0000-0000-0000-000000000000}"/>
          </ac:spMkLst>
        </pc:spChg>
      </pc:sldChg>
      <pc:sldChg chg="modSp">
        <pc:chgData name="ANKUR PACHAURI ." userId="c58cfc88-db93-427c-979a-c1fcc8d2dcff" providerId="ADAL" clId="{CB97A322-7AB9-4D64-9C6D-7CD811FC2016}" dt="2026-07-23T09:44:21.314" v="48" actId="15"/>
        <pc:sldMkLst>
          <pc:docMk/>
          <pc:sldMk cId="3891124539" sldId="3044"/>
        </pc:sldMkLst>
        <pc:spChg chg="mod">
          <ac:chgData name="ANKUR PACHAURI ." userId="c58cfc88-db93-427c-979a-c1fcc8d2dcff" providerId="ADAL" clId="{CB97A322-7AB9-4D64-9C6D-7CD811FC2016}" dt="2026-07-23T09:44:21.314" v="48" actId="15"/>
          <ac:spMkLst>
            <pc:docMk/>
            <pc:sldMk cId="3891124539" sldId="3044"/>
            <ac:spMk id="3" creationId="{00000000-0000-0000-0000-000000000000}"/>
          </ac:spMkLst>
        </pc:spChg>
      </pc:sldChg>
      <pc:sldChg chg="modSp mod">
        <pc:chgData name="ANKUR PACHAURI ." userId="c58cfc88-db93-427c-979a-c1fcc8d2dcff" providerId="ADAL" clId="{CB97A322-7AB9-4D64-9C6D-7CD811FC2016}" dt="2026-07-23T09:45:13.317" v="55" actId="15"/>
        <pc:sldMkLst>
          <pc:docMk/>
          <pc:sldMk cId="2867099075" sldId="3045"/>
        </pc:sldMkLst>
        <pc:spChg chg="mod">
          <ac:chgData name="ANKUR PACHAURI ." userId="c58cfc88-db93-427c-979a-c1fcc8d2dcff" providerId="ADAL" clId="{CB97A322-7AB9-4D64-9C6D-7CD811FC2016}" dt="2026-07-23T09:45:13.317" v="55" actId="15"/>
          <ac:spMkLst>
            <pc:docMk/>
            <pc:sldMk cId="2867099075" sldId="3045"/>
            <ac:spMk id="3" creationId="{00000000-0000-0000-0000-000000000000}"/>
          </ac:spMkLst>
        </pc:spChg>
      </pc:sldChg>
      <pc:sldChg chg="delSp modSp mod">
        <pc:chgData name="ANKUR PACHAURI ." userId="c58cfc88-db93-427c-979a-c1fcc8d2dcff" providerId="ADAL" clId="{CB97A322-7AB9-4D64-9C6D-7CD811FC2016}" dt="2026-07-23T09:48:01.674" v="75" actId="2711"/>
        <pc:sldMkLst>
          <pc:docMk/>
          <pc:sldMk cId="922390701" sldId="3048"/>
        </pc:sldMkLst>
        <pc:spChg chg="mod">
          <ac:chgData name="ANKUR PACHAURI ." userId="c58cfc88-db93-427c-979a-c1fcc8d2dcff" providerId="ADAL" clId="{CB97A322-7AB9-4D64-9C6D-7CD811FC2016}" dt="2026-07-23T09:46:05.719" v="57" actId="255"/>
          <ac:spMkLst>
            <pc:docMk/>
            <pc:sldMk cId="922390701" sldId="3048"/>
            <ac:spMk id="2" creationId="{00000000-0000-0000-0000-000000000000}"/>
          </ac:spMkLst>
        </pc:spChg>
        <pc:spChg chg="mod">
          <ac:chgData name="ANKUR PACHAURI ." userId="c58cfc88-db93-427c-979a-c1fcc8d2dcff" providerId="ADAL" clId="{CB97A322-7AB9-4D64-9C6D-7CD811FC2016}" dt="2026-07-23T09:48:01.674" v="75" actId="2711"/>
          <ac:spMkLst>
            <pc:docMk/>
            <pc:sldMk cId="922390701" sldId="3048"/>
            <ac:spMk id="3" creationId="{00000000-0000-0000-0000-000000000000}"/>
          </ac:spMkLst>
        </pc:spChg>
        <pc:spChg chg="del mod">
          <ac:chgData name="ANKUR PACHAURI ." userId="c58cfc88-db93-427c-979a-c1fcc8d2dcff" providerId="ADAL" clId="{CB97A322-7AB9-4D64-9C6D-7CD811FC2016}" dt="2026-07-23T09:47:02.005" v="68"/>
          <ac:spMkLst>
            <pc:docMk/>
            <pc:sldMk cId="922390701" sldId="3048"/>
            <ac:spMk id="4" creationId="{00000000-0000-0000-0000-000000000000}"/>
          </ac:spMkLst>
        </pc:spChg>
      </pc:sldChg>
      <pc:sldChg chg="modSp mod">
        <pc:chgData name="ANKUR PACHAURI ." userId="c58cfc88-db93-427c-979a-c1fcc8d2dcff" providerId="ADAL" clId="{CB97A322-7AB9-4D64-9C6D-7CD811FC2016}" dt="2026-07-23T09:48:50.270" v="78" actId="2711"/>
        <pc:sldMkLst>
          <pc:docMk/>
          <pc:sldMk cId="2826061829" sldId="3049"/>
        </pc:sldMkLst>
        <pc:spChg chg="mod">
          <ac:chgData name="ANKUR PACHAURI ." userId="c58cfc88-db93-427c-979a-c1fcc8d2dcff" providerId="ADAL" clId="{CB97A322-7AB9-4D64-9C6D-7CD811FC2016}" dt="2026-07-23T09:48:50.270" v="78" actId="2711"/>
          <ac:spMkLst>
            <pc:docMk/>
            <pc:sldMk cId="2826061829" sldId="3049"/>
            <ac:spMk id="3" creationId="{00000000-0000-0000-0000-000000000000}"/>
          </ac:spMkLst>
        </pc:spChg>
      </pc:sldChg>
      <pc:sldChg chg="modSp mod">
        <pc:chgData name="ANKUR PACHAURI ." userId="c58cfc88-db93-427c-979a-c1fcc8d2dcff" providerId="ADAL" clId="{CB97A322-7AB9-4D64-9C6D-7CD811FC2016}" dt="2026-07-23T09:49:23.032" v="79" actId="15"/>
        <pc:sldMkLst>
          <pc:docMk/>
          <pc:sldMk cId="1991561158" sldId="3052"/>
        </pc:sldMkLst>
        <pc:spChg chg="mod">
          <ac:chgData name="ANKUR PACHAURI ." userId="c58cfc88-db93-427c-979a-c1fcc8d2dcff" providerId="ADAL" clId="{CB97A322-7AB9-4D64-9C6D-7CD811FC2016}" dt="2026-07-23T09:49:23.032" v="79" actId="15"/>
          <ac:spMkLst>
            <pc:docMk/>
            <pc:sldMk cId="1991561158" sldId="3052"/>
            <ac:spMk id="3" creationId="{00000000-0000-0000-0000-000000000000}"/>
          </ac:spMkLst>
        </pc:spChg>
      </pc:sldChg>
      <pc:sldChg chg="modSp">
        <pc:chgData name="ANKUR PACHAURI ." userId="c58cfc88-db93-427c-979a-c1fcc8d2dcff" providerId="ADAL" clId="{CB97A322-7AB9-4D64-9C6D-7CD811FC2016}" dt="2026-07-23T09:51:37.147" v="89" actId="15"/>
        <pc:sldMkLst>
          <pc:docMk/>
          <pc:sldMk cId="4157635693" sldId="3057"/>
        </pc:sldMkLst>
        <pc:spChg chg="mod">
          <ac:chgData name="ANKUR PACHAURI ." userId="c58cfc88-db93-427c-979a-c1fcc8d2dcff" providerId="ADAL" clId="{CB97A322-7AB9-4D64-9C6D-7CD811FC2016}" dt="2026-07-23T09:51:37.147" v="89" actId="15"/>
          <ac:spMkLst>
            <pc:docMk/>
            <pc:sldMk cId="4157635693" sldId="3057"/>
            <ac:spMk id="5" creationId="{00000000-0000-0000-0000-000000000000}"/>
          </ac:spMkLst>
        </pc:spChg>
      </pc:sldChg>
      <pc:sldChg chg="modSp mod">
        <pc:chgData name="ANKUR PACHAURI ." userId="c58cfc88-db93-427c-979a-c1fcc8d2dcff" providerId="ADAL" clId="{CB97A322-7AB9-4D64-9C6D-7CD811FC2016}" dt="2026-07-23T09:54:04.146" v="101" actId="15"/>
        <pc:sldMkLst>
          <pc:docMk/>
          <pc:sldMk cId="1109215525" sldId="3067"/>
        </pc:sldMkLst>
        <pc:spChg chg="mod">
          <ac:chgData name="ANKUR PACHAURI ." userId="c58cfc88-db93-427c-979a-c1fcc8d2dcff" providerId="ADAL" clId="{CB97A322-7AB9-4D64-9C6D-7CD811FC2016}" dt="2026-07-23T09:54:04.146" v="101" actId="15"/>
          <ac:spMkLst>
            <pc:docMk/>
            <pc:sldMk cId="1109215525" sldId="3067"/>
            <ac:spMk id="3" creationId="{00000000-0000-0000-0000-000000000000}"/>
          </ac:spMkLst>
        </pc:spChg>
      </pc:sldChg>
      <pc:sldChg chg="modSp mod">
        <pc:chgData name="ANKUR PACHAURI ." userId="c58cfc88-db93-427c-979a-c1fcc8d2dcff" providerId="ADAL" clId="{CB97A322-7AB9-4D64-9C6D-7CD811FC2016}" dt="2026-07-23T09:55:30.566" v="109" actId="20577"/>
        <pc:sldMkLst>
          <pc:docMk/>
          <pc:sldMk cId="2946103835" sldId="3068"/>
        </pc:sldMkLst>
        <pc:spChg chg="mod">
          <ac:chgData name="ANKUR PACHAURI ." userId="c58cfc88-db93-427c-979a-c1fcc8d2dcff" providerId="ADAL" clId="{CB97A322-7AB9-4D64-9C6D-7CD811FC2016}" dt="2026-07-23T09:55:30.566" v="109" actId="20577"/>
          <ac:spMkLst>
            <pc:docMk/>
            <pc:sldMk cId="2946103835" sldId="3068"/>
            <ac:spMk id="3" creationId="{00000000-0000-0000-0000-000000000000}"/>
          </ac:spMkLst>
        </pc:spChg>
      </pc:sldChg>
      <pc:sldChg chg="modSp mod">
        <pc:chgData name="ANKUR PACHAURI ." userId="c58cfc88-db93-427c-979a-c1fcc8d2dcff" providerId="ADAL" clId="{CB97A322-7AB9-4D64-9C6D-7CD811FC2016}" dt="2026-07-23T09:53:27.827" v="96" actId="113"/>
        <pc:sldMkLst>
          <pc:docMk/>
          <pc:sldMk cId="2773882041" sldId="3070"/>
        </pc:sldMkLst>
        <pc:spChg chg="mod">
          <ac:chgData name="ANKUR PACHAURI ." userId="c58cfc88-db93-427c-979a-c1fcc8d2dcff" providerId="ADAL" clId="{CB97A322-7AB9-4D64-9C6D-7CD811FC2016}" dt="2026-07-23T09:53:27.827" v="96" actId="113"/>
          <ac:spMkLst>
            <pc:docMk/>
            <pc:sldMk cId="2773882041" sldId="3070"/>
            <ac:spMk id="3" creationId="{00000000-0000-0000-0000-000000000000}"/>
          </ac:spMkLst>
        </pc:spChg>
      </pc:sldChg>
      <pc:sldChg chg="modSp mod">
        <pc:chgData name="ANKUR PACHAURI ." userId="c58cfc88-db93-427c-979a-c1fcc8d2dcff" providerId="ADAL" clId="{CB97A322-7AB9-4D64-9C6D-7CD811FC2016}" dt="2026-07-23T09:57:08.305" v="110" actId="15"/>
        <pc:sldMkLst>
          <pc:docMk/>
          <pc:sldMk cId="73395672" sldId="3074"/>
        </pc:sldMkLst>
        <pc:spChg chg="mod">
          <ac:chgData name="ANKUR PACHAURI ." userId="c58cfc88-db93-427c-979a-c1fcc8d2dcff" providerId="ADAL" clId="{CB97A322-7AB9-4D64-9C6D-7CD811FC2016}" dt="2026-07-23T09:57:08.305" v="110" actId="15"/>
          <ac:spMkLst>
            <pc:docMk/>
            <pc:sldMk cId="73395672" sldId="3074"/>
            <ac:spMk id="3" creationId="{00000000-0000-0000-0000-000000000000}"/>
          </ac:spMkLst>
        </pc:spChg>
      </pc:sldChg>
      <pc:sldChg chg="modSp mod">
        <pc:chgData name="ANKUR PACHAURI ." userId="c58cfc88-db93-427c-979a-c1fcc8d2dcff" providerId="ADAL" clId="{CB97A322-7AB9-4D64-9C6D-7CD811FC2016}" dt="2026-07-23T09:57:28.118" v="114" actId="14100"/>
        <pc:sldMkLst>
          <pc:docMk/>
          <pc:sldMk cId="3466021393" sldId="3075"/>
        </pc:sldMkLst>
        <pc:graphicFrameChg chg="mod">
          <ac:chgData name="ANKUR PACHAURI ." userId="c58cfc88-db93-427c-979a-c1fcc8d2dcff" providerId="ADAL" clId="{CB97A322-7AB9-4D64-9C6D-7CD811FC2016}" dt="2026-07-23T09:57:28.118" v="114" actId="14100"/>
          <ac:graphicFrameMkLst>
            <pc:docMk/>
            <pc:sldMk cId="3466021393" sldId="3075"/>
            <ac:graphicFrameMk id="5" creationId="{00000000-0000-0000-0000-000000000000}"/>
          </ac:graphicFrameMkLst>
        </pc:graphicFrameChg>
      </pc:sldChg>
      <pc:sldChg chg="modSp mod">
        <pc:chgData name="ANKUR PACHAURI ." userId="c58cfc88-db93-427c-979a-c1fcc8d2dcff" providerId="ADAL" clId="{CB97A322-7AB9-4D64-9C6D-7CD811FC2016}" dt="2026-07-23T09:57:40.210" v="115" actId="14100"/>
        <pc:sldMkLst>
          <pc:docMk/>
          <pc:sldMk cId="454537046" sldId="3093"/>
        </pc:sldMkLst>
        <pc:graphicFrameChg chg="mod">
          <ac:chgData name="ANKUR PACHAURI ." userId="c58cfc88-db93-427c-979a-c1fcc8d2dcff" providerId="ADAL" clId="{CB97A322-7AB9-4D64-9C6D-7CD811FC2016}" dt="2026-07-23T09:57:40.210" v="115" actId="14100"/>
          <ac:graphicFrameMkLst>
            <pc:docMk/>
            <pc:sldMk cId="454537046" sldId="3093"/>
            <ac:graphicFrameMk id="5" creationId="{C7DA5E79-DE7D-D5A2-0FAF-967D186B869A}"/>
          </ac:graphicFrameMkLst>
        </pc:graphicFrameChg>
      </pc:sldChg>
      <pc:sldChg chg="modSp mod">
        <pc:chgData name="ANKUR PACHAURI ." userId="c58cfc88-db93-427c-979a-c1fcc8d2dcff" providerId="ADAL" clId="{CB97A322-7AB9-4D64-9C6D-7CD811FC2016}" dt="2026-07-23T09:43:19.575" v="43" actId="33524"/>
        <pc:sldMkLst>
          <pc:docMk/>
          <pc:sldMk cId="177433242" sldId="3098"/>
        </pc:sldMkLst>
        <pc:spChg chg="mod">
          <ac:chgData name="ANKUR PACHAURI ." userId="c58cfc88-db93-427c-979a-c1fcc8d2dcff" providerId="ADAL" clId="{CB97A322-7AB9-4D64-9C6D-7CD811FC2016}" dt="2026-07-23T09:43:19.575" v="43" actId="33524"/>
          <ac:spMkLst>
            <pc:docMk/>
            <pc:sldMk cId="177433242" sldId="3098"/>
            <ac:spMk id="5" creationId="{00000000-0000-0000-0000-000000000000}"/>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5163121941256089E-2"/>
          <c:y val="0.11225078704857032"/>
          <c:w val="0.89830813522553277"/>
          <c:h val="0.7375940620021102"/>
        </c:manualLayout>
      </c:layout>
      <c:lineChart>
        <c:grouping val="standard"/>
        <c:varyColors val="0"/>
        <c:ser>
          <c:idx val="0"/>
          <c:order val="0"/>
          <c:tx>
            <c:strRef>
              <c:f>Sheet1!$B$13</c:f>
              <c:strCache>
                <c:ptCount val="1"/>
                <c:pt idx="0">
                  <c:v>Production</c:v>
                </c:pt>
              </c:strCache>
            </c:strRef>
          </c:tx>
          <c:spPr>
            <a:ln w="28575" cap="rnd">
              <a:solidFill>
                <a:srgbClr val="0033CC"/>
              </a:solidFill>
              <a:round/>
            </a:ln>
            <a:effectLst/>
          </c:spPr>
          <c:marker>
            <c:symbol val="circle"/>
            <c:size val="5"/>
            <c:spPr>
              <a:solidFill>
                <a:srgbClr val="0033CC"/>
              </a:solidFill>
              <a:ln w="9525">
                <a:solidFill>
                  <a:schemeClr val="accent1"/>
                </a:solidFill>
              </a:ln>
              <a:effectLst/>
            </c:spPr>
          </c:marker>
          <c:cat>
            <c:numRef>
              <c:f>Sheet1!$A$14:$A$23</c:f>
              <c:numCache>
                <c:formatCode>General</c:formatCode>
                <c:ptCount val="10"/>
                <c:pt idx="0">
                  <c:v>1995</c:v>
                </c:pt>
                <c:pt idx="1">
                  <c:v>1996</c:v>
                </c:pt>
                <c:pt idx="2">
                  <c:v>1997</c:v>
                </c:pt>
                <c:pt idx="3">
                  <c:v>1998</c:v>
                </c:pt>
                <c:pt idx="4">
                  <c:v>1999</c:v>
                </c:pt>
                <c:pt idx="5">
                  <c:v>2000</c:v>
                </c:pt>
                <c:pt idx="6">
                  <c:v>2001</c:v>
                </c:pt>
                <c:pt idx="7">
                  <c:v>2002</c:v>
                </c:pt>
                <c:pt idx="8">
                  <c:v>2003</c:v>
                </c:pt>
                <c:pt idx="9">
                  <c:v>2004</c:v>
                </c:pt>
              </c:numCache>
            </c:numRef>
          </c:cat>
          <c:val>
            <c:numRef>
              <c:f>Sheet1!$B$14:$B$23</c:f>
              <c:numCache>
                <c:formatCode>General</c:formatCode>
                <c:ptCount val="10"/>
                <c:pt idx="0">
                  <c:v>21</c:v>
                </c:pt>
                <c:pt idx="1">
                  <c:v>22</c:v>
                </c:pt>
                <c:pt idx="2">
                  <c:v>23</c:v>
                </c:pt>
                <c:pt idx="3">
                  <c:v>25</c:v>
                </c:pt>
                <c:pt idx="4">
                  <c:v>24</c:v>
                </c:pt>
                <c:pt idx="5">
                  <c:v>22</c:v>
                </c:pt>
                <c:pt idx="6">
                  <c:v>25</c:v>
                </c:pt>
                <c:pt idx="7">
                  <c:v>26</c:v>
                </c:pt>
                <c:pt idx="8">
                  <c:v>27</c:v>
                </c:pt>
                <c:pt idx="9">
                  <c:v>26</c:v>
                </c:pt>
              </c:numCache>
            </c:numRef>
          </c:val>
          <c:smooth val="0"/>
          <c:extLst>
            <c:ext xmlns:c16="http://schemas.microsoft.com/office/drawing/2014/chart" uri="{C3380CC4-5D6E-409C-BE32-E72D297353CC}">
              <c16:uniqueId val="{00000000-C1DE-4691-AC47-61C997CD34D0}"/>
            </c:ext>
          </c:extLst>
        </c:ser>
        <c:ser>
          <c:idx val="1"/>
          <c:order val="1"/>
          <c:tx>
            <c:strRef>
              <c:f>Sheet1!$C$13</c:f>
              <c:strCache>
                <c:ptCount val="1"/>
                <c:pt idx="0">
                  <c:v>3 - year moving total</c:v>
                </c:pt>
              </c:strCache>
            </c:strRef>
          </c:tx>
          <c:spPr>
            <a:ln w="28575" cap="rnd">
              <a:solidFill>
                <a:srgbClr val="FF0000"/>
              </a:solidFill>
              <a:round/>
            </a:ln>
            <a:effectLst/>
          </c:spPr>
          <c:marker>
            <c:symbol val="circle"/>
            <c:size val="5"/>
            <c:spPr>
              <a:solidFill>
                <a:srgbClr val="FF0000"/>
              </a:solidFill>
              <a:ln w="9525">
                <a:solidFill>
                  <a:schemeClr val="accent2"/>
                </a:solidFill>
              </a:ln>
              <a:effectLst/>
            </c:spPr>
          </c:marker>
          <c:cat>
            <c:numRef>
              <c:f>Sheet1!$A$14:$A$23</c:f>
              <c:numCache>
                <c:formatCode>General</c:formatCode>
                <c:ptCount val="10"/>
                <c:pt idx="0">
                  <c:v>1995</c:v>
                </c:pt>
                <c:pt idx="1">
                  <c:v>1996</c:v>
                </c:pt>
                <c:pt idx="2">
                  <c:v>1997</c:v>
                </c:pt>
                <c:pt idx="3">
                  <c:v>1998</c:v>
                </c:pt>
                <c:pt idx="4">
                  <c:v>1999</c:v>
                </c:pt>
                <c:pt idx="5">
                  <c:v>2000</c:v>
                </c:pt>
                <c:pt idx="6">
                  <c:v>2001</c:v>
                </c:pt>
                <c:pt idx="7">
                  <c:v>2002</c:v>
                </c:pt>
                <c:pt idx="8">
                  <c:v>2003</c:v>
                </c:pt>
                <c:pt idx="9">
                  <c:v>2004</c:v>
                </c:pt>
              </c:numCache>
            </c:numRef>
          </c:cat>
          <c:val>
            <c:numRef>
              <c:f>Sheet1!$C$14:$C$23</c:f>
              <c:numCache>
                <c:formatCode>0.00</c:formatCode>
                <c:ptCount val="10"/>
                <c:pt idx="1">
                  <c:v>22</c:v>
                </c:pt>
                <c:pt idx="2">
                  <c:v>23.33</c:v>
                </c:pt>
                <c:pt idx="3">
                  <c:v>24</c:v>
                </c:pt>
                <c:pt idx="4">
                  <c:v>23.67</c:v>
                </c:pt>
                <c:pt idx="5">
                  <c:v>23.67</c:v>
                </c:pt>
                <c:pt idx="6">
                  <c:v>24.33</c:v>
                </c:pt>
                <c:pt idx="7">
                  <c:v>26</c:v>
                </c:pt>
                <c:pt idx="8">
                  <c:v>26.33</c:v>
                </c:pt>
              </c:numCache>
            </c:numRef>
          </c:val>
          <c:smooth val="0"/>
          <c:extLst>
            <c:ext xmlns:c16="http://schemas.microsoft.com/office/drawing/2014/chart" uri="{C3380CC4-5D6E-409C-BE32-E72D297353CC}">
              <c16:uniqueId val="{00000001-C1DE-4691-AC47-61C997CD34D0}"/>
            </c:ext>
          </c:extLst>
        </c:ser>
        <c:dLbls>
          <c:showLegendKey val="0"/>
          <c:showVal val="0"/>
          <c:showCatName val="0"/>
          <c:showSerName val="0"/>
          <c:showPercent val="0"/>
          <c:showBubbleSize val="0"/>
        </c:dLbls>
        <c:marker val="1"/>
        <c:smooth val="0"/>
        <c:axId val="-1745930960"/>
        <c:axId val="-1745940208"/>
      </c:lineChart>
      <c:catAx>
        <c:axId val="-17459309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45940208"/>
        <c:crosses val="autoZero"/>
        <c:auto val="1"/>
        <c:lblAlgn val="ctr"/>
        <c:lblOffset val="100"/>
        <c:noMultiLvlLbl val="0"/>
      </c:catAx>
      <c:valAx>
        <c:axId val="-1745940208"/>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4593096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Sheet1!$C$1</c:f>
              <c:strCache>
                <c:ptCount val="1"/>
                <c:pt idx="0">
                  <c:v>Sales (Y)</c:v>
                </c:pt>
              </c:strCache>
            </c:strRef>
          </c:tx>
          <c:spPr>
            <a:ln w="28575" cap="rnd">
              <a:solidFill>
                <a:srgbClr val="FF0000"/>
              </a:solidFill>
              <a:round/>
            </a:ln>
            <a:effectLst/>
          </c:spPr>
          <c:marker>
            <c:symbol val="circle"/>
            <c:size val="5"/>
            <c:spPr>
              <a:solidFill>
                <a:schemeClr val="accent1"/>
              </a:solidFill>
              <a:ln w="9525">
                <a:solidFill>
                  <a:schemeClr val="accent1"/>
                </a:solidFill>
              </a:ln>
              <a:effectLst/>
            </c:spPr>
          </c:marker>
          <c:cat>
            <c:numRef>
              <c:f>Sheet1!$B$2:$B$26</c:f>
              <c:numCache>
                <c:formatCode>General</c:formatCode>
                <c:ptCount val="2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numCache>
            </c:numRef>
          </c:cat>
          <c:val>
            <c:numRef>
              <c:f>Sheet1!$C$2:$C$26</c:f>
              <c:numCache>
                <c:formatCode>0.0</c:formatCode>
                <c:ptCount val="25"/>
                <c:pt idx="0">
                  <c:v>5.3</c:v>
                </c:pt>
                <c:pt idx="1">
                  <c:v>4.4000000000000004</c:v>
                </c:pt>
                <c:pt idx="2">
                  <c:v>5.4</c:v>
                </c:pt>
                <c:pt idx="3">
                  <c:v>5.8</c:v>
                </c:pt>
                <c:pt idx="4">
                  <c:v>5.6</c:v>
                </c:pt>
                <c:pt idx="5">
                  <c:v>4.8</c:v>
                </c:pt>
                <c:pt idx="6">
                  <c:v>5.6</c:v>
                </c:pt>
                <c:pt idx="7">
                  <c:v>5.6</c:v>
                </c:pt>
                <c:pt idx="8">
                  <c:v>5.4</c:v>
                </c:pt>
                <c:pt idx="9">
                  <c:v>6.5</c:v>
                </c:pt>
                <c:pt idx="10">
                  <c:v>5.0999999999999996</c:v>
                </c:pt>
                <c:pt idx="11">
                  <c:v>5.8</c:v>
                </c:pt>
                <c:pt idx="12">
                  <c:v>5</c:v>
                </c:pt>
                <c:pt idx="13">
                  <c:v>6.2</c:v>
                </c:pt>
                <c:pt idx="14">
                  <c:v>5.6</c:v>
                </c:pt>
                <c:pt idx="15">
                  <c:v>6.7</c:v>
                </c:pt>
                <c:pt idx="16">
                  <c:v>5.2</c:v>
                </c:pt>
                <c:pt idx="17">
                  <c:v>5.5</c:v>
                </c:pt>
                <c:pt idx="18">
                  <c:v>5.8</c:v>
                </c:pt>
                <c:pt idx="19">
                  <c:v>5.0999999999999996</c:v>
                </c:pt>
                <c:pt idx="20">
                  <c:v>5.8</c:v>
                </c:pt>
                <c:pt idx="21">
                  <c:v>6.7</c:v>
                </c:pt>
                <c:pt idx="22">
                  <c:v>5.2</c:v>
                </c:pt>
                <c:pt idx="23">
                  <c:v>6</c:v>
                </c:pt>
                <c:pt idx="24">
                  <c:v>5.8</c:v>
                </c:pt>
              </c:numCache>
            </c:numRef>
          </c:val>
          <c:smooth val="0"/>
          <c:extLst>
            <c:ext xmlns:c16="http://schemas.microsoft.com/office/drawing/2014/chart" uri="{C3380CC4-5D6E-409C-BE32-E72D297353CC}">
              <c16:uniqueId val="{00000000-E936-452D-B748-4D17BED1ED6E}"/>
            </c:ext>
          </c:extLst>
        </c:ser>
        <c:ser>
          <c:idx val="1"/>
          <c:order val="1"/>
          <c:tx>
            <c:strRef>
              <c:f>Sheet1!$D$1</c:f>
              <c:strCache>
                <c:ptCount val="1"/>
                <c:pt idx="0">
                  <c:v>MA(3)</c:v>
                </c:pt>
              </c:strCache>
            </c:strRef>
          </c:tx>
          <c:spPr>
            <a:ln w="28575" cap="rnd">
              <a:solidFill>
                <a:srgbClr val="0000FF"/>
              </a:solidFill>
              <a:round/>
            </a:ln>
            <a:effectLst/>
          </c:spPr>
          <c:marker>
            <c:symbol val="circle"/>
            <c:size val="5"/>
            <c:spPr>
              <a:solidFill>
                <a:schemeClr val="accent2"/>
              </a:solidFill>
              <a:ln w="9525">
                <a:solidFill>
                  <a:schemeClr val="accent2"/>
                </a:solidFill>
              </a:ln>
              <a:effectLst/>
            </c:spPr>
          </c:marker>
          <c:cat>
            <c:numRef>
              <c:f>Sheet1!$B$2:$B$26</c:f>
              <c:numCache>
                <c:formatCode>General</c:formatCode>
                <c:ptCount val="2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numCache>
            </c:numRef>
          </c:cat>
          <c:val>
            <c:numRef>
              <c:f>Sheet1!$D$2:$D$26</c:f>
              <c:numCache>
                <c:formatCode>General</c:formatCode>
                <c:ptCount val="25"/>
                <c:pt idx="2" formatCode="0.00">
                  <c:v>5.0333333333333332</c:v>
                </c:pt>
                <c:pt idx="3" formatCode="0.00">
                  <c:v>5.2</c:v>
                </c:pt>
                <c:pt idx="4" formatCode="0.00">
                  <c:v>5.5999999999999988</c:v>
                </c:pt>
                <c:pt idx="5" formatCode="0.00">
                  <c:v>5.3999999999999995</c:v>
                </c:pt>
                <c:pt idx="6" formatCode="0.00">
                  <c:v>5.333333333333333</c:v>
                </c:pt>
                <c:pt idx="7" formatCode="0.00">
                  <c:v>5.333333333333333</c:v>
                </c:pt>
                <c:pt idx="8" formatCode="0.00">
                  <c:v>5.5333333333333341</c:v>
                </c:pt>
                <c:pt idx="9" formatCode="0.00">
                  <c:v>5.833333333333333</c:v>
                </c:pt>
                <c:pt idx="10" formatCode="0.00">
                  <c:v>5.666666666666667</c:v>
                </c:pt>
                <c:pt idx="11" formatCode="0.00">
                  <c:v>5.8</c:v>
                </c:pt>
                <c:pt idx="12" formatCode="0.00">
                  <c:v>5.3</c:v>
                </c:pt>
                <c:pt idx="13" formatCode="0.00">
                  <c:v>5.666666666666667</c:v>
                </c:pt>
                <c:pt idx="14" formatCode="0.00">
                  <c:v>5.5999999999999988</c:v>
                </c:pt>
                <c:pt idx="15" formatCode="0.00">
                  <c:v>6.166666666666667</c:v>
                </c:pt>
                <c:pt idx="16" formatCode="0.00">
                  <c:v>5.833333333333333</c:v>
                </c:pt>
                <c:pt idx="17" formatCode="0.00">
                  <c:v>5.8</c:v>
                </c:pt>
                <c:pt idx="18" formatCode="0.00">
                  <c:v>5.5</c:v>
                </c:pt>
                <c:pt idx="19" formatCode="0.00">
                  <c:v>5.4666666666666659</c:v>
                </c:pt>
                <c:pt idx="20" formatCode="0.00">
                  <c:v>5.5666666666666664</c:v>
                </c:pt>
                <c:pt idx="21" formatCode="0.00">
                  <c:v>5.8666666666666663</c:v>
                </c:pt>
                <c:pt idx="22" formatCode="0.00">
                  <c:v>5.8999999999999995</c:v>
                </c:pt>
                <c:pt idx="23" formatCode="0.00">
                  <c:v>5.9666666666666659</c:v>
                </c:pt>
                <c:pt idx="24" formatCode="0.00">
                  <c:v>5.666666666666667</c:v>
                </c:pt>
              </c:numCache>
            </c:numRef>
          </c:val>
          <c:smooth val="0"/>
          <c:extLst>
            <c:ext xmlns:c16="http://schemas.microsoft.com/office/drawing/2014/chart" uri="{C3380CC4-5D6E-409C-BE32-E72D297353CC}">
              <c16:uniqueId val="{00000001-E936-452D-B748-4D17BED1ED6E}"/>
            </c:ext>
          </c:extLst>
        </c:ser>
        <c:ser>
          <c:idx val="2"/>
          <c:order val="2"/>
          <c:tx>
            <c:strRef>
              <c:f>Sheet1!$E$1</c:f>
              <c:strCache>
                <c:ptCount val="1"/>
                <c:pt idx="0">
                  <c:v>MA(5)</c:v>
                </c:pt>
              </c:strCache>
            </c:strRef>
          </c:tx>
          <c:spPr>
            <a:ln w="28575" cap="rnd">
              <a:solidFill>
                <a:srgbClr val="008000"/>
              </a:solidFill>
              <a:round/>
            </a:ln>
            <a:effectLst/>
          </c:spPr>
          <c:marker>
            <c:symbol val="circle"/>
            <c:size val="5"/>
            <c:spPr>
              <a:solidFill>
                <a:schemeClr val="accent3"/>
              </a:solidFill>
              <a:ln w="9525">
                <a:solidFill>
                  <a:schemeClr val="accent3"/>
                </a:solidFill>
              </a:ln>
              <a:effectLst/>
            </c:spPr>
          </c:marker>
          <c:cat>
            <c:numRef>
              <c:f>Sheet1!$B$2:$B$26</c:f>
              <c:numCache>
                <c:formatCode>General</c:formatCode>
                <c:ptCount val="2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numCache>
            </c:numRef>
          </c:cat>
          <c:val>
            <c:numRef>
              <c:f>Sheet1!$E$2:$E$26</c:f>
              <c:numCache>
                <c:formatCode>General</c:formatCode>
                <c:ptCount val="25"/>
                <c:pt idx="4" formatCode="0.00">
                  <c:v>5.3</c:v>
                </c:pt>
                <c:pt idx="5" formatCode="0.00">
                  <c:v>5.2000000000000011</c:v>
                </c:pt>
                <c:pt idx="6" formatCode="0.00">
                  <c:v>5.4399999999999995</c:v>
                </c:pt>
                <c:pt idx="7" formatCode="0.00">
                  <c:v>5.4799999999999995</c:v>
                </c:pt>
                <c:pt idx="8" formatCode="0.00">
                  <c:v>5.4</c:v>
                </c:pt>
                <c:pt idx="9" formatCode="0.00">
                  <c:v>5.58</c:v>
                </c:pt>
                <c:pt idx="10" formatCode="0.00">
                  <c:v>5.6400000000000006</c:v>
                </c:pt>
                <c:pt idx="11" formatCode="0.00">
                  <c:v>5.6800000000000006</c:v>
                </c:pt>
                <c:pt idx="12" formatCode="0.00">
                  <c:v>5.5600000000000005</c:v>
                </c:pt>
                <c:pt idx="13" formatCode="0.00">
                  <c:v>5.72</c:v>
                </c:pt>
                <c:pt idx="14" formatCode="0.00">
                  <c:v>5.5399999999999991</c:v>
                </c:pt>
                <c:pt idx="15" formatCode="0.00">
                  <c:v>5.86</c:v>
                </c:pt>
                <c:pt idx="16" formatCode="0.00">
                  <c:v>5.7399999999999993</c:v>
                </c:pt>
                <c:pt idx="17" formatCode="0.00">
                  <c:v>5.84</c:v>
                </c:pt>
                <c:pt idx="18" formatCode="0.00">
                  <c:v>5.76</c:v>
                </c:pt>
                <c:pt idx="19" formatCode="0.00">
                  <c:v>5.6599999999999993</c:v>
                </c:pt>
                <c:pt idx="20" formatCode="0.00">
                  <c:v>5.48</c:v>
                </c:pt>
                <c:pt idx="21" formatCode="0.00">
                  <c:v>5.7799999999999994</c:v>
                </c:pt>
                <c:pt idx="22" formatCode="0.00">
                  <c:v>5.72</c:v>
                </c:pt>
                <c:pt idx="23" formatCode="0.00">
                  <c:v>5.76</c:v>
                </c:pt>
                <c:pt idx="24" formatCode="0.00">
                  <c:v>5.9</c:v>
                </c:pt>
              </c:numCache>
            </c:numRef>
          </c:val>
          <c:smooth val="0"/>
          <c:extLst>
            <c:ext xmlns:c16="http://schemas.microsoft.com/office/drawing/2014/chart" uri="{C3380CC4-5D6E-409C-BE32-E72D297353CC}">
              <c16:uniqueId val="{00000002-E936-452D-B748-4D17BED1ED6E}"/>
            </c:ext>
          </c:extLst>
        </c:ser>
        <c:dLbls>
          <c:showLegendKey val="0"/>
          <c:showVal val="0"/>
          <c:showCatName val="0"/>
          <c:showSerName val="0"/>
          <c:showPercent val="0"/>
          <c:showBubbleSize val="0"/>
        </c:dLbls>
        <c:marker val="1"/>
        <c:smooth val="0"/>
        <c:axId val="-1745940752"/>
        <c:axId val="-1745928784"/>
      </c:lineChart>
      <c:catAx>
        <c:axId val="-17459407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45928784"/>
        <c:crosses val="autoZero"/>
        <c:auto val="1"/>
        <c:lblAlgn val="ctr"/>
        <c:lblOffset val="100"/>
        <c:noMultiLvlLbl val="0"/>
      </c:catAx>
      <c:valAx>
        <c:axId val="-1745928784"/>
        <c:scaling>
          <c:orientation val="minMax"/>
        </c:scaling>
        <c:delete val="0"/>
        <c:axPos val="l"/>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4594075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3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9:57.115"/>
    </inkml:context>
    <inkml:brush xml:id="br0">
      <inkml:brushProperty name="width" value="0.025" units="cm"/>
      <inkml:brushProperty name="height" value="0.025" units="cm"/>
    </inkml:brush>
  </inkml:definitions>
  <inkml:trace contextRef="#ctx0" brushRef="#br0">267 11 12809,'-35'-9'2235,"28"8"4285,-2 15-4763,7-9-1459,-18 47 666,2 2-1,2 0 1,-8 59-1,14-70-703,-38 258 659,35-206-819,12-91-104,-29 222-978,18-77-3005,12-146 3566,0-1 0,0 0 0,0 1 0,-1-1-1,1 0 1,-1 1 0,1-1 0,-1 0 0,0 0 0,0 0 0,0 0 0,0 0 0,-1 0 0,1 0 0,0 0-1,-3 3 1,-3 3-3953</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9:57.665"/>
    </inkml:context>
    <inkml:brush xml:id="br0">
      <inkml:brushProperty name="width" value="0.025" units="cm"/>
      <inkml:brushProperty name="height" value="0.025" units="cm"/>
    </inkml:brush>
  </inkml:definitions>
  <inkml:trace contextRef="#ctx0" brushRef="#br0">0 139 14177,'0'0'5471,"2"1"-4685,20 12 417,-16-13-729,11-6 69,1 1 0,-1 1 0,34-5 0,-24 5 185,30-8-1,7-3 142,-44 12-614,-1-1 0,0-2 0,26-9 0,-39 12-212,0 1-1,0 0 1,0 0-1,0 1 1,0-1 0,0 2-1,1-1 1,-1 0-1,8 2 1,-11-1-42,0 0 1,0 0-1,0 1 1,-1-1-1,1 1 1,0 0-1,0 0 1,-1 0-1,1 0 1,-1 1-1,1-1 1,-1 0-1,1 1 1,-1 0-1,0 0 1,0 0-1,0 0 1,0 0-1,0 0 1,0 0-1,0 1 1,1 3-1,5 12-28,-2 2-1,0-1 1,6 39 0,-3-16 47,-5-21-38,1 4-6,1-1 1,17 44-1,-20-61 3,0-1 0,1 1 0,0 0 0,0-1-1,0 0 1,1 0 0,0 0 0,0 0 0,1-1 0,-1 0-1,1 0 1,1 0 0,-1-1 0,8 4 0,-7-4-59,1 0 0,0-1 1,0 0-1,1-1 0,-1 0 1,1 0-1,-1 0 0,1-1 1,-1-1-1,1 1 0,-1-2 1,1 1-1,0-1 0,-1 0 0,1-1 1,-1 0-1,0 0 0,15-6 1,22-16-842,4 0-141,-45 23 871,12-3-316,-12 4 508,-1 0 0,0 0 0,1 0 0,-1 0 0,1 1 0,-1-1 0,1 1 0,-1 0 1,0 0-1,1 0 0,-1 1 0,0-1 0,5 3 0,24 9 603,-11-9-163,-1-2-1,1 0 0,-1-2 1,1 0-1,0-1 1,28-6-1,-4 2-82,-33 4-235,-1-1 0,1-1 1,0 1-1,0-2 0,-1 0 1,0 0-1,15-8 1,-20 9-115,-2 0 0,1 0 1,0-1-1,0 1 0,-1-1 0,0 0 1,0 0-1,0-1 0,0 1 1,-1-1-1,0 0 0,0 0 1,0 0-1,0 0 0,-1 0 1,3-11-1,-3 8-154,0-1-1,-1 1 1,0-1 0,-1 0-1,1 1 1,-2-1 0,1 0 0,-1 1-1,-1-1 1,0 1 0,0-1-1,0 1 1,-1 0 0,0 0-1,-7-11 1,6 9-89,-1 1-1,-1-1 1,0 1-1,0 0 1,-1 1-1,-12-13 1,18 20 214,-52-52-2507,23 14-3066,30 34 415,8-9-3156</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9:58.030"/>
    </inkml:context>
    <inkml:brush xml:id="br0">
      <inkml:brushProperty name="width" value="0.025" units="cm"/>
      <inkml:brushProperty name="height" value="0.025" units="cm"/>
    </inkml:brush>
  </inkml:definitions>
  <inkml:trace contextRef="#ctx0" brushRef="#br0">10 59 8989,'-3'19'1465,"3"-15"-256,-1 0 16,-4 34 1054,4-37-2189,1 1 0,0-1-1,0 0 1,0 0 0,0 0 0,1 1 0,-1-1 0,0 0 0,0 0 0,1 0 0,-1 0 0,1 1 0,-1-1 0,1 0 0,-1 0-1,1 0 1,1 1 0,1 4 199,2 3-66,0 1 1,1-1-1,0 1 1,0-2 0,1 1-1,0-1 1,1 0-1,0 0 1,0-1-1,0 0 1,1-1 0,0 0-1,1 0 1,-1-1-1,1 0 1,20 7 0,-2-3 42,0 0 0,1-2 0,-1-2 0,1 0 0,32 0 0,-39-4-47,67 7 1202,-88-8-1420,0-1 0,0 1 0,-1-1 0,1 1 0,0-1 0,0 1 0,-1-1 0,1 1 0,0-1 0,-1 1 0,1-1 0,-1 0 0,1 0-1,-1 1 1,1-1 0,-1 0 0,0 0 0,1 1 0,-1-1 0,0 0 0,1-1 0,-1 2-5,0-2-14,1 1-1,-1 0 1,1-1-1,-1 1 1,1-1-1,-1 1 1,0-1-1,0 1 1,0-1-1,0 1 1,0-1-1,0 1 0,-1-1 1,1 1-1,0-1 1,-1 1-1,1-1 1,-1 1-1,1 0 1,-1-1-1,-1-1 1,-20-26-321,17 23 251,-8-8-278,-1 0 1,-1 1-1,0 0 0,-1 2 1,-22-14-1,-91-43-2533,66 37 1255,0 2-475,16 9-3480,25 8-256</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9:58.391"/>
    </inkml:context>
    <inkml:brush xml:id="br0">
      <inkml:brushProperty name="width" value="0.025" units="cm"/>
      <inkml:brushProperty name="height" value="0.025" units="cm"/>
    </inkml:brush>
  </inkml:definitions>
  <inkml:trace contextRef="#ctx0" brushRef="#br0">17 76 13089,'-1'-1'81,"1"1"1,-1 0-1,0-1 0,1 1 0,-1 0 1,1-1-1,-1 1 0,1 0 0,-1 0 1,0 0-1,1 0 0,-1 0 0,1 0 1,-1 0-1,0 0 0,1 0 0,-1 0 0,1 0 1,-1 0-1,0 0 0,1 0 0,-1 0 1,1 1-1,-1-1 0,-1 1 0,7 13 2380,2 4-1655,-2 6-55,-1 0-1,1 33 0,-1-9-372,4 13 242,3-1 1,3 0 0,34 93 0,-46-148-407,0 0 0,0 0 0,0 0 0,1 0 0,0-1 0,0 1 0,0-1-1,0 0 1,1 0 0,0 0 0,7 7 0,-8-10-129,-1 0 1,1 1-1,-1-1 0,1 0 0,0 0 0,-1-1 1,1 1-1,0-1 0,0 1 0,0-1 0,-1 0 1,1 0-1,0 0 0,0 0 0,0-1 0,-1 1 1,1-1-1,0 1 0,0-1 0,-1 0 0,1 0 1,-1 0-1,5-3 0,4-3 41,-1 0 0,1-1-1,-2 0 1,1 0 0,-1-1 0,-1 0-1,0-1 1,0 0 0,-1 0 0,0-1 0,-1 0-1,0 0 1,6-17 0,6-17-95,-3-1-1,11-55 1,-14 55-722,-3 12-97,5-38 0,-13 61-107,0-1 1,0 0 0,-1 1-1,-1-1 1,0 0-1,-1 1 1,-3-16 0,-3 1-5733,4-3-4385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9:59.200"/>
    </inkml:context>
    <inkml:brush xml:id="br0">
      <inkml:brushProperty name="width" value="0.025" units="cm"/>
      <inkml:brushProperty name="height" value="0.025" units="cm"/>
    </inkml:brush>
  </inkml:definitions>
  <inkml:trace contextRef="#ctx0" brushRef="#br0">269 1 8417,'-23'10'361,"-42"22"2402,60-29-2555,0 0 0,1 0 0,0 0 0,-1 0 0,1 1 0,0 0 0,1 0 0,-1 0 0,1 0 0,-5 7 0,5-6 113,0 0-1,-1 0 0,0 0 0,-8 8 1,-5 6 753,-12 10 949,24-25-1845,1 0 0,-1 0 1,1 0-1,0 0 0,0 1 0,1 0 1,0 0-1,-1 0 0,1 0 0,-3 8 1,1-1 8,4-10-138,0 1 0,0-1 0,-1 0 0,1 1-1,1-1 1,-1 1 0,0 0 0,1-1 0,-1 1 0,1 0 0,0-1 0,0 1 0,0 0 0,0-1 0,0 1 0,0 0 0,1-1 0,-1 1 0,1-1 0,0 1 0,0 0 0,0-1-1,0 0 1,3 5 0,2 0 13,0 0 0,1 0 0,0 0-1,0-1 1,0 0 0,1 0 0,0-1-1,0 0 1,0 0 0,1-1 0,-1 0-1,15 4 1,-20-8-85,-1 0-1,1 0 1,0 0-1,0 0 1,-1 0-1,1-1 1,0 1-1,-1-1 1,1 0 0,0 0-1,-1 0 1,1 0-1,-1 0 1,0 0-1,1-1 1,-1 1-1,0-1 1,0 0 0,3-2-1,4-2-98,-4 1-58,-1 1-1,1-1 0,-1 0 0,0 0 1,0-1-1,-1 1 0,0-1 1,0 0-1,0 1 0,0-1 0,-1-1 1,0 1-1,2-10 0,-3 10 10,0 3 91,-1-1-1,1 1 0,-1 0 0,0 0 1,0 0-1,-1-1 0,1 1 0,-1 0 1,1 0-1,-3-4 0,2 0-67,0 3-32,1 0 120,-3-31 327,3 31 270,-1 1-158,-1-2-331,-4-12 771,6 14-319,5 11-138,8 12-89,1 0 0,0-2 1,1 1-1,1-2 0,1 0 1,1-1-1,26 19 0,-2 5-205,-36-34-282,0 1 0,0-1 0,1 0 0,-1 0 1,2-1-1,-1 0 0,14 7 0,-18-10 78,-1-1 0,1-1 1,0 1-1,-1 0 0,1-1 1,0 1-1,0-1 1,0 0-1,0 0 0,0 0 1,-1 0-1,1 0 0,0-1 1,0 1-1,0-1 0,-1 0 1,1 0-1,0 0 0,4-2 1,0-2-129,-1 0 0,1 0 0,-1 0 0,0-1 0,6-8 0,11-9 223,30-31 1363,-48 49-1137,0 0 0,0 1 0,1-1-1,0 1 1,-1 1 0,1-1 0,1 1 0,-1 0 0,0 0 0,1 1-1,-1 0 1,1 0 0,13-2 0,0 2 241,0 0 0,-1 1 0,34 2 0,-49 0-359,0 0 1,0-1 0,0 2-1,-1-1 1,1 0-1,0 1 1,0 0-1,-1-1 1,1 1 0,-1 1-1,0-1 1,1 0-1,-1 1 1,0 0-1,-1 0 1,1 0 0,0 0-1,2 4 1,3 6 77,0 0 1,-1 1-1,9 21 1,27 80-648,-43-113 487,1 0 0,0 0 0,-1 0 1,1 0-1,0 0 0,0 0 0,0 0 0,0-1 0,0 1 0,0 0 1,1-1-1,-1 1 0,0-1 0,1 1 0,0-1 0,-1 0 1,1 0-1,0 0 0,-1 1 0,1-2 0,0 1 0,0 0 0,0 0 1,0-1-1,0 1 0,0-1 0,0 1 0,0-1 0,0 0 1,0 0-1,0 0 0,0 0 0,0 0 0,0 0 0,0-1 0,0 1 1,0 0-1,0-1 0,0 0 0,0 0 0,2-1 0,8-3 41,0-2-1,0 0 1,0 0-1,18-16 1,-20 15 45,27-22 1667,34-37 0,-38 41-622,-31 24-845,1 4-43,2 4-143,-3-3-72,0-1-1,0 0 1,0 0-1,-1 1 1,1-1 0,-1 1-1,1 0 1,-1-1-1,0 1 1,0 0 0,0 0-1,0-1 1,0 1-1,-1 0 1,1 0-1,-1 6 1,-3 41-643,-3 39-2122,0-32-2404,6-53 1815,0-8-2244,0-12-3161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9:59.325"/>
    </inkml:context>
    <inkml:brush xml:id="br0">
      <inkml:brushProperty name="width" value="0.025" units="cm"/>
      <inkml:brushProperty name="height" value="0.025" units="cm"/>
    </inkml:brush>
  </inkml:definitions>
  <inkml:trace contextRef="#ctx0" brushRef="#br0">148 24 8177,'-72'-23'764,"56"29"-504,-4 4-616,0 0-2224,1 3-701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9:59.987"/>
    </inkml:context>
    <inkml:brush xml:id="br0">
      <inkml:brushProperty name="width" value="0.025" units="cm"/>
      <inkml:brushProperty name="height" value="0.025" units="cm"/>
    </inkml:brush>
  </inkml:definitions>
  <inkml:trace contextRef="#ctx0" brushRef="#br0">453 571 11085,'-3'3'180,"0"0"1,-1 0-1,1 0 0,0 0 1,-1 0-1,0 0 0,0-1 1,0 0-1,0 0 0,0 0 1,0 0-1,0-1 0,-7 2 1,-29 12 522,-62 47-390,1-1-23,-3-2 2525,60-31-686,41-26-1017,14 9-79,-11-9-1006,1-1-1,-1 0 1,1 0-1,-1 0 1,1-1 0,0 1-1,0 0 1,0 0-1,-1 0 1,1 0 0,0-1-1,2 2 1,4-1 75,1 0 1,0 0-1,-1 0 1,1-1-1,0 0 1,-1-1-1,1 0 1,0 0-1,11-4 1,1 2 94,165-37-104,-182 40-318,6 1-1594,0 0 1964,-1 0-1,1 1 1,-1 0-1,11 4 1,-10-3-70,0 0 0,0 0 0,1-1 0,10 1-1,-1-2-28,16 1 83,-1-1 0,1-1 1,64-9-1,-93 7-169,1 1-1,0-1 1,-1-1 0,0 1-1,1-1 1,-1 0 0,0-1-1,0 1 1,-1-1-1,1 0 1,-1-1 0,0 1-1,0-1 1,0 0-1,6-9 1,-4 3-101,-1 0 0,0 0 1,-1 0-1,0-1 0,-1 0 0,0 0 0,3-22 0,5-44-192,1-100-1,-11 107 1479,24-131 0,-25 189-766,1 0-1,-2 0 0,1 0 1,-2 0-1,0 1 1,-5-25-1,5 30-185,0 3 514,1 8-444,-22 92 214,1-1-344,3 3-116,-13 97-1165,17-98 331,7-52 253,1-1 1,1 65-1,5-103 509,0 0 0,1 1 0,0-1 0,0 0 0,0 0 0,1 0 0,3 9 1,-4-13 52,0-1 1,0 0 0,0 1 0,0-1 0,1 1 0,-1-1 0,0 0-1,1 0 1,-1 0 0,0 0 0,1 0 0,0 0 0,-1 0 0,1 0-1,-1-1 1,1 1 0,0-1 0,0 1 0,-1-1 0,1 1-1,0-1 1,0 0 0,-1 0 0,1 0 0,0 0 0,0 0 0,1-1-1,6 0 58,0-1-1,0 0 1,0 0-1,0-1 1,-1 0-1,12-7 0,52-31 1024,-53 30-721,42-33 898,0-1 132,-54 41-1269,0-1 1,0 2-1,0-1 1,1 1-1,0 0 1,10-3 0,-15 6-210,-3 4-314,-1 2 150,0 0 1,0 0-1,-1 0 1,0 0-1,0-1 1,0 1-1,0 0 1,-1-1-1,0 0 1,0 0 0,-1 0-1,1 0 1,-1 0-1,0-1 1,0 1-1,-1-1 1,1 0-1,-7 3 1,-13 13-4844,-38 38 0,26-18-5164</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0:00.269"/>
    </inkml:context>
    <inkml:brush xml:id="br0">
      <inkml:brushProperty name="width" value="0.025" units="cm"/>
      <inkml:brushProperty name="height" value="0.025" units="cm"/>
    </inkml:brush>
  </inkml:definitions>
  <inkml:trace contextRef="#ctx0" brushRef="#br0">138 1 10425,'16'23'11459,"-18"-18"-10522,-57 213 1773,25-25-3056,-1 6-3209,21-132 156,8-27-1975,2-12-4499</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0:00.709"/>
    </inkml:context>
    <inkml:brush xml:id="br0">
      <inkml:brushProperty name="width" value="0.025" units="cm"/>
      <inkml:brushProperty name="height" value="0.025" units="cm"/>
    </inkml:brush>
  </inkml:definitions>
  <inkml:trace contextRef="#ctx0" brushRef="#br0">210 49 14357,'0'1'104,"-1"0"0,0 0 0,0-1 0,0 1 0,1 0 0,-1 0 0,0-1 0,0 1 0,0-1 0,0 1 0,0-1 0,0 1 0,0-1 0,0 0 0,0 0-1,0 1 1,-1-1 0,1 0 0,0 0 0,0 0 0,0 0 0,0 0 0,0 0 0,0 0 0,0-1 0,0 1 0,0 0 0,-1-1 0,0 0 0,-39-12-854,41 13 760,-25-10 189,-32-18 0,54 26 151,-17 0 607,19 1-901,0 1 0,0 0 1,0 0-1,-1 0 0,1 0 0,0 0 0,0 0 1,0 1-1,-1-1 0,1 0 0,0 1 1,0-1-1,0 0 0,0 1 0,0-1 0,0 1 1,0 0-1,0-1 0,0 1 0,0 0 0,0 0 1,0 0-1,-1 0 0,1 1 14,0 0 0,1 0-1,-1 0 1,0-1 0,1 1 0,-1 0 0,1 0-1,0 0 1,-1 0 0,1 0 0,0 0 0,1 4 0,0 5 205,1-1 0,0 1 0,8 20 1,-10-31-274,4 9 84,1 0 1,-1 0-1,1-1 1,1 1 0,0-1-1,0-1 1,0 1-1,1-1 1,0 0 0,1 0-1,13 9 1,-8-7-279,0-1 1,0-1 0,0 0-1,1-1 1,0 0-1,0-1 1,18 3 0,-19-6-198,-1-2 0,0 1 0,1-2 0,-1 0 1,0 0-1,22-6 0,-26 5 185,-1 0 1,1-1-1,-1 0 1,0 0-1,0-1 1,0 0-1,12-9 0,2-3 172,18-20-1,0 0 1052,-27 25-159,-1 0 1,0-1-1,0 0 1,15-26 0,-24 36-588,0 0 1,-1 1-1,1-1 1,0 0 0,0 1-1,0 0 1,0-1-1,1 1 1,-1 0 0,0 0-1,1 0 1,-1 0-1,3 0 1,-1 2-59,-1 0 0,1 1 1,0-1-1,-1 1 0,1 0 0,-1 0 1,0 0-1,0 1 0,6 5 0,-6-4-115,-1-1-1,1 2 0,-1-1 0,0 0 1,0 1-1,0-1 0,-1 1 1,0-1-1,1 1 0,-2-1 1,1 1-1,0 6 0,0 5 57,-1-1 0,-2 18-1,0-22-156,0 0-1,-1 0 0,0-1 0,0 1 0,-1-1 0,-1 0 0,-5 10 0,-43 62-1720,45-72 1061,-1 0 0,1 0 0,-2-1 0,1 0 0,-1 0 0,-1-1 0,0-1 0,-15 9 0,17-11-556,0-1 1,-1 0-1,1-1 0,-1 1 0,0-2 1,-18 3-1,-40-5-9551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0:01.322"/>
    </inkml:context>
    <inkml:brush xml:id="br0">
      <inkml:brushProperty name="width" value="0.025" units="cm"/>
      <inkml:brushProperty name="height" value="0.025" units="cm"/>
    </inkml:brush>
  </inkml:definitions>
  <inkml:trace contextRef="#ctx0" brushRef="#br0">20 1 5016,'-20'13'11410,"40"10"-9344,-16-18-1902,-1-1 0,0 0 0,1 0 0,0 0 0,0-1 0,0 1 0,1-1 0,-1 0 0,1 0 0,8 4 0,50 18 577,0-3-1,88 18 1,142 12 215,523 40 1653,-301-39-1814,789 114-41,-635-79-717,-475-62-57,390 40 74,794-36 2148,-861-30-1396,-204 3-572,-221 0-363,-5 0-4638,-104-5-696,-9-9 1771,9 4 261,-31-12-7048</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0:27.097"/>
    </inkml:context>
    <inkml:brush xml:id="br0">
      <inkml:brushProperty name="width" value="0.025" units="cm"/>
      <inkml:brushProperty name="height" value="0.025" units="cm"/>
    </inkml:brush>
  </inkml:definitions>
  <inkml:trace contextRef="#ctx0" brushRef="#br0">200 357 4044,'-17'10'826,"-1"-2"0,0 0 0,-1-2 0,0 0 0,0-1 0,-28 4 0,8 1 509,36-9 2751,18-17-2774,-3 3-1009,2 2 0,-1-1 0,1 2 0,21-12 0,68-34 656,-73 41-740,437-193 1613,-310 153-1547,-152 53-330,-9 5-1204,-9 9 585,0-1 1,-1 0-1,-1-1 0,1-1 0,-18 8 1,-43 17-6020,55-26 257</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0:28.138"/>
    </inkml:context>
    <inkml:brush xml:id="br0">
      <inkml:brushProperty name="width" value="0.025" units="cm"/>
      <inkml:brushProperty name="height" value="0.025" units="cm"/>
    </inkml:brush>
  </inkml:definitions>
  <inkml:trace contextRef="#ctx0" brushRef="#br0">45 184 7517,'-21'3'-525,"-2"-1"4975,26-5-2010,14-6-1291,3 2-372,0 1 0,0 1-1,0 0 1,26-2 0,38-9 385,240-71 1213,-274 74-2145,-47 12-105,-1 1-115,-1-1 4,0 1 0,1 0 0,-1-1 0,0 0 0,0 1-1,1-1 1,-1 0 0,0 1 0,0-1 0,0 0 0,0 0 0,1-1 0,3-2-3482,-40 2 143,31 2 605,1-3-1487,-10-8-2087</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0:36.098"/>
    </inkml:context>
    <inkml:brush xml:id="br0">
      <inkml:brushProperty name="width" value="0.025" units="cm"/>
      <inkml:brushProperty name="height" value="0.025" units="cm"/>
    </inkml:brush>
  </inkml:definitions>
  <inkml:trace contextRef="#ctx0" brushRef="#br0">125 381 3536,'0'0'6139,"-2"1"-5902,-2 2-182,0-1 0,0 1 1,0 0-1,1 0 1,0 0-1,-1 1 0,1-1 1,0 1-1,-4 7 1,6-10-46,0 0 1,1 0-1,-1 0 1,0 0 0,0 0-1,0 0 1,0 0-1,0 0 1,0-1 0,0 1-1,0 0 1,0-1 0,0 1-1,-1-1 1,1 1-1,-2 0 1,-14 8 84,-30 32 7941,48-43-7973,0-1 0,0 1 0,0-1 1,1 1-1,-1 0 0,1-1 0,0 1 0,3-3 0,-3 2 24,-1 2-72,-1 1 1,1-1 0,0 1 0,0-1-1,-1 1 1,1-1 0,0 1-1,0 0 1,0-1 0,0 1 0,0 0-1,0 0 1,-1 0 0,1 0-1,0-1 1,0 1 0,0 0 0,2 1-1,1-1 37,90-21 587,-46 9-472,259-44 586,-66 14-475,-121 26-194,7-1-2,15-4-52,-43 9-18,-30-1 2,33-4 16,-69 12-57,62-19 1,-28 7 27,337-91-6,-388 104 32,26-6-60,0 1 0,45-4 0,-59 9 65,13-1-47,4 5 28,0-2 0,51-9 1,59-3 36,11 18-43,-33 5-18,-128-9 10,6 0 9,1 0 0,-1 1 0,0 0 0,15 4 1,-12-2-16,0-1 0,28 1 0,-27-2 5,1 0 0,24 5 1,92 14-33,-92-12-406,0-3 1,82 2 0,-119-7-500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0:37.863"/>
    </inkml:context>
    <inkml:brush xml:id="br0">
      <inkml:brushProperty name="width" value="0.025" units="cm"/>
      <inkml:brushProperty name="height" value="0.025" units="cm"/>
    </inkml:brush>
  </inkml:definitions>
  <inkml:trace contextRef="#ctx0" brushRef="#br0">883 532 3576,'-11'1'156,"6"-1"-41,-1 1 0,0-1 0,1 1 0,-1 1 0,1-1 0,-1 1 0,1 0 0,-1 0 0,1 1 0,-5 3 0,0-2 124,0 0 0,1 0-1,-1-1 1,-1 0 0,-12 2 0,-28 8 420,47-12-589,1 0 1,-1 0-1,0-1 1,1 1 0,-1-1-1,0 0 1,1 0-1,-8-2 1,3 2 84,-81-10 1392,85 10-1333,0 0 33,-4 0-104,-5-1 183,-1 1 0,1 1 0,0 1 0,0-1 0,-13 5 0,22-5-47,1 0 0,-1 0 1,1-1-1,-1 1 0,0-1 1,1 0-1,-1 0 0,1 0 1,-1-1-1,0 1 0,1-1 1,-6-1-1,-3-3 529,1 1 0,-16-10 0,19 9-708,0 1 0,0 0 1,0 0-1,-1 1 1,-10-3-1,-174-26 388,124 26 28,68 6-441,1 0 0,-1 0 0,1 0 0,-1-1 0,1 1 0,-1 0 1,0 0-1,1 0 0,-1 0 0,1-1 0,-1 1 0,1 0 0,-1 0 0,1-1 0,-1 1 0,1 0 0,-1-1 0,1 1 0,0-1 0,-1 1 0,1 0 0,-1-1 0,1 1 0,0-1 0,0 1 1,-1-1-1,1 1 0,0-1 0,0 1 0,-1-1 0,1 0 0,1-1-4,0 1-1,-1-1 1,1 1 0,0-1 0,0 1-1,0 0 1,0-1 0,0 1 0,1 0-1,-1 0 1,0 0 0,2-1 0,0-1-56,1 1 0,0 0 0,-1 0 0,1 1 1,0-1-1,0 1 0,0 0 0,4-1 0,11-4 9,83-25 101,-38 13-69,155-32 223,-163 39-227,85-10 56,169-5 0,-224 21-114,51-1 72,68-5 127,66-20-53,121-11-28,-295 33-201,76-4 54,30-6 52,-193 18-19,353-37 39,28 23-29,-207 8 50,-39-5-8,4-1-52,40-1-10,-16 1-20,-82 7 50,47-1-17,36-5-34,-33 1-11,-35 6 21,121 0 2,-81 5 34,129 11 59,-251-10-79,6 0 30,1 0 0,34-6 0,6-1-51,89 3 1,-107 4 101,304 12 21,-150-12-110,-104-2-65,-47 0 66,8 1-8,65 7 0,8 6 85,30 0-134,181 10 44,-264-19 33,4 2-27,37 1 48,83 3 22,-149-6-13,277 21-40,-55-14 27,-43-2-60,-76-2 105,234-17 0,181-14-174,-336 19 135,101 7-99,-115 2 165,162 10-108,-1 1 369,-353-15-267,-8-1 93,43 5-1,-20-2-62,-44-2-250,0 0 0,0 0 0,0 0 0,0 1 0,0-1 0,-1 2 0,1-1 0,0 1 0,6 2 0,-23-8-797,1 1 1,-1 0 0,1 0-1,-1 1 1,-13 0 0,-1-2-669,-50-8-3896,-10-6-2970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3:00.263"/>
    </inkml:context>
    <inkml:brush xml:id="br0">
      <inkml:brushProperty name="width" value="0.025" units="cm"/>
      <inkml:brushProperty name="height" value="0.025" units="cm"/>
    </inkml:brush>
  </inkml:definitions>
  <inkml:trace contextRef="#ctx0" brushRef="#br0">112 1 7717,'0'0'14421,"1"4"-14304,15 234 363,-13-165-410,-4 199 226,-2-108-72,-7 409 505,7-354-421,6 230 142,1-175-190,0-4-272,1 168-64,-4-132-90,1-243 94,0 165-227,-2-167 231,11 64-1,-1 5-136,-7-101 180,9 45 1,-6-49-55,-2 0 0,1 42 1,-4-52 77,1-1 1,6 28 0,-5-29-38,-1 0 0,0 0 0,0 0-1,-1 17 1,-1-20 15,0 1 0,1-1 0,0 0 0,1 0 0,5 17 0,-3-14-22,-2 0-1,4 21 0,-5-19 16,2 0 1,0 0 0,1 0-1,9 24 1,-12-36 10,0 6 1,0 1 0,1-1 0,0 0 0,0 0-1,6 14 1,-7-20-1,8 21-27,-6-19 41,-2-1-6,5 12-126,-3-10 102,-1-1 1,1 1-1,0-1 0,0 0 1,1 0-1,6 7 0,-8-10 33,-3 2-30,0-1 0,0 1-1,0-1 1,0 1 0,-1-1 0,-2 6 0,0 0-83,2-6-76,2 0-9,-1 4-40,-4 11 437,0-18 101,-1-12-150,-6-20-14,-12-32 14,-38-70 0,25 60-114,18 35 73,-35-56-1,-8-8 99,46 77-145,15 24-61,4 18-19,27 80 62,49 108 1,-6-55-99,-62-131 81,0-1 0,1 0 0,0-1 0,2 0 0,28 26 0,-40-41 0,0 0-1,-1 0 1,1 0-1,-1 0 1,1-1-1,0 1 0,0 0 1,-1-1-1,1 1 1,0-1-1,0 0 0,0 0 1,0 0-1,0 0 1,-1 0-1,1 0 1,0 0-1,0 0 0,0-1 1,2 0-1,33-15 548,-32 13-482,23-14 426,-1-2 1,-1-1-1,-1 0 1,34-38 0,-36 36-289,41-42 523,84-109-1,-73 62-3027,-74 109 1925,0 0 1,0-1-1,0 1 0,0-1 1,0 1-1,-1-1 1,1 0-1,-1 1 0,0-1 1,1 0-1,-1 1 0,-1-1 1,1 0-1,-1-3 0,1 4-154,0 1 1,-1-1-1,1 1 0,-1-1 0,1 1 0,-1-1 0,0 1 1,1 0-1,-1-1 0,0 1 0,0 0 0,0 0 0,-2-2 1,2 3-199,0-1 1,0 1-1,0-1 1,0 1-1,-1 0 0,1-1 1,0 1-1,0 0 1,0 0-1,-1 0 1,1 0-1,0 0 1,0 0-1,0 1 1,-2-1-1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3:00.671"/>
    </inkml:context>
    <inkml:brush xml:id="br0">
      <inkml:brushProperty name="width" value="0.025" units="cm"/>
      <inkml:brushProperty name="height" value="0.025" units="cm"/>
    </inkml:brush>
  </inkml:definitions>
  <inkml:trace contextRef="#ctx0" brushRef="#br0">0 16 10117,'1'-1'400,"0"0"-1,-1 0 1,1 0-1,0-1 1,-1 1-1,1 0 1,0 0 0,0 0-1,0 0 1,0 1-1,0-1 1,0 0 0,1 0-1,1-1 1,-6 20 6061,-3 5-6941,4-3 843,1 0 0,0 0 0,1 0 0,4 26 1,0-5 96,34 396 2041,-18-230-1981,14 8-1125,-3-37-1589,-27-143-677,-2-1 1,-1 1-1,-4 38 1,0-46-7254</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3:00.908"/>
    </inkml:context>
    <inkml:brush xml:id="br0">
      <inkml:brushProperty name="width" value="0.025" units="cm"/>
      <inkml:brushProperty name="height" value="0.025" units="cm"/>
    </inkml:brush>
  </inkml:definitions>
  <inkml:trace contextRef="#ctx0" brushRef="#br0">0 131 13953,'22'-33'1884,"-20"31"-1564,-1-1 0,1 1 0,0 0 0,0 0 0,0 0 0,0 0 0,0 0 0,1 1 1,-1-1-1,0 1 0,1-1 0,4 0 0,0-2 441,16-6 382,1 0 0,0 2 0,38-9 0,-55 16-943,24-7 451,1 3 0,-1 0-1,41 1 1,-51 4-438,-1 0 0,1 2 0,0 1 0,0 0 0,35 12-1,-46-12-175,0 2 0,0-1 0,-1 2 0,0-1 0,0 1 0,0 0 0,-1 1 0,0 0 0,0 0 0,-1 1 0,0 0 0,10 15 0,1 5-422,-2 1 0,21 51 0,-22-45-394,24 70-2442,-29-75 1355,-9-24 569,1-1 0,-1 1-1,1 0 1,-2 0-1,1 10 1,0-9-577,1 23-8355</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3:01.019"/>
    </inkml:context>
    <inkml:brush xml:id="br0">
      <inkml:brushProperty name="width" value="0.025" units="cm"/>
      <inkml:brushProperty name="height" value="0.025" units="cm"/>
    </inkml:brush>
  </inkml:definitions>
  <inkml:trace contextRef="#ctx0" brushRef="#br0">138 0 10493,'-49'36'732,"26"-36"-528,3 3-428,-6 1-3836,6 2-101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3:01.519"/>
    </inkml:context>
    <inkml:brush xml:id="br0">
      <inkml:brushProperty name="width" value="0.025" units="cm"/>
      <inkml:brushProperty name="height" value="0.025" units="cm"/>
    </inkml:brush>
  </inkml:definitions>
  <inkml:trace contextRef="#ctx0" brushRef="#br0">37 291 4168,'-11'32'276,"7"-22"-169,1-1 1,0 1-1,0-1 1,1 1-1,1 0 1,-2 16-1,0-1-123,2-19-45,0-1 1,0 1-1,1-1 1,-1 1-1,1 0 0,2 10 1,4 15 42,-4-13 1287,2-1 0,0 1 1,1-1-1,8 20 0,-12-35 1695,3-3-1461,-1 0-1289,0 0-50,0 0 0,0-1 1,0 1-1,0-1 0,0 1 1,-1-1-1,1 0 1,0 0-1,-1 0 0,0 0 1,1 0-1,-1 0 0,0-1 1,0 1-1,0-1 1,-1 0-1,1 0 0,-1 1 1,1-1-1,0-3 0,21-71 2511,23-131-1,-45 205-2692,0-1 1,0 1-1,0-1 1,0 1-1,1-1 0,0 1 1,-1 0-1,1 0 1,0 0-1,1 0 1,-1 0-1,0 0 0,1 1 1,2-3-1,0 1-113,-3 1-166,1 5-95,-1 1 315,1-1 1,-1 0-1,1 1 0,-1-1 1,0 1-1,2 3 0,-1-2-8,-1-1-52,0 0-74,17 24 127,-17-24 166,1-4 42,2 0-73,-3 1-18,-1 0 0,1 0-1,0 0 1,-1-1 0,1 1 0,-1-1 0,1 1-1,-1-1 1,1 1 0,-1-1 0,1 0 0,-1 0-1,1 0 1,-1 0 0,0 0 0,0 0 0,1 0-1,-1 0 1,0 0 0,0 0 0,0-1-1,0 1 1,0-1 0,-1 1 0,1 0 0,0-3-1,19-36 1629,40-64-1,-1 3 271,-57 98-1991,-1 1 0,1 0 0,0 0 1,0 0-1,0 0 0,0 0 0,1 1 0,-1-1 0,0 1 0,3-2 0,2 45-630,1 1-1,2-2 1,2 1-1,2-1 1,33 69 0,-42-101 345,-1 1 1,2-1-1,0-1 1,0 1-1,0-1 1,14 13-1,-18-18 69,1-1 0,-1-1-1,1 1 1,-1 0-1,1-1 1,0 1 0,0-1-1,0 0 1,0 0 0,0 0-1,5 0 1,-6 0-200,1-1 0,0 0 1,0-1-1,0 1 0,0 0 1,0-1-1,0 0 0,0 1 1,0-1-1,-1 0 0,1-1 0,0 1 1,-1 0-1,4-3 0,25-19-7696</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3:01.850"/>
    </inkml:context>
    <inkml:brush xml:id="br0">
      <inkml:brushProperty name="width" value="0.025" units="cm"/>
      <inkml:brushProperty name="height" value="0.025" units="cm"/>
    </inkml:brush>
  </inkml:definitions>
  <inkml:trace contextRef="#ctx0" brushRef="#br0">135 214 14553,'9'8'1991,"-17"-20"14,2 6-1076,6 5-816,0 0 0,1 0 0,-1 0 0,0 0 0,0 0-1,0 0 1,0 0 0,1 0 0,-1 0 0,0 1 0,1-1-1,-1 0 1,1 0 0,-1 0 0,1 1 0,-1-1 0,1 0-1,0 1 1,0-2 0,0 1 145,42-42 3561,-40 40-3021,6-36-478,-5 26-692,-3 12 307,-1-1-1,1 0 1,-1 0-1,0 1 0,0-1 1,0 0-1,0 0 1,0 0-1,0 1 0,0-1 1,0 0-1,-1 0 0,1 1 1,-1-1-1,1 0 1,-1 1-1,0-1 0,1 0 1,-1 1-1,0-1 1,-2-1-1,1-1 1,-1 1 0,0 0 0,1 0 0,-1 0 0,-1 0 0,1 0 0,0 0 0,-1 1 0,1 0-1,-1-1 1,0 1 0,0 1 0,1-1 0,-1 0 0,-1 1 0,-6-1 0,-1-1-7,-1 2 1,1 0-1,-1 1 0,-20 1 1,30-1 94,0 0 0,-1 1 0,1-1 0,0 1 0,0 0 1,0 0-1,0 0 0,-6 3 0,9-4-1,-1 1 0,0-1 1,1 1-1,-1-1 0,1 1 0,-1 0 0,0-1 0,1 1 1,-1 0-1,1-1 0,0 1 0,-1 0 0,1 0 1,0 0-1,-1-1 0,1 1 0,0 0 0,0 0 1,0 0-1,0-1 0,-1 1 0,1 0 0,0 0 1,0 0-1,1 0 0,-1-1 0,0 1 0,0 0 0,0 0 1,1 0-1,-1 0 0,0-1 0,1 1 0,0 1 1,0 1 47,4 10 201,1 1 0,0-1 0,1 0 0,1-1 0,0 0 0,1 0 0,0-1 0,0 0 0,13 12 0,-1-9-324,-1-1 1,2-1 0,-1-1-1,2 0 1,-1-2-1,2 0 1,43 9-1,-61-17-242,-1-1 0,1 1 0,-1-1 0,1 0 0,-1 0 0,1-1 0,0 1 0,-1-1 0,1-1 0,-1 1 0,7-3 0,3-3-1787,-1 0 0,20-14 0,-13 8-1879,24-12-6304</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3:03.286"/>
    </inkml:context>
    <inkml:brush xml:id="br0">
      <inkml:brushProperty name="width" value="0.025" units="cm"/>
      <inkml:brushProperty name="height" value="0.025" units="cm"/>
    </inkml:brush>
  </inkml:definitions>
  <inkml:trace contextRef="#ctx0" brushRef="#br0">312 157 14413,'-2'5'431,"0"1"0,-1-1 0,1 0 0,-1 0 0,-1 0 0,1-1 0,-1 1 0,1-1 0,-1 1 0,-6 3 0,4 0-179,-1 1 0,1-1 0,1 1 0,0 0 0,0 0 0,0 1 0,-3 12 0,-4 6 83,-17 49 390,-26 101-1,2-3-171,-7 43 396,46-161 55,13-53 41,4-8-605,27-53 7,-1-1 0,35-107-1,-30 73-186,33-85 195,42-107 267,-85 220-559,-18 45-113,0 0 1,2 1 0,0 0-1,1 1 1,13-20 0,-22 37-51,0 0 0,0-1 1,1 1-1,-1 0 1,0 0-1,0-1 0,0 1 1,0 0-1,0 0 0,0-1 1,0 1-1,0 0 1,1 0-1,-1-1 0,0 1 1,0 0-1,0 0 0,0 0 1,1-1-1,-1 1 0,0 0 1,0 0-1,1 0 1,-1 0-1,0 0 0,0 0 1,1 0-1,-1-1 0,0 1 1,0 0-1,1 0 0,-1 0 1,0 0-1,0 0 1,1 0-1,-1 0 0,0 0 1,0 0-1,1 0 0,-1 0 1,0 0-1,0 1 0,1-1 1,-1 0-1,0 0 1,0 0-1,1 0 0,-1 0 1,0 0-1,0 1 0,0-1 1,1 0-1,4 20-18,-4-12 17,7 48 3,0 79 0,-5-51-103,1-9-58,19 189-1612,-22-259 1641,34 218-3431,-28-150-488,-4 0-3713,-3-49-1914</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3:03.426"/>
    </inkml:context>
    <inkml:brush xml:id="br0">
      <inkml:brushProperty name="width" value="0.025" units="cm"/>
      <inkml:brushProperty name="height" value="0.025" units="cm"/>
    </inkml:brush>
  </inkml:definitions>
  <inkml:trace contextRef="#ctx0" brushRef="#br0">0 27 15465,'17'16'1849,"-4"-26"-229,-3-3-484,19 10-232,-3-4-200,7 7-392,6 0-504,-6 0-956,16-10-1084,-13 17-3269,-16 3-4432</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3:03.739"/>
    </inkml:context>
    <inkml:brush xml:id="br0">
      <inkml:brushProperty name="width" value="0.025" units="cm"/>
      <inkml:brushProperty name="height" value="0.025" units="cm"/>
    </inkml:brush>
  </inkml:definitions>
  <inkml:trace contextRef="#ctx0" brushRef="#br0">351 0 10601,'-25'2'1127,"-35"8"0,58-9-984,-1 0 1,1 0-1,-1 1 1,1-1 0,-1 0-1,1 1 1,0 0-1,0-1 1,0 1 0,0 0-1,0 0 1,0 0-1,0 0 1,1 1 0,-1-1-1,1 0 1,0 1-1,-1-1 1,1 1 0,0 0-1,0 2 1,-5 7 436,-27 46 1606,-33 68 1016,42-66-2390,2 2 1,3 1-1,3 0 0,3 1 1,3 1-1,-3 68 0,11-61-478,3 0 0,3-1 0,3 1 1,3-1-1,27 95 0,-31-145-406,2 0 0,0 0 0,2-1 0,0 0 0,17 26 0,-4-15-632,1 0 0,33 32 0,-45-51-9,0-1 1,0-1-1,1 0 0,1-1 1,21 12-1,-19-14-2029,1 0 0,25 8 0,14-3-8901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3:04.036"/>
    </inkml:context>
    <inkml:brush xml:id="br0">
      <inkml:brushProperty name="width" value="0.025" units="cm"/>
      <inkml:brushProperty name="height" value="0.025" units="cm"/>
    </inkml:brush>
  </inkml:definitions>
  <inkml:trace contextRef="#ctx0" brushRef="#br0">92 0 10581,'-4'2'240,"0"0"1,1 0-1,-1 1 0,1-1 1,-1 1-1,1-1 0,0 1 1,0 0-1,0 0 1,1 1-1,-1-1 0,1 0 1,0 1-1,0 0 0,0-1 1,0 1-1,-2 8 0,-6 22 1744,4-15-908,1 1 0,1 0 1,-3 37-1,3 7 659,1-18-327,3 47 0,2-78-1143,-1 1-1,2-1 1,0 1-1,1-1 1,0 0 0,13 28-1,-1-12 89,1-1 1,1 0-1,2-1 0,0-2 0,29 29 0,-32-38-380,0-2 0,2 0 0,0-1 0,0-1 0,2-1 0,0 0 0,0-2 0,29 11 0,-42-19-492,1 0 1,-1-1-1,1 0 0,0 0 0,0-1 0,0 0 0,0-1 0,11 0 0,-14-1-748,0 0 0,0 0 0,0-1 0,-1 1 0,1-1 0,0 0 0,-1-1 1,8-4-1,7-6-9152</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3:04.207"/>
    </inkml:context>
    <inkml:brush xml:id="br0">
      <inkml:brushProperty name="width" value="0.025" units="cm"/>
      <inkml:brushProperty name="height" value="0.025" units="cm"/>
    </inkml:brush>
  </inkml:definitions>
  <inkml:trace contextRef="#ctx0" brushRef="#br0">1 102 19446,'49'-39'2152,"-3"19"-368,-30 17-352,14-7-292,-1 7-424,-3 0-568,24-1-764,-31 8-588,-6-14-1200,0-3-304,1 32-3201,-1 1-5084</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3:04.522"/>
    </inkml:context>
    <inkml:brush xml:id="br0">
      <inkml:brushProperty name="width" value="0.025" units="cm"/>
      <inkml:brushProperty name="height" value="0.025" units="cm"/>
    </inkml:brush>
  </inkml:definitions>
  <inkml:trace contextRef="#ctx0" brushRef="#br0">0 0 15801,'2'2'858,"0"0"-1,-1 0 0,1 0 1,-1 0-1,0 0 0,1 0 1,-1 0-1,0 1 0,1 3 0,-1 1-709,0 0 0,0 0 0,0 0 0,-1 8 0,1 8 653,2 15-481,-4 51 1,-1-56-2053,5 54 0,1-43-4210,-4-39 372</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3:04.772"/>
    </inkml:context>
    <inkml:brush xml:id="br0">
      <inkml:brushProperty name="width" value="0.025" units="cm"/>
      <inkml:brushProperty name="height" value="0.025" units="cm"/>
    </inkml:brush>
  </inkml:definitions>
  <inkml:trace contextRef="#ctx0" brushRef="#br0">1 0 17642,'-1'2'198,"1"-1"0,0 1 0,0-1 0,0 1 0,0-1 0,1 1 0,-1-1 0,0 1 0,0-1 0,1 1 0,-1-1 0,1 0 0,0 1 0,-1-1 0,1 0 0,0 1 0,1 0 0,20 22 1689,-3-4-171,13 23-808,-3 1 0,-1 2 0,-3 1 0,35 88 0,-21-24 801,27 125 0,-38-106-1709,16 207 0,-40-257 43,-13 154 0,-32 78-380,37-281 242,-12 59-2713,-46 149 0,-17-30-8231,31-113-1743</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3:05.186"/>
    </inkml:context>
    <inkml:brush xml:id="br0">
      <inkml:brushProperty name="width" value="0.025" units="cm"/>
      <inkml:brushProperty name="height" value="0.025" units="cm"/>
    </inkml:brush>
  </inkml:definitions>
  <inkml:trace contextRef="#ctx0" brushRef="#br0">10 1041 15413,'-8'-33'2186,"6"26"3402,4 5-5301,0 0-1,0 0 1,-1 0 0,1 0 0,-1-1 0,1 1-1,-1-1 1,0 1 0,1-4 0,-1 4-72,10-24 460,-1-2 1,11-55-1,2-62-144,-19 110-469,51-346 460,-43 297-433,-7 44 14,12-49 0,-16 85-82,0 0 0,1 0 0,-1 0 0,1 0 0,0 0-1,0 1 1,0-1 0,0 1 0,1-1 0,0 1 0,-1 0 0,1 0 0,0 0 0,6-4-1,-8 7-14,-1-1-1,1 1 1,0-1-1,0 1 0,-1 0 1,1-1-1,0 1 1,0 0-1,-1-1 0,1 1 1,0 0-1,0 0 1,0 0-1,-1-1 1,1 1-1,0 0 0,0 0 1,0 0-1,-1 0 1,1 1-1,0-1 0,0 0 1,0 0-1,1 1 1,17 17 90,-17-16-89,10 13 26,-1 0-1,0 1 0,-1 0 1,-1 1-1,-1 0 1,8 21-1,34 120 80,-32-96-90,66 308-797,-57-228-879,-17-95-750,5 93 1,-14-105-2630,-7 54 0,0-38-5300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3:05.357"/>
    </inkml:context>
    <inkml:brush xml:id="br0">
      <inkml:brushProperty name="width" value="0.025" units="cm"/>
      <inkml:brushProperty name="height" value="0.025" units="cm"/>
    </inkml:brush>
  </inkml:definitions>
  <inkml:trace contextRef="#ctx0" brushRef="#br0">1 99 16442,'19'0'2448,"-12"-13"-420,22-3-316,17-4-340,0 10-280,0 7-380,7-4-628,9 4-652,-3-7-668,-17-3-1204,-2 10-76,-14 6-3181,3-6-4752</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3:05.610"/>
    </inkml:context>
    <inkml:brush xml:id="br0">
      <inkml:brushProperty name="width" value="0.025" units="cm"/>
      <inkml:brushProperty name="height" value="0.025" units="cm"/>
    </inkml:brush>
  </inkml:definitions>
  <inkml:trace contextRef="#ctx0" brushRef="#br0">634 0 13997,'-87'29'1596,"79"-25"-1352,1 1 0,-1-1 0,1 1 1,0 1-1,0-1 0,1 1 0,0 0 0,0 1 0,0 0 1,1 0-1,0 0 0,-8 15 0,5-9-43,-13 24 291,2 0-1,-17 48 0,11-25-114,-70 178 1669,-66 260 1,134-394-889,-27 192 1,49-240-909,2 0 1,2 0 0,3 0-1,2-1 1,14 71 0,-13-102-307,2-1 0,0 1 0,1-2 0,1 1 0,1-1 0,1-1 0,21 32 0,-25-44-222,1 1 0,-1-1 0,2 0-1,-1-1 1,1 0 0,0-1 0,1 0 0,0 0 0,0-1 0,1 0 0,-1 0 0,1-2 0,0 1 0,0-1 0,1-1 0,0 0 0,13 2-1,-2-3-1654,-1-1 1,1 0-1,0-2 0,27-3 0,18-13-8698</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3:05.916"/>
    </inkml:context>
    <inkml:brush xml:id="br0">
      <inkml:brushProperty name="width" value="0.025" units="cm"/>
      <inkml:brushProperty name="height" value="0.025" units="cm"/>
    </inkml:brush>
  </inkml:definitions>
  <inkml:trace contextRef="#ctx0" brushRef="#br0">264 25 15985,'-2'-2'1793,"-20"-20"874,15 39-931,-3 8-1112,-17 33 0,-10 21-104,-1 17-115,-22 66 539,11 22 481,45-155-1158,0 0 0,1 0 0,2 0-1,4 44 1,-2-61-180,1 0 0,1-1-1,0 1 1,1-1 0,0 0-1,0 0 1,1 0 0,1-1-1,12 20 1,-12-22-100,0 0 1,1-1-1,0 0 1,0 0-1,0 0 1,1-1-1,0 0 0,0-1 1,1 1-1,-1-2 1,1 1-1,11 3 1,-8-4-427,-1-1-1,1-1 1,0 0 0,0 0 0,16-1 0,-20-1-568,0-1 1,-1 0-1,15-3 0,-18 3-57,1-1 0,-1 1 0,0-1 0,0 0 0,0 0 0,0 0 0,5-5 0,8-6-9539</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3:06.079"/>
    </inkml:context>
    <inkml:brush xml:id="br0">
      <inkml:brushProperty name="width" value="0.025" units="cm"/>
      <inkml:brushProperty name="height" value="0.025" units="cm"/>
    </inkml:brush>
  </inkml:definitions>
  <inkml:trace contextRef="#ctx0" brushRef="#br0">0 109 19806,'105'-49'2300,"-56"36"-284,-6 3-352,9 7-532,-3-1-291,-6 4-493,9 4-964,-6-8-745,-16-15-1391,-4 9-92,-6 20-3249,-4-7-5364</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3:06.520"/>
    </inkml:context>
    <inkml:brush xml:id="br0">
      <inkml:brushProperty name="width" value="0.025" units="cm"/>
      <inkml:brushProperty name="height" value="0.025" units="cm"/>
    </inkml:brush>
  </inkml:definitions>
  <inkml:trace contextRef="#ctx0" brushRef="#br0">1 116 12969,'30'-28'3917,"-25"22"-3332,1 0 0,0 1 0,1-1-1,-1 1 1,1 1 0,0-1 0,0 1 0,0 0-1,14-5 1,4 1 546,1 1 1,0 1-1,0 2 0,0 0 0,27 0 0,-51 4-1109,0 0-1,-1 0 0,1 0 1,-1 0-1,1 0 0,-1 1 1,1-1-1,-1 1 0,1-1 1,-1 1-1,1-1 1,-1 1-1,1 0 0,-1-1 1,0 1-1,1 0 0,-1 0 1,0 0-1,0 0 0,0 0 1,0 1-1,0-1 0,0 0 1,0 0-1,0 1 0,0-1 1,0 0-1,-1 1 0,1-1 1,-1 1-1,1-1 0,-1 1 1,1-1-1,-1 1 1,0 0-1,0-1 0,0 1 1,0 1-1,0 6-21,-1 0 1,0-1-1,0 1 1,-1-1-1,-4 14 1,-19 44-182,-4 14-149,26-71 303,1-1 0,1 1 0,-1 0 0,1 0 0,1 0 0,0 0-1,1 9 1,-1-15 39,0 1-1,1-1 1,0 0-1,0 0 1,0 0-1,0 0 0,1 0 1,-1 0-1,1 0 1,-1 0-1,1 0 1,0-1-1,0 1 1,0-1-1,1 1 0,3 3 1,-1-3 7,0 0 1,0-1 0,0 1-1,0-1 1,0 0-1,0 0 1,0 0 0,1-1-1,6 1 1,7 0 29,0-1 0,0-1 1,0 0-1,33-6 0,-33 3-295,0-1 0,0-1 0,0-1 0,-1-1 1,24-11-1,-38 16 17,0-1 0,0 0 0,0 0 0,0 0 0,0 0 1,-1 0-1,0-1 0,1 0 0,-1 1 0,0-1 1,3-7-1,1-2-1063,-2 0 1,7-21 0,-6 16-191,5-21-5208,-15-3-4325</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3:06.755"/>
    </inkml:context>
    <inkml:brush xml:id="br0">
      <inkml:brushProperty name="width" value="0.025" units="cm"/>
      <inkml:brushProperty name="height" value="0.025" units="cm"/>
    </inkml:brush>
  </inkml:definitions>
  <inkml:trace contextRef="#ctx0" brushRef="#br0">348 1 18894,'12'10'857,"1"-1"1,0 0-1,0-1 0,19 9 1,-23-12-442,0 0-1,-1 1 1,0-1 0,0 2 0,0-1-1,0 1 1,-1 0 0,9 12 0,-6-5 25,0 0 1,-1 1-1,0 1 1,8 21-1,-2 6 291,-2 0 0,15 85 0,-16-42-423,-3 1 0,-6 151 0,-42 177 205,-49 32-543,-27-4-334,84-332 168,-97 309-3565,47-217-744,-17-10-4573,32-81-2778</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2:55.295"/>
    </inkml:context>
    <inkml:brush xml:id="br0">
      <inkml:brushProperty name="width" value="0.025" units="cm"/>
      <inkml:brushProperty name="height" value="0.025" units="cm"/>
    </inkml:brush>
  </inkml:definitions>
  <inkml:trace contextRef="#ctx0" brushRef="#br0">8735 249 7933,'-1'0'128,"0"0"0,0-1 0,0 1 1,0 0-1,-1 0 0,1 0 0,0 0 0,0 0 1,0 0-1,0 1 0,0-1 0,0 0 0,0 0 1,0 1-1,0-1 0,0 1 0,0-1 1,0 1-1,-5 3 7128,2-4-6948,-31 5 391,0-1 0,0-2 0,-1-2-1,-47-5 1,-138-25 52,129 17-535,-134-28-13,-295 3-10,-1 36-68,-195 24 62,234-1-138,-250 17 52,573-31-88,-79 6 26,79-5 13,31-3-61,-672 25 56,336-10-54,-291 68 96,385-1-96,283-65 92,-259 79-63,282-81-65,-25 6-9,-85 19 3,-310 126-1,294-83 43,162-74 7,1 0 0,0 2 0,1 1 0,1 1 0,1 1-1,1 1 1,1 2 0,0 0 0,2 1 0,-28 39 0,27-32-1,11-15 2,0 0 0,1 1 1,1 0-1,-9 23 0,2 3-3,-14 60 0,25-80 4,1 2-1,2-1 1,0 0 0,3 39 0,1-35 0,1 0 1,2 0-1,0-1 0,2 1 0,16 38 0,0-18 6,2 0 0,3-2 0,35 46 0,110 115 31,88 75-8,-192-212 6,135 105-1,-147-133-58,1-3 0,2-2-1,79 33 1,-78-43-3,2-2 1,1-4 0,0-2-1,88 12 1,300-2-9,-280-23 36,132 8-3,484 14-20,63-1 6,-139-30 1,-709 4 13,418-35-31,-263 18 17,284-44-29,-289 37 24,453-89-43,-595 110 60,339-79-21,-97 20-12,80-22 30,-218 54-1,422-137 51,-216 38-41,-263 103 31,-2-2 0,-1-2-1,-2-3 1,-1-2-1,-1-3 1,-2-1 0,79-85-1,-87 79 25,-2-2-1,58-93 0,-89 125-34,-1-1 0,0 0 0,-1-1 0,-1 1 0,-1-1 0,0 0 0,-1 0 0,-1-1 0,0 1-1,-2 0 1,0-1 0,0 1 0,-5-19 0,-5-24 66,-3 1 1,-30-81-1,20 66 149,-13-81 94,30 127-274,-7-19 23,10 40-72,1 0-1,0 0 1,0 1-1,0-1 1,1-1-1,0-12 1,0-12 140,-8-51 1,6 49 115,4 30-250,-2 0 0,1-1 0,0 1 0,-1 0 0,0 0 0,0-1 0,0 1 0,0 0-1,-1 0 1,1 0 0,-1 0 0,-3-4 0,-4-4 3,0 0-1,0 1 1,-2 0-1,1 1 1,-1 0-1,-21-15 1,-82-44-53,74 46 40,-431-209-8,143 102-14,116 49-73,142 55-405,-44-13-1305,99 35 844,1 1 0,0 1-1,-1 0 1,0 1 0,1 0-1,-17 2 1,4 6-4432,4 5-2962</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4:40.011"/>
    </inkml:context>
    <inkml:brush xml:id="br0">
      <inkml:brushProperty name="width" value="0.025" units="cm"/>
      <inkml:brushProperty name="height" value="0.025" units="cm"/>
    </inkml:brush>
  </inkml:definitions>
  <inkml:trace contextRef="#ctx0" brushRef="#br0">2768 248 7169,'0'0'8223,"3"0"-7602,18-5 1830,-19 4 837,-16 4-2315,-28 4-863,-1-1 1,-1-3-1,-52-3 0,4 1-71,-225 2 52,22 0-51,-50 30-9,248-20-42,-71 14 30,136-20 6,-50 19 1,3-1 39,29-7 47,2 1 0,-73 40-1,24-10 99,75-38-181,1 2-1,0 0 1,-32 28-1,44-34-32,1 0 0,-1-1 0,-12 7-1,-7 5 15,-9 13 71,19-15-42,-32 20 0,33-23-53,0 0 0,1 1 0,1 1 0,0 0 0,-14 21 0,19-24 0,-30 31-12,22-23 39,-22 28 0,7-4-11,15-21 65,-27 44 0,23-29-82,16-30 14,0 0 0,1 1 0,1-1 0,-1 1 0,2 0 0,-1 1 1,-2 9-1,-1 10 23,-12 30 0,10-31-1,-8 37 0,13-41-25,2 1 0,0-1 0,1 0 1,2 0-1,4 30 0,29 118 57,-9-60-55,-16-77 31,24 65 1,6 18-85,-31-91 56,2 0 0,0 0 1,2-1-1,20 33 0,-21-41 29,-1-1 0,2 0 0,0 0 0,1-1 0,1-1 0,0 0 0,1-1 0,1-1 0,28 20 0,-35-27-23,29 19 21,0-2 0,57 24 1,-53-29-27,120 43 48,-113-46-25,-11-3-47,1-1-1,69 10 1,139 7 45,-196-24-7,96-4 0,-21-2-51,130-4 64,-141 2-64,-31-1 18,87-16-1,-48 9 23,0-1 29,378-38-45,-260 27 40,-161 15-2,673-66-36,-567 63 36,26-3-65,109-16-24,-167 27-65,283-13 58,-280 13 54,-58 1 35,152-6-22,103-5-16,-272 12 107,193 4-168,-82 2 149,-11 5-12,25 2-158,-48-1 146,50 2-20,-64-2-80,29-7 58,-72-9-9,-70 2 8,47 2 0,205-3 18,-125-6-44,110-3 120,-134 4-6,-35 1-118,-72 6 39,0-1 0,-1-1 0,40-13 0,78-35 37,-110 40 33,-18 7-14,0-1 0,0 0 1,-1-1-1,0-1 1,23-17-1,4 0 51,-31 20-110,0 0 1,0-1-1,16-14 1,-19 14 9,-1 1 0,1 0 0,1 1 0,-1 0 0,1 1 0,10-4 1,-10 4 113,1 0 0,0-1 1,-1 0-1,0-1 0,18-14 1,52-57 919,-69 65-878,-1-1 0,0 0-1,-1-1 1,13-27 0,-11 19-45,-5 12-74,-1-1-1,-1 0 1,0 0 0,4-16-1,2-28 200,-2 0 1,1-90-1,4-33-89,-5 90 136,-2 29-187,6-52 10,-12 89-117,1-6 51,-1 0 1,-1 1-1,-2-1 1,-1 0 0,-11-43-1,-4 0 25,-4-10-113,19 68 50,1 0-1,-3-24 1,4 26 1,1 0 0,-1 0 0,-1 1 0,0-1 0,-7-15 1,1 4 25,8 18-39,-1-1 1,0 1 0,1 1-1,-1-1 1,-1 0 0,1 0-1,-1 1 1,1-1 0,-1 1-1,-5-5 1,1 2 0,-4-4-4,0 1 0,-22-14 1,-79-44 101,-79-42-120,72 57-17,61 28 2,-1 3 0,-1 3 0,-119-21 0,40 23 6,40 6-6,-53 0 56,20 4-8,79 3-22,-55 4 1,29 0 94,-48-2-119,-200 5 17,171-5-16,17-1 62,104 2-53,-50-7 0,9 1-51,-150-15 65,32 3-10,-291-8 187,384 21-189,-77-7-60,-232-13-43,315 21 67,-5 4 68,-43-4 6,111 3-5,-45 3-1,10 1 71,-160 7-150,129-4 57,-161 13-129,82-4 141,-57 7 13,121-12 53,-15 2-110,-282 37-38,391-47 72,4-1-21,0 0 0,-17 5-1,29-6 27,0 1 0,0-1-1,-1 0 1,1 0 0,0 0-1,0 0 1,0 0-1,-7-2 1,2 0 1,5 2 3,-1 1 21,-74 5 135,76-6-163,-1 0 0,1 0 0,-1 1 0,0-1 0,1 0 1,0 1-1,-1 0 0,-2 1 0,2-1-7,1 0 1,-1 0 0,1-1 0,-1 1-1,1-1 1,-1 1 0,1-1-1,-4 0 1,-95 9-18,100-9 20,-36 3-32,-49-1-1,53-2 38,-59 6 0,57-1 93,31-4-115,0-1 9,-16 2 20,-31 5-1,48-6 14,0-1-24,-2 0-1,-23 9-16,21-8 11,-1 1 0,1-1 1,0-1-1,0 1 0,-13-2 1,7 1 13,-6 0-12,15 0-24,0 0 46,-70-1 429,70 2-424,0-1-5,-27 2 4,0 1-1,1 1 0,-35 11 0,26-7 0,-32 11-3,44-10-935,-40 5 0,57-12 330,-1-1 1,1-1 0,0 0 0,-1 0 0,1-1 0,-1-1-1,-15-3 1,-1-2-1186,9 3-1163,0-1 1,-20-9-1,-16-15-8553</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4:44.069"/>
    </inkml:context>
    <inkml:brush xml:id="br0">
      <inkml:brushProperty name="width" value="0.025" units="cm"/>
      <inkml:brushProperty name="height" value="0.025" units="cm"/>
    </inkml:brush>
  </inkml:definitions>
  <inkml:trace contextRef="#ctx0" brushRef="#br0">31 347 5140,'0'0'3964,"-3"1"-3422,-4 2-2735,-2-1 4320,-2 2 6812,24-8-4868,48-16-3529,-47 14-452,2 1 0,-1 0 1,23-4-1,16-2 142,-41 8-220,1 0-1,0 0 0,23 0 1,93-5 114,-50 4-40,139-26-1,-183 22-90,-22 5-16,0 0 1,17 0 0,-6 0 29,29-5 0,-33 3-23,1 2 1,27-1-1,-26 3 31,0-1 0,28-7 0,29-2-88,90 2 43,-108 6 15,-36 3 16,0-1-1,26-6 0,73-5-12,7-1 9,-106 9 1,52 1 1,-3-1 7,-21-1 10,62-10 15,84-13 22,-140 25-60,-40 3 38,33-5 0,9 2-72,-14 1 56,130-12-7,156-9 90,-185 13 139,-11 2 129,-94 3-265,1 2-1,81 6 0,-17 2-47,-42-3-20,-32-1-22,42-6 0,11 0 11,-19 8-53,-39 0 35,33-3 1,-46 0-15,1 1 1,-1 1-1,1 1 1,22 6-1,32 4 27,190 25 101,-62-6-13,-57-7 149,30 0 273,-151-20-495,-13-3-5,1 0 0,0-1 0,11 1-1,44 3 87,53 3 304,40-2 399,124-27 400,-69 4-688,-185 16-463,-14 1 0,0-1 1,0 0-1,0-1 1,19-6-1,-29 7 14,-2 1-54,28-3-94,-26 3-295,-7-2-2952,-17-6 949,-15-7-1511,26 9 2772,-8-5-1049,2-1-3214,-1-3-3011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4:45.189"/>
    </inkml:context>
    <inkml:brush xml:id="br0">
      <inkml:brushProperty name="width" value="0.025" units="cm"/>
      <inkml:brushProperty name="height" value="0.025" units="cm"/>
    </inkml:brush>
  </inkml:definitions>
  <inkml:trace contextRef="#ctx0" brushRef="#br0">362 33 2336,'-5'30'562,"4"-24"2176,-2-7-2038,-8-3 164,1 1 1,-1 0-1,-13-2 1,5 3-522,1 1 1,-1 0-1,1 2 1,-1 0 0,-27 6-1,-35 0 1429,78-6-840,-1-2-414,-4 0 365,1 1-1,-1 0 1,1 1-1,-1-1 1,-9 3 0,3 1 687,27-6-952,30-6-142,93-2 628,90 5-275,-56 6-272,421-10 985,478-20-245,311 46-966,-1302-13-239,38 1-4127,-118-5 3576,-1 0 0,1-1-1,0 1 1,0-1 0,0 1 0,-1-1 0,1 0 0,-4-2 0,-10-3-1023,-42-7-4707,-1 3-3778</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4:46.689"/>
    </inkml:context>
    <inkml:brush xml:id="br0">
      <inkml:brushProperty name="width" value="0.025" units="cm"/>
      <inkml:brushProperty name="height" value="0.025" units="cm"/>
    </inkml:brush>
  </inkml:definitions>
  <inkml:trace contextRef="#ctx0" brushRef="#br0">5 18 5857,'4'-12'1201,"-3"28"-253,0-1-345,-1-11 901,-1-2-823,-2 1-2260,-1 4 2055,2 4 11408,12-14-10168,0 0-1447,-1 2 0,0-1 0,1 1 0,-1 1-1,1-1 1,0 2 0,-1-1 0,1 1 0,-1 1 0,13 3 0,37 3 698,185 13 478,-107-10-1134,9 1-134,-47-6-84,33 0-17,501 4 35,562-10-133,-1084-2 48,42 0 6,592-26 126,-507 11-110,21 2 20,-40 6-45,-211 8-25,824-33-4,-389 27-61,-206-2-1857,-233 9 828,-8-1-2794,-69-9-5711,13 11-591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4:47.782"/>
    </inkml:context>
    <inkml:brush xml:id="br0">
      <inkml:brushProperty name="width" value="0.025" units="cm"/>
      <inkml:brushProperty name="height" value="0.025" units="cm"/>
    </inkml:brush>
  </inkml:definitions>
  <inkml:trace contextRef="#ctx0" brushRef="#br0">52 367 6653,'7'-8'1601,"-11"4"648,-19 3 502,16 1-3372,4 0 2901,2-4-1634,1-5-53,0-12-13,-2 9 4400,-16-8-3735,43 9 282,-23 10-1458,0 0 1,0 0 0,0 1 0,0-1-1,0 1 1,0-1 0,0 1 0,0 0-1,0 0 1,0 0 0,0 0 0,3 0-1,4 1 101,354-1 2229,-157 3-1956,-113-3-296,546-10 315,-361 1-357,185-12 114,-226-1-93,91-5-26,267-16-33,81 9 0,-133 19-26,-315 13-42,1164-6 22,-1072 8-9,202 10 55,-145 4 198,-76-1 166,-251-12-316,575 18 1982,-577-19-2067,-21-1-33,30 4 0,-15-3-61,-42 0-39,0-1 0,0 0 0,-1 0 1,1 1-1,0-1 0,-1 0 0,1 0 0,0 1 0,-1-1 0,1 0 0,-1 1 1,1-1-1,-1 0 0,1 1 0,-1-1 0,1 1 0,-1-1 0,0 1 1,1-1-1,-2 0 0,-19-13-1732,-1 2 0,0 0-1,-1 1 1,-30-10 0,-10-4-4926,-11-10-4861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5:53.126"/>
    </inkml:context>
    <inkml:brush xml:id="br0">
      <inkml:brushProperty name="width" value="0.025" units="cm"/>
      <inkml:brushProperty name="height" value="0.025" units="cm"/>
    </inkml:brush>
  </inkml:definitions>
  <inkml:trace contextRef="#ctx0" brushRef="#br0">2084 213 8613,'1'0'224,"-1"0"1,1-1-1,-1 1 0,0-1 1,1 1-1,-1 0 1,0-1-1,1 1 1,-1-1-1,0 1 0,0-1 1,1 1-1,-1-1 1,0 1-1,0-1 0,0 1 1,0-1-1,0 1 1,1-1-1,-1 1 1,0-1-1,0 1 0,0-1 1,-1 1-1,1-1 1,0 1-1,0-1 0,0 1 1,0-1-1,0 1 1,-1-1-1,1 1 1,0-1-1,0 1 0,-1 0 1,1-1-1,0 1 1,-1-1-1,1 1 0,0 0 1,-1-1-1,1 1 1,-1 0-1,1-1 1,0 1-1,-1 0 0,1 0 1,-1-1-1,0 1 1,-7-7-1075,6 6 2660,2-1-1781,-1 1-1,1 0 1,-1 0 0,1 0 0,-1 0-1,0 0 1,0 0 0,0 0 0,1 0-1,-1 0 1,-2-1 0,0-1 24,-8-7-9,0 0 0,0 0 1,-1 1-1,-1 0 0,1 1 0,-1 1 1,-1 0-1,1 0 0,-1 2 0,-22-7 0,0 3-19,-2 1-1,-72-6 0,68 11 11,-287-10 149,287 15-183,-130 4 122,-203 35 0,165 1-86,159-29-27,1 3 0,-51 22 0,52-16 7,-62 38 1,93-49-4,1 1 1,0 1 0,1 1 0,0 0-1,1 1 1,-18 24 0,26-29-5,2 0-1,-1 1 0,2-1 1,-1 1-1,1 0 1,1 1-1,0-1 1,1 1-1,0 0 1,-1 21-1,0-12 11,2-17-23,1 0-1,-1 0 1,1-1 0,0 1-1,0 0 1,0 0-1,0 0 1,2 4-1,3 19 6,-2-13 4,0 0 0,1 0 1,0 0-1,1 0 0,0 0 0,10 15 1,-12-25-7,8 15 27,2 0 0,28 31-1,-15-24 0,1-2 0,58 39 0,-64-50-6,-1-1 1,2-1-1,39 14 0,75 12 33,10-2-28,271 50 20,-367-79-32,39 6-6,128-1-1,213-29 11,-84-11-42,-21 5 7,371 1 114,-503 18-83,51 1 109,-142 6-153,364-4 69,-156-12-46,-73 5-49,27 6 27,37-2 31,-86 4-17,-54 3 3,20-6 12,425-21-11,-430 20 16,5 0-11,-31-5 15,96-10 3,-87 0 94,216-55-1,-324 63 64,-28 7-81,36-13 1,-57 17-60,0-1 0,0 1 0,1-1 1,-1 1-1,0-1 0,0 0 0,-1 0 0,1 0 0,3-4 1,-2 2-2,0-2 1,-3-17 5,1 15-24,0-1 1,-1 0-1,-1 0 0,1 0 0,-2 0 0,1 0 0,-1 1 1,0-1-1,-4-8 0,-8-10 12,-1 1-1,-1 1 1,-1 1 0,-1 0 0,-1 2 0,-1 0-1,-44-37 1,6 14 176,-129-76 0,152 101-143,-2 2 0,-76-25 0,-86-7 223,40 29-243,57 9 70,-119-4 135,123 13-174,40 0-23,-382-16 183,-2 32-89,209 0-32,43-4-88,-284 9 22,450-18-53,-644 6 139,614-6-80,-66 1 145,-24-2-252,35-4 355,-142-24 0,154 15-127,-20-2-37,-201-23 21,69 20-26,126 15 159,79 4 143,-61-7 0,53 1-242,-79 2 0,-57 13 20,158-7-138,-60 4 404,86-6-395,1-1-7,-30-4 36,30 4 1727,-15-20-1687,12 19-121,-57 5-597,-102 19 1,32-3-2679,52-8 231,-1 0-4618,-6-2-6271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5:57.707"/>
    </inkml:context>
    <inkml:brush xml:id="br0">
      <inkml:brushProperty name="width" value="0.025" units="cm"/>
      <inkml:brushProperty name="height" value="0.025" units="cm"/>
    </inkml:brush>
  </inkml:definitions>
  <inkml:trace contextRef="#ctx0" brushRef="#br0">40 485 6845,'-1'-2'129,"0"1"0,0 0 0,0-1 0,-1 1 0,1 0 0,0 0 0,-1 0 0,1 0 0,-1 0 0,1 0 0,-1 0 0,1 1 1,-1-1-1,0 1 0,1-1 0,-1 1 0,0-1 0,0 1 0,1 0 0,-1 0 0,-6 0 11843,10 0-11743,0-1 0,0 1 0,0 0 1,0 0-1,-1 0 0,1 0 0,0 0 1,0 0-1,0 0 0,0 1 0,2 0 1,12 1 588,-1-3-327,-1 0-1,27-6 1,-10 1-89,320-62 2483,-52 8-1421,873-99-342,-533 81-796,-337 34-326,-103 16 0,-161 22 0,-8-1 0,-13 4 0,4 0-154,-16 6-267,0 1-177,16-2-139,-59 8-6100,-55 3-3672,44-3-18</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5:58.827"/>
    </inkml:context>
    <inkml:brush xml:id="br0">
      <inkml:brushProperty name="width" value="0.025" units="cm"/>
      <inkml:brushProperty name="height" value="0.025" units="cm"/>
    </inkml:brush>
  </inkml:definitions>
  <inkml:trace contextRef="#ctx0" brushRef="#br0">0 0 68</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6:00.468"/>
    </inkml:context>
    <inkml:brush xml:id="br0">
      <inkml:brushProperty name="width" value="0.025" units="cm"/>
      <inkml:brushProperty name="height" value="0.025" units="cm"/>
    </inkml:brush>
  </inkml:definitions>
  <inkml:trace contextRef="#ctx0" brushRef="#br0">284 418 4500,'-8'-19'1707,"6"15"3935,3 7-4793,7 27 895,-7-27 626,2-3-1644,42-8 1217,-21 3-1016,0 2-343,1 2 0,30 0 0,-28 2-326,29-4-1,-12 0 80,88 6-1,-94-1-272,0-1 0,-1-1 1,58-9-1,-53 4-21,80-1 0,8 0 12,-75 2-43,65 3 0,10 0 2,-8-3 77,61-5 115,-21-5-24,-5 1 22,-20 3-220,-44 5 39,39-5 91,144-17-40,112-28 131,-379 54-192,444-39 263,-308 28-208,-3-1-30,73-6 205,-24 1-73,-26 14 71,-56-10 387,12 0-66,114-9-12,-167 16-514,221-12 797,-85 11-135,-40 0-334,42 1-140,443 11 418,-357-11-338,-141 4-270,-82 5 25,-45 0-56,0-2 1,30-2 0,50-7 1761,-104 9-1764,-1 0 1,1 0 0,0 0 0,0 0 0,0 0 0,0 0-1,0 0 1,0 0 0,-1 0 0,1 0 0,0 0-1,0 0 1,0 0 0,0 0 0,0 0 0,-1 0 0,1 0-1,0 0 1,0 0 0,0 0 0,0 0 0,0 0 0,-1 0-1,1 0 1,0 0 0,0 0 0,0 0 0,0 0-1,0 0 1,0 0 0,-1 0 0,1 0 0,0 0 0,0 0-1,0-1 1,0 1 0,0 0 0,0 0 0,0 0-1,0 0 1,0 0 0,0 0 0,-1-1 0,1 1 0,0 0-1,0 0 1,0 0 0,0 0 0,0-1 0,-3-3 36,-16-1-26,-4 3-12,-1 2 0,0 0 0,-39 7 0,-15 0 0,-132 20 0,145-17 0,-168 29 0,185-33 0,-615 66 0,611-68 0,-413 40 0,322-28 0,-26 4 0,123-11-24,0-2 0,-1-2 1,0-2-1,0-2 0,-51-6 0,42 1-182,-103 5-1,50 3 93,-278 17-244,56 10 295,-226 33-173,-269-14-531,716-48 719,-98 3-38,139-2 52,-121 11-60,-129 8-69,23-2 122,-13 3 10,69-6-160,95-1 178,-34 3 16,87-15 56,53-4-2412,37-6 458,-3-5 546,3 7 941,0 0 1,1 0-1,-1 0 1,1-1-1,0 1 0,0 0 1,1-1-1,-1-6 1,1 9-122,1 0-1,-1-1 1,0 1 0,1-1 0,0 1 0,0 0-1,0-1 1,0 1 0,0 0 0,0 0 0,0 0-1,1 0 1,1-2 0,27-32-9847</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6:12.440"/>
    </inkml:context>
    <inkml:brush xml:id="br0">
      <inkml:brushProperty name="width" value="0.025" units="cm"/>
      <inkml:brushProperty name="height" value="0.025" units="cm"/>
    </inkml:brush>
  </inkml:definitions>
  <inkml:trace contextRef="#ctx0" brushRef="#br0">1 0 22780,'9379'0'0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6:15.423"/>
    </inkml:context>
    <inkml:brush xml:id="br0">
      <inkml:brushProperty name="width" value="0.025" units="cm"/>
      <inkml:brushProperty name="height" value="0.025" units="cm"/>
    </inkml:brush>
  </inkml:definitions>
  <inkml:trace contextRef="#ctx0" brushRef="#br0">1 174 5248,'0'0'10048,"4"0"-9769,61 0 1106,18-5-367,-58 4-627,48-6 0,-31 1-92,53 0 0,20-3-7,-46 4-215,-42 3-43,41-6-1,-20 0 33,0 3 0,70 1 0,-11 1-85,-50 2 116,-30 1-24,43-5-1,-37 1-60,42 1 0,13 0 78,69-4-100,53-13 43,-142 17-59,-44 3 28,41-7 1,-17 4-26,-38 3 19,0 0-1,0-1 1,10-2 0,0 0 15,0 0 0,28 1 0,15-2-90,64-3 115,152-6-74,-133 7 67,-91 1-43,1 4 0,84 7 1,17 9 68,-59-1-117,-40-4 47,219 16 126,-211-24-194,-31-2 150,-1 2-1,58 11 1,-40-4 21,67 4 1,-74-9-88,295 8 73,-333-12-74,88 4 21,-70-2-34,39 0-1,11 1 55,23 5-61,-58-6 19,75 13 1,-91-10 11,34 1 1,7 0 47,266 28 626,-241-25-507,-54-4-30,42 0-1,42 3 57,1 0 44,57-5 48,68-9-76,115 2-9,-181 3-168,-66-1 41,43 4-99,230-8 493,-383 6-459,186-10 1216,0 5 572,25-2 597,-195 6-1929,28-5 0,-34 4-429,-10 1 51,-8 1-40,-28 0-399,5 1-292,0-1 1,0-1-1,1-2 0,-1 0 1,-30-9-1,-2-7-1413,-15-5-5945,11 7-5168</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5:43.303"/>
    </inkml:context>
    <inkml:brush xml:id="br0">
      <inkml:brushProperty name="width" value="0.025" units="cm"/>
      <inkml:brushProperty name="height" value="0.025" units="cm"/>
    </inkml:brush>
  </inkml:definitions>
  <inkml:trace contextRef="#ctx0" brushRef="#br0">3298 237 7737,'-26'3'14870,"23"-4"-14735,-32-7 148,0-1-1,-60-25 1,58 19-81,-2 1 0,-51-10 1,-21 0-49,-87-14-64,-242 1 311,381 34-327,21 1-6,-62 3 0,78 1-59,1-2 1,-1-1-1,-35-5 0,34 3-21,1 1-1,-35 1 1,-71 1 32,63-1-44,-59-9 45,64 6 49,41 1-28,0 2-1,0 0 1,-1 1 0,-22 3 0,18 0-63,-44 0 1,-6 0 1,-66 26 111,93-23-168,18-4 62,-95 20-53,-9 4 95,-31 4 1,117-21-65,42-8 145,2 0-112,-12 4-28,10-4 31,0 1 1,1-1-1,-1 0 0,0 0 0,-5 0 0,4 0-15,0 0 0,0 0 0,0 0 0,0 1 0,1 0 0,-7 2 0,10-3 24,-6 0-9,1-1 1,-1 1 0,1 1-1,0-1 1,0 1-1,-11 4 1,4-1 55,-19 3-106,30-7 27,0 0-5,-27 16 61,27-16-44,0 0-29,-27 7 35,27-7 13,2 1-9,0 0 0,1-1 1,-1 1-1,0 0 0,0-1 1,-1 1-1,1-1 0,0 1 1,-1-1-1,1 0 0,0 1 0,-3 0 1,-4 6 6,-1 1-4,1 0 1,0 1-1,0 0 1,1 0-1,0 1 1,-8 20-1,-1-8-29,9-14 22,6-6 29,-3 14 86,-2 44-154,6-57 22,-6 12 7,2-5 66,4-8-61,0 0-34,0 121-54,1-112 91,1 0-1,0 0 1,1 0-1,5 13 1,2 11-6,-10-35 14,0 0-1,0-1 1,0 1 0,1 0 0,-1 0 0,0-1 0,1 1 0,-1 0 0,1-1 0,-1 1 0,1 0 0,-1-1 0,1 1 0,-1-1 0,1 1-1,-1-1 1,1 1 0,0-1 0,-1 1 0,2-1 0,-1 1-4,0-1 1,-1 1-1,1-1 0,0 1 1,0 0-1,0-1 0,-1 1 0,1 0 1,0 0-1,-1-1 0,1 1 0,-1 0 1,1 0-1,0 1 0,3 8 3,1 0-1,0 0 0,8 11 1,-8-13 14,1-1 0,0 1 0,1-2 0,0 1 0,12 9 0,15 16-88,-28-26 74,0 0 1,0 0 0,0-1 0,0 1-1,1-2 1,0 1 0,14 6 0,12 10-103,-3-2 94,15 6 58,-34-18-66,0-1 1,1 0 0,0 0 0,21 6 0,42 9 45,-40-10-41,71 13 0,-38-13-20,-43-6 44,1-1 1,38 1 0,-43-6-23,-3 1-10,0 0 0,21 2 0,-8 2 10,57-2 0,-17-1-24,50 15 20,-81-13 6,118 12-26,-41-6 52,-51-7-45,18 1 114,50 3-107,-94-4 30,45-3-1,-42 0 39,51 4 0,-41 0-69,57-4 1,9 0-83,42-1 68,-53 0-22,-15-2 50,0-5 1,-1-3-1,101-27 0,-172 34-10,-6 2 2,1 0 0,28-12 0,86-36 12,-123 48 4,-1 0 1,0 0 0,0-1-1,0 1 1,-1-1-1,0 0 1,1-1-1,-1 1 1,7-9-1,21-18 64,-27 25-33,0 1 1,0-1 0,-1 1 0,0-2-1,0 1 1,0-1 0,-1 1 0,0-1-1,0 0 1,4-12 0,8-14 222,-11 26-174,-1 0-1,0-1 1,-1 0 0,0 1 0,0-1 0,-1 0-1,1-1 1,-2 1 0,1 0 0,-1-1-1,-1 1 1,1 0 0,-3-15 0,-3-8 227,-14-41 0,-11 2 360,27 63-528,-1 0 0,1 1 0,-1-1 0,0 1 0,-1 0 0,0 0-1,-10-9 1,-12-17 189,23 26-287,-1 0 0,0 0 1,0 0-1,-1 1 0,0 0 0,0 0 0,0 0 0,0 1 1,-1 0-1,0 0 0,-9-3 0,-12-4 15,-45-12 1,57 19-28,-76-18-17,-114-13 1,78 19-2522,110 13 1885,8 3-160,0-1-1,0 1 1,0 1 0,-1 0 0,-12 3 0,-25 7-5313,37-8 4101,-32 7-9036</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5:46.184"/>
    </inkml:context>
    <inkml:brush xml:id="br0">
      <inkml:brushProperty name="width" value="0.025" units="cm"/>
      <inkml:brushProperty name="height" value="0.025" units="cm"/>
    </inkml:brush>
  </inkml:definitions>
  <inkml:trace contextRef="#ctx0" brushRef="#br0">482 42 5649,'36'-3'3478,"-35"3"-3293,0-1 1,0 1-1,0 0 1,-1-1-1,1 1 1,0-1-1,0 1 0,-1-1 1,1 0-1,0 1 1,-1-1-1,1 0 1,-1 1-1,1-1 1,0-1-1,13-12 4032,3 2-2831,-12 9 3739,-45 10-5205,1 1 0,0 1-1,1 3 1,-43 18 0,-147 76-330,225-104 410,-91 44 842,90-43-178,6-1 308,-2 0-802,1 0 1,0 0-1,0 0 0,0-1 1,1 1-1,-1 0 0,0 0 1,1-1-1,-1 1 0,1-1 1,-1 0-1,4 3 0,-2-3-63,1 0 0,-1 0 0,1 0 0,-1 0-1,1-1 1,0 1 0,-1-1 0,5 0 0,66 5 2059,119 24 0,-183-27-2083,26 6 261,57 18-1,-91-25-359,1 0 0,0 0 0,0 0 0,-1 1 0,1-1 0,-1 1 0,1 0 0,-1-1 0,0 1 0,0 0 1,1 0-1,-2 1 0,1-1 0,0 0 0,0 1 0,-1-1 0,1 1 0,-1 0 0,2 3 0,-2-2-46,-1 0 0,1 0 0,-1-1 0,1 1 0,-1 0-1,0 0 1,-1 0 0,1 0 0,-1 0 0,0 0 0,0 0 0,-2 6 0,-2 2-210,-1 0-1,0 0 1,-1-1 0,0 0 0,-1 0-1,0-1 1,-16 16 0,7-10-1550,-2-1 1,-31 22-1,-15-3-6521,4-10-4328</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5:47.302"/>
    </inkml:context>
    <inkml:brush xml:id="br0">
      <inkml:brushProperty name="width" value="0.025" units="cm"/>
      <inkml:brushProperty name="height" value="0.025" units="cm"/>
    </inkml:brush>
  </inkml:definitions>
  <inkml:trace contextRef="#ctx0" brushRef="#br0">231 306 7817,'0'0'11537,"-4"0"-10874,-3 1-475,0-1 0,0 1 0,0 0 0,1 1 0,-1 0 0,0 0 0,1 0 0,-9 5 0,-3 3 291,-29 21 0,25-17-266,16-10-108,0-1 1,1 1 0,-1 0 0,1 0 0,0 1 0,0-1-1,0 1 1,1 1 0,0-1 0,0 0 0,-4 8 0,6-8 69,1 1 1,-1 0 0,1-1-1,1 1 1,-1 0 0,1 0-1,0 0 1,0 0 0,1-1-1,-1 1 1,4 11 0,-3-9-11,1-4-115,-1-1 0,1 0-1,0 1 1,0-1 0,0 0 0,1 0 0,-1 0-1,1 0 1,-1 0 0,6 3 0,-3-1 24,-3-4-86,0 1 0,0 0-1,0-1 1,1 1 0,-1-1-1,1 0 1,-1 0 0,1 0-1,-1 0 1,1 0 0,-1-1-1,1 1 1,5 0 0,5 1-203,-13-2 208,0 0 0,0 0 1,0 1-1,0-1 0,0 0 1,0 0-1,0 0 0,1 0 1,-1 0-1,0 0 0,0 0 1,0 0-1,0 0 0,0 0 1,0 0-1,0 0 0,1 0 1,-1 0-1,0 0 0,0 0 1,0 0-1,0 0 0,0 0 0,0 0 1,1 0-1,-1 0 0,0 0 1,0 0-1,0 0 0,0 0 1,0 0-1,0 0 0,0 0 1,1-1-1,-1 1 0,0 0 1,0 0-1,0 0 0,0 0 1,0 0-1,0 0 0,0 0 1,0 0-1,0-1 0,0 1 1,0 0-1,0 0 0,0 0 0,0 0 1,0 0-1,1 0 0,-1 0 1,0-1-1,0 1 0,8-23-605,10-35-231,-16 53 795,-1 0 0,0 0 0,-1 0 0,1-1 0,-1 1 0,0 0 1,-1 0-1,-1-10 0,2 12 37,0-1 0,0 0 0,0 1 1,0-1-1,0 0 0,1 1 0,-1-1 0,1 1 1,0-1-1,2-5 0,3-16 28,-4 10 59,-4 31-82,-3 36-32,3-36 44,1 0 1,0 0 0,1 0 0,1 0-1,0 0 1,1 0 0,1 0 0,0 0-1,2 0 1,0-1 0,0 0 0,13 25 0,-17-38-14,1 1 0,-1-1 0,0 0 0,1 0 0,-1 0 0,1 0 1,-1 0-1,1 0 0,0 0 0,0 0 0,0-1 0,0 1 0,0-1 1,0 1-1,1-1 0,-1 0 0,0 0 0,1 0 0,-1 0 0,1 0 1,-1-1-1,1 1 0,-1-1 0,1 0 0,-1 0 0,1 1 0,0-2 1,-1 1-1,1 0 0,-1 0 0,4-2 0,4 0 6,-1-2 1,1 1-1,-1-1 0,0-1 0,0 1 1,0-2-1,-1 1 0,0-1 0,0 0 1,12-13-1,5-8-158,35-48 0,-46 56 113,15-21-65,-2-1 0,-2-1 0,21-47-1,-43 81 87,-2 4 3,1 1 1,0-1-1,0 0 0,0 1 1,0-1-1,6-5 1,-7 7-63,-1 11-59,-2 0 135,1-1 0,-1 1 0,-3 10 0,-4 16-3,4 6 6,3-23 5,0-1 1,-6 18-1,7-31 13,1-1 1,0 0 0,0 1-1,-1-1 1,2 1 0,-1-1-1,0 0 1,1 1-1,0-1 1,-1 0 0,1 0-1,1 1 1,1 3 0,-3-6-4,1 0 0,-1 0 1,1 0-1,-1 0 0,1 0 1,0 0-1,0 0 0,-1 0 1,1 0-1,0-1 0,0 1 1,0 0-1,0 0 0,0-1 1,0 1-1,0-1 1,0 1-1,0-1 0,0 1 1,0-1-1,0 0 0,0 1 1,0-1-1,0 0 0,1 0 1,-1 0-1,0 0 0,0 0 1,0 0-1,0 0 0,0 0 1,1 0-1,-1-1 0,0 1 1,0 0-1,0-1 0,0 1 1,0-1-1,0 1 0,0-1 1,0 0-1,0 1 1,1-3-1,12-10 82,0 0 0,-1-1 0,-1-1 0,0 0 0,-1-1 0,12-23 0,-5 10-13,-3 2 73,19-45 1,-23 47-119,25-45-1,-31 64-55,-1-1-1,0-1 1,0 1-1,3-11 1,-5 15-81,-4 5-66,-31 58 49,31-57 88,-7 22 184,6-20-130,2-2 176,7-4-69,-1 0 1,0 0-1,1 0 1,-1-1 0,0 1-1,0-2 1,0 1 0,0 0-1,0-1 1,-1 0-1,1 0 1,-1 0 0,0-1-1,0 1 1,0-1-1,4-5 1,138-143 2501,-134 135-2474,-5 11-153,-4 10-4,-3 6-3,0 105-175,-1-13-534,2-87 435,0-1 1,2 0-1,0 0 0,0 0 1,7 17-1,-8-26 154,3 9-402,1 0-1,0 0 0,1 0 0,0-1 1,13 17-1,-17-26 103,1-1 1,-1 0-1,0 0 1,1 0-1,-1 0 0,1 0 1,0-1-1,0 0 1,7 3-1,-7-3-240,1-1 0,-1 0 0,1 0 0,0 0 0,-1-1 0,1 0 0,0 0 0,-1 0 0,1 0 0,0-1-1,4 0 1,38-11-7847</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5:47.650"/>
    </inkml:context>
    <inkml:brush xml:id="br0">
      <inkml:brushProperty name="width" value="0.025" units="cm"/>
      <inkml:brushProperty name="height" value="0.025" units="cm"/>
    </inkml:brush>
  </inkml:definitions>
  <inkml:trace contextRef="#ctx0" brushRef="#br0">96 277 11721,'0'0'295,"-1"-1"0,1 1 1,-1-1-1,1 1 0,0-1 0,-1 1 0,1-1 1,0 1-1,0-1 0,-1 1 0,1-1 0,0 1 1,0-1-1,0 1 0,0-1 0,0 0 0,-1 1 1,1-1-1,0 1 0,0-1 0,1 1 0,-1-1 1,0 0-1,0 1 0,0-2 0,7 1 5429,0 1-4763,-1 0-2526,12-2 2231,0 0-1,-1-1 0,1-1 1,-1 0-1,29-12 1,-35 12-560,10-3 242,-2-1 1,30-16-1,-45 22-342,0 0-1,-1 0 1,1 0 0,-1-1-1,1 1 1,-1-1-1,0 0 1,0 0 0,-1 0-1,1-1 1,0 1-1,-1-1 1,0 1-1,0-1 1,0 0 0,0 0-1,-1 1 1,0-1-1,2-8 1,-3 7-101,-1 1 0,1-1 1,-1 0-1,-1 1 0,1-1 0,0 0 0,-1 1 0,0 0 1,0-1-1,-1 1 0,1 0 0,-1 0 0,-4-4 0,2-1-143,2 6 149,0 0-1,1 0 1,-1 1-1,0-1 1,0 1-1,-1-1 1,1 1 0,0 0-1,-1 0 1,1 1-1,-1-1 1,0 1 0,0-1-1,1 1 1,-1 1-1,0-1 1,-5 0-1,0-1-81,-5 0 63,-1 0 0,0 1 0,0 1 0,1 0 0,-1 1 0,0 0 0,1 2 0,-1-1-1,1 2 1,-15 5 0,21-6 186,0 1-1,0-1 1,0 2 0,0-1-1,1 1 1,0 0-1,0 1 1,0 0-1,1 0 1,-1 0-1,-4 8 1,8-11-4,0 0-1,1 0 1,0 0 0,0 0-1,0 0 1,0 1 0,0-1 0,1 1-1,0-1 1,-1 1 0,1 0-1,1 0 1,-1-1 0,0 1-1,1 0 1,0 0 0,0 0-1,0-1 1,0 1 0,1 0-1,-1 0 1,1 0 0,0-1-1,0 1 1,1-1 0,-1 1-1,1 0 1,-1-1 0,5 6 0,-1-2-25,0 0 1,0-1 0,1 1-1,0-1 1,0 0 0,1 0-1,0-1 1,0 0 0,0 0 0,0 0-1,15 5 1,7 0-714,0-2-1,0-2 1,1 0 0,53 2-1,-49-7-1707,43-2-1,-3-6-4821,-11-2-3535</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5:47.917"/>
    </inkml:context>
    <inkml:brush xml:id="br0">
      <inkml:brushProperty name="width" value="0.025" units="cm"/>
      <inkml:brushProperty name="height" value="0.025" units="cm"/>
    </inkml:brush>
  </inkml:definitions>
  <inkml:trace contextRef="#ctx0" brushRef="#br0">31 0 9589,'-6'18'544,"1"-7"556,0 1 1,1 1-1,1-1 0,-4 24 0,7-27-355,0-1 0,0 1-1,1 0 1,0 0 0,1-1 0,4 15 0,-2-10-411,2 0 1,0 0 0,0 0-1,1-1 1,15 20-1,-20-30-670,5-28-19199</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5:48.059"/>
    </inkml:context>
    <inkml:brush xml:id="br0">
      <inkml:brushProperty name="width" value="0.025" units="cm"/>
      <inkml:brushProperty name="height" value="0.025" units="cm"/>
    </inkml:brush>
  </inkml:definitions>
  <inkml:trace contextRef="#ctx0" brushRef="#br0">20 0 15149,'-7'13'4669,"1"0"-8702,2 7-571,1 3-3593</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5:48.219"/>
    </inkml:context>
    <inkml:brush xml:id="br0">
      <inkml:brushProperty name="width" value="0.025" units="cm"/>
      <inkml:brushProperty name="height" value="0.025" units="cm"/>
    </inkml:brush>
  </inkml:definitions>
  <inkml:trace contextRef="#ctx0" brushRef="#br0">128 0 10485,'-43'23'1388,"43"4"-344,-6-4-344,-4 6-612,-3-6-612,-7 16-472,7-12-600,-3 5-1556,9-19-1301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5:48.442"/>
    </inkml:context>
    <inkml:brush xml:id="br0">
      <inkml:brushProperty name="width" value="0.025" units="cm"/>
      <inkml:brushProperty name="height" value="0.025" units="cm"/>
    </inkml:brush>
  </inkml:definitions>
  <inkml:trace contextRef="#ctx0" brushRef="#br0">0 351 10249,'18'-27'1592,"-17"24"-1183,2-1 0,-1 0 0,0 1 1,1-1-1,-1 1 0,1-1 0,0 1 0,6-5 0,4-2 384,0-1-1,-1 0 0,-1-1 0,0-1 0,14-19 1,11-12 905,3 2 1661,83-69 0,-119 109-2787,8 15-282,-10-11-297,0 0 1,0 0 0,0 0-1,0 0 1,0 1-1,0-1 1,0 0 0,-1 1-1,1-1 1,-1 0-1,0 1 1,1-1 0,-1 0-1,-1 5 1,-5 37-258,3-24 79,1 9-570,1 1 0,5 43 0,1 13-1662,-6-82 2234,2 0 0,-1 0 0,0 0 1,1 0-1,0 0 0,0 0 0,0 0 1,0 0-1,0-1 0,1 1 1,0 0-1,0-1 0,0 1 0,0-1 1,0 0-1,5 4 0,-5-4-48,1-1-1,-1 0 1,1 0-1,0-1 1,0 1-1,0-1 1,0 1-1,0-1 1,0 0-1,1 0 1,-1 0-1,0-1 1,0 1 0,1-1-1,-1 0 1,0 1-1,1-2 1,-1 1-1,1 0 1,3-2-1,8-1-983,-1-2-1,1 0 0,-1 0 1,0-2-1,14-8 1,-21 11 349,31-13-4351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5:48.740"/>
    </inkml:context>
    <inkml:brush xml:id="br0">
      <inkml:brushProperty name="width" value="0.025" units="cm"/>
      <inkml:brushProperty name="height" value="0.025" units="cm"/>
    </inkml:brush>
  </inkml:definitions>
  <inkml:trace contextRef="#ctx0" brushRef="#br0">256 0 9613,'-39'6'3066,"35"-5"-1708,0-1-170,-2 0-862,-1 0 0,0 1 0,1 0 0,-1 0-1,1 0 1,-1 1 0,1 0 0,0 1 0,-1-1-1,1 1 1,1 0 0,-1 1 0,0-1 0,-8 8 0,14-11-284,-1 1 0,1 0 0,0-1 0,-1 1 0,1 0 0,0-1 0,-1 1 0,1 0 0,0-1 0,0 1 0,0 0 0,0 0 0,0-1 0,0 1 0,0 0 0,0 0 0,0-1 0,0 1 0,0 0 0,0 0 0,1 3 120,-2 5 274,2-1 0,-1 0 0,1 1-1,1-1 1,-1 1 0,1-1 0,6 14-1,29 61 1869,-25-58-1887,-7-15-293,0 0 0,-1 0 0,0 0 0,-1 1 0,0 0 0,-1-1 0,0 1 0,0 0-1,-1 21 1,-2-17-238,-1 0 0,-1 1 0,0-1 0,-1 0 0,-8 18 0,9-24-284,-1-1 0,-1 1 0,0-1 1,0 0-1,0-1 0,-1 1 0,0-1 0,0 0 0,-1-1 0,-11 10 0,-48 26-6444,51-33 3559,-8 6-7150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5:49.085"/>
    </inkml:context>
    <inkml:brush xml:id="br0">
      <inkml:brushProperty name="width" value="0.025" units="cm"/>
      <inkml:brushProperty name="height" value="0.025" units="cm"/>
    </inkml:brush>
  </inkml:definitions>
  <inkml:trace contextRef="#ctx0" brushRef="#br0">223 1 10005,'-8'33'2357,"6"-27"-262,8-23 1192,-2-2 1637,-7 20-4081,-2 1-605,2-1-156,0 0 1,-1 0 0,1 0-1,0 0 1,1 0 0,-1 1-1,0-1 1,0 1 0,1 0 0,-1 0-1,1 0 1,-1 0 0,1 0-1,0 1 1,0-1 0,0 1-1,0-1 1,0 1 0,-1 3-1,-26 50 351,2 2 0,-36 113 0,51-130-436,2 1 0,2 0 0,2 0 0,2 1 1,1 53-1,4-81-135,0 0 0,2 0 1,0-1-1,0 1 0,1-1 1,1 0-1,0 0 0,1-1 1,1 0-1,0 0 0,15 21 1,-19-30-84,0 0 1,0-1-1,1 0 1,-1 0-1,1 0 1,0 0 0,0-1-1,0 1 1,0-1-1,0 0 1,0 0-1,1 0 1,5 1-1,-7-2-197,0-1 0,1 1 0,-1-1-1,0 0 1,1 0 0,-1 0-1,1 0 1,3-1 0,-4 0-227,-1 0 1,1 0-1,0 0 0,-1 0 1,1 0-1,-1 0 1,1-1-1,-1 1 1,0-1-1,4-3 0,19-21-7461</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5:50.032"/>
    </inkml:context>
    <inkml:brush xml:id="br0">
      <inkml:brushProperty name="width" value="0.025" units="cm"/>
      <inkml:brushProperty name="height" value="0.025" units="cm"/>
    </inkml:brush>
  </inkml:definitions>
  <inkml:trace contextRef="#ctx0" brushRef="#br0">1 548 14617,'0'0'3549,"1"-3"-1941,2 1-1357,-1-1 0,1 1-1,-1 0 1,1 0 0,0 0-1,0 0 1,0 0 0,0 0-1,0 1 1,1 0 0,-1-1-1,0 1 1,1 1 0,4-2-1,10-1 260,29 0 0,-22 2 24,125-3 1107,-25 2-1064,-109 1-901,0 2 1,0 0 0,0 1-1,0 0 1,0 2 0,16 5-1,-29-8-357,-5 2-900,-3 9 970,4-10 486,0 1 0,0-1-1,0 1 1,0-1 0,0 1 0,-1-1 0,1 0 0,-1 1 0,0-1-1,0 0 1,0 0 0,0 0 0,0-1 0,0 1 0,-4 2 0,-60 22-1492,30-11 2386,30-14-451,1 1 0,0-1-1,0 2 1,0-1 0,-9 5 0,12-5 556,-8 3 12,9-5-810,0 1-1,0-1 1,1 0 0,-1 0-1,0 1 1,0-1 0,0 0 0,0 1-1,1-1 1,-1 1 0,0-1-1,0 1 1,1-1 0,-1 1-1,0 0 1,1-1 0,-1 1-1,1 0 1,-1 0 0,8 13 573,1-1-1,13 15 1,-19-26-510,8 11-69,24 21-2043,-32-32 1545,25 11-677,-25-12 795,-1-3 263,1 0-1,-1 0 0,0 1 1,1-1-1,-1 1 0,1-1 1,-1 1-1,1-1 0,0 1 1,1-1-1,5-4-55,6-9 123,2 0 0,-1 1 0,2 1 0,29-18 0,-27 17 113,9-4-15,-23 16-100,-4 1-16,0 0 0,1 1 0,-1-1-1,0 1 1,0-1 0,1 1-1,-1-1 1,0 1 0,1 0 0,-1 0-1,2 0 1,-4 3-166,-7 33-442,8-33 262,-2-1 0,-12 17-255,13-17 423,3-1 60,-1-1 117,1 0 1,0 0 0,-1 0-1,1 0 1,-1 0-1,1 0 1,0 0-1,-1 0 1,1-1 0,-1 1-1,1-1 1,-1 1-1,1-1 1,-1 0 0,1 1-1,-1-1 1,3-2-1,20-21 300,-7 7-10,45-25 620,-19 14-458,-27 13-194,-14 13-221,-1 0 1,1 0 0,0 0-1,0 0 1,0 0-1,0 1 1,0-1 0,1 1-1,-1-1 1,0 1-1,1 0 1,-1 0 0,1 0-1,3-1 1,-12 22-33,0 1-129,-14 31-1,13-35 9,1 0-1,-8 33 0,14-48 115,-1 0-1,1 1 1,-1-1-1,1 0 1,0 0-1,0 0 1,0 1-1,0-1 0,1 0 1,-1 0-1,1 1 1,-1-1-1,1 0 1,0 0-1,-1 0 1,1 0-1,0 0 0,1 0 1,-1 0-1,0 0 1,2 1-1,-1-1 11,0 0-1,1-1 1,-1 0-1,1 1 1,-1-1 0,1 0-1,-1 0 1,1 0-1,-1 0 1,1-1-1,0 1 1,0-1-1,-1 0 1,6 0-1,8-1 62,1 0 0,-1-2 0,0 0-1,24-8 1,-27 7-40,96-33 524,-40 11-179,-40 17-275,24-10-47,88-17-1,-138 35-372,-9-5-5309,5 6 5624,0-1 0,1 1 0,-1 0 0,0-1 0,1 1 0,-1-1 0,0 1 0,1-1-1,-1 1 1,1-1 0,-1 1 0,1-1 0,-1 1 0,1-1 0,-1 0 0,1 1 0,0-1 0,-1 0 0,1 1 0,0-1 0,-1-1 0,2-15 267,1 0-1,0-1 0,2 1 0,-1 0 1,8-17-1,50-151 2508,-50 145-1482,1 1-1,3 1 0,0 0 0,37-60 1,-31 63-81,-19 31-738,-1 5-422,0 0 1,0-1 0,0 1-1,0 0 1,0 0 0,0-1-1,0 1 1,-1 0 0,1 0-1,0 0 1,0 0 0,-1 0 0,2 3-1,0 0-18,0 1 1,0-1-1,-1 1 0,1 0 1,-1 0-1,0 0 0,-1-1 0,1 1 1,-1 0-1,-1 10 0,-9 56 64,5-42-103,-66 328-2352,12-112-2528,3-87-5862,33-98 222</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5:50.205"/>
    </inkml:context>
    <inkml:brush xml:id="br0">
      <inkml:brushProperty name="width" value="0.025" units="cm"/>
      <inkml:brushProperty name="height" value="0.025" units="cm"/>
    </inkml:brush>
  </inkml:definitions>
  <inkml:trace contextRef="#ctx0" brushRef="#br0">1 46 18874,'20'-29'7072,"12"32"-5467,-2-3-289,-1 3-316,21 7-128,-8-6-268,4 2-440,-3 1-480,-1-4-972,-22 0-820,-10-32-1097,0 2 153</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7:46.362"/>
    </inkml:context>
    <inkml:brush xml:id="br0">
      <inkml:brushProperty name="width" value="0.025" units="cm"/>
      <inkml:brushProperty name="height" value="0.025" units="cm"/>
    </inkml:brush>
  </inkml:definitions>
  <inkml:trace contextRef="#ctx0" brushRef="#br0">1551 226 5677,'5'-2'350,"0"0"1,-1-1 0,1 0 0,-1 0 0,1 0 0,-1 0 0,7-7 0,-8 8-125,1 1 0,0 0-1,-1 0 1,1 1 0,0-1 0,0 1 0,6 0-1,-8 0 32,2-1 400,-3 1-593,1 0 0,-1 0 0,0-1 0,0 1 0,0 0 0,0-1 1,0 1-1,0-1 0,0 1 0,0-1 0,0 1 0,0-1 0,0 0 0,0 0 1,1 0-1,-1-1 71,1 1 1,-1 0 0,1 0-1,-1 0 1,1 0-1,-1 0 1,1 0 0,0 0-1,-1 1 1,1-1 0,3 0-1,31-8 8746,-38 8-8645,-3-2-203,1 1 0,0 0 0,-1 0 0,1 1 0,-1-1 0,1 1 0,-1 0 0,0 0 0,-8 0 0,-105-9 417,3 3-164,-3-1 107,-217 14 0,290-1-360,-123 16 116,116-13-129,-67 14 153,73-10-95,0 1 0,0 2 1,1 2-1,1 3 0,-76 44 0,94-46-71,1 1 0,1 0 0,1 2 0,-32 36-1,39-40-3,12-12 7,-1-1-1,1 1 1,1 0 0,-1 0-1,1 0 1,0 1 0,-4 7-1,-5 16-42,8-22 32,0 2 0,1-1 0,0 0 0,0 0 0,1 1 0,0 0 0,1-1 0,-1 15 0,2-18-2,-1 12 2,1 0-1,1 0 0,0 1 0,1-1 0,1 0 1,1 0-1,10 28 0,-2-18 13,1 0 0,2 0 0,1-2 0,0 0 0,2-1 0,1 0 0,1-2 0,26 24 0,-13-17 28,-1 0-22,0-2 0,52 33 0,30 5 23,-72-45-24,-19-8-11,1 0 1,0-2-1,50 13 0,67 14 29,-64-15-6,99 15 0,-69-17-65,15 2 78,169 8-108,-216-24 84,111-5-1,-30-2-6,-40-4-17,-18 1 19,-29 4-5,330-4 88,116-25-101,-32-1-71,-380 24 42,21-1-14,260-3-273,-173 5 168,76 1 8,-124 6 93,57 2-26,-123 0 36,72 7-39,-44-2-54,-73-6 87,59 9 0,-67-6 34,63 1-1,34 4 9,47 7 6,-71-10-2,251 36-155,-204-28 108,-60-8-14,147-3 51,-159-6-40,-57-1 78,0 0 0,48-12 0,-11 2-68,240-51 10,-94-1 85,-195 56-84,24-10 56,-1-2 0,79-47 0,-104 55-49,1-3 77,0-1 1,-1-1 0,0-1-1,-2-1 1,0-1 0,20-26-1,-34 39 33,0 0-1,0-1 1,-1 1 0,0-1-1,0 0 1,-1 0-1,0 0 1,0 0-1,-1 0 1,0-1 0,0 1-1,-1-1 1,-1 0-1,1 1 1,-1-1-1,0 1 1,-1-1 0,-3-13-1,0 3 51,0 1 0,-2-1-1,0 1 1,-1 0 0,-1 1 0,-1 0-1,0 0 1,-1 1 0,-17-21 0,1-2 96,-8-10 94,15 30-232,-1 1 0,0 0-1,-2 2 1,-39-24 0,-147-75 125,135 75-174,-2 2 1,-2 4-1,-82-25 1,147 56-38,-284-83 51,178 60-70,-1 5 0,-151-7 0,103 15 64,32 6-76,-82-2 9,113 9 35,-259 3 4,234-2-46,-110 8 36,7 3 6,-391 47-82,338-32 95,-136-15-2,156-11-10,55-2-12,80-1-17,-142-10 151,-15-12-83,128 8-37,-104-4 39,240 20-58,-63 0 167,-108-13-1,109 7 142,61 6-169,0-2-1,0 0 0,0-2 1,-36-9-1,-14-8 72,-99-13 0,141 28-200,-36-3 0,-23-5 36,-68-9 59,137 20-1327,-1 1 1,-37 0 0,55 2 764,3 0 135,0 0-1,0 1 1,1-1 0,-1 0 0,0 1 0,0-1-1,0 1 1,1 0 0,-1 0 0,0 0 0,1-1-1,-1 1 1,1 1 0,-1-1 0,1 0 0,-1 0-1,1 1 1,0-1 0,0 0 0,-1 1 0,1-1-1,0 1 1,0 0 0,1-1 0,-1 1-1,0 0 1,0 0 0,0 2 0,0 2-610,-1-1-1,1 1 1,0 0 0,1 0 0,-1 0 0,2 8-1,-1-9-542,1 0 0,0 0-1,1 0 1,-1 0-1,3 5 1,-4-10 1407</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7:48.613"/>
    </inkml:context>
    <inkml:brush xml:id="br0">
      <inkml:brushProperty name="width" value="0.025" units="cm"/>
      <inkml:brushProperty name="height" value="0.025" units="cm"/>
    </inkml:brush>
  </inkml:definitions>
  <inkml:trace contextRef="#ctx0" brushRef="#br0">4198 105 11025,'0'0'9786,"-3"1"-9409,-21 10 218,17-10-332,-222-22 1062,-160-7-691,120 12-143,-42 10-278,231 6-134,-70 4 3,-210 31 0,-133 36 276,389-56-330,-309 60 525,248-44-359,-8 2-5,-5 3 38,44-12-69,34-4-46,41-11-40,2 4-1,-1 2 1,-66 27 0,122-41-72,-41 17 79,-50 31 0,79-40-44,0 1 1,0 0 0,1 1-1,1 0 1,0 1-1,0 1 1,-10 15 0,14-18-17,1 0 0,1 0 1,0 1-1,0 0 0,1 0 1,0 1-1,-3 12 0,3 0-1,1-1 0,1 1 0,1 0 1,1 0-1,1 0 0,1 0 0,6 36 0,-5-55-15,-1 0 0,1 0 0,0-1 0,0 1 0,0-1 0,5 8 1,-4-8-11,0 1 0,0 0 0,-1 0 1,0-1-1,3 11 0,-3-2 5,1 0 0,0 0 0,1 0 0,0 0 0,1-1 0,0 1-1,1-1 1,1-1 0,0 1 0,0-1 0,10 11 0,12 9-13,43 37 0,-55-55 8,0 0 1,1-1-1,0-1 1,34 15-1,33 6 8,1-3 0,1-3 0,1-5 0,153 18 1,-40-27-73,-131-9 28,411 8 26,-53-16-16,-374 3 31,345-22-59,176-4-43,-10 57 175,-3 40-114,34-27 44,-379-43-382,0-10 0,307-56 0,-20-34 164,-390 79 166,70-12 35,102-18-136,-154 35 372,-124 16-126,-1 0-1,0-1 0,1 1 1,-1-1-1,0-1 0,0 0 1,0 0-1,10-6 1,-8 3 8,-1 0 1,0-1-1,-1 0 1,0-1-1,10-12 1,-10 11-59,0 0 1,-1 0-1,0-1 0,0 1 1,-1-1-1,-1-1 0,1 1 1,-2 0-1,5-21 0,-3 7 52,-2 9-49,0 0 0,-1 0 0,0 0 0,-1-1-1,-1 1 1,0 0 0,-4-18 0,0 11 20,-2-1 1,-1 1-1,0 1 1,-2-1-1,0 1 1,-2 1-1,-22-35 1,16 32 22,-2 0 0,0 2 0,-1 0 0,-1 1 0,0 1 0,-37-25 0,32 28-32,-3-3 21,-44-21 1,-1 5 2,-2 4 0,0 4 0,-107-24 0,-126-24 520,203 52-386,-380-65 727,412 79-770,-127-12 72,-207-13 197,293 30-419,71-1-23,15 3 0,-1-1 0,-34-9 0,-161-33 0,162 33 0,-1 3 0,-126-2 0,153 10 0,-364-2 0,370 3 0,-39-6 0,25 8 0,0 1 0,4-2 0,-4-1 0,22 0-2073,0-1 0,0-1 0,-24-5 0,44 6 1377,0 1 0,0-1-1,0 0 1,0 1 0,0-1 0,1 1 0,-1 0-1,0 0 1,0 0 0,0 1 0,0-1 0,-3 1-1,2 0-584,-22 3-9878</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8:11.318"/>
    </inkml:context>
    <inkml:brush xml:id="br0">
      <inkml:brushProperty name="width" value="0.025" units="cm"/>
      <inkml:brushProperty name="height" value="0.025" units="cm"/>
    </inkml:brush>
  </inkml:definitions>
  <inkml:trace contextRef="#ctx0" brushRef="#br0">560 56 4712,'19'-8'1246,"-15"6"1689,2 33-518,-6-29 1365,3-3-2971,6-3-1524,5-2 4111,-10 4 205,-17 6-2520,-49 12-768,45-13-207,0 1 0,-22 8 0,-6 3 29,32-12-46,-1 2 0,-19 8 1,6 0-63,16-8 17,0 0-1,0 1 0,0 0 1,1 1-1,0 0 1,-14 13-1,-1 2 7,17-15-22,0 0 0,-13 16-1,-2 9 100,-36 67 0,52-85-163,-11 17 130,8-14-91,0 1 1,2-1-1,0 2 1,-10 30-1,12-25-27,0 0 23,0 0 0,-2 30 0,7-45 12,1-1-1,0 1 0,0 0 0,1-1 1,0 1-1,4 15 0,4 22 10,-8-39-17,0 0-1,1 0 0,-1 0 0,1 0 0,3 7 0,7 15 37,-7-17-8,0 0 0,1 0 0,0-1 0,13 19 1,15 22 11,-25-37-72,1 1-1,15 18 1,83 74-62,-89-90 106,27 18 0,-27-21-31,-4-3-7,-12-9 16,0 0-1,0-1 1,0 0-1,0 1 1,0-1-1,4 1 1,-1 0 5,-1 1 0,1-1 0,-1 1 0,0 0 0,0 0 0,0 1 0,7 9 1,-7-8-1,1 0 1,-1-1-1,1 1 1,9 6-1,-2-5 100,-7-4-102,-1 0 1,0 1-1,0-1 0,0 1 1,0 0-1,-1 0 0,1 0 1,5 8-1,-7-8 5,0-1 0,0 0 1,0 0-1,1 0 0,-1 0 0,1 0 0,0-1 0,0 0 1,0 0-1,0 0 0,0 0 0,1 0 0,-1-1 0,0 0 1,6 1-1,34 14-35,-21-5 38,0-2 0,25 7-1,-23-9 2,0 2-1,32 16 0,62 28-13,-103-43-12,9 3-3,29 10 86,-40-16-70,1-1 0,31 10 0,11 1 32,-40-12-20,0 0 0,0 0 0,32 3 0,-28-5-10,0 1-1,0 0 1,31 12 0,-4-1-5,-36-13 8,1 0 0,0 0 1,16-1-1,29 5-10,-5 2 8,1-3-1,105-1 0,-111-4 26,-21-4-3,-3 1-7,29 13 29,-19-3-36,58 3 0,3 2 16,-81-11-34,-10-2 12,0 1 1,0-1-1,0 1 1,0 0-1,0 0 1,0 0-1,0 0 1,7 2-1,8 0 26,29 7 1,-34-5-32,1-2 0,0 1 0,16-1 0,96-1 79,-25 8 5,-46-10-162,-27 0 85,-1 0 0,1 2 0,0 2 0,43 8 0,-24-3-9,-10-2-23,66 10-19,-28-5 177,-48-6-192,-2-1 76,0 1 1,-1 2-1,48 17 0,-46-14 2,0-1-1,0-2 1,1 0-1,48 3 1,-57-7-60,11-1 50,54-1 1,-51-2-16,41 4 1,-39-1 33,60-4-1,-18-1-86,-60 3 86,31-7 1,-34 4-31,0 1 0,1 1 0,17 0 0,-5 1 23,45-5 0,11-1-44,-49 6 48,53-9-1,24-1-83,-79 7 70,63 0 0,-58 3-5,38-4 1,-51 2-16,33 1 1,13 1 10,123-10-11,521-56 16,-435 35 52,6 10 346,-131-4-10,-62 7-265,-36 9-51,33-4 121,-1-4 0,112-36 0,-107 29-114,-3 3-4,-37 4-61,-13 6 17,-1-2 0,37-18 0,5-6 40,-42 19-34,39-23 0,120-64 310,-179 96-180,-1-2 0,1 0 0,-2-1 0,0 0-1,0-2 1,-1 0 0,20-23 0,49-72 178,-79 102-321,-1-1 0,0 0 0,7-13 0,7-14 56,3 0 187,20-44 0,-38 71-195,24-69 422,-26 73-469,-1 0-1,0 0 1,-1 1 0,1-1 0,-1 0-1,1 0 1,-1 0 0,-1-6 0,1-1 8,0 8-23,0-1 1,0 0-1,0 1 0,-1-1 1,1 1-1,-1-1 0,0 1 1,-2-7-1,-1-2 36,0-1-16,-1-1 1,0 0-1,-1 1 0,0 0 1,-1 0-1,-16-21 0,-60-67 98,81 100-122,-13-13 11,0 0 0,-1 2 0,-1 0 0,0 1 0,-33-16 0,1 0 4,-54-23-52,53 28 20,10 4 11,-44-11-1,-1-1 7,4 5-29,2 1 64,16 4-2,-119-23 1,50 15 129,76 18-202,36 6 12,-34-8 0,38 7 63,-31-4 0,-5-1-121,-10-4 51,-117-11-1,146 22 66,-189-13-105,98 8 57,-147-4-44,-58 12 83,-2 28 329,295-24-288,-51 1 0,57-5 20,-56 9 0,49-4-61,-1-2 1,-43-2-1,73-1-46,-451-1-44,373 1 105,-306 4-34,-254 26 29,560-24 71,-112 4-116,-65 3-8,-180 1-116,266 0 139,-20 1 12,-96 13 60,221-19 48,-20 4-172,-42 4 91,126-18-47,5 1 0,-1-1 0,1 0 0,0 1 0,-1 0 0,1 0 0,-1 0 0,1 0 0,-1 0 0,-4 2 0,0-1 0,-30 1 0,-5 0 0,37-1 0,-28-5 0,-129-24 0,-40-2 0,176 25 0,-6-1 0,1 2 0,-37-1 0,28 6 0,-1 2 0,-44 9 0,30-6 0,36-5 0,0 1 0,0 1 0,-30 9 0,25-6 0,19-7 0,5 1 0,-1 0 0,0 0 0,0 0 0,0 0 0,0 0 0,0 0 0,1 0 0,-1 1 0,0-1 0,0 0 0,0 1 0,1 0 0,-4 1 0,-30 8-103,28-8-62,-17 4-4664,20-5 3423,1-1-1,-1 1 1,1-1-1,-1 0 1,0 0-1,1 0 1,-1-1 0,-5-1-1,-11-6-10621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8:13.388"/>
    </inkml:context>
    <inkml:brush xml:id="br0">
      <inkml:brushProperty name="width" value="0.025" units="cm"/>
      <inkml:brushProperty name="height" value="0.025" units="cm"/>
    </inkml:brush>
  </inkml:definitions>
  <inkml:trace contextRef="#ctx0" brushRef="#br0">3094 87 7429,'0'0'13017,"-2"2"-12497,0 0-364,1 0-46,-1 0-1,1-1 1,0 1 0,-1 0-1,1 0 1,0 0-1,0 0 1,0 0-1,-1 3 1,-2-4 122,-64 8 309,-194 17 570,173-24-636,-348 19 616,253-7-804,-171 18 79,-32 25 247,7 34 62,162-14-357,165-55-186,1 2 0,-51 34 1,42-19 43,-112 95 0,144-107-125,1 1 1,1 1-1,2 2 0,1 0 1,-27 47-1,41-61-40,1 0-1,0 1 1,2 0 0,0 1-1,1 0 1,1 0 0,1 0-1,0 0 1,2 1 0,0-1-1,1 1 1,1 0 0,1 0-1,0-1 1,9 38 0,-4-38-7,0-1 1,1 0 0,0 0 0,2-1-1,0 0 1,20 28 0,-10-20-14,2 0 0,1-1 0,32 28 1,-25-28 23,2-1 0,1-2 0,1 0 1,59 25-1,-20-16-49,99 27 0,-51-26-14,0-5 0,2-6 0,172 7 0,339-44-23,-624 17 66,960-105-816,-89-30 288,-99-38-142,-661 140 638,472-132-230,-101-6 303,-467 161-4,0-1-1,-1-2 1,-1 0-1,34-27 0,-45 32 52,-1-1 0,-1 0 0,0-1 0,0 0 0,-1-1 0,0 1 0,-1-1 0,0-1 0,0 1 0,8-23 0,-13 25-16,-1 0 0,1 1 1,-2-1-1,1 0 0,-1 0 0,0 0 0,-1 1 1,0-1-1,-3-14 0,1 10-2,-1-6-1,-1 0 1,0 0-1,-2 0 1,0 1 0,-1 0-1,-1 1 1,-1 0-1,0 0 1,-1 1-1,-20-23 1,6 12 18,-2 0 1,-1 2-1,0 1 1,-49-31-1,8 13-26,-2 4-1,-1 2 1,-2 4-1,-91-27 1,12 16-40,-181-27 0,158 44-20,-1 7-1,0 8 0,-279 19 0,135 26-797,1 14 1,-402 114-1,65 22-2804,222-54-1757,209-57-647,28-5-3461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8:31.554"/>
    </inkml:context>
    <inkml:brush xml:id="br0">
      <inkml:brushProperty name="width" value="0.025" units="cm"/>
      <inkml:brushProperty name="height" value="0.025" units="cm"/>
    </inkml:brush>
  </inkml:definitions>
  <inkml:trace contextRef="#ctx0" brushRef="#br0">40 237 8757,'0'0'6177,"-2"-2"-7874,-2-2 1849,-1 1 1,1-1 0,1 0-1,-1 0 1,1-1 0,-1 1-1,1-1 1,-4-10 5818,19 10-5565,-11 4-386,0 0 0,0 1 0,0-1-1,0 0 1,0 1 0,-1-1 0,1 1 0,0-1 0,0 1 0,0 0 0,0-1-1,1 1 1,-1 0 0,0 0 0,0 0 0,0 0 0,0 0 0,1 0 0,21 3 116,0 0 0,-1-2 0,32-2 0,58 0 87,-60 2-138,158-4 48,-53 5-93,-33-6-28,184-11-33,-160 9 3,32 0 23,-81 4 2,5 0 4,32-4-9,-47 4-81,-63 2 99,28 3-1,-26-1-62,47 5 97,35 1-46,-21-15 8,-23 1-33,143-9 57,-196 14-38,25-2 3,51-9 0,-68 9-13,0 1 1,35 3-1,11-2 18,13-5-14,101-4-10,16 4 14,53 0 46,-111 8-28,-36 2 10,-10 0-61,50-1 28,63-6-20,-160 3 56,249 2 27,-200-2-72,194 4 9,-79 12 0,-130-13 10,60 1 33,48 0-32,-37 1-21,-6-1 19,99-7 6,-54 6-17,-54 0 23,-88-1-16,-30-1 4,0 0 0,33-4 0,-22 0-21,46 1 0,10-1-4,46-3 54,-38 3-14,169 4-53,-101 3 2,8-9 67,69-2 2,353 4-81,-404 3 179,49-2-161,-57 7 53,-77-3-28,78-1 4,2-5-25,-34 2 62,-9 3-24,-56 0 5,72-6 160,-10-2-91,206-6-16,-150 19-66,-49-2 147,55-8 56,-17-2-210,33-4 160,-171 6-130,-14-1 51,-25 2 20,1 1 0,19 0 0,0-8 215,-30 10 3114,-7-1-6709,-7 0 2327,-23-6-3442,9-8-1403,-9-10-4400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8:32.658"/>
    </inkml:context>
    <inkml:brush xml:id="br0">
      <inkml:brushProperty name="width" value="0.025" units="cm"/>
      <inkml:brushProperty name="height" value="0.025" units="cm"/>
    </inkml:brush>
  </inkml:definitions>
  <inkml:trace contextRef="#ctx0" brushRef="#br0">66 115 6641,'-51'10'1362,"37"-3"328,14-7-1636,0 0 1,0 0-1,0 0 1,0 0-1,0 0 0,0 0 1,0 0-1,0 0 1,0 0-1,0 0 0,0 0 1,0 0-1,0 0 1,0 0-1,0 0 0,0 0 1,-1 1-1,1-1 1,0 0-1,0 0 0,0 0 1,0 0-1,0 0 1,0 0-1,0 0 0,0 0 1,0 0-1,0 0 1,0 0-1,0 0 0,0 1 1,0-1-1,1 0 1,-1 0-1,0 0 0,0 0 1,0 0-1,0 0 1,0 0-1,0 0 0,0 0 1,0 0-1,0 0 1,0 0-1,0 0 0,0 0 1,0 0-1,0 0 1,0 0-1,0 1 0,0-1 1,0 0-1,1 0 1,-1 0-1,0 0 0,0 0 1,0 0-1,0 0 1,0 0-1,0 0 0,0 0 1,0 0-1,0 0 1,0 0-1,0 0 0,11 1 2936,-3-2-3972,0 2 1864,0-1-1,0 1 0,0 1 1,0-1-1,14 6 0,-16-6-636,0 0 0,0 0 1,0-1-1,0 1 0,0-2 0,11 0 0,2 0 115,390-25 1528,-186 7-1083,-147 13-570,139-6 124,-4-2-66,630-34 1147,-621 38-635,-176 4-579,-28 3-63,29-1 1,-14 11-30,-26-5-114,-1-1 53,-2 0-417,12 2-693,-7-2-4819,-39-3-2240,-31-4-2847</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8:37.253"/>
    </inkml:context>
    <inkml:brush xml:id="br0">
      <inkml:brushProperty name="width" value="0.025" units="cm"/>
      <inkml:brushProperty name="height" value="0.025" units="cm"/>
    </inkml:brush>
  </inkml:definitions>
  <inkml:trace contextRef="#ctx0" brushRef="#br0">21 122 6549,'-20'-3'2055,"24"2"3901,40 1 5062,-19 1-13465,308 5 3226,-110 1-638,-77 5-142,-46-2 127,64 3-149,62 4 260,-148-14-308,166-2 149,-6-11-133,-28 3 39,-49-3-19,134-7 14,-88 5 99,9-1-96,-115 11 88,313-12-56,-256 9-77,91-6 206,-76 3-129,-35 2 22,246-11 33,-217 11-16,775-7 2618,-568 26-1945,-220-3-464,-72-4-678,-78-6-294,-8-2-1679,-13-7 426,0 1 0,0 1 0,-1 0 1,0 1-1,-28-4 0,-27-6-8086</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8:39.654"/>
    </inkml:context>
    <inkml:brush xml:id="br0">
      <inkml:brushProperty name="width" value="0.025" units="cm"/>
      <inkml:brushProperty name="height" value="0.025" units="cm"/>
    </inkml:brush>
  </inkml:definitions>
  <inkml:trace contextRef="#ctx0" brushRef="#br0">80 325 7961,'-65'20'2949,"54"-18"4823,8-3-3324,11-7-2347,-4 5-2225,1 1 1,-1-1 0,1 1-1,0 0 1,7-2 0,87-7 887,144 5 0,-208 6-698,621 17 540,383-34-305,-649-5-52,546-21 82,-857 41-321,778-4 1406,-391 6-340,-368-6-834,50 0 137,350-7 1693,-459 12-2072,1-2 0,60-12 0,-62 10 0,-32 6 0,20-2 0,14-4 0,-4 4-174,-39-1-271,-1 0-1,1 0 1,-1 0-1,1-1 1,0 0 0,-4-3-1,5 3 130,-11-10-1569,-21-29 0,13 15-1675,-3-3-3404,-12-12-4917</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8:45.687"/>
    </inkml:context>
    <inkml:brush xml:id="br0">
      <inkml:brushProperty name="width" value="0.025" units="cm"/>
      <inkml:brushProperty name="height" value="0.025" units="cm"/>
    </inkml:brush>
  </inkml:definitions>
  <inkml:trace contextRef="#ctx0" brushRef="#br0">4750 367 9153,'-15'-3'602,"12"2"-431,0 1-1,1-1 1,-1 0 0,0 1 0,0-1-1,0-1 1,1 1 0,-1 0-1,1-1 1,-1 1 0,1-1 0,-6-5 6992,-12 5-6655,1-1-1,0-1 0,0-1 1,-34-14-1,3 3-74,-617-165 1137,634 172-1560,-44-10 27,-101-11 0,139 26-36,-545-38 34,407 39 69,-239-3 87,0 21-35,66 31-101,-233 95 506,167-3 97,351-111-418,2 2 0,0 3-1,-86 60 1,113-67-161,1 2-1,2 1 1,-45 48-1,71-68-88,1 0-1,0 1 1,0 0-1,1 0 0,0 0 1,-4 14-1,6-16-3,1 0-1,0 0 0,0 0 0,1 0 1,0 0-1,0 0 0,0 0 0,1 0 1,0 1-1,2 8 0,2 0-6,1 1-1,1-1 1,1 1-1,0-2 0,1 1 1,18 27-1,-11-21-7,1-2 0,1 1 0,1-2 0,0 0-1,1-1 1,1-1 0,1-1 0,1-1 0,0-1 0,0 0-1,2-2 1,30 11 0,24 10-51,-6-3 15,102 29-1,162 2-245,-322-58 302,441 54-203,-313-41 121,47-3-71,218-11 1,-313-4 68,382-42-35,-243 16 9,-165 22 103,149-20-14,47 1 99,-20 3-112,-12 0-34,-2-1 64,-7 7-19,-3-1 43,-42 1-10,27-4 95,-17-3 57,-142 18 138,-30 4-203,0-1 0,0 0 0,-1-1 0,29-10 0,-14 1 54,-17 7 116,1-1 0,-1 0 1,23-15-1,-32 18-183,0 0 1,-1-1-1,1 1 0,-1-1 0,0 1 0,0-1 0,0 0 1,0 0-1,-1-1 0,1 1 0,-1 0 0,0-1 0,-1 0 1,1 1-1,1-8 0,-1 1 125,-1 1 0,0 0 0,-1-1 0,0 1 0,0-1 0,-1 1 1,-1 0-1,1-1 0,-2 1 0,-5-17 0,2 14-60,0-1 0,-1 1-1,0 0 1,-1 1 0,0-1 0,-1 2 0,-13-14 0,-18-16 66,-2 1 0,-2 2 1,-2 3-1,-1 1 0,-1 2 1,-2 3-1,-1 2 1,-85-33-1,72 35-215,-213-68-406,187 71-155,-460-101-6141,334 89-1265,-8-6-6126</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8:48.555"/>
    </inkml:context>
    <inkml:brush xml:id="br0">
      <inkml:brushProperty name="width" value="0.025" units="cm"/>
      <inkml:brushProperty name="height" value="0.025" units="cm"/>
    </inkml:brush>
  </inkml:definitions>
  <inkml:trace contextRef="#ctx0" brushRef="#br0">5617 321 8025,'-52'0'1507,"42"0"-248,6 0-316,-2-1-480,0 0 0,1-1 0,-1 0 0,0 0 1,1 0-1,-1-1 0,1 1 0,-9-7 0,-36-34 2588,49 42-3011,0 1 0,0-1 0,0 0 0,0 0 0,-1 1 0,1-1 0,0 1-1,0-1 1,0 1 0,-1 0 0,1-1 0,0 1 0,-1 0 0,1 0 0,-2 0 0,-3-1 80,-410-83 2467,280 60-2308,-277-42 361,-123 11 241,482 52-860,-306-11 383,-282 40-269,248-8 213,29-2 53,235-7-257,-40 1 253,-200 38 0,268-28-303,16-4-31,-163 52 0,147-29-152,-184 102 0,229-107 71,0 3 0,3 3 1,1 2-1,-64 66 0,86-76 33,1 2 0,2 2 0,-47 76 0,61-88-11,0 1-1,2 0 0,1 1 1,-15 54-1,21-56-31,-2 5-116,-5 61 1,11-80 114,1 1 1,1-1 0,-1 1-1,2 0 1,0-1 0,0 0 0,1 1-1,0-1 1,7 15 0,-2-8-8,1-1 1,1 0-1,0 0 1,1-1 0,0 0-1,2-1 1,-1 0-1,2-1 1,0-1-1,0 0 1,1-1-1,29 16 1,115 49-180,-124-58 154,1-3 1,69 21 0,78 8-85,-126-32 87,303 44-113,3-26-16,-106-11 172,365 19-203,-508-33 155,354-1-78,-3-25 64,-293 12 39,212-9-134,25-11 94,-179 10 170,-34-5-195,-24 2-41,254-16-179,-332 31 293,248-29-16,-173 9 61,71-12 17,139-46 2,-303 67-27,-15 4 168,113-41-1,-109 20 286,-61 32-439,0 0-1,1 0 1,-1 0 0,0 0-1,0 0 1,-1-1 0,1 0-1,-1 0 1,5-7 0,25-44 124,-28 46-124,-2 3 36,-1 0 1,0 0-1,0-1 1,0 1-1,-1 0 1,0-1-1,0 1 1,-1-1 0,0 1-1,0-1 1,0 1-1,-2-7 1,1 1 120,-2 0 0,1 1 0,-2-1 1,0 1-1,-7-16 0,-1 4 44,-2 2-1,0-1 1,-1 2 0,0 0-1,-29-26 1,-100-78 686,97 86-649,-13-6-65,-2 2 0,-1 4 0,-3 2-1,-100-40 1,-209-62 163,-8 20-250,339 105-118,-556-128-103,499 123-1566,-150-8 0,-1 23-3689,83 11-2826,64-1-1793</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8:49.995"/>
    </inkml:context>
    <inkml:brush xml:id="br0">
      <inkml:brushProperty name="width" value="0.025" units="cm"/>
      <inkml:brushProperty name="height" value="0.025" units="cm"/>
    </inkml:brush>
  </inkml:definitions>
  <inkml:trace contextRef="#ctx0" brushRef="#br0">4826 24 8397,'-10'5'2136,"-10"11"9654,10-6-12660,9-10 901,0 1 0,-1-1 0,1 1-1,0-1 1,0 0 0,0 1 0,0-1-1,0 0 1,0 0 0,0 0 0,0 0-1,-1 0 1,1 0 0,0 0 0,0 0-1,0 0 1,-1-1 0,-3 0 61,-48 2 404,-100-4 380,-41-3-322,10 1 36,-823-37 42,1001 42-628,-889 33 609,721-12-371,1 7 0,-268 81-1,329-72-183,1 5 0,2 6 0,-158 93 0,162-73-26,3 5 0,-156 143 0,178-135-20,-72 93 0,147-167-11,-20 25 7,2 1-1,1 1 1,2 0 0,1 2 0,2 0 0,-16 50-1,28-73-6,1 1-1,1 0 0,0 0 1,1-1-1,0 1 0,2 1 0,-1-1 1,2 0-1,0 0 0,0 0 0,1 0 1,1 0-1,0-1 0,1 1 0,1-1 1,0 0-1,1 0 0,0 0 1,1-1-1,0 0 0,1 0 0,0-1 1,1 0-1,19 19 0,-4-10-27,2-1-1,-1 0 1,2-2-1,0-1 1,2-1-1,-1-2 1,50 17 0,18-2-92,106 16 0,-122-28 83,105 17-18,322 14 1,193-46 302,-116-21 5,9-6-900,-316 12-44,628-49-460,-600 38 1218,3-2-93,130-10 106,240-32-12,-409 38-150,39-7 178,-257 29-101,158-30 12,-168 29 204,0-2-1,77-34 1,-107 40-74,0 0 0,-1-1 0,0 0 0,0-1 0,-1 0 0,0-1 0,0 0 0,-1 0 0,0-1 0,8-13 0,-13 18-36,-1 0 0,0 0 1,0 0-1,0 0 0,-1 0 0,1 0 0,-1 0 0,-1-1 0,1 1 0,-1-8 0,2-7 156,-1-2-66,0-1 0,-2 0 0,-1 1 0,-1-1 1,0 1-1,-10-30 0,7 26-75,-34-110 309,17 63-286,12 37-81,-1 1 1,-2 1 0,-1 0 0,-2 1-1,-2 1 1,0 0 0,-2 2 0,-2 0-1,0 2 1,-2 0 0,-48-41-1,-12 4 186,-144-82-1,154 106-93,-1 3 0,-3 4 0,0 3 0,-134-33 1,-122 10 391,284 48-502,-244-21-32,-1 13 0,-402 31 0,579-7-357,-133 7-2015,-1-22-547,238 4 2401,-30-3-5038,-85-17 0,38-11-7012</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9:35.270"/>
    </inkml:context>
    <inkml:brush xml:id="br0">
      <inkml:brushProperty name="width" value="0.025" units="cm"/>
      <inkml:brushProperty name="height" value="0.025" units="cm"/>
    </inkml:brush>
  </inkml:definitions>
  <inkml:trace contextRef="#ctx0" brushRef="#br0">0 87 3904,'0'0'19031,"3"1"-18975,19 16 40,-21-17-91,0 0-1,0 1 0,-1-1 1,1 0-1,0 0 0,0 0 1,0 0-1,0 0 0,0 0 1,0 0-1,0 0 0,0 0 0,0 0 1,0-1-1,0 1 0,0 0 1,2-1-1,0 0 9,180-19 420,216-12 82,-169 15-362,206-6 18,-114 13-118,-275 10-56,17-1-4,97 12 0,-1 2 14,-26-3-15,12 2 170,-75-10-191,-56-2 28,0 0 0,0 0 0,0 2 0,16 2 0,-16-1 16,-1-1 0,26 1 1,22 2-67,-6 1 79,-53-6 21,0 0 32,33 3-60,-32-2 187,-1 0-251,27 7-356,-27-7-292,-8-3-2820,-42-14-5261,27 1 177</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9:42.688"/>
    </inkml:context>
    <inkml:brush xml:id="br0">
      <inkml:brushProperty name="width" value="0.025" units="cm"/>
      <inkml:brushProperty name="height" value="0.025" units="cm"/>
    </inkml:brush>
  </inkml:definitions>
  <inkml:trace contextRef="#ctx0" brushRef="#br0">11 97 5276,'-11'-7'10780,"20"15"-1680,-3 0-10383,11-17 1728,-11 6-375,0 0 1,1 1-1,-1-1 1,1 2-1,-1-1 1,1 1-1,0 0 1,10 0-1,59 4 187,-18 1-199,237-6 85,-122 14-154,124-2 60,-243-7 17,9 3-91,28 1-4,21-1 26,-58-2-9,89 12-5,-95-13 20,-18 0 9,55-2 1,69-1 111,-105-3-160,167-17 3,-157 15-11,7 0 23,275-12 25,-334 17 10,290-20 82,-274 16-102,-19 3-1,1 0-1,0 0 1,-1 0 0,1 1 0,6-1-1,26 2-11,1-2-1,40-7 0,4 0 69,295-2-42,-186 3-56,-146 4 50,13-1-21,199 6 125,-133-3-138,-87 0 8,-8 0 81,50 6 1,-61-4-65,0 0 1,18-2-1,-18 1 10,1 0 1,19 2-1,47 6-62,136-5 0,-124-4 55,145 8 65,-94-4-62,-41 7-34,30-4 86,10 1-62,44 3 21,-62-1-11,9 1 12,-1 0 68,-41-6-132,-49-1 86,54-4-1,-73-1-58,0 1 0,31 4-1,-29-2 22,0-1-1,34-3 0,1-1 10,534-9 2,-415 10 85,-45 2-168,135-4 22,-235 4 58,24-2 5,132-7-5,-89 7 42,22 4-44,2 1 29,-8-5 24,-67 4-43,89-12 0,-126 9 2,37-1 0,2 1-50,133-7 51,-57-3-78,5 1 40,59 3 8,-96 2 86,-26 3-104,122-9 64,-115 5-4,98 6 0,-94 2-47,196 12 108,239-3-96,-407-5 96,94 3-110,292 8 112,-388-10-110,-46-4 23,68 6 30,76 3 125,-79-6 50,113-2 42,-49-2-224,193 5 28,141 1-22,-288-10 375,-59 0-40,494-17 1679,-605 19-1779,67-7-1638,-138 8 1342,-1 0 1,1-1-1,0 1 0,0 0 1,0 0-1,0 0 0,0 0 0,0 0 1,0 0-1,0 0 0,0 0 1,0 0-1,0 0 0,0 0 1,0 0-1,0-1 0,0 1 1,0 0-1,0 0 0,0 0 1,0 0-1,0 0 0,0 0 1,0 0-1,0 0 0,0 0 1,0 0-1,0-1 0,0 1 0,0 0 1,0 0-1,0 0 0,0 0 1,0 0-1,0 0 0,0 0 1,1 0-1,-1 0 0,0 0 1,0 0-1,0 0 0,0 0 1,0 0-1,0 0 0,0 0 1,0 0-1,0-1 0,0 1 0,0 0 1,0 0-1,1 0 0,-7-4-758,1 0 0,-1 0 0,1 1 0,-1 0 0,0 0 0,-1 0 0,1 1-1,0 0 1,-1 0 0,-12-2 0,-10-4-3472,-34-12-6500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39:44.207"/>
    </inkml:context>
    <inkml:brush xml:id="br0">
      <inkml:brushProperty name="width" value="0.025" units="cm"/>
      <inkml:brushProperty name="height" value="0.025" units="cm"/>
    </inkml:brush>
  </inkml:definitions>
  <inkml:trace contextRef="#ctx0" brushRef="#br0">311 165 5056,'0'0'9171,"-4"-2"-8779,-1 1-318,0 0 0,0 1-1,0-1 1,0 1 0,0 0-1,-1 0 1,1 1 0,0 0-1,0-1 1,0 2 0,0-1-1,0 0 1,-7 4-1,-4 1-91,-52 9 469,54-13-294,0 1 1,1 0-1,-1 1 0,1 0 0,0 1 0,-13 7 0,23-10 28,-17 2 303,7 1 191,12 1 1076,2-4-1664,0 0 1,1-1 0,-1 0-1,1 1 1,0-1 0,-1 0-1,1 0 1,0 0-1,0 0 1,0 0 0,3 1-1,1 0-30,0-1-1,0 0 0,0 0 0,0 0 0,0-1 1,11-1-1,11 1 84,29 3 13,148 0 263,191-18 15,89-9-62,673-25-132,-949 38-89,75-2 33,17 1-61,58-1 50,-56 4 279,-94 2 224,235 5 1667,-273 2-1713,467-13 1404,-563 10-1768,9-3 61,18 0 409,48 3-337,-174-8-3399,-54-13-2632,4 2-2652,4-3-3908</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41:49.547"/>
    </inkml:context>
    <inkml:brush xml:id="br0">
      <inkml:brushProperty name="width" value="0.025" units="cm"/>
      <inkml:brushProperty name="height" value="0.025" units="cm"/>
    </inkml:brush>
  </inkml:definitions>
  <inkml:trace contextRef="#ctx0" brushRef="#br0">7 26 5084,'-1'-5'-257,"-1"-15"2719,0 20-655,1 11-1028,0 6 11135,3-14-11830,1 0 1,-1 0-1,1 0 0,0-1 1,5 5-1,-7-7-72,0 1 0,-1-1-1,1 0 1,0 1-1,0-1 1,0 0-1,0 0 1,0 0 0,0 0-1,0 0 1,0 0-1,0 0 1,-1 0 0,1 0-1,0 0 1,0-1-1,0 1 1,0 0 0,1-1-1,1 0 22,129-3 492,50 2-416,238 8-19,17 13 38,-95-25 51,-300 6-144,264 5 0,-162 0 62,56 4-153,93 3 58,-179-10 117,233 15-230,-187-12 74,163 3 16,0-22 67,125-14-42,-221 17-8,-97 9-30,6 0 134,106 3-129,-34 1 13,212 4-34,-323-2 62,248 0-57,-281-4 34,200 5 79,176-4-48,-286 0-45,5-2 121,286-1-168,-375 4 171,303-2-92,-199-2-90,-40 1 55,344-5-33,-388 2 45,40 2 21,322 11 8,92-12 36,-120-7-9,-311 6 81,-85 3-106,362-7-64,162 1-55,-35 0 76,34 0-24,-245 11 36,-43-4 49,-39-6 4,-85 2-60,54 1 8,-63 4 42,33 2-12,98 8-13,-120-11 16,-26-2-37,77-1 39,-56 0-55,49 2 121,207 2-105,-150 8 64,257-3-71,-433-3-9,123-2 157,23 0-222,-38 1 223,245 5-164,-208 0 23,84 4 245,133 1 114,-8-11 1624,-362 0-788,111 17-1,-48-9-127,-118-9-1003,1 1 24,120 5 229,-121-6-213,1 0-106,6 3 907,8-1-4377,-16-7 951,-9-8 695,4 9 1127,0 1 0,0 0 1,0 0-1,-1 0 0,1 0 0,-1 0 0,0 1 1,1 0-1,-1-1 0,-1 1 0,-7-2 1,5 1-708,-37-18-8820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41:50.873"/>
    </inkml:context>
    <inkml:brush xml:id="br0">
      <inkml:brushProperty name="width" value="0.025" units="cm"/>
      <inkml:brushProperty name="height" value="0.025" units="cm"/>
    </inkml:brush>
  </inkml:definitions>
  <inkml:trace contextRef="#ctx0" brushRef="#br0">213 217 6189,'-25'3'1647,"-42"11"0,-14 2 5101,45-20-5051,32 4 2762,7-1-4030,22-6 19,0 0-1,1 2 1,-1 1-1,1 0 1,48 2-1,21-4 362,335-12 953,-352 17-1632,617 3 471,-230 2-435,349-11-39,1-35 286,-95-34 593,-637 65-784,76-7 446,-100 11-336,-33 3-99,41-1 0,-46 0 525,-13 3-3383,-69-6-13248,31-3 4394</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41:55.537"/>
    </inkml:context>
    <inkml:brush xml:id="br0">
      <inkml:brushProperty name="width" value="0.025" units="cm"/>
      <inkml:brushProperty name="height" value="0.025" units="cm"/>
    </inkml:brush>
  </inkml:definitions>
  <inkml:trace contextRef="#ctx0" brushRef="#br0">339 95 4460,'18'-9'1426,"-28"4"120,-6 0-1169,14 4 1042,-15 5-874,8-1 150,0-1-274,0 1-1,0 0 1,1 0 0,-1 1-1,1 0 1,-13 9 0,10-6 61,-1 0 1,-24 10 0,12-6 104,9-4 190,0-2-1,-1 0 1,0 0 0,-25 3-1,20-4-454,19-4 494,0 1-679,0 0 1,1 0 0,-1 0 0,1 0 0,-1 0-1,1 1 1,-1-1 0,1 0 0,0 1 0,0-1 0,0 1-1,0 0 1,-2 2 0,11-1-51,-5-2-54,0 1 0,1-1 0,-1 0 1,0 0-1,1 0 0,-1 0 1,1-1-1,-1 1 0,1-1 1,-1 0-1,5 0 0,203-26 743,-13 18-408,-76 6-303,309 1 127,-186 5-96,482-10-130,-423-1 14,-53 14 64,-102 0 35,290 6-98,121 8 32,-428-17 52,42 2-160,134 0 120,-182-8-69,58-6 41,-118 4-20,60 3 14,24-3 21,150-5 78,-117 6-132,403-4 72,-372-6 57,-98 3-125,280-35 103,-254 25-138,39-9 32,-154 25 35,39-1 1,7 0 6,18-4 17,12-1 108,-7 2-162,-76 7 40,99 6 50,22 3 50,-128-9-65,0 0 1,17-4 0,5-1 47,33 2 34,-48 3-90,0 1 1,-1-2-1,37-8 0,-40 6-12,1 1 0,0 1-1,-1 0 1,18 1 0,-12 1 11,32-5 0,-19 0-12,-1 2 0,1 2 0,39 3-1,36-1 23,-91-2-41,-1 2 1,20 3-1,27-1 132,-31-5-128,-16 0-16,-1 1 0,19 1 0,67 7 113,41 0 102,96 2 465,-70-6-394,-33-1 29,-76-3 0,78 10-1,-106-6-171,41-1 0,-3 0-27,-52-1-80,1-1 1,-1 0-1,24-4 1,-40 4 28,1 0-15,77 9 225,-77-8-174,-1-1-37,24 0 16,5 0 11,36-3-1,-55 0-49,-8 3-21,31 6-40,16-5 38,-20-2 54,29 4 495,-24 0-1609,-13-3-3240,-26-4 1070,-6-14-3495,-2-2-4457</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41:58.791"/>
    </inkml:context>
    <inkml:brush xml:id="br0">
      <inkml:brushProperty name="width" value="0.025" units="cm"/>
      <inkml:brushProperty name="height" value="0.025" units="cm"/>
    </inkml:brush>
  </inkml:definitions>
  <inkml:trace contextRef="#ctx0" brushRef="#br0">2 193 7381,'0'-1'227,"-1"1"0,1-1 0,0 0 0,0 1 1,0-1-1,0 0 0,0 0 0,0 1 0,0-1 0,0 0 1,0 1-1,0-1 0,0 0 0,0 1 0,0-1 0,1 0 1,-1 1-1,0-1 0,1 0 0,-1 1 0,0-1 0,1 1 1,-1-1-1,0 1 0,1-1 0,-1 1 0,1-1 0,-1 1 1,1-1-1,0 1 0,0-1 0,24-1-247,2 0 601,-11-1-217,-6 0-2,1 0-1,0 1 1,-1 0-1,20 0 1,-23 2-157,0 0 0,0-1 0,0 0 1,0 0-1,0 0 0,9-4 0,23-4 466,105-11 462,162-1-1,-105 20-744,-148 1-347,-26-1-7,1 1 1,29 4-1,-32-1-9,38 0 0,-40-3 1,0 1 1,31 6 0,-22-2 2,55 2 0,-16-3-16,107 7 1,-91-4 126,57 2 93,173-3 12,43-15-138,-317 9-120,-33 1 14,1-1 1,-1 0-1,0-1 0,1 0 1,12-3-1,-13 2 4,0 0-1,1 0 1,0 1-1,-1 0 1,1 1-1,12 1 1,-10 0 8,0-1 1,0 0-1,16-3 0,-18 1-8,-1 1 0,1 1 0,0 0 0,20 2-1,13 1 19,-15-6-22,-23 2 3,-1 0-1,1 0 1,0 1-1,0 0 1,-1 0 0,10 1-1,19 3 21,0-2-1,39-2 1,75-3 12,-108 3-58,176-10 248,-78 7-181,-96 3-106,-7 2 138,-23-1-73,0-1-1,0 0 0,18-2 1,-17 0-22,0 1 1,1 1 0,25 2 0,-26 0 13,1-2-1,-1 1 0,0-2 1,16-2-1,-17 2 4,1 0-1,-1 1 1,1 0-1,23 4 1,19 0 6,-22-4 1,-17-1-3,-1 0-1,1 2 1,16 2 0,-5 1 5,1-2 0,30-2 0,31 3 3,-77-2 5,1-1 0,21-2 0,-22 0-25,0 2 1,23 0 0,115 14 37,-74-5-37,64-1 27,-57-2 26,-24-2-74,47 1 170,-52-3-168,26 0 200,15-1-155,-33 1 136,170 7 32,-110-1-129,-74-4-17,57-2 1,-48 1-49,-41-2 20,32 0 1,-23-4-6,-9 1-2,-1 0 1,23 1-1,11 2 5,59-6 0,8-2 38,-16 1 46,148-16-39,-136 14-130,-77 6 124,241-9-18,-227 12-23,0-2 0,72-11 0,7 1-43,-39 5 150,-62 4-151,45 4 0,-10 1 74,41 1-70,25-1 89,0 3-41,-11 0 59,90-8-90,-108 4 64,56-2 25,48-7 314,-41 3-97,-48 1-159,33-3-34,89-13-42,-75 7-20,15 9-9,177 12-21,-325-7-4,213 0 64,-135-3-50,125-8 260,-72-4-260,266 2 11,-356 11-38,280 6 15,-104-16 257,64-22 785,-119 20-894,-73 6-76,51-5-58,130 8-66,42 12 56,-226-11 19,2 1-90,84 8 50,-73-5-4,-62 1 21,327 18-53,-211-11 117,-123-6-42,1-2 0,106-11 0,-105 4-29,81 5 0,-58 1 30,169 8 160,-159-4-31,2 3 66,8 0 43,-39-6-108,-35 0 138,37-3 1,-16-8 511,-42 7-710,0 0 0,0 0-1,0 1 1,0 0 0,0 1 0,14 0 0,-18 0 203,29-2 49,-30 1 414,0 3-639,-1 1-95,2 0-25,22 2-10,11 2 6,3 2 0,5-1 0,-12 3-101,-30-10-617,-6-3-1075,-33-19-3139,29 18 3011,0 0 0,0-1 0,1 0 1,-13-9-1,-7-15-10714</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42:17.654"/>
    </inkml:context>
    <inkml:brush xml:id="br0">
      <inkml:brushProperty name="width" value="0.025" units="cm"/>
      <inkml:brushProperty name="height" value="0.025" units="cm"/>
    </inkml:brush>
  </inkml:definitions>
  <inkml:trace contextRef="#ctx0" brushRef="#br0">1 178 7797,'0'0'5205,"3"1"-4275,1 0-666,0 0 0,0 0 1,1 0-1,-1 0 0,0-1 1,0 0-1,1 0 0,-1 0 0,0 0 1,0-1-1,1 1 0,-1-1 0,7-2 1,-8 2 1057,9 1-865,0-1 0,1 0 1,-1 0-1,0-1 0,0-1 1,0 0-1,0-1 0,19-8 0,-23 8-396,0 1 1,0 1-1,1 0 0,14-3 0,10-1 60,10-2 46,62-3 1,19-3 20,91-10 139,-112 15-249,157-6 145,-42 4-221,139 0 133,-146 8-172,47-7 58,351-3-101,-598 13 76,392 20-33,54 2 186,111 12-213,-210 5 48,71-12 38,-66-7 80,281-5-144,-570-13 117,276 3-91,562-9-58,-718 2 37,-48-2 183,261-2-113,-292 9-65,22-1-38,337-9 144,-135 5-110,91-21 72,-45 14-99,126 14 55,-475-4 1,363-6 84,-368 4-67,56 2 78,24-1-138,82-7 397,-42 3-44,135 4 748,-156 6 935,-82 0-1125,-44-5-456,13-7-99,63-17 2071,-78 22-2232,73 11-103,220-6-42,-257-5 0,-34 1 0,33 5 0,-28-3 0,36 2 0,-37-4 0,-3 1 0,29 7 0,11-4 0,-27-1 0,-18-3 0,0 0 0,1 0 0,-1 0 0,1 0 0,-1 0 0,0 0 0,1 1 0,-1-1 0,0 0 0,1 0 0,-1 0 0,0 0 0,1 0 0,-1 1 0,0-1 0,1 0 0,-1 0 0,0 1 0,1-1 0,-1 0 0,0 0 0,0 1 0,1-1 0,-1 0 0,0 1 0,0-1 0,0 0 0,1 1 0,-1-1 0,0 1 0,-2 0-62,1 1 1,-1-1-1,0 0 1,1 1-1,-1-1 1,0 0-1,0 0 1,0 0-1,0-1 1,0 1-1,0 0 1,0-1-1,0 1 1,0-1-1,0 0 1,-1 0-1,1 0 1,0 0-1,0 0 1,0 0-1,0 0 1,-3-1-1,-4 0-608,-1-1 1,1 0-1,-18-7 0,18 6-446,1-1-1,0 0 1,1 0-1,-1-1 0,-12-10 1,16 12 170,1 0 0,0-1 0,0 1 0,0-1-1,0 0 1,0 0 0,-2-5 0,-4-27-10475</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42:58.848"/>
    </inkml:context>
    <inkml:brush xml:id="br0">
      <inkml:brushProperty name="width" value="0.025" units="cm"/>
      <inkml:brushProperty name="height" value="0.025" units="cm"/>
    </inkml:brush>
  </inkml:definitions>
  <inkml:trace contextRef="#ctx0" brushRef="#br0">148 154 6173,'10'-6'1061,"-20"4"-120,3 2-258,1 0-1,-1 1 0,1 0 0,-10 3 0,-17 7 170,30-10 149,-1-1-471,-2 0 33,0 0 0,-1 0 1,1-1-1,0 0 0,0 0 0,0-1 1,0 0-1,-8-3 0,12 4 713,116 4 190,-15 1-1003,89-5-319,402 5 427,-413-7-547,-37-1-6,97 7-8,177-3 23,233-39-5,-355 23 40,-37 6-90,-124 7 36,-36 0-14,177-4 16,147 18 15,-223-3-31,-131-6 3,721 9 147,-253-16-163,-61 1 22,-22 1 57,-12-15-4,247 0 9,-654 19-46,626 20 103,-209-14-81,-358-7-128,218 6 113,-185-9-95,-26 0 44,572-20-16,-459 13 42,-47 3-9,13-6-10,192-9 124,-72 5-164,446 19 81,-640 3-47,452 24 57,-428-24 134,31 3-257,322 12 0,1-32 851,228 4 1046,-79 47-1186,-173 17-516,-203-17-785,-250-38-10,-4-3-824,1 1 1182,-1-1 0,0 1 0,0 0-1,1-1 1,-1 1 0,0 0 0,0 0 0,0 0-1,0-1 1,-1 1 0,1 0 0,-2-1 0,0-1-468,-4-2-749,0 0 0,0 0 0,-13-6 1,-39-13-8389</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43:00.816"/>
    </inkml:context>
    <inkml:brush xml:id="br0">
      <inkml:brushProperty name="width" value="0.025" units="cm"/>
      <inkml:brushProperty name="height" value="0.025" units="cm"/>
    </inkml:brush>
  </inkml:definitions>
  <inkml:trace contextRef="#ctx0" brushRef="#br0">53 27 6933,'-44'16'1454,"36"-13"12840,28-6-13788,30-2 86,-1 2 0,80 6-1,-62-1-242,546 11 872,263 27-1100,-371-12-16,-185-18 18,117 3-90,183-2 158,2-21 369,-304-1-149,-94 0-106,-15-1-3,250-11 498,-181 10-168,-185 2-126,-65 6-37,45-1 1,-69 6-306,-1-1-103,27-1 71,-27 2 144,-6-2-4860,-8-4 2510,0 1 0,0 0-1,-13-3 1,1 0-2997,-15-8-6186</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43:07.168"/>
    </inkml:context>
    <inkml:brush xml:id="br0">
      <inkml:brushProperty name="width" value="0.025" units="cm"/>
      <inkml:brushProperty name="height" value="0.025" units="cm"/>
    </inkml:brush>
  </inkml:definitions>
  <inkml:trace contextRef="#ctx0" brushRef="#br0">136 226 7601,'0'0'14030,"2"-1"-13613,6-6-27,0 0 0,1 1 1,-1 0-1,1 0 0,18-7 0,55-19 547,-41 16-692,-7 5-62,0 1 0,1 1-1,37-3 1,-27 4-75,195-22 250,-72 11-246,6 6-38,-7 0-55,-118 10 228,-45 2-176,14-1-13,0 1 14,-15 1 341,-3 11-419,-2 1 1,0-1-1,0 0 1,-1 0-1,-6 15 1,-2 11 39,-45 245-46,23 4 13,27-232 14,-20 347 162,23-346-114,-21 484 242,-2 458 71,19-397-289,4-482-43,13 510-974,3-429 629,-2-71 50,-10-124 250,0 30-7,-1-30-13,4 13 20,1-2 35,-4-11 836,-1-2-660,-3 32 517,-14-31-390,3 0-195,0-2 1,0 0-1,-1 0 0,1-1 1,0-1-1,-15-3 1,-28 0 24,-115-6 369,27 1-173,-240 25 606,244-6-790,106-7-172,10 0-30,-44 0 0,67-3-239,0 0 0,0 0 0,0 0 0,0 0 0,1 0 0,-1-1 0,0 1 0,0-1 0,0 1-1,1-1 1,-1 1 0,0-1 0,1 0 0,-1 0 0,1 0 0,-1 0 0,1 0 0,-1-1 0,1 1 0,-2-2-1,0 1-161,1 0 0,0-1 0,1 1 0,-1 0 0,0-1 0,1 1 0,-1-1 0,1 0 0,0 1 0,-2-6 0,2 1-1387,0 0 0,0 0-1,1 0 1,0-11 0,1-36-8709</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43:09.159"/>
    </inkml:context>
    <inkml:brush xml:id="br0">
      <inkml:brushProperty name="width" value="0.025" units="cm"/>
      <inkml:brushProperty name="height" value="0.025" units="cm"/>
    </inkml:brush>
  </inkml:definitions>
  <inkml:trace contextRef="#ctx0" brushRef="#br0">0 397 25688,'6716'-397'0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43:12.035"/>
    </inkml:context>
    <inkml:brush xml:id="br0">
      <inkml:brushProperty name="width" value="0.025" units="cm"/>
      <inkml:brushProperty name="height" value="0.025" units="cm"/>
    </inkml:brush>
  </inkml:definitions>
  <inkml:trace contextRef="#ctx0" brushRef="#br0">0 0 24153,'5435'0'0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43:21.146"/>
    </inkml:context>
    <inkml:brush xml:id="br0">
      <inkml:brushProperty name="width" value="0.025" units="cm"/>
      <inkml:brushProperty name="height" value="0.025" units="cm"/>
    </inkml:brush>
  </inkml:definitions>
  <inkml:trace contextRef="#ctx0" brushRef="#br0">1 610 23566,'5031'-609'0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43:24.927"/>
    </inkml:context>
    <inkml:brush xml:id="br0">
      <inkml:brushProperty name="width" value="0.025" units="cm"/>
      <inkml:brushProperty name="height" value="0.025" units="cm"/>
    </inkml:brush>
  </inkml:definitions>
  <inkml:trace contextRef="#ctx0" brushRef="#br0">12 393 8957,'0'0'11688,"-2"-2"-11044,-1-2-1157,2 3 707,1 1 1,-1-1-1,0 1 1,1-1-1,-1 0 0,1 1 1,0-1-1,-1 0 1,1 1-1,0-1 1,-1 0-1,1 0 1,0 0-1,0 1 1,-1-1-1,1-1 1,1 1-31,0 1 1,0-1-1,0 1 1,0-1 0,0 1-1,0 0 1,0 0-1,0-1 1,1 1 0,-1 0-1,0 0 1,0 0-1,0 0 1,0 0 0,0 0-1,0 0 1,1 1 0,0 0-1,83 2 767,-1-3-1,86-12 1,-96 6-543,492-48 1640,-228 20-1679,241-23-348,869-70-1,-599 74 0,-735 43 0,55-2 0,-121 8 0,-31 2 0,2 0 0,19 1 0,-3 6-7071,-58-5-4579,-28-6 588</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43:25.608"/>
    </inkml:context>
    <inkml:brush xml:id="br0">
      <inkml:brushProperty name="width" value="0.025" units="cm"/>
      <inkml:brushProperty name="height" value="0.025" units="cm"/>
    </inkml:brush>
  </inkml:definitions>
  <inkml:trace contextRef="#ctx0" brushRef="#br0">1 377 5825,'0'0'10728,"2"-2"-9471,3 0-903,9-7 564,1 0 1,0 1 0,0 1 0,0 1-1,26-7 1,627-91 6795,-381 73-7083,295-23 115,717 12-746,-392 20 0,-735 14 0,66-3 0,-126 5 0,24-1 0,-54 1-2857,-94 0-5193,2 0 3961,-31-12-10698</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47:21.570"/>
    </inkml:context>
    <inkml:brush xml:id="br0">
      <inkml:brushProperty name="width" value="0.025" units="cm"/>
      <inkml:brushProperty name="height" value="0.025" units="cm"/>
    </inkml:brush>
  </inkml:definitions>
  <inkml:trace contextRef="#ctx0" brushRef="#br0">0 10 4596,'40'-10'6442,"-44"30"-5814,2-1-308,1-15 4818,-1-2-4924,0 1 143,0 0 0,0 0 0,0 0-1,0 1 1,1-1 0,-2 5 0,19-1-81,6 3-28,0-2 0,1-1 0,29 6-1,4 1-132,110 29 48,-76-22-78,155 15-1,-178-30-47,128-7 0,70-24-2,-127 10-49,100 5-91,-188 8 119,29 1-62,330 8 148,-403-7-99,-1 0-5,428 17-81,-385-14 109,48-2 0,-41-2-62,37-6 78,-13 0-17,-33 5-25,44-2-12,133 11-1,-33 6 83,-143-10-56,101 13-21,-135-14 17,61 2 3,-55-4-20,-1 0 0,1 2 0,24 4 0,-21-2 4,36 2-1,-32-4-32,26 5-1,445 58 228,-363-63-188,-9 0-4,-18-1-43,-66-2 7,43 5 0,124 11 70,216 3 26,-247-13-50,667 9 39,-398-38-186,-365 18 131,614-32 127,-358 34-100,-132 4 14,221-6-62,-223 3-15,-61 3 18,8-1 57,474-32-32,-470 25 26,126-9 35,150 3 18,-122 22 204,2 0 136,272 2 347,-461-6-709,-89 1-554,-38-22-2047,3 12 1849,-1 1-1,0-1 0,0 1 1,0 0-1,-1 1 0,1-1 1,-1 1-1,0 0 1,0 0-1,0 0 0,-10-4 1,-41-16-8255</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47:22.834"/>
    </inkml:context>
    <inkml:brush xml:id="br0">
      <inkml:brushProperty name="width" value="0.025" units="cm"/>
      <inkml:brushProperty name="height" value="0.025" units="cm"/>
    </inkml:brush>
  </inkml:definitions>
  <inkml:trace contextRef="#ctx0" brushRef="#br0">24 257 5188,'0'0'4174,"-2"-2"-3404,-19-16 8116,23 17-8324,0-1-464,1 1-1,-1-1 1,0 1-1,1 0 0,-1 0 1,1 0-1,-1 0 1,1 0-1,-1 1 0,1-1 1,0 1-1,4 0 1,35 4 515,-7 1-358,541 12 1018,-491-17-1197,458-7 167,116-23-54,-605 28-168,498-34 122,-359 23-111,473-29 5,-268 31-30,-219 9-13,407-2 74,-494 4-101,191-7 82,-123-1-93,47 0 22,118-10-1,-103 3 28,65-1-11,138-4 74,-127 10-120,-129 10 84,412 7 52,-299-4-156,-173-4 96,618-7 1028,-421 9 6,-103 2-308,-162 2-808,-38-5-288,-9 0-4655,-95-6-3890,35 2-497</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47:43.971"/>
    </inkml:context>
    <inkml:brush xml:id="br0">
      <inkml:brushProperty name="width" value="0.025" units="cm"/>
      <inkml:brushProperty name="height" value="0.025" units="cm"/>
    </inkml:brush>
  </inkml:definitions>
  <inkml:trace contextRef="#ctx0" brushRef="#br0">1 105 5164,'0'0'16420,"1"2"-16236,14 26 271,5-28-316,18-3-3,-27 2-96,0 0 1,0 1-1,20 1 0,14 0 74,-37-2-113,-1 1-1,1-1 1,-1 2-1,1-1 1,11 3-1,34 9 26,100 7 0,-26-4-16,-114-13-5,99 10-15,-53-9-32,14 4 40,152 9-65,-146-6 80,231-14 13,-286 5-29,16-2-23,-29 1 21,0-1 0,0 2 1,11 0-1,17 1 2,169-12-34,-104 5 25,99-15-76,-148 17 35,8-1-105,62-12 1,-85 12 144,9-3-5,77-14-57,-54 10 68,-52 8 10,59-10-57,-73 12 56,-1 1 1,1-1-1,-1 1 0,0 0 0,8 1 0,-3 0 3,1 0-1,-1-1 0,1-1 1,19-3-1,-1 1-13,43 0-1,-68 3 18,-1 0 3,3 0-10,34 4-14,-1 1 17,-36-4-5,1-1-5,212 6-6,-137 0 19,-30-1-100,1-3 144,-21-1-85,37 5-1,-55-5 51,1 0-1,-1-1 0,22-3 1,-18 2-14,0 0 1,16 1 0,-21 1-2,0-2 1,0 1 0,0-1 0,14-4-1,-18 4-8,-1 0 0,1 1-1,0-1 1,0 1 0,0 0 0,7 2-1,12-1 4,45-2-74,44-3-205,-101 3 263,0 0 5,0 0 1,1 1-1,-1 0 1,22 4-1,13 2 30,1-2 1,81-3-1,-52-2-44,15 3 35,-90-1-7,-1-1 0,0 0 1,0 0-1,0-1 0,0 1 0,1 0 1,-1-1-1,0 1 0,0-1 1,0 0-1,0 1 0,3-3 0,-1 1-6,-2 1-12,2 1 27,34-1-18,48-7 0,-36 2 8,-2-1 21,-44 6-14,164-10 44,-97 5-43,55 4 7,-95 2 12,0 3 0,34 6-1,-62-8-34,31 0-6,46 10 0,-50-7 15,189 25-28,-215-28 49,-1-1-28,38 4 3,44-3 0,-71-1 4,-2 0 16,5-1-19,1 2 1,0 0-1,-1 0 0,26 7 0,-41-8 5,-1 1 1,1-1-1,-1 0 1,1 0-1,0 0 1,-1 0-1,1 0 1,-1 0-1,1 0 1,0 0-1,-1-1 1,1 1-1,-1-1 1,1 1-1,1-2 1,-2 2-7,1-1 0,-1 1 0,0-1 0,1 1 0,-1-1 0,1 1 0,-1 0-1,1 0 1,-1 0 0,0 0 0,1 0 0,-1 0 0,1 0 0,-1 0 0,1 1 0,1-1 0,13 4 4,0-1 1,26 1-1,-1 0-14,-15-1 57,44 1 0,-21-3-32,50 10 14,-38-3-66,13 1 74,54 5-56,-48-7 32,79 2 42,75 2-46,-78-1 48,-113-2-41,-42-8-11,0 0 0,0 1-1,0-1 1,1 0 0,-1 0 0,0 0 0,0 0 0,0 0-1,0 0 1,0 0 0,0-1 0,0 1 0,0 0-1,0 0 1,0-1 0,0 1 0,2-1 0,3-2-2,21 1-18,0 1 1,1 2-1,42 5 1,-17-1-95,-14-1 116,45 2 58,-20-1-119,-45-2 80,-1-2 0,25 0 1,-27-2-23,0 0 1,1 2-1,-1 0 0,17 3 1,-25-3 7,-1-1 1,1 1-1,-1-1 0,1-1 1,12-1-1,18-1-13,-31 3-14,20 0 22,51-6-1,-52 3-18,1 1-1,-1 2 1,28 3 0,22-1 53,147 4-36,33-3 73,-181-3-59,113-3-35,-120 3 22,143-3-6,-159 0 15,0-2-1,52-13 1,1-10 33,-59 14-48,2 2 0,88-10-1,146-2 214,-202 17-98,97-5-51,181 6-74,-270 5 11,204 9-47,-95 5 122,35-1-27,-97-9 129,-119-3-126,0 0 0,22-4 0,20-1 38,41-2 44,-24 0-88,108-12 305,-102 0-123,-77 18-1,-1 1-190,33-6 227,-18-12 139,-16 16 2016,-3-3-5572,0 0 2153,0 1-1,0-1 1,-1 0-1,0 1 1,0-1-1,0 1 1,0-1-1,-1 1 1,-3-4-1,-20-20-9363</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47:47.650"/>
    </inkml:context>
    <inkml:brush xml:id="br0">
      <inkml:brushProperty name="width" value="0.025" units="cm"/>
      <inkml:brushProperty name="height" value="0.025" units="cm"/>
    </inkml:brush>
  </inkml:definitions>
  <inkml:trace contextRef="#ctx0" brushRef="#br0">2352 151 7785,'-1'2'1423,"-17"22"10521,-51-30-10765,-57 0-455,-157-27-1,124 12-334,-13-7-204,-61-4-17,201 26-159,12 2-12,-32-4 1,-101-4 124,120 8-135,0 2 0,-1 1 0,1 2 0,-1 2 0,-49 9 0,67-9 34,1-1 0,-1 0 1,1-1-1,-20-1 0,-26 2-78,-107 25 215,118-16-182,30-6-16,0-1 0,-25 1 0,27-3 27,0 0-1,1 0 1,-1 2 0,0 0 0,1 1 0,0 1-1,0 0 1,1 1 0,0 1 0,0 1-1,0 0 1,-25 21 0,34-24 6,0 0 0,1 0 1,0 0-1,0 1 0,1 0 0,-1 0 1,2 0-1,-1 1 0,1-1 0,0 1 1,0 0-1,1 1 0,0-1 0,-2 14 1,3-4 2,2 0 0,0 0 1,1 0-1,1-1 1,4 21-1,-2-18 8,1 2 13,1-1-1,1 0 0,1 0 1,16 30-1,-7-15-17,-13-27 2,1 0-1,1-1 1,-1 1 0,1-1 0,1 0 0,0-1-1,0 1 1,0-1 0,14 9 0,6 3 4,49 24 0,-30-18 4,41 16 4,-37-20-47,-19-9 12,0-2 1,0-2-1,1 0 1,35 3-1,-3-1-87,27 4-60,0-5 1,136-2 0,-88-13 82,-65 1 32,-3-1-35,15 0 35,-59 5 30,49-8-1,-32 2 7,128-25 26,9-1-20,-100 20 12,20-1 109,-42 1-125,-23 4 58,-35 9-43,0 0-1,0 0 1,-1 0-1,1-1 1,0 1-1,0 0 1,0-1-1,-1 1 0,1-1 1,0 1-1,-1-1 1,1 1-1,0-1 1,-1 1-1,1-1 1,-1 0-1,1 1 1,0-2-1,2-2-1,9-4 10,1-1 0,0 2 0,0 0 0,18-7 0,-28 13 10,0-1 0,-1 1 0,1-1 0,0 0 0,-1 0 1,1 0-1,2-3 0,1 0-18,-4 3 29,4-9 97,-5 10-97,-1 1 1,1-1-1,0 0 0,-1 0 1,1 1-1,-1-1 0,1 0 1,-1 0-1,0 0 1,1 0-1,-1 0 0,0 0 1,1 0-1,-1 0 0,0 0 1,0 0-1,0 0 0,0 0 1,0 0-1,0-1 1,-4-24 109,1 11-8,1-1 0,0 0 1,1 0-1,1 0 0,0 0 0,1 1 0,4-22 0,0 14 119,-1 1-1,-1-1 1,-1 0-1,-1 0 1,-1 0 0,-1 0-1,-8-40 1,7 54-201,0 0 0,-1 0 0,0 1-1,-1 0 1,0-1 0,0 1 0,0 0 0,-1 1 0,-1-1 0,1 1 0,-1 0-1,0 1 1,-1-1 0,1 1 0,-1 0 0,-1 1 0,1 0 0,-14-7 0,-12-5-83,-1 1 0,-1 2 1,-43-11-1,49 16-32,-21-5-1537,-83-11 1,114 22-221,-34-11 0,19 4-8281</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47:49.476"/>
    </inkml:context>
    <inkml:brush xml:id="br0">
      <inkml:brushProperty name="width" value="0.025" units="cm"/>
      <inkml:brushProperty name="height" value="0.025" units="cm"/>
    </inkml:brush>
  </inkml:definitions>
  <inkml:trace contextRef="#ctx0" brushRef="#br0">1442 112 6613,'9'-14'1649,"-23"24"172,6-3 6139,4-8-7510,-54-5 842,-65 0 0,-39 6-216,138 0-996,-1-1 0,-1 2 1,1 0-1,-31 7 1,-32 4 72,64-10-133,0 1 1,0 1 0,-35 11 0,-59 17 14,7-5-26,64-12-15,1 3 0,1 2 1,-50 29-1,85-41 10,0 0 0,1 0 0,0 1 0,0 0-1,-10 14 1,-12 13-56,9-14 86,-1 0-27,-30 38 0,50-55 10,-1 1 0,1 0 0,0 0 0,-3 10 0,-1 4-30,2-11 9,1 0 0,1 1 0,0-1 0,0 1 0,1 0-1,1 0 1,-1 0 0,1 0 0,1 1 0,0-1 0,1 0 0,-1 0 0,5 14 0,-4-19 10,0 0-1,1-1 1,0 1 0,0-1-1,0 0 1,4 6 0,4 10 18,-5-8-25,1 0-1,0-1 1,1 0-1,0 0 1,1 0 0,0-1-1,0 0 1,1 0-1,0-1 1,1 0-1,0-1 1,0 0 0,1-1-1,13 7 1,-4-1 7,-15-8-12,0-2 0,1 1 0,0-1-1,11 5 1,160 45 41,-123-41-20,0-3 0,0-1 0,94-1 0,46-11 39,-190 4-49,16 1-30,-1 1 11,-15-1 20,15-4 24,34-4-73,0 1 10,28-1 5,-78 7 38,1 0-4,1 1-2,31-3 16,-9-1-14,0-1 0,-1-2-1,0 0 1,47-19-1,-25-6 36,-24 20 56,-1-2-1,36-26 1,-43 21-41,-16 16-52,1 1 0,0 0 1,0-1-1,0 1 0,0 0 0,0 0 0,0 0 1,0-1-1,1 1 0,-1 0 0,0 1 0,1-1 1,1-1-1,-2 1 15,1 0 0,-1 1 0,1-1 0,-1 0 0,1-1 0,-1 1 0,0 0 0,1 0 0,-1-1 0,0 1 0,0 0 0,0-1 0,0 1 0,0-1 0,0 0 0,-1 1 0,1-1 0,0 0 0,-1 1 0,1-3 0,2-5 59,27-54 304,-18 35-265,-11 24-101,1 1 0,-1-1 0,0 1 0,1 0 0,0-1 0,2-3 1,7-6 58,-9 10 194,-1 0-65,10-32 208,-10 31 83,2-15-143,-1 11-261,1 1 0,-1 0 0,7-12-1,-8 17-17,0-2-4,13-32 25,-13 33 121,-1-1-52,-5-20 164,-1 1 0,0 0 0,-19-41-1,6 29-8,16 30-249,0-1 1,0 1-1,0-1 1,1 1-1,0-1 1,-2-8-1,2 6 2,0 0-1,0 0 1,-1 0-1,0 1 1,0-1-1,-1 1 1,0-1-1,-9-10 1,-2-2 88,-28-26 0,2 2 50,31 33-195,-1 1 0,0 0 0,-1 0-1,1 1 1,-2 1 0,1 0-1,-1 0 1,-1 2 0,1-1-1,-1 2 1,0 0 0,-1 0-1,-18-2 1,-19-2-25,-1 3 0,-73 0-1,66 7-87,-104 17 0,98-8-201,-150 28-2422,99-16-1126,0-4-5193,45-11-2595</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47:51.827"/>
    </inkml:context>
    <inkml:brush xml:id="br0">
      <inkml:brushProperty name="width" value="0.025" units="cm"/>
      <inkml:brushProperty name="height" value="0.025" units="cm"/>
    </inkml:brush>
  </inkml:definitions>
  <inkml:trace contextRef="#ctx0" brushRef="#br0">1 50 4516,'22'-10'547,"-12"5"1656,-29 17 14705,37-20-15310,6-2-904,-5 8-273,-1 0 0,39 3 0,-2 0 49,556-7 1841,-603 6-2296,292-8 664,-184 9 513,-113-1-850,-6 1-315,-9 2-789,0 0 0,0-1 0,0 0 0,0-1 0,0-1 0,-21-1 0,13-1-5263,-36-8 1,11-2-6374</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48:13.198"/>
    </inkml:context>
    <inkml:brush xml:id="br0">
      <inkml:brushProperty name="width" value="0.025" units="cm"/>
      <inkml:brushProperty name="height" value="0.025" units="cm"/>
    </inkml:brush>
  </inkml:definitions>
  <inkml:trace contextRef="#ctx0" brushRef="#br0">161 13 5765,'4'5'12,"9"9"1771,-21-33 12402,21 13-13755,-12 5-395,-1 1 1,1-1-1,0 1 0,0-1 1,-1 0-1,1 1 1,0 0-1,0-1 1,0 1-1,0-1 1,0 1-1,0 0 1,0 0-1,-1 0 1,1-1-1,0 1 1,0 0-1,2 0 1,-2 0-32,13 2 129,0 0-1,28-2 0,-26 0 32,0 0 1,30 5-1,-20-1 104,25 3-124,-20-3-87,43 1-1,197 2 60,-250-6-118,33 5-1,-2 1 0,119-7 19,-151-1-17,0 2 1,23 3 0,-27-2 35,-1 0 0,1-2 1,25-1-1,19-4-74,76 1 0,87 8 35,-13-10 25,-125 3 20,-74 3-64,0-1-1,20-3 1,-20 2 8,0 1-1,22-1 1,58 1-2,-31-1 14,-2 5 0,-29-2 2,33-2 0,-48 1 14,-1 0-1,1 1 1,16 4 0,-11-2 19,31 1 0,-35-4-40,44 3-16,-31-1 48,47-3 0,3 1-32,-29 0 1,53-7 1,12 0 44,-109 7-42,-1-1 1,1 1-1,0-1 1,-1 0-1,1-1 0,7-2 1,-3 1-5,-5 2-16,-1 0 11,37-5 45,41 0-1,-80 6-34,1 0 1,-1 0-1,0 0 0,1 0 0,-1 0 1,0 1-1,1-1 0,-1 1 0,0-1 0,0 1 1,0-1-1,1 1 0,-1-1 0,1 2 1,-1-1 9,0 0 1,1 0 0,-1-1 0,0 1 0,0-1 0,0 1 0,1-1 0,-1 1 0,0-1-1,0 0 1,1 1 0,-1-1 0,0 0 0,2 0 0,17 1-34,-1 2 1,21 5-1,-11-3 44,14 1-80,-21-6 51,9-4 38,-17 2 395,-28 8-246,-39 10-177,-2-3-1,-89 11 1,-17 4 34,147-26-36,0 0 0,0 0-1,-25-1 1,1 0-9,-113 9 80,62-1-107,61-5 87,-44 2 0,-71 7-126,33-1 189,28-6-118,-22-1-60,-138 4 119,200-11-79,36 2 24,-16 1 32,-33-5 1,35 1-52,-33 1-1,34 2 24,-33-5-1,28 2-2,0 1 0,-1 1 1,-30 2-1,-5 1 68,-90 7-149,90-4 131,-199 15-52,135-9-63,-79 2 66,47-12 78,118 0-106,-54-2 95,72 0-93,-30 2 0,7 1 40,39-2-25,0 0-1,1 1 0,-1-1 0,0 1 0,1 0 1,-6 2-1,2-3-14,-11-3 27,1 1 0,0 0 0,-1 2 0,0 0 0,1 1 0,-27 5 0,40-5-29,-33-1 8,34 0 29,0-1-30,-30-7-16,30 7 144,7 0-228,24-1 109,0 2 0,40 3 0,9 0-36,316-10-153,-102 1-508,-131 4-338,186-3-2457,-118-5-4625,-130 1-201</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48:27.286"/>
    </inkml:context>
    <inkml:brush xml:id="br0">
      <inkml:brushProperty name="width" value="0.025" units="cm"/>
      <inkml:brushProperty name="height" value="0.025" units="cm"/>
    </inkml:brush>
  </inkml:definitions>
  <inkml:trace contextRef="#ctx0" brushRef="#br0">7 285 5444,'0'0'26,"0"0"-1,0 0 0,0 0 0,0 0 1,0 0-1,0 0 0,0 0 0,-1 0 0,1-1 1,0 1-1,0 0 0,0 0 0,0 0 0,0 0 1,0 0-1,0 0 0,0 0 0,-1 0 0,1 0 1,0 0-1,0 0 0,0 0 0,0 0 0,0 0 1,0 0-1,0 0 0,-1 0 0,1 0 1,0 0-1,0 0 0,0 0 0,0 0 0,0 0 1,0 0-1,0 0 0,0 0 0,-1 0 0,1 1 1,0-1-1,-2-10 10134,14 1-8346,-6 5-1335,-1 1-1,1 1 1,0-1-1,0 1 1,0 0-1,0 0 1,0 1-1,11-2 1,14-4 54,13-4-7,74-8-1,-81 14-312,72-6 118,41-12 141,54-10-117,-104 21-307,-45 7-27,124-8 41,-177 12-60,180-12 76,19-6-91,-123 11 44,41 0-92,78-3-17,-76 3 23,13-3 49,167 5 35,-242 1 26,23 0-39,123-5 7,55 10-75,25 10-56,-125 0 99,146-7 92,-160 3-105,78-2-6,-119-4 30,9 3 22,21-6 76,-48 0-132,100 9 0,-168-5 38,0 0-1,30-5 1,-32 3-14,0 0 1,34 2 0,-38 0 6,0-1 0,-1 0 0,19-3 0,-19 1 9,-1 1 1,1 1-1,0 0 1,16 2 0,1 1-50,52-1-1,-48-2 55,33 4 0,64 7-11,36 5-33,-139-13 101,46 0 0,1 1-85,-33-3 17,-28-1-6,0 0 0,0 1 0,18 4-1,-17-3 7,0 0-1,0-1 1,0 0-1,18-3 1,-13 2 1,31 2 1,-27-1-4,43-2 0,-1 0 10,92-4-93,0 0 75,126 3 79,-114-2-28,46 1-116,-140 3 91,187 7 458,-37-1 955,-201-6-1147,-21 0-40,1 0-10,84 7-88,-110-14-3487,6 1 1543,-58-15-8209,38 2-397</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0:16.016"/>
    </inkml:context>
    <inkml:brush xml:id="br0">
      <inkml:brushProperty name="width" value="0.025" units="cm"/>
      <inkml:brushProperty name="height" value="0.025" units="cm"/>
    </inkml:brush>
  </inkml:definitions>
  <inkml:trace contextRef="#ctx0" brushRef="#br0">155 85 6389,'-4'-1'207,"3"0"-124,1 0 0,-1 1 0,0-1 0,0 0 0,0 1 0,0-1 0,0 1 0,0-1 1,0 1-1,0 0 0,-1-1 0,1 1 0,0 0 0,0 0 0,0 0 0,0 0 1,0 0-1,0 0 0,0 0 0,-1 0 0,1 0 0,0 1 0,0-1 0,0 0 0,0 1 1,0-1-1,-2 2 0,2-2 1,0 1 1,1-1 0,-1 1-1,0-1 1,0 1-1,0-1 1,0 1 0,0-1-1,0 0 1,-1 0 0,1 1-1,0-1 1,0 0-1,0 0 1,0 0 0,-2 0-1,-2 0 179,-14 5 550,15-4 625,1 0-767,-5 2 96,0-1 0,0 0 1,0 0-1,0-1 0,-1 0 0,-8 0 0,14-1 4767,12-13-4911,-5 10-513,-2 1-69,-1 0 0,1 0 0,1 0 0,-1 1 1,0-1-1,0 1 0,1-1 0,-1 1 0,0 0 0,1 0 0,-1 0 0,6-1 1,36-5 293,-17 4-176,278-14 523,-218 15-596,143 5 5,-63 0-37,119 1-92,277-6 118,-294 3-61,276 12 29,-332-5-39,11 1-27,260 1-7,-273-9 49,-75 1 34,42 0-40,169-3 9,-268-1-42,51-4-36,-13 2 24,15-1-45,-17 2 214,-86 0-177,148-11 1008,-141 17-544,-33-3 183,1 0-463,28-3 178,-28 3 543,-2-1-848,26-7 68,-26 7 523,-7-1-6180,-49-18 294,8 8-1810,-6 0-3364</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0:26.154"/>
    </inkml:context>
    <inkml:brush xml:id="br0">
      <inkml:brushProperty name="width" value="0.025" units="cm"/>
      <inkml:brushProperty name="height" value="0.025" units="cm"/>
    </inkml:brush>
  </inkml:definitions>
  <inkml:trace contextRef="#ctx0" brushRef="#br0">2319 56 5849,'6'9'13336,"-10"-7"-7874,-16-11-6739,2 1 1799,-86-15-77,95 21-378,0 1-1,0-1 1,-17 1-1,0 0-37,-47-5 126,-77 5 1,80 1-131,-118 0 66,17-6 260,33-1 112,-177 23 162,142-2-483,90-8-191,-87 13 94,99-6 4,70-13-47,1 0 0,-1 1 0,1-1 0,-1 0 0,1 0 0,-1 1 0,1-1 0,-1 0 0,1 0 0,-1 0 0,1 0 0,-1 0 0,1 0 0,-1 0 0,1 0 0,-1 0 0,1 0 0,-1 0 0,0 0 0,1 0 0,-1 0 0,1 0 0,-1-1 0,0 1 0,-5-2-8,-22 8-41,-18 8 15,-67 16 33,100-27 1,1 1-1,0 0 1,1 1-1,-1 0 1,-13 8-1,-5 2 10,18-9-33,1 0 1,-1 0-1,1 1 0,0 1 0,-12 11 0,7-10 81,15-9-63,0 0-1,0 1 1,0-1 0,0 0 0,-1 1 0,1 0 0,0-1 0,0 1-1,0 0 1,0-1 0,0 1 0,0 0 0,1 0 0,-1 0 0,-1 1-1,-4 6 0,1 1 0,0-1-1,0 1 1,-4 11 0,-5 10-7,11-25 15,1 0 0,-1 0 0,1-1 0,1 2 0,-1-1-1,0 0 1,0 9 0,1-10-6,1 0 1,0 1-1,0-1 0,0 0 1,1 1-1,-1-1 0,1 0 0,0 0 1,0 0-1,0 0 0,1 0 1,0 0-1,0 0 0,2 4 0,6 12 5,0-1 0,2 0 0,0-1 0,1 0-1,1-1 1,0 0 0,1-2 0,1 1 0,22 15-1,-8-8-26,53 37 138,-51-41-98,1-1-1,59 22 1,131 35 70,-179-64-91,-1-2-1,1-1 1,53 1 0,86 0 30,69-16-110,-84 6-40,-110 1 136,17-1-49,77 10 0,139 7 22,-150-12 16,441 2-209,-269-25-53,-115 11 100,-91 6 98,18 5-9,-27 0 35,238-3-339,-112-7 266,-132 3 93,136-2-24,-30 1 75,-149 8-24,-34-2 2,0 0-1,16-1 1,10-2-36,57 5 1,130-6 30,-206 2 8,117-16-13,-33 2 90,-76 10-67,-1-2 0,0-1 0,0-1 0,39-18 1,-46 18-50,-19 8 36,0 0 0,0-1 0,0 0 1,-1 1-1,1-1 0,-1 0 1,1 0-1,-1-1 0,0 1 0,1 0 1,-1-1-1,0 1 0,-1-1 1,1 0-1,0 0 0,-1 0 0,1 1 1,-1-2-1,0 1 0,0 0 1,0 0-1,-1 0 0,1-6 0,0-4 65,-1-1-1,0 1 0,-1-1 0,-3-16 0,4 30-73,-4-18 99,0 1-1,-2 0 1,0 0-1,-1 0 1,-1 1-1,0 0 1,-1 1-1,0-1 1,-2 2-1,-15-19 0,18 24 20,0-1-1,-1 2 1,0-1 0,-1 1-1,1 0 1,-2 1-1,-19-11 1,-29-14 227,-24-3-156,-2 3 0,-122-29 0,-47 16 8,82 22-128,97 11 11,-86-2 1,-42 1 73,-78-8-28,27-1-103,25 9 83,78 7-56,20 1-34,-172-10-21,131 7 8,71 4-15,-116 9-1,30 1 38,78-8-25,-59 1 6,35 2-2,-16 0-7,21 6-448,124-6-107</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0:33.407"/>
    </inkml:context>
    <inkml:brush xml:id="br0">
      <inkml:brushProperty name="width" value="0.025" units="cm"/>
      <inkml:brushProperty name="height" value="0.025" units="cm"/>
    </inkml:brush>
  </inkml:definitions>
  <inkml:trace contextRef="#ctx0" brushRef="#br0">5805 322 7701,'-16'8'9550,"-1"-5"-4553,-3-4-3247,-11-4-3300,-6-1 2233,-138-19 347,116 14-778,-484-46 1627,295 36-1549,-460-24 214,569 46-476,-209 28 0,171-2 5,-68 8 9,-148 7-58,60 3-52,183-22 30,-142 28-6,193-32 53,-42 6-121,34-15 211,46-6-58,-112 9 158,59-2 41,-162 37 0,22 30-218,202-58-35,-65 33 0,18-5 43,63-27-34,2 2 1,0 1-1,-44 43 0,56-45-20,1 1 0,1 1 0,2 1 0,0 0 1,-19 37-1,35-58-28,-7 11 16,1 1 0,0 0 1,1 0-1,1 1 0,0-1 1,1 1-1,1 1 0,-3 31 0,6-17 7,2 1 0,1 0 0,1 0-1,2-1 1,12 44 0,0-11-5,4-1 0,2 0 0,3-2-1,40 69 1,-43-94-1,2-2 0,1-1-1,2 0 1,52 47-1,-31-39 5,1-2 0,82 50 0,-78-60 3,1-3 1,64 22-1,-88-37-17,52 18-3,2-4 1,126 23-1,181-4 39,260-58-98,-374-14 94,-113 9-76,-1 2 64,398-41 2,-377 35-47,369-34-46,-60 16 86,67-63-78,-454 79 51,8-2 30,164-33 3,-207 46 4,82-11-67,90-15 34,-119 17 52,-97 17-27,-1-1 0,0-1 0,0-2 0,-1 0 0,0-2 0,0 0 0,-1-2 0,-1-1 0,0-1 0,-1-1 0,28-26 0,-38 29-9,-1-1 1,0 0 0,-1-1 0,0-1 0,-2 1 0,14-29-1,-7 6 146,22-76-1,-33 96-60,0-1 0,-2 0 0,0 0-1,-1-1 1,0 1 0,-2 0 0,-1-1 0,-5-35 0,2 29-23,-2 2 0,-1-1 0,-1 1 0,-1 0 0,-12-23 0,-28-48 184,27 48-83,-37-55 0,25 52-105,1-1 38,-45-51 1,-2 13-5,-67-80 155,129 149-130,-1 0 0,-39-31 0,-11-9 61,39 33-56,-41-29 1,55 44-53,2 2-49,0 0 0,-1 1 0,0 1 0,0 0 1,-1 1-1,0 1 0,-31-8 0,-42-13-24,54 15 0,0 2 0,-47-7 0,44 11 0,-49-16 0,57 13 0,0 2 0,-61-7 0,69 12 0,2 1 0,1 0 0,0 1 0,0 1 0,-22 4 0,-49 8 0,43-8 0,-65 17 0,-13 13-403,108-30-1285,0 1 0,0 1 0,-30 16 0,27-12-2237</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0:37.658"/>
    </inkml:context>
    <inkml:brush xml:id="br0">
      <inkml:brushProperty name="width" value="0.025" units="cm"/>
      <inkml:brushProperty name="height" value="0.025" units="cm"/>
    </inkml:brush>
  </inkml:definitions>
  <inkml:trace contextRef="#ctx0" brushRef="#br0">115 1 5989,'0'0'16882,"-2"2"-15525,-17 23 877,17-18-1273,-2 70 991,-14 81 1,9-92-1576,2 0-1,2 104 0,12-36-966,-6-124 276,-1-1 0,-1 1 0,1-1 0,-4 14 0,2-8-498,1-10-666,-20-28-13091,-7-13 4115</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0:37.913"/>
    </inkml:context>
    <inkml:brush xml:id="br0">
      <inkml:brushProperty name="width" value="0.025" units="cm"/>
      <inkml:brushProperty name="height" value="0.025" units="cm"/>
    </inkml:brush>
  </inkml:definitions>
  <inkml:trace contextRef="#ctx0" brushRef="#br0">20 155 15093,'-17'-6'2400,"14"5"-161,7 2-109,18 0 230,0-1-1,0-1 1,37-6-1,-6 1-1319,737-90-613,-586 70-648,-200 26-1205,-60-12-13805,30 11 2326</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0:38.225"/>
    </inkml:context>
    <inkml:brush xml:id="br0">
      <inkml:brushProperty name="width" value="0.025" units="cm"/>
      <inkml:brushProperty name="height" value="0.025" units="cm"/>
    </inkml:brush>
  </inkml:definitions>
  <inkml:trace contextRef="#ctx0" brushRef="#br0">0 110 17426,'15'3'1052,"-12"-2"-645,1 0-1,-1-1 0,1 1 1,-1-1-1,1 0 0,0 0 1,-1 0-1,1 0 0,-1-1 1,1 1-1,0-1 0,5-2 1,54-9 3414,93-5 0,-73 10-2457,258-30-1364,-302 31 0,29-7 0,-57 10-239,-11 0-420,-19-3-1590,-37 0-3619,17 13-1885,-3 3-5262</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0:38.539"/>
    </inkml:context>
    <inkml:brush xml:id="br0">
      <inkml:brushProperty name="width" value="0.025" units="cm"/>
      <inkml:brushProperty name="height" value="0.025" units="cm"/>
    </inkml:brush>
  </inkml:definitions>
  <inkml:trace contextRef="#ctx0" brushRef="#br0">51 21 12937,'-27'-20'11823,"20"58"-8169,14 95-1361,-17 136-1114,3-136-1269,2-74-735,3 1 0,7 82-1,-1-113 179,15 94-4292,-19-121 4439,1 0 0,-1 1 1,1-1-1,0 0 0,0 0 1,0 0-1,0 0 0,0 0 0,1 0 1,-1-1-1,1 1 0,-1 0 1,1-1-1,-1 1 0,1-1 1,2 2-1,-1 0-988,14 11-9279</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0:39.277"/>
    </inkml:context>
    <inkml:brush xml:id="br0">
      <inkml:brushProperty name="width" value="0.025" units="cm"/>
      <inkml:brushProperty name="height" value="0.025" units="cm"/>
    </inkml:brush>
  </inkml:definitions>
  <inkml:trace contextRef="#ctx0" brushRef="#br0">518 0 9445,'-45'3'8362,"7"-1"-1944,13 3-8104,-293 93 2567,297-92-727,-20 6 648,39-12-683,0 1 0,-1 0 0,1 0 1,0 1-1,0-1 0,0 0 0,0 1 0,0-1 0,0 1 1,0 0-1,0 0 0,-2 3 0,4-3 0,0-1-1,0 1 1,0-1 0,1 1 0,-1-1-1,0 1 1,1-1 0,-1 1-1,1-1 1,-1 0 0,1 1 0,0-1-1,0 0 1,0 1 0,-1-1-1,1 0 1,0 0 0,2 1 0,6 6 254,-1 0 1,2-2-1,-1 1 1,1-1-1,0 0 1,0-1-1,15 6 1,3 1 287,56 28-306,92 47 95,-134-64-406,-1 2 0,40 34 0,-70-51-44,-1 0 0,-1 1 0,0 1 0,0-1 0,-1 1 0,0 1 0,-1 0 0,0 0 0,5 12 0,-9-17 0,-1 0 0,0 1 0,0-1 0,0 0 0,-1 1 0,0-1 0,0 0 0,-1 1 0,0-1 0,0 1 0,-1-1 0,1 1 0,-1-1 0,-1 0 0,1 1 0,-1-1 0,0 0 0,-1 0 0,1 0 0,-4 6 0,-5 5-132,-1 0 0,0 0 0,-1-1 0,0-1 0,-1 0-1,-31 25 1,33-31-46,0 0-1,-1-1 0,0 0 1,-1-1-1,0-1 0,0 0 1,0 0-1,0-2 0,-1 0 0,-16 2 1,22-5-363,-1 0 0,1-1 0,-1-1 0,0 0 0,1 0 0,-1-1 0,1 0 1,0-1-1,-1 1 0,1-2 0,0 0 0,1 0 0,-13-8 0,11 6-914,0-1-1,1 0 1,0 0-1,0-1 1,1-1-1,-8-9 1,6 2-7677</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0:40.190"/>
    </inkml:context>
    <inkml:brush xml:id="br0">
      <inkml:brushProperty name="width" value="0.025" units="cm"/>
      <inkml:brushProperty name="height" value="0.025" units="cm"/>
    </inkml:brush>
  </inkml:definitions>
  <inkml:trace contextRef="#ctx0" brushRef="#br0">558 30 7441,'0'0'12547,"-1"-3"-11846,-10-21 299,11 24-994,0 0 0,0-1 0,0 1 0,0 0 0,0 0 0,0 0 0,0 0 0,-1 0 0,1 0 0,0 0 1,0 0-1,0 0 0,0 0 0,0-1 0,0 1 0,0 0 0,0 0 0,0 0 0,-1 0 0,1 0 0,0 0 0,0 0 1,0 0-1,0 0 0,0 0 0,0 0 0,0 0 0,0 0 0,-1 0 0,1 0 0,0 0 0,0 0 0,0 0 0,0 0 1,0 0-1,0 0 0,0 0 0,-1 0 0,1 0 0,0 0 0,0 0 0,0 0 0,0 0 0,0 0 0,0 1 0,0-1 1,0 0-1,0 0 0,-1 0 0,1 0 0,0 0 0,0 0 0,0 0 0,0 0 0,0 0 0,0 1 0,0-1 0,-41 24 408,0 2-1,-51 44 0,57-38 14,2 2 1,-36 44-1,-51 84 1953,109-147-2088,-11 17 138,10-14 48,0 0-1,-22 23 1,32-40-308,-14 20 53,38-38-255,29-16-1,10-6 68,-30 18 16,44-22 1,6-4 25,-73 42-65,1 1 0,-1 0 0,17-6 0,11-5-129,-34 13-108,-18-2-3262,4 2 3136,1 0-1,0 1 0,-15 0 0,-9-1-71,-101-13 56,128 14 510,0 0 0,0 0-1,0-1 1,0 0 0,0 0 0,0-1 0,-10-6 0,15 8 313,1 1-346,0-1 0,0 1 0,0 0 0,0-1 0,0 0-1,0 1 1,0-1 0,0 0 0,0 0 0,-3-2 0,-3-1 1486,9 9-1502,-1 0-73,1 1 1,-1-1 0,1 1-1,1-1 1,-1 0 0,1 1-1,0-1 1,0 0 0,1 0-1,-1 0 1,1 0 0,0-1-1,6 8 1,120 117 169,-107-110-167,2 0 0,0-2 0,0-1 0,34 16 0,-49-28 24,0 0-1,0-1 1,1 0 0,-1 0-1,1-1 1,0 0-1,-1-1 1,15 0-1,-21 0-31,0-1 0,-1-1 0,1 1-1,0 0 1,0-1 0,-1 0 0,1 1 0,0-1-1,-1 0 1,1 0 0,-1-1 0,1 1 0,-1 0-1,0-1 1,1 1 0,-1-1 0,0 0 0,0 0-1,0 0 1,0 0 0,0 0 0,-1 0 0,1-1-1,-1 1 1,1-1 0,-1 1 0,0-1 0,0 1-1,0-1 1,0 0 0,0-4 0,0 0-5,-1 0-1,0 1 1,-1-1 0,0 0 0,0 0-1,0 0 1,-1 0 0,0 1 0,0-1 0,0 1-1,-1 0 1,0-1 0,-1 1 0,-3-6-1,6 11-9,-5-9-9,-1 0-1,0 1 1,-1 0 0,0 0 0,0 0 0,-1 1 0,0 0 0,-12-7 0,-13-7-77,-38-17 1,39 21-10,-8-6-160,22 12-1012,-30-13 1,46 23 395,7 3-2960,72 9-6590,-25-4 1774</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0:40.606"/>
    </inkml:context>
    <inkml:brush xml:id="br0">
      <inkml:brushProperty name="width" value="0.025" units="cm"/>
      <inkml:brushProperty name="height" value="0.025" units="cm"/>
    </inkml:brush>
  </inkml:definitions>
  <inkml:trace contextRef="#ctx0" brushRef="#br0">653 0 8813,'9'3'9067,"-16"-1"-4998,-33 2-3970,0 0 607,1 1-349,3 0 220,-1 1 0,-60 18 0,63-13-52,0 2 1,1 1-1,1 2 0,-52 33 0,72-40-352,0 0-1,0 1 1,1 0-1,0 0 1,1 1 0,1 1-1,-1 0 1,2 0 0,0 0-1,0 1 1,1 1 0,1-1-1,0 1 1,-4 17-1,7-21-92,1 0-1,1 0 0,-1 0 0,2 1 0,-1-1 0,1 0 0,1 1 1,0-1-1,1 0 0,0 0 0,0 0 0,1 0 0,0 0 0,1 0 1,0-1-1,0 0 0,1 1 0,8 9 0,-3-5 31,1-1-1,0 0 1,1-1 0,1 0-1,0-1 1,0 0 0,1-1-1,0-1 1,1 0-1,20 9 1,38 12-110,0-3 0,2-2 0,131 23 0,-195-45-32,-8-2-69,0 0-1,0 0 1,-1-1 0,1 1 0,0-1 0,0 1 0,0-1 0,-1 0 0,1 0-1,0 0 1,0 0 0,0-1 0,0 1 0,-1-1 0,1 0 0,3-1 0,-2-2-594,-1 1 0,0-1 0,0 0 1,-1 0-1,1 0 0,-1 0 0,4-8 1,5-20-8743,-4 9-3600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0:40.983"/>
    </inkml:context>
    <inkml:brush xml:id="br0">
      <inkml:brushProperty name="width" value="0.025" units="cm"/>
      <inkml:brushProperty name="height" value="0.025" units="cm"/>
    </inkml:brush>
  </inkml:definitions>
  <inkml:trace contextRef="#ctx0" brushRef="#br0">40 142 15125,'-18'-7'1124,"-3"-1"484,20 7-383,12 3 559,0-1-767,0 0 1,0 0-1,1-1 1,-1-1-1,0 0 1,22-5-1,21-2 1296,-39 7-2217,572-62 2274,-541 59-2370,-32 3 0,18-2 0,-31 3-98,0-1 0,0 1 0,0 0 0,0 0 0,0-1 0,0 1 0,0-1 0,0 1 0,-1-1 0,1 1 0,0-1 0,0 0 0,0 1 0,0-1 0,-1 0 0,1 0 0,0 1 0,-1-1 0,1 0 0,-1 0 0,2-2 0,-2 3-32,0-1 1,0 0-1,0 1 1,0-1 0,0 1-1,0-1 1,0 0-1,0 1 1,-1-1-1,1 1 1,0-1 0,0 0-1,0 1 1,-1-1-1,1 1 1,0-1-1,0 1 1,-1-1 0,1 1-1,-1-1 1,1 1-1,0-1 1,-1 1-1,1 0 1,-1-1 0,1 1-1,-1 0 1,1-1-1,-1 1 1,1 0-1,-1 0 1,0-1 0,1 1-1,-1 0 1,1 0-1,-1 0 1,1 0-1,-2 0 1,-36-5-8221,-20-1-5879</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0:41.316"/>
    </inkml:context>
    <inkml:brush xml:id="br0">
      <inkml:brushProperty name="width" value="0.025" units="cm"/>
      <inkml:brushProperty name="height" value="0.025" units="cm"/>
    </inkml:brush>
  </inkml:definitions>
  <inkml:trace contextRef="#ctx0" brushRef="#br0">199 47 13493,'-16'-14'1008,"-20"-14"217,31 23 624,17 14 1940,-10-7-1882,5 15 966,-5-9-2626,-1 0 0,0 1 0,0-1 0,-1 1-1,0-1 1,0 1 0,-1 0 0,0-1 0,-3 12 0,1-4 5,-32 152 993,12-62-888,-13 43-257,19-88-790,3 0 0,-7 82 0,15-77-533,-1 43-2897,10-81 300,3-12-2136,4 3-4438</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0:41.646"/>
    </inkml:context>
    <inkml:brush xml:id="br0">
      <inkml:brushProperty name="width" value="0.025" units="cm"/>
      <inkml:brushProperty name="height" value="0.025" units="cm"/>
    </inkml:brush>
  </inkml:definitions>
  <inkml:trace contextRef="#ctx0" brushRef="#br0">49 1 17710,'0'0'8387,"0"4"-7157,-29 156 2192,11 189-3424,17-328-530,1-15 194,-1 1 0,1-1 0,0 0 0,1 0 0,-1 0 1,1 0-1,3 11 0,0-9 237,-1-1-2114,0-23-19997</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0:41.886"/>
    </inkml:context>
    <inkml:brush xml:id="br0">
      <inkml:brushProperty name="width" value="0.025" units="cm"/>
      <inkml:brushProperty name="height" value="0.025" units="cm"/>
    </inkml:brush>
  </inkml:definitions>
  <inkml:trace contextRef="#ctx0" brushRef="#br0">1 121 15497,'5'1'423,"0"-1"0,0 1 1,0-1-1,0 0 0,0 0 0,1 0 0,-1-1 0,0 0 0,0 0 0,0 0 0,0-1 0,-1 1 0,1-1 0,6-3 0,22-7 1171,6 4 117,1 2 0,0 2 0,40 1 0,-37 2-838,251-26 407,-65 4-947,-181 19-326,-27 1-22,0 1 1,1 2-1,39 2 1,-58-1-649,-6-4-1799,1 1 2073,-1 1 0,0-1 0,1 0 1,-1 1-1,0 0 0,0-1 0,0 1 0,0 1 0,0-1 0,0 0 0,0 1 0,0-1 0,0 1 0,0 0 0,-6 0 0,-5 2-1969,1 0 0,-21 7 0,26-7 1062,-58 14-10718</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0:42.060"/>
    </inkml:context>
    <inkml:brush xml:id="br0">
      <inkml:brushProperty name="width" value="0.025" units="cm"/>
      <inkml:brushProperty name="height" value="0.025" units="cm"/>
    </inkml:brush>
  </inkml:definitions>
  <inkml:trace contextRef="#ctx0" brushRef="#br0">1 217 20970,'10'-1'253,"190"-8"5696,70-10-1783,-92 2-2737,34-3-1429,-199 18-17,1-1-1,-1 0 1,1-1 0,-1 0-1,0-1 1,21-11 0,-32 14-283,1 1 1,0-1-1,-1 0 1,1 0-1,-1 0 1,0 0-1,0-1 1,0 1-1,0-1 1,0 1-1,0-1 1,-1 0 0,2-3-1,11-39-10815,-14 44 10488,7-31-13100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0:42.470"/>
    </inkml:context>
    <inkml:brush xml:id="br0">
      <inkml:brushProperty name="width" value="0.025" units="cm"/>
      <inkml:brushProperty name="height" value="0.025" units="cm"/>
    </inkml:brush>
  </inkml:definitions>
  <inkml:trace contextRef="#ctx0" brushRef="#br0">1 270 14301,'1'-6'710,"1"0"0,-1 0 0,0 0 0,-1 0 0,0-12 0,0 17-477,1-2 98,-1 0-1,1 0 1,-1 0-1,1 1 1,0-1-1,0 0 0,0 1 1,1-1-1,-1 1 1,0-1-1,1 1 1,0 0-1,-1-1 0,5-3 1,32-26 1682,-30 26-1677,17-11 747,1 2 0,1 0 1,0 1-1,1 2 0,49-15 1,-32 15-998,79-11 0,-103 20-91,-17 2 5,-1 1 0,0-1 0,1 1 0,-1 0 0,1 0 0,-1 1 0,0-1 0,1 1 0,-1-1 0,0 1 0,0 0 0,1 1 0,-1-1 0,0 0 0,0 1 0,0 0 0,0-1 0,-1 1 0,1 0 0,0 1 0,-1-1 0,1 0 0,-1 1 0,0-1 0,0 1 0,0 0 0,0 0 0,-1 0 0,3 5 0,0 0 0,-2-1 0,1 1 0,-1 0 0,-1 0 0,1 0 0,-1 0 0,-1 0 0,1 0 0,-1 0 0,-1 0 0,-2 15 0,-11 31-11,-3-1 0,-37 82 0,27-70-350,9-27-2746,-27 43 0,24-44-359,16-28 980,0 2 0,-7 18 0,3 15-9765</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0:42.645"/>
    </inkml:context>
    <inkml:brush xml:id="br0">
      <inkml:brushProperty name="width" value="0.025" units="cm"/>
      <inkml:brushProperty name="height" value="0.025" units="cm"/>
    </inkml:brush>
  </inkml:definitions>
  <inkml:trace contextRef="#ctx0" brushRef="#br0">1 129 18230,'0'-1'462,"1"0"0,-1 0 1,1 0-1,-1 0 0,1 0 0,-1 1 1,1-1-1,0 0 0,-1 0 0,1 1 1,0-1-1,0 1 0,0-1 1,-1 0-1,3 0 0,17-3 3258,31 8-1936,-20-1-290,45-3-1351,-52-2-143,-23 2-76,0 0 0,0 0 0,0-1 0,0 1 0,0 0 0,0-1 0,0 1 0,0-1 0,0 1 0,0-1 0,0 1 0,0-1 0,0 0 0,0 1 0,-1-1 0,1 0 0,0 0 0,-1 0 0,1 1 0,0-1 0,-1 0 0,1 0 0,-1 0 0,1 0 0,-1 0 0,1 0 0,-1 0 1,0 0-1,0 0 0,0-1 0,1 1 0,-1 0 0,0 0 0,0 0 0,0 0 0,0 0 0,-1 0 0,1 0 0,0 0 0,-1-2 0,-1-1-569,1-1 0,-1 1 0,0 0-1,-1 0 1,1 0 0,-1 0 0,1 1 0,-5-5 0,-20-10-7119,-13-6-5334</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0:44.163"/>
    </inkml:context>
    <inkml:brush xml:id="br0">
      <inkml:brushProperty name="width" value="0.025" units="cm"/>
      <inkml:brushProperty name="height" value="0.025" units="cm"/>
    </inkml:brush>
  </inkml:definitions>
  <inkml:trace contextRef="#ctx0" brushRef="#br0">50 224 12169,'-49'-10'6946,"50"11"-6789,1 1 0,-1 0 0,1 0-1,-1-1 1,1 1 0,0-1 0,0 0 0,-1 0 0,1 1 0,0-1-1,4 1 1,9 1 118,0 0-1,0-1 0,0-1 1,0 0-1,22-3 0,-12 2-30,229 13 2494,-102-3-1663,67 4-19,-95-12-600,430 0 666,-274-13-622,205-7-79,-1 25-314,46 15-105,0-44-3,-309-4 1,65-8-2,62 2 4,-21 2-17,-166 14-42,-39 3 56,123-9 6,230-12 54,-406 29-37,1450-41-59,-561 91 41,-669-23-94,106 5-38,475-12 368,-268-10 420,-2 25-739,476 9-1099,-1062-39 1142,682 23-1726,-521-13-3791,-172-10 2257,-6-4-2882,-13-18-3781</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1:34.255"/>
    </inkml:context>
    <inkml:brush xml:id="br0">
      <inkml:brushProperty name="width" value="0.025" units="cm"/>
      <inkml:brushProperty name="height" value="0.025" units="cm"/>
    </inkml:brush>
  </inkml:definitions>
  <inkml:trace contextRef="#ctx0" brushRef="#br0">117 19 6077,'-10'-16'1440,"9"16"-1361,0-1 0,1 1 0,-1 0 0,1-1 0,-1 1 0,0 0 0,1 0 0,-1-1 0,0 1 0,1 0 0,-1 0 0,0 0 0,1 0-1,-1 0 1,0 0 0,1 0 0,-1 0 0,0 0 0,1 1 0,-1-1 0,0 0 0,1 0 0,-1 0 0,0 1 0,0 0 0,0-1 165,-9 2 1714,-46 8 2256,35-9 2625,142 5-6502,15 1-143,56 6-71,17 11-82,-146-18 12,365 49-44,-281-34 73,-115-15-87,-7-3 36,30 10 0,-34-7-6,0 0-1,0-1 0,1-1 0,38 1 0,86 7 50,-109-7-49,0-2 1,0-1-1,46-4 0,-65 1-24,1 1 1,-1 1-1,0 1 1,1 0-1,23 7 1,-23-5 16,100 18 56,-79-12-136,-26-7 61,-1 0 1,17 2 0,165 17 16,-154-17 58,-25-3-70,1 0-1,0-1 1,23-1 0,-24-1-28,0 2 0,1 0-1,29 6 1,-27-4 3,34 2-1,-50-5 18,0 1 0,-1-1 0,1 1-1,0 0 1,0 0 0,0 0 0,-1 0 0,6 3 0,7 2 18,62 8 17,83 4 0,-147-17-36,269 12-25,12-13 83,-270 1-35,1-2 1,-1-1-1,26-5 1,-27 2-44,0 2 0,0 0 0,44 1 0,1-1 0,-39 2 1,33 2 0,-36 0 7,46-3 1,-38 0 34,1 1 0,36 4 0,10 0-23,103 2 33,89-2-140,151-11 98,-354 8-30,-33 1 28,124-4-28,-141 2 37,0 2 0,26 3 1,22 1-5,95 2-15,34 0 37,163-8-153,-157-10 55,-88 2 87,255-1 14,-198 7-32,123-6 108,324 9-217,-358-2 56,-168 0 49,60 2-10,70-4 5,-36-1-6,245 4-62,-160-2-31,-11-11 75,-133 5 10,110-17-17,-90 9 71,38-2-64,-72 14 59,106 0-17,66 6-23,281-6 98,-370-2-18,198-3-96,-314 10 44,259 9-2,-42 7-21,-151-10 16,-13-3 11,46 3 16,20-3-28,-30-3-8,7 1 31,-39-2-39,-25 0 46,20 0-12,343 17-66,-170-15 106,-144-3-43,-28-3 11,29 1-18,-5 2-9,96 5 40,68 13-43,-114-7 51,636 17 262,-2-22 240,-809-4-516,39 0 233,-1-4 0,90-15 0,-125 10-377,-34 8-146,-2 0 139,0-1-1,-1 1 1,0-1 0,1 1 0,-1-1-1,0 1 1,0 0 0,1-1 0,-1 1 0,0 0-1,-1 0 1,-1-2 0,-1-2-309,0 0-143,-1 0-1,1 1 0,-1 0 1,0 0-1,-9-6 1,-19-7-4812,-15-5-4716</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1:42.105"/>
    </inkml:context>
    <inkml:brush xml:id="br0">
      <inkml:brushProperty name="width" value="0.025" units="cm"/>
      <inkml:brushProperty name="height" value="0.025" units="cm"/>
    </inkml:brush>
  </inkml:definitions>
  <inkml:trace contextRef="#ctx0" brushRef="#br0">46 3123 2800,'-2'0'273,"0"-1"0,0 1-1,0-1 1,0 1-1,0 0 1,0 0 0,0-1-1,0 2 1,0-1 0,0 0-1,-1 0 1,1 1-1,0-1 1,-3 2 0,-4 0-262,7-1 2630,4-2-2389,55-20 846,-56 20-1087,0 1 0,1 0 0,-1-1 0,0 1 0,1 0 0,-1 0-1,0 0 1,0 0 0,1 0 0,-1 0 0,0 0 0,1 0 0,-1 1-1,0-1 1,3 1 0,1 1 33,5-2-1,0 0 0,0 0 0,0-1 0,0 0 0,0-1 0,-1 0 0,1-1 0,-1 0 0,1 0 0,8-5 0,35-11 61,-10 5-61,69-33 0,-65 27-74,-25 10 0,41-18-234,85-25 1,-108 41 296,-19 5-89,40-7 0,72-14-73,-110 23 33,39-5 1,-40 7 66,36-9 0,69-21 1,-91 24-6,69-10 1,-80 15 111,30-8-123,-31 6-125,47-5 0,-58 9 17,0 0-1,21-6 1,22-4-13,-16 5-47,55-17 0,-46 9 203,51-7 0,7-2 18,234-44-119,-297 61 10,207-35-410,-150 25 808,87-19 253,-7 0-352,-71 12-134,-67 16-192,77-12 276,19-1-166,-21 3 134,77-11 376,-128 17-262,121-29 49,-124 27-129,81-10-189,15-4 301,-59 11-147,34-9-20,38-15-115,-23 10-48,-56 12 135,26-7-23,-2-2-102,138-41 59,-213 58 74,27-1-119,-20 4 9,-18 3 66,63-1 1,-2 0-83,-56 1 38,12-1-3,58-15-1,-30 3-2,34-10 23,-9 0 7,-7 3-2,-49 14-8,80-13-11,27-7-68,14-6-49,-112 26 34,123-20-111,-63 12 240,-52 9 22,58-12-28,-34 4-10,-44 10-18,50-15-1,95-27-168,-126 38 108,130-29-386,2-9 586,20-8 159,-87 19-266,313-75-151,-211 64-82,-141 29 96,50-14 158,-44 6-92,192-69 260,-153 51-103,6-2-78,-92 31 65,99-21 0,-133 35-78,55-9 110,6-3-81,29-7 58,-65 13-116,42-3 0,-36 6-5,-3 0 35,105-20-5,-122 23-14,31-2 1,-31 4-2,30-6 1,267-51-88,40-9 147,-40 1-41,-85 9-62,439-89-288,-400 84 374,-22 8 26,-86 23-284,-92 19 130,-43 9 31,-25 3-71,1 1-1,-1-1 1,0-1-1,12-3 0,-16 4-986</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1:56.219"/>
    </inkml:context>
    <inkml:brush xml:id="br0">
      <inkml:brushProperty name="width" value="0.025" units="cm"/>
      <inkml:brushProperty name="height" value="0.025" units="cm"/>
    </inkml:brush>
  </inkml:definitions>
  <inkml:trace contextRef="#ctx0" brushRef="#br0">14 27 3592,'-13'-26'17673,"14"28"-17525,1 0-113,0 1 0,0 0 0,1-1 0,-1 0 0,1 1 0,-1-1 0,1 0 0,-1 0 0,1 0 0,6 2 0,-4-2 15,0-1 0,0 0 1,1 0-1,-1 0 0,1 0 0,9-1 0,179 13 406,-189-14-454,0 1 1,0 0-1,0 0 0,0 0 0,0 0 0,0 1 0,8 2 0,1 1 17,74 6-56,146-1 0,-43 1 15,-83-4 45,-54-2-1,127 15-51,-68-6 96,48-1-75,95 12 7,-174-11 22,19 2-13,-50-10-54,119 11 51,-110-13 12,70 7-32,-62-6 20,129-7 0,-49-2 28,4-3-56,518-16 31,-277 2-20,-54 5-33,-44-8 26,168-11 16,-354 28-22,199-8 63,-215 11-27,78 1 225,-94 2-113,12-1 137,-74 2-644,-15 1 336,1 0-1,-1 0 1,0 0 0,0 0 0,0 0 0,0 0 0,0 0 0,0-1-1,0 1 1,0 0 0,0 0 0,0 0 0,0 0 0,0 0 0,0-1-1,0 1 1,0 0 0,0 0 0,0 0 0,0 0 0,0 0 0,0-1-1,0 1 1,0 0 0,0 0 0,0 0 0,0 0 0,0 0 0,0 0-1,0-1 1,0 1 0,-1 0 0,1 0 0,0 0 0,0 0-1,0 0 1,0 0 0,0 0 0,0 0 0,0-1 0,-1 1 0,1 0-1,0 0 1,0 0 0,0 0 0,0 0 0,0 0 0,-30-16-7261,24 13 6088,-24-10-7771</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1:57.953"/>
    </inkml:context>
    <inkml:brush xml:id="br0">
      <inkml:brushProperty name="width" value="0.025" units="cm"/>
      <inkml:brushProperty name="height" value="0.025" units="cm"/>
    </inkml:brush>
  </inkml:definitions>
  <inkml:trace contextRef="#ctx0" brushRef="#br0">0 71 10133,'17'-30'1465,"-14"24"4130,-4 4-5002,-10-23 341,10 22-191,28 1-13,-22 1-659,0 0 1,0 1-1,0-1 1,0 1-1,0 1 1,0-1-1,6 2 1,81 13 679,-49-10-520,130 17 193,63 13-44,-208-30-369,146 21 151,-68-14-46,94 5 33,122-6-132,-58 0 4,91-9-7,214 7-53,-512-7 48,154 11-7,331 30 69,-224-35-65,-158-6 41,6 2-72,169 2-3,-50 8 10,-134-5 22,532-29-55,-143-12 31,-14 18 41,-97 4 151,-297 3-145,94-2 37,171-4 383,-374 12-234,34-6 0,-35 3 235,31 0 0,1 4 221,-49 0-308,11 4-143,-6-1-381,-11-2-990,-20-4-1682,6 1 2427,-102-12-9187,48 5 433</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1:37.923"/>
    </inkml:context>
    <inkml:brush xml:id="br0">
      <inkml:brushProperty name="width" value="0.025" units="cm"/>
      <inkml:brushProperty name="height" value="0.025" units="cm"/>
    </inkml:brush>
  </inkml:definitions>
  <inkml:trace contextRef="#ctx0" brushRef="#br0">0 868 4124,'0'0'1187,"2"-3"-371,11-24 654,-11 24 2719,31 9-2744,-30-5-267,0-2-771,2 1-328,5-2 142,0 1 0,0-1 0,-1-1 0,1 0-1,0 0 1,-1-1 0,11-6 0,2-2 1,-15 8-126,1-1-1,-1 1 1,14-12-1,25-25 158,59-41-1,-51 42-275,21-14 119,133-65-96,-134 80-398,144-53 0,-78 39-561,-101 38 651,50-27-1,-61 27 108,79-50-357,-66 39 450,-36 23 94,17-15 3,5-3 43,-24 20-17,-1-1 8,17-12 31,-17 13-52,14-9-51,-2 2 31,-11 6 288,-1 1-237,2-1-55,-3 1 27,0 1 0,0-1 0,0 1 1,0-1-1,0 1 0,0-1 0,0 1 0,0 0 1,0 0-1,0-1 0,0 1 0,0 0 0,0 0 0,0 0 1,0 0-1,0 0 0,0 0 0,0 0 0,0 0 0,0 0 1,0 1-1,0-1 0,0 0 0,0 1 0,0-1 1,0 1-1,0-1 0,1 2 0,0-1-5,0 1 0,0-1 0,-1 1 0,1 0 0,0 0 0,-1 0-1,1 0 1,-1 0 0,1 0 0,-1 1 0,0-1 0,2 4 0,8 36 42,-1-4-109,2-8-113,29 49 1,-31-64 12,0-1 1,1 0-1,0 0 1,24 20 0,4-2-393,83 54 0,-66-46-864,95 87 0,-119-99 490,-27-23 561,0 0-1,1 0 0,-2 0 1,1 0-1,-1 1 1,0 0-1,0 0 1,0 0-1,-1 0 0,4 9 1,8 24-1502</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1:38.177"/>
    </inkml:context>
    <inkml:brush xml:id="br0">
      <inkml:brushProperty name="width" value="0.025" units="cm"/>
      <inkml:brushProperty name="height" value="0.025" units="cm"/>
    </inkml:brush>
  </inkml:definitions>
  <inkml:trace contextRef="#ctx0" brushRef="#br0">1 118 3032,'55'-29'532,"-22"-1"-484,-13 4-444,-14 13-568,11-7 272</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1:38.559"/>
    </inkml:context>
    <inkml:brush xml:id="br0">
      <inkml:brushProperty name="width" value="0.025" units="cm"/>
      <inkml:brushProperty name="height" value="0.025" units="cm"/>
    </inkml:brush>
  </inkml:definitions>
  <inkml:trace contextRef="#ctx0" brushRef="#br0">1 117 2228,'0'0'793,"1"-2"35,42-37 4475,-26 28-4521,-1 2 205,39-30-100,-53 37-802,12-7 90,-11 8-163,0 0 1,-1 0 0,1 0 0,0 1-1,0-1 1,-1 1 0,1 0-1,0-1 1,0 1 0,0 0-1,0 1 1,0-1 0,-1 0-1,1 1 1,0 0 0,0 0 0,-1 0-1,1 0 1,0 0 0,4 3-1,3 2 16,0 1 0,-1 0 0,14 13 0,-19-16 0,221 210 786,51 44-1341,-197-193-817,93 59 1,9-17-3352,-116-76 2300</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2:00.004"/>
    </inkml:context>
    <inkml:brush xml:id="br0">
      <inkml:brushProperty name="width" value="0.025" units="cm"/>
      <inkml:brushProperty name="height" value="0.025" units="cm"/>
    </inkml:brush>
  </inkml:definitions>
  <inkml:trace contextRef="#ctx0" brushRef="#br0">24 96 6205,'9'-19'1410,"-8"15"2293,-1 1-2639,-2-8-683,0 7-2,1-1 0,1 1 0,-1-1-1,1 0 1,-1 1 0,1-1 0,1-7-1,1 6-1076,-1-3 4030,-11 14-790,9-4-2512,-1 0-1,1 1 0,0-1 0,0 0 1,0 1-1,0-1 0,0 1 1,0 0-1,0-1 0,0 1 1,1 0-1,-1 0 0,1-1 0,-1 1 1,1 0-1,0 0 0,0 0 1,-1 2-1,2 40 203,0-28-114,-6 105 448,2-66-294,5 82-1,24 164 186,-24-246-462,2 11-704,-4-62-14,-6-25-6676,3-11 2847,2 9-2518</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2:03.441"/>
    </inkml:context>
    <inkml:brush xml:id="br0">
      <inkml:brushProperty name="width" value="0.025" units="cm"/>
      <inkml:brushProperty name="height" value="0.025" units="cm"/>
    </inkml:brush>
  </inkml:definitions>
  <inkml:trace contextRef="#ctx0" brushRef="#br0">42 0 6109,'14'17'1447,"-14"-16"-1352,0-1 0,0 1-1,0 0 1,-1 0 0,1-1-1,0 1 1,0 0 0,0 0 0,-1-1-1,1 1 1,0 0 0,-1-1 0,1 1-1,-1 0 1,1-1 0,-1 1 0,1-1-1,-1 1 1,1 0 0,-1-1 0,1 0-1,-1 1 1,0-1 0,0 1-1,0 0 168,-1 2-25,-1 0 1,1 1-1,0-1 1,0 1 0,0-1-1,1 1 1,-1 0-1,1-1 1,0 1 0,0 0-1,0 0 1,0 5-1,-4 17 351,1-6-281,0 0 1,2 0-1,0 35 1,-2 9-749,3-55-520,-1 17 174,6-7-4105,1-3-135</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2:03.627"/>
    </inkml:context>
    <inkml:brush xml:id="br0">
      <inkml:brushProperty name="width" value="0.025" units="cm"/>
      <inkml:brushProperty name="height" value="0.025" units="cm"/>
    </inkml:brush>
  </inkml:definitions>
  <inkml:trace contextRef="#ctx0" brushRef="#br0">14 1 5424,'0'49'1353,"9"-33"-249,-12 4-96,0-1-300,0 4-136,-1 0-136,4 0-112,0 0-52,-3-6 36,0 2-304,-1 1-388,4 3-28</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2:03.769"/>
    </inkml:context>
    <inkml:brush xml:id="br0">
      <inkml:brushProperty name="width" value="0.025" units="cm"/>
      <inkml:brushProperty name="height" value="0.025" units="cm"/>
    </inkml:brush>
  </inkml:definitions>
  <inkml:trace contextRef="#ctx0" brushRef="#br0">50 0 4436,'-13'13'1341,"-4"4"1243,14 6-1992,0-4 300,-4 4-604,4-6-152,0 2-612,3 4-524</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2:03.909"/>
    </inkml:context>
    <inkml:brush xml:id="br0">
      <inkml:brushProperty name="width" value="0.025" units="cm"/>
      <inkml:brushProperty name="height" value="0.025" units="cm"/>
    </inkml:brush>
  </inkml:definitions>
  <inkml:trace contextRef="#ctx0" brushRef="#br0">37 0 5721,'-4'27'1196,"4"-4"-72,-6-1-284,-1 1 328,4 4-772,3-4-84,-3-4-112,-1-2-296,-2 9-808,3 0-404</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2:04.129"/>
    </inkml:context>
    <inkml:brush xml:id="br0">
      <inkml:brushProperty name="width" value="0.025" units="cm"/>
      <inkml:brushProperty name="height" value="0.025" units="cm"/>
    </inkml:brush>
  </inkml:definitions>
  <inkml:trace contextRef="#ctx0" brushRef="#br0">40 1 7205,'-10'91'3831,"9"-69"-3298,-2 0-1,0 0 0,-6 22 1,-5 27 786,16-44-1315,0-18-6278</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2:04.588"/>
    </inkml:context>
    <inkml:brush xml:id="br0">
      <inkml:brushProperty name="width" value="0.025" units="cm"/>
      <inkml:brushProperty name="height" value="0.025" units="cm"/>
    </inkml:brush>
  </inkml:definitions>
  <inkml:trace contextRef="#ctx0" brushRef="#br0">26 0 7753,'-16'20'1772,"23"0"948,-7 3-1648,3 0 564,-3 9-1044,0-2 48,0-7-279,3 0-81,0 3-244,-3 0-320,-6-9-365,-4-1-247,0-3-11153</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2:04.981"/>
    </inkml:context>
    <inkml:brush xml:id="br0">
      <inkml:brushProperty name="width" value="0.025" units="cm"/>
      <inkml:brushProperty name="height" value="0.025" units="cm"/>
    </inkml:brush>
  </inkml:definitions>
  <inkml:trace contextRef="#ctx0" brushRef="#br0">58 0 9181,'-12'6'1971,"22"-7"-485,12 0 3584,-24 2-4872,0 1 0,0-1-1,0 1 1,1 0 0,-1 0-1,1 0 1,-1 0 0,1 0-1,0 0 1,-2 3-1,1 0-28,1 1-1,-1-1 0,1 0 0,0 1 0,1-1 1,-1 7-1,-2 20 239,-6 16 29,-27 168 2766,34-201-2957,1 1 0,1-1 0,0 1 0,1-1 0,1 0 0,1 0 0,0 1 0,0-1 0,7 15 0,-6-21-140,0-1 0,0 1-1,0-1 1,2 0-1,-1 0 1,1 0-1,0-1 1,0 0 0,1 0-1,0 0 1,0-1-1,0 0 1,1-1 0,0 0-1,14 7 1,-8-6-161,1 0 1,-1-2-1,1 0 0,0 0 1,0-2-1,1 0 1,27 0-1,-30-2-767,0 0 0,-1-2 1,1 1-1,-1-2 0,24-7 0,-12-2-2856,-11-3-2694,-1-4-4438</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2:05.437"/>
    </inkml:context>
    <inkml:brush xml:id="br0">
      <inkml:brushProperty name="width" value="0.025" units="cm"/>
      <inkml:brushProperty name="height" value="0.025" units="cm"/>
    </inkml:brush>
  </inkml:definitions>
  <inkml:trace contextRef="#ctx0" brushRef="#br0">0 245 7785,'0'0'12265,"2"-2"-10348,6-5-1003,0 0 0,0 1 0,1 0 0,0 1 0,0-1 0,12-3 0,65-23 1190,-54 21-1095,36-13-616,263-83 503,-286 93-896,-23 6-85,-21 8-58,1 0 1,-1 0 0,0 0-1,0 0 1,1 0 0,-1 0-1,0 0 1,0 0 0,0 1-1,1-1 1,-1 0 0,0 1-1,0-1 1,0 1 0,0-1-1,1 1 1,-1 0 0,0-1-1,0 1 1,1 2 0,-66 6-7016,24 3-171,1-5-4893</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2:06.342"/>
    </inkml:context>
    <inkml:brush xml:id="br0">
      <inkml:brushProperty name="width" value="0.025" units="cm"/>
      <inkml:brushProperty name="height" value="0.025" units="cm"/>
    </inkml:brush>
  </inkml:definitions>
  <inkml:trace contextRef="#ctx0" brushRef="#br0">24 1 7397,'16'29'11485,"-36"-25"-8939,4-2-1150,13-1-78,5 2-141,22 24 668,39 34 1,14 16-945,12 34-1726,-77-96 212,30 41-4839,-40-52 1917</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2:06.690"/>
    </inkml:context>
    <inkml:brush xml:id="br0">
      <inkml:brushProperty name="width" value="0.025" units="cm"/>
      <inkml:brushProperty name="height" value="0.025" units="cm"/>
    </inkml:brush>
  </inkml:definitions>
  <inkml:trace contextRef="#ctx0" brushRef="#br0">115 0 10881,'-9'35'10842,"4"17"-7949,-4 14-2541,-49 236 1179,25 5-2362,32-282 242,1 0 0,1 1 0,2-1 0,0 0 1,10 35-1,-10-44-907,-2-13-539</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2:07.542"/>
    </inkml:context>
    <inkml:brush xml:id="br0">
      <inkml:brushProperty name="width" value="0.025" units="cm"/>
      <inkml:brushProperty name="height" value="0.025" units="cm"/>
    </inkml:brush>
  </inkml:definitions>
  <inkml:trace contextRef="#ctx0" brushRef="#br0">225 1 10273,'0'0'7326,"-1"3"-6095,-9 41 177,-1-1 0,-26 60 0,-6 16-851,-26 162 361,41-154-443,5 10 807,22-132-1165,0-1 0,1 0 0,0 1 0,-1-1-1,2 0 1,-1 1 0,0-1 0,1 0 0,0 1 0,0-1 0,0 0 0,1 0 0,-1 0 0,1 0 0,0 0 0,3 5 0,-3-7-3,0 1 0,-1-1 0,1 0-1,0 0 1,0 0 0,1 0 0,-1 0 0,0 0 0,0 0 0,1-1 0,-1 1-1,1-1 1,0 0 0,-1 0 0,1 0 0,0 0 0,0 0 0,3 0 0,2 0 177,1 0 0,-1 0 1,1-1-1,16-2 0,49-8 146,132-35-1,-123 28-436,-48 9-170,-28 9-412,0 0-421,-6-1 926,-1 0 0,1 0 0,-1 1 0,1-1 0,-1 0 0,1 0 0,-1 0 1,1 0-1,-1 0 0,1 0 0,-1 0 0,1 0 0,-1 0 0,1 0 1,-1 0-1,1 0 0,-1-1 0,1 1 0,-1 0 0,0 0 0,1-1 0,-1 1 1,1 0-1,-1 0 0,1-1 0,-1 1 0,0 0 0,1-1 0,-1 1 1,0 0-1,1-1 0,-1 1 0,0-1 0,1 0 0,-14-15-2798,12 14 2661,0 1 0,1 0-1,-1 0 1,0 1-1,0-1 1,0 0 0,-1 0-1,1 0 1,0 1-1,0-1 1,0 0 0,0 1-1,-1-1 1,1 1 0,0 0-1,-1-1 1,-1 1-1,0 1-563,0-1 0,0 1 0,1 0 0,-1 1 0,0-1-1,1 0 1,-1 1 0,-2 2 0,-37 18-10822</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2:07.920"/>
    </inkml:context>
    <inkml:brush xml:id="br0">
      <inkml:brushProperty name="width" value="0.025" units="cm"/>
      <inkml:brushProperty name="height" value="0.025" units="cm"/>
    </inkml:brush>
  </inkml:definitions>
  <inkml:trace contextRef="#ctx0" brushRef="#br0">59 66 12713,'-20'-2'858,"0"0"691,1 2 9904,39-5-7768,2-1-2374,-6 6-988,0 0 1,19 4-1,28 0-95,55-9-228,38 1 0,-116 7 77,-26-1-233,0-1 0,23-2 0,-36 1 32,0 0 0,0 0 1,0 0-1,-1 0 0,1 0 1,0 0-1,0-1 0,0 1 1,0 0-1,-1-1 0,1 1 1,0 0-1,0-1 1,-1 1-1,1-1 0,0 0 1,-1 1-1,1-1 0,0 1 1,-1-1-1,1 0 0,-1 1 1,1-1-1,-1 0 0,1 0 1,-1 1-1,0-1 0,1 0 1,-1-1-1,0 1-180,0-1-1,0 1 0,0 0 1,0-1-1,0 1 1,0-1-1,0 1 0,-1 0 1,1-1-1,-1 1 1,1 0-1,-1-1 0,1 1 1,-1 0-1,0 0 1,1-1-1,-1 1 0,-2-2 1,2 2-228,0 1 0,0-1-1,0 0 1,0 1 0,0-1 0,0 0 0,-1 1 0,1 0 0,0-1 0,0 1 0,0 0 0,-1-1-1,-1 1 1,-30-6-11913</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2:08.128"/>
    </inkml:context>
    <inkml:brush xml:id="br0">
      <inkml:brushProperty name="width" value="0.025" units="cm"/>
      <inkml:brushProperty name="height" value="0.025" units="cm"/>
    </inkml:brush>
  </inkml:definitions>
  <inkml:trace contextRef="#ctx0" brushRef="#br0">0 20 17094,'0'0'6915,"4"0"-4876,11-3-744,-6 1-297,1 0 1,0 1 0,11 0 0,244 29 109,-261-27-1440,-1 0 0,1-1-1,-1 1 1,1-1-1,-1 0 1,1 0 0,-1 0-1,1-1 1,6-1 0,-5 0-928,-1 0 0,1-1 0,0 0 0,-1 0 0,7-6 0,5 0-5733,1 1-4593</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2:08.727"/>
    </inkml:context>
    <inkml:brush xml:id="br0">
      <inkml:brushProperty name="width" value="0.025" units="cm"/>
      <inkml:brushProperty name="height" value="0.025" units="cm"/>
    </inkml:brush>
  </inkml:definitions>
  <inkml:trace contextRef="#ctx0" brushRef="#br0">948 37 14917,'1'-3'1959,"4"-27"1517,-4 27 1752,-3 3-5196,1 1 0,-1-1 1,1 1-1,0-1 0,-1 1 1,1 0-1,0-1 0,0 1 1,-1 0-1,1 0 0,0 0 1,-2 1-1,-1 2-18,-8 6-222,0 0 0,1 1 0,-11 13 0,13-12-46,-2-1 1,0-1-1,-20 16 1,14-16 83,0 0 0,-2-1 0,1-1-1,-1-1 1,-28 7 0,36-12 209,0 0 0,-1-1-1,1 0 1,0-1-1,-19-2 1,17 1 71,1 0 260,-1 0-1,1-1 1,-1-1-1,-13-5 1,-12-2 1277,37 9-1494,-1 1 1,0-1 0,1 0-1,-1-1 1,1 1 0,0 0-1,-1 0 1,1-1 0,0 1-1,0-1 1,0 1 0,-2-4-1,1 2 323,0 1-262,1 0 0,-1 0 0,1 0 0,0 0-1,0-1 1,0 1 0,0 0 0,0-1 0,0-3 0,-1 1 168,1 2 154,-2 7-314,-9 12-217,2 1 0,0 1 0,1 0 0,1 0 0,0 0 0,-7 31-1,-3 1-7,-29 78 3,-120 349 0,131-354 0,-39 247 0,70-333 0,2 74 0,3-97 0,1 1 0,1-1 0,1 0 0,0 0 0,0 0 0,1 0 0,1-1 0,8 16 0,-6-18 0,0-1 0,1 0 0,0 0 0,0 0 0,1-1 0,0-1 0,1 1 0,0-2 0,17 11 0,-2-3 0,1-1 0,0-2 0,29 9 0,-19-10 0,1-3 0,0-1 0,0-2 0,0-1 0,40-2 0,64 8 0,-119-6-774,-21-4 603,0 1 0,-1-1 0,1 0 0,0 1 0,0-1 0,-1 0 1,1 0-1,0 0 0,0 0 0,0 0 0,-1 0 0,1 0 0,0 0 0,0 0 0,0 0 1,-1 0-1,1-1 0,0 1 0,1-1 0,-2 0-166,1-1-1,-1 0 0,0 0 1,0 1-1,0-1 1,0 0-1,0 0 1,0 1-1,0-1 1,-1 0-1,1 0 0,-1-1 1,1 3 185,0-1 0,-1 1 0,1 0 0,0 0 0,0 0-1,0 0 1,0 0 0,0-1 0,0 1 0,0 0 0,0 0 0,0 0 0,0 0 0,0 0 0,0 0 0,0 0 0,0-1 0,-1 1 0,1 0 0,0 0 0,0 0-1,0 0 1,0 0 0,0 0 0,0 0 0,-1 0 0,1 0 0,0 0 0,0 0 0,0 0 0,0 0 0,0 0 0,0 0 0,-1 0 0,1 0 0,0 0-1,0 0 1,0 0 0,0 0 0,0 0 0,-1 0 0,1 0 0,0 0 0,0 0 0,0 0 0,0 0 0,0 0 0,0 0 0,-1 0 0,1 0 0,0 1-1,-25 1-13142</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2:09.120"/>
    </inkml:context>
    <inkml:brush xml:id="br0">
      <inkml:brushProperty name="width" value="0.025" units="cm"/>
      <inkml:brushProperty name="height" value="0.025" units="cm"/>
    </inkml:brush>
  </inkml:definitions>
  <inkml:trace contextRef="#ctx0" brushRef="#br0">24 1 10901,'15'11'1682,"-13"-7"-249,-12-4 1967,-20-9 5857,32 11-8176,11 9 42,-2 0 0,20 24 0,-6-5-468,66 57 299,-24-23-3126,-61-58 1053,1-1-1,1 0 1,-1 0 0,1-1-1,-1 0 1,11 4 0</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2:09.418"/>
    </inkml:context>
    <inkml:brush xml:id="br0">
      <inkml:brushProperty name="width" value="0.025" units="cm"/>
      <inkml:brushProperty name="height" value="0.025" units="cm"/>
    </inkml:brush>
  </inkml:definitions>
  <inkml:trace contextRef="#ctx0" brushRef="#br0">231 14 13025,'27'-13'2072,"-29"17"973,-15 28-180,1 17-1203,-24 49 1,-12 34-15,21-39-971,-28 95-477,49-147-610,1 1 0,-5 68 0,10-60-241,2-26-663,0 1 0,3 40 0,0-61-847,2-2-2181,2 4 2344,-2-3 147,12 12-5847</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2:09.751"/>
    </inkml:context>
    <inkml:brush xml:id="br0">
      <inkml:brushProperty name="width" value="0.025" units="cm"/>
      <inkml:brushProperty name="height" value="0.025" units="cm"/>
    </inkml:brush>
  </inkml:definitions>
  <inkml:trace contextRef="#ctx0" brushRef="#br0">157 1 12189,'0'0'2310,"-2"1"-253,0 0-1656,-43 24 3154,42-22-3393,0-1-1,0 1 1,0 0 0,0 0-1,0 0 1,1 0-1,-1 0 1,1 0 0,0 1-1,0-1 1,-2 5-1,-11 29 763,-32 98 1747,43-121-2423,1 0 1,1-1-1,0 1 1,1 0-1,0 0 1,1 0-1,1 0 0,2 17 1,-1-24-169,0 1 1,1-1 0,0 0-1,0-1 1,0 1-1,1 0 1,0-1 0,0 0-1,0 0 1,1 0-1,0 0 1,0-1 0,1 0-1,-1 0 1,1 0-1,0-1 1,8 5-1,-1-1 25,1-2 0,0 1-1,0-1 1,1-1-1,0-1 1,0 0-1,20 2 1,12 1 124,-8 0-1465,72 2 1,-108-9 1034,-1 0 0,1-1 0,-1 1 0,1-1 0,-1 1 0,1-1 0,-1 0 0,0 0 0,1 0 0,-1 0 0,0 0 0,0-1 0,0 1 0,0-1 0,0 1 0,0-1 0,0 0 0,0 0 1,2-3-1,9-13-4872,-7 7-487,0 3-5131</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2:09.926"/>
    </inkml:context>
    <inkml:brush xml:id="br0">
      <inkml:brushProperty name="width" value="0.025" units="cm"/>
      <inkml:brushProperty name="height" value="0.025" units="cm"/>
    </inkml:brush>
  </inkml:definitions>
  <inkml:trace contextRef="#ctx0" brushRef="#br0">0 23 17042,'10'-10'2220,"-20"-3"1216,30 16-2300,0 1-100,-1 2-212,4-3-364,3 1-584,1-1-416,5-3-472,1 3-712,-10-3-828,7 0-3445</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2:10.521"/>
    </inkml:context>
    <inkml:brush xml:id="br0">
      <inkml:brushProperty name="width" value="0.025" units="cm"/>
      <inkml:brushProperty name="height" value="0.025" units="cm"/>
    </inkml:brush>
  </inkml:definitions>
  <inkml:trace contextRef="#ctx0" brushRef="#br0">53 23 14357,'-53'-10'10296,"58"10"-9057,78-8-93,1 4 0,0 4 0,-1 3-1,1 4 1,116 25 0,-183-29-1146,-1 2 0,29 10 0,-38-12 0,-1 0 0,0 0 0,-1 1 0,1-1 0,-1 2 0,1-1 0,-1 0 0,0 1 0,-1 0 0,7 8 0,-2 1 0,0 1 0,-1 1 0,0 0 0,-1 0 0,-1 0 0,-1 1 0,6 28 0,9 126 0,-15-106 0,26 316 0,27 259 0,-53-601 0,26 250 0,-27-218 0,-3 1 0,-10 77 0,5-112 0,-2 0 0,-1-1 0,-16 45 0,17-62 0,-2-1 0,0 0 0,-1-1 0,-1 0 0,-1 0 0,0-1 0,-26 28 0,24-31-19,0 0 0,-1-1 0,-1 0 0,-20 12 0,26-18-40,0-2 0,-1 1 0,0-1 0,0-1 0,0 0 0,0 0 0,0-1 0,0-1 0,-13 2 0,12-2-305,-1-1 1,1 0 0,-1 0-1,0-1 1,1-1 0,-1 0 0,1-1-1,0 0 1,0 0 0,0-1-1,0 0 1,1-1 0,-1-1 0,1 0-1,0 0 1,-15-13 0,15 10-240,1 0 1,-1-1-1,2-1 0,-1 1 1,2-1-1,-1-1 1,1 1-1,1-1 1,0 0-1,-6-20 0,8 17-1631,0-1-1,-3-24 0,2-11-7354</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2:10.900"/>
    </inkml:context>
    <inkml:brush xml:id="br0">
      <inkml:brushProperty name="width" value="0.025" units="cm"/>
      <inkml:brushProperty name="height" value="0.025" units="cm"/>
    </inkml:brush>
  </inkml:definitions>
  <inkml:trace contextRef="#ctx0" brushRef="#br0">40 29 11389,'-33'22'2609,"27"-18"2611,24-10-683,4-1-2704,168-13 4898,-99 10-6383,44-2-248,-97 17-962,-34-4-1042,-7-1-939,-51 16-8534,9-3-1420</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2:11.072"/>
    </inkml:context>
    <inkml:brush xml:id="br0">
      <inkml:brushProperty name="width" value="0.025" units="cm"/>
      <inkml:brushProperty name="height" value="0.025" units="cm"/>
    </inkml:brush>
  </inkml:definitions>
  <inkml:trace contextRef="#ctx0" brushRef="#br0">0 112 19514,'102'-49'3080,"-56"36"-156,0 3-355,6 0-209,4 4-520,6 2-1360,0-2-480,-3-1 0,-3 4 0,-10 0 0,-23 3 0,6 0 0,-3 0 0,-42 13-15105,-20 3 427</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2:12.023"/>
    </inkml:context>
    <inkml:brush xml:id="br0">
      <inkml:brushProperty name="width" value="0.025" units="cm"/>
      <inkml:brushProperty name="height" value="0.025" units="cm"/>
    </inkml:brush>
  </inkml:definitions>
  <inkml:trace contextRef="#ctx0" brushRef="#br0">0 764 9013,'1'-2'7882,"1"-3"-3596,-1 3-4065,0-1 0,1 1 0,-1 0 0,1 0 1,-1 0-1,1 0 0,0 0 0,0 0 0,-1 0 0,1 1 0,1-1 1,-1 1-1,3-2 0,7-3-3,-1 0-1,0-1 1,0 0-1,0-1 1,-1 0 0,0 0-1,-1-1 1,0-1-1,10-12 1,-7 9-213,-7 8-78,0 0 0,-1 0-1,1-1 1,-1 0 0,0 1 0,0-2 0,4-8-1,63-198-961,-54 134 885,6-16 151,-8 33 137,-9 37 52,11-33-1,-16 56-139,0-1 1,0 0-1,-1 0 0,1 1 0,-1-1 1,0 0-1,0-4 0,0-3 56,1 7 129,-2 8-188,-20 60-33,13-45 26,2 0 1,0 0 0,-5 41 0,8-38-40,0 5 151,1 0 0,2 43 1,0-62-82,1 0 0,1 0 1,-1 0-1,2-1 0,-1 1 0,1-1 1,0 1-1,8 12 0,-8-15-31,1 0 0,0 0 0,1 0 0,-1-1 0,1 1 0,0-1 0,1 0 0,-1-1 0,1 1-1,0-1 1,0 0 0,0-1 0,1 1 0,-1-1 0,1-1 0,0 1 0,9 1 0,-2-1-9,0-1 1,1 0-1,-1-1 1,0-1-1,1 0 1,-1-1-1,0-1 1,1 0-1,-1-1 1,0 0-1,26-11 0,-28 9-66,-1 0 0,-1-1 0,1 0 0,-1 0 0,0-2 0,0 1 0,-1-1 0,0 0 0,0-1 0,-1 0 0,0 0-1,-1-1 1,0 0 0,8-16 0,-7 7-223,-2-1 0,0 0 0,-1-1 0,5-40 0,-10 59 240,1 1 4,-1 0 0,0 0-1,0 0 1,0-1 0,-1 1-1,1 0 1,0 0 0,0 0 0,0 1-1,-1-1 1,1 0 0,0 0-1,-1 0 1,1 0 0,-1 0-1,1 0 1,-1 0 0,-1-1 0,-1-2-30,-5-8-67,8 12 111,0 0-1,0 0 1,0 0-1,0 0 0,-1 0 1,1 0-1,0 0 1,0 0-1,0 0 1,0 0-1,0-1 1,-1 1-1,1 0 0,0 0 1,0 0-1,0 0 1,0 0-1,0 0 1,-1 0-1,1 0 1,0 0-1,0 0 0,0 1 1,0-1-1,0 0 1,-1 0-1,1 0 1,0 0-1,0 0 1,0 0-1,0 0 0,0 0 1,0 0-1,0 0 1,-1 0-1,1 1 1,0-1-1,0 0 1,0 0-1,0 0 0,0 0 1,0 1-1,-7 27 368,6-12-193,0 0 0,2-1 0,-1 1 0,2 0 0,0-1 0,0 1 0,2-1 0,0 0 0,10 24 1,-7-21-76,2 0 1,0 0-1,1-1 1,1 0 0,1 0-1,0-2 1,17 18-1,-18-24-457,-1-1 0,2 1 0,-1-2 0,1 0 0,0 0 0,1-1 0,0-1 0,-1 0 0,2 0 0,-1-1 0,0-1 0,1-1 0,24 3 0,-33-5-540,0 0 0,0 0 0,0 0 0,0 0 0,0-1-1,-1 0 1,1 0 0,0 0 0,0 0 0,7-4 0,-11 4 611,43-17-10538</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2:12.467"/>
    </inkml:context>
    <inkml:brush xml:id="br0">
      <inkml:brushProperty name="width" value="0.025" units="cm"/>
      <inkml:brushProperty name="height" value="0.025" units="cm"/>
    </inkml:brush>
  </inkml:definitions>
  <inkml:trace contextRef="#ctx0" brushRef="#br0">47 1 13101,'-38'0'2412,"30"0"2291,9 4-2627,3 18-143,2 0 0,15 37 0,4 16-502,-15-34-1091,4 46-1,-13-71-1443,0 0-1,-1 0 1,-2 17-1,-7 0-6309,7-28 3898</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2:14.335"/>
    </inkml:context>
    <inkml:brush xml:id="br0">
      <inkml:brushProperty name="width" value="0.025" units="cm"/>
      <inkml:brushProperty name="height" value="0.025" units="cm"/>
    </inkml:brush>
  </inkml:definitions>
  <inkml:trace contextRef="#ctx0" brushRef="#br0">250 0 10689,'0'0'10156,"-2"2"-9386,-9 5-361,1 1 0,0 0 0,0 0 0,1 1 0,0 1 0,-14 19 0,15-20-171,-13 20 278,2 2 1,1 0-1,1 1 1,1 1-1,-20 65 1,28-74-144,1 1 1,-7 46 0,13-60-223,1 1 0,-1 0 0,2 0 0,-1 0 0,2-1 0,0 1-1,0-1 1,5 15 0,-4-16 28,1 0-1,0-1 1,0 0 0,1 0-1,1 0 1,6 9 0,-8-13-87,1 0 0,-1-1 1,1 0-1,0 0 0,0 0 0,0-1 1,1 1-1,-1-1 0,1 0 1,0-1-1,7 3 0,12 1-67,0-1-1,0-1 1,1-2 0,34 0-1,-27 0-32,245-9 8,-180 1 0,-23 3-410,-71 3-487,-8-2-465,0-1 813,0 1 0,0 0 0,0 0-1,0 1 1,-1-1 0,1 1 0,-1 0 0,1 0-1,-1 0 1,-7 1 0,5 0-551,1 1-1,-1 1 0,1-1 1,-1 1-1,1 0 1,0 0-1,-9 5 1,-39 14-11169</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2:14.697"/>
    </inkml:context>
    <inkml:brush xml:id="br0">
      <inkml:brushProperty name="width" value="0.025" units="cm"/>
      <inkml:brushProperty name="height" value="0.025" units="cm"/>
    </inkml:brush>
  </inkml:definitions>
  <inkml:trace contextRef="#ctx0" brushRef="#br0">0 112 15729,'16'-6'864,"0"-1"0,0 0 0,-1-1 0,0-1 0,15-12 0,-19 15-69,1 0 0,-1 1-1,1 0 1,0 1 0,0 0-1,0 1 1,0 0-1,1 1 1,20-1 0,-16 1-574,138-7 3106,-109 8-2968,130 0-359,-170 1 0,14 2 0,26 9 0,-1-5-2212,-40-5-883,-8 6-3505,-6 4 3576,5-7 434,-10 13-9672</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2:14.869"/>
    </inkml:context>
    <inkml:brush xml:id="br0">
      <inkml:brushProperty name="width" value="0.025" units="cm"/>
      <inkml:brushProperty name="height" value="0.025" units="cm"/>
    </inkml:brush>
  </inkml:definitions>
  <inkml:trace contextRef="#ctx0" brushRef="#br0">0 0 22030,'0'0'6665,"23"4"-5189,0-1-304,0-3-260,6 3-400,-2 7-512,15 3-56,-25-3-656,6 0-880,6-4-400,-6 1-5197,-3 6 904</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2:15.673"/>
    </inkml:context>
    <inkml:brush xml:id="br0">
      <inkml:brushProperty name="width" value="0.025" units="cm"/>
      <inkml:brushProperty name="height" value="0.025" units="cm"/>
    </inkml:brush>
  </inkml:definitions>
  <inkml:trace contextRef="#ctx0" brushRef="#br0">741 37 13293,'0'0'6325,"-3"0"-4572,2 0-1559,-1 0 0,0 0 0,0 0 0,0 0 0,0 0 0,1 1 0,-1-1 0,0 1 1,0-1-1,1 1 0,-1 0 0,0-1 0,1 1 0,-1 0 0,1 0 0,-1 0 0,1 0 0,-1 1 1,1-1-1,0 0 0,-1 1 0,1-1 0,-2 3 0,0 2-452,1-4 143,0 0-1,1 1 0,-1-1 1,1 1-1,0-1 0,0 1 0,0-1 1,0 1-1,0 0 0,0 0 1,1-1-1,-1 1 0,1 0 1,0 0-1,0 4 0,11 23-47,-10-27 496,1-5 113,1-2-264,1 0 0,-1 1-1,1-1 1,0 1 0,1 0 0,-1 0-1,0 0 1,1 1 0,0-1 0,-1 1-1,8-2 1,9-2 405,32-6 1,-6 2-25,-1 3-187,-43 7-220,17-4-136,-20 4-52,0 1 1,1-1-1,-1 0 0,0 0 0,1 0 0,-1 0 0,1 0 0,-1 0 0,0 0 1,1 0-1,-1-1 0,1 1 0,-1 0 0,0 0 0,1 0 0,-1 0 0,0 0 1,1-1-1,-1 1 0,0 0 0,1 0 0,-1-1 0,0 1 0,0 0 0,1 0 0,-1-1 1,0 1-1,0 0 0,1-1 0,-1 1 0,0 0 0,0-1 0,0 1 0,0 0 1,1-1-1,-14-7-169,-31-3 293,16 7-90,-214-24-187,186 24 168,0 3-1,-76 7 0,110-4 47,5 0 90,0 0 0,0 1 0,0 0 0,-18 7 0,31-9-80,0 1 1,1-1 0,-1 1 0,0 0 0,1 0 0,-1 1-1,1-1 1,0 1 0,0-1 0,0 1 0,0 0 0,0 0-1,1 1 1,-1-1 0,1 0 0,0 1 0,0-1 0,0 1-1,0 0 1,1 0 0,-1 0 0,0 6 0,-4 35 393,2 0 1,2 1 0,6 64 0,-1 7 100,-32 385 88,-36 2 82,32-267-587,22-157-117,-36 377 0,46-434 0,1 0 0,1 0 0,1 0 0,1 0 0,1-1 0,14 41 0,-16-54 0,2-1 0,-1 1 0,1-1 0,1 0 0,-1-1 0,1 1 0,0-1 0,1 0 0,0 0 0,0 0 0,1-1 0,0 0 0,0 0 0,0-1 0,0 0 0,1 0 0,0-1 0,0 0 0,16 6 0,0-4 0,-1-1 0,1-1 0,0-1 0,0-1 0,28-1 0,-11-3 0,0-2 0,48-11 0,-81 14-148,0-1 0,0 0 1,0-1-1,0 0 0,0 0 0,-1-1 1,1 0-1,11-8 0,-15 9-52,0-1 0,-1 1 0,1-1 0,-1 0 0,0 0 0,0 0 0,0-1 0,-1 1 0,0 0 0,1-1 0,-1 0 0,-1 1 0,1-1 0,-1 0 0,1-6 0,1-3-1262,1-12-1228,0 0-5277,-3-9-5167</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2:16.097"/>
    </inkml:context>
    <inkml:brush xml:id="br0">
      <inkml:brushProperty name="width" value="0.025" units="cm"/>
      <inkml:brushProperty name="height" value="0.025" units="cm"/>
    </inkml:brush>
  </inkml:definitions>
  <inkml:trace contextRef="#ctx0" brushRef="#br0">15 13 10145,'-14'-3'1453,"14"3"-1414,0-1 0,0 1 0,0 0 0,0 0 0,0 0 0,0-1 0,0 1 0,-1 0 0,1 0 0,0 0 0,5-8 12828,-3 12-11935,2 5-451,-2-5-312,0 0-1,0 0 1,0 0 0,0 0 0,1 0-1,0-1 1,0 1 0,0-1-1,0 1 1,5 3 0,149 99 1957,-56-16-2419,-43-25-7885</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2:16.415"/>
    </inkml:context>
    <inkml:brush xml:id="br0">
      <inkml:brushProperty name="width" value="0.025" units="cm"/>
      <inkml:brushProperty name="height" value="0.025" units="cm"/>
    </inkml:brush>
  </inkml:definitions>
  <inkml:trace contextRef="#ctx0" brushRef="#br0">348 1 11657,'0'0'6005,"-3"1"-4471,1-1-1401,-1 1-1,1 0 1,0-1-1,0 1 0,0 0 1,0 0-1,0 0 0,0 1 1,1-1-1,-1 0 1,0 1-1,0-1 0,1 1 1,-1 0-1,1-1 1,0 1-1,-1 0 0,1 0 1,0 0-1,0 0 0,0 0 1,0 0-1,0 0 1,1 0-1,-1 0 0,1 0 1,-1 1-1,1 1 0,-91 286 3315,45-156-2819,15-44-371,-28 94-306,45-133-512,-12 83-1,5 26-1664,6-58-3730,15-95 207,2 12-3531</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2:16.712"/>
    </inkml:context>
    <inkml:brush xml:id="br0">
      <inkml:brushProperty name="width" value="0.025" units="cm"/>
      <inkml:brushProperty name="height" value="0.025" units="cm"/>
    </inkml:brush>
  </inkml:definitions>
  <inkml:trace contextRef="#ctx0" brushRef="#br0">98 0 12881,'0'0'2118,"-4"3"-153,-4 6-1348,-1-1 0,2 2 1,-1-1-1,1 1 1,0 0-1,1 1 1,0-1-1,1 1 0,0 0 1,1 1-1,0-1 1,1 1-1,0 0 0,-2 22 1,1 5 252,2 1 0,2 0 0,6 51 0,-4-62-580,2 0 0,1 0 0,1-1 0,1 1 0,2-1 0,1-1 0,1 0 0,1-1 0,20 32 0,-23-45-286,1-1-1,0-1 1,1 0-1,0 0 1,1-1-1,0 0 1,0-1-1,1-1 1,20 10-1,-25-14-274,0 0 0,1 0 0,-1-1-1,1 0 1,-1-1 0,1 0 0,0 0 0,0-1-1,0 0 1,0 0 0,0-1 0,0 0 0,0-1-1,0 0 1,0-1 0,13-3 0,-18 3-253,0 0 0,-1 0 0,0 0 0,1 0 0,-1 0 0,0-1 0,0 0 0,0 0 0,-1 0 0,1 0 0,-1 0 0,1 0 0,1-4 0,7-9-5625,2 2-5412</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2:16.920"/>
    </inkml:context>
    <inkml:brush xml:id="br0">
      <inkml:brushProperty name="width" value="0.025" units="cm"/>
      <inkml:brushProperty name="height" value="0.025" units="cm"/>
    </inkml:brush>
  </inkml:definitions>
  <inkml:trace contextRef="#ctx0" brushRef="#br0">1 11 20258,'42'-10'2876,"-19"13"-276,7 4-499,-7-4-433,-1-3-324,5 3-280,-4 1-216,3 2-840,7 1-8,-14-1 0,4 4-596,-3-10-1088,-4 3-384</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2:17.234"/>
    </inkml:context>
    <inkml:brush xml:id="br0">
      <inkml:brushProperty name="width" value="0.025" units="cm"/>
      <inkml:brushProperty name="height" value="0.025" units="cm"/>
    </inkml:brush>
  </inkml:definitions>
  <inkml:trace contextRef="#ctx0" brushRef="#br0">1 92 17126,'38'-17'3124,"-29"12"-2128,0 1 1,1 0-1,0 0 0,19-3 0,232-16 4800,-119 15-4056,75-1-1740,-95 5 0,-71 6-800,-27-1-653,-48-6-526,13 3-39,0 2 0,-22 1 0,1 0-4151,-19-6-7159</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2:17.565"/>
    </inkml:context>
    <inkml:brush xml:id="br0">
      <inkml:brushProperty name="width" value="0.025" units="cm"/>
      <inkml:brushProperty name="height" value="0.025" units="cm"/>
    </inkml:brush>
  </inkml:definitions>
  <inkml:trace contextRef="#ctx0" brushRef="#br0">0 13 15885,'41'-5'3997,"26"-3"3098,-67 8-7060,1 0-1,-1 0 1,0 0 0,0 0-1,0 0 1,0 0 0,1 0-1,-1 0 1,0 0-1,0 0 1,0 0 0,1 0-1,-1 0 1,0 0 0,0 0-1,0 1 1,0-1 0,0 0-1,1 0 1,-1 0-1,0 0 1,0 0 0,0 0-1,0 0 1,0 1 0,0-1-1,1 0 1,-1 0 0,0 0-1,0 0 1,0 0-1,0 1 1,0-1 0,0 0-1,0 0 1,0 0 0,0 0-1,0 1 1,0-1 0,4 9 567,0-2-274,-1 1 0,0 0 0,-1-1 1,1 1-1,-2 0 0,1 0 1,0 15-1,-2 32 295,-14 107-1,-26 56-696,4-23-1589,23-95-1140,6-40-2524,6-37 2116,1-23 3110,0 0 1,0 0-1,0 1 0,0-1 1,0 0-1,0 0 1,0 0-1,0 0 0,0 0 1,0 0-1,0 1 1,0-1-1,0 0 1,0 0-1,0 0 0,0 0 1,0 0-1,0 0 1,0 1-1,0-1 0,0 0 1,0 0-1,0 0 1,0 0-1,0 0 0,0 0 1,0 0-1,0 1 1,0-1-1,0 0 0,0 0 1,0 0-1,1 0 1,-1 0-1,0 0 1,0 0-1,0 0 0,0 0 1,0 1-1,0-1 1,0 0-1,0 0 0,1 0 1,-1 0-1,0 0 1,0 0-1,0 0 0,0 0 1,0 0-1,0 0 1,1 0-1,-1 0 0,0 0 1,0 0-1,0 0 1,0 0-1,0 0 1,1 0-1,-1 0 0,0 0 1,0 0-1,0-1 1,19-1-10337</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2:17.898"/>
    </inkml:context>
    <inkml:brush xml:id="br0">
      <inkml:brushProperty name="width" value="0.025" units="cm"/>
      <inkml:brushProperty name="height" value="0.025" units="cm"/>
    </inkml:brush>
  </inkml:definitions>
  <inkml:trace contextRef="#ctx0" brushRef="#br0">210 7 13745,'-6'-2'353,"4"1"-190,1 1-1,-1-1 0,0 0 1,0 1-1,0-1 0,0 1 1,0 0-1,1 0 0,-1-1 1,0 1-1,0 1 0,0-1 1,0 0-1,0 0 0,0 1 0,0-1 1,0 1-1,1-1 0,-1 1 1,0 0-1,0 0 0,-3 3 4885,1-4-4846,1 1-1,-1-1 1,1 1-1,-1 0 0,1 0 1,0 0-1,0 0 1,-1 1-1,1 0 1,0-1-1,0 1 1,0 0-1,1 0 1,-1 0-1,0 1 1,1-1-1,-1 1 1,1-1-1,-3 5 1,-4 6 11,1 1 1,-14 28-1,14-26 120,-1 5-308,0 0 0,1 0 0,1 1 0,-7 34 0,14-50-139,0-1 1,0 1 0,0-1-1,1 0 1,0 1 0,0-1-1,1 0 1,-1 0 0,1 1-1,0-1 1,0 0 0,1-1-1,0 1 1,0 0 0,4 5-1,-5-7 36,2 2-153,-1-1 1,0 0-1,1 0 1,0 0-1,0 0 1,0-1-1,0 0 1,1 1-1,0-2 1,6 4-1,2 0-958,1 0 0,16 3 0,-24-7 530,19 4-5440,5-5-3945</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2:18.292"/>
    </inkml:context>
    <inkml:brush xml:id="br0">
      <inkml:brushProperty name="width" value="0.025" units="cm"/>
      <inkml:brushProperty name="height" value="0.025" units="cm"/>
    </inkml:brush>
  </inkml:definitions>
  <inkml:trace contextRef="#ctx0" brushRef="#br0">49 194 6161,'-29'26'11941,"28"-22"-10802,-3 6-458,1-1 608,-1 0-1,-2 19 1,5-26-1151,1 1 1,0-1 0,0 0-1,-1 0 1,1 0 0,1 1-1,-1-1 1,0 0 0,1 0-1,-1 0 1,1 1 0,-1-1-1,1 0 1,0 0 0,0 0-1,0 0 1,0 0 0,0-1-1,3 4 1,4 2 91,0 0-1,1-1 1,0 1-1,1-2 1,0 1-1,-1-2 1,1 1-1,1-1 1,-1 0-1,1-1 1,13 2-1,16 1 589,69 3-1,-77-8-681,-8 0 12,31-5-1,-54 4-161,-1 0 0,1-1 0,0 1 0,-1 0 0,1-1 0,-1 1 0,1-1 0,-1 1 0,1-1 0,-1 1 0,1-1 0,-1 1 0,1-1-1,-1 1 1,0-1 0,1 0 0,-1 1 0,0-1 0,1 1 0,-1-1 0,0 0 0,0 1 0,0-1 0,0 0 0,0 0 0,0-1 0,1 1-42,-1-1-4,0-1 0,1 1 0,-1-1 0,0 1 0,0-1 1,0 0-1,-1 1 0,1-1 0,-1 1 0,1-1 1,-1 1-1,0-1 0,0 1 0,0 0 0,0-1 1,0 1-1,-2-3 0,-31-37-963,26 33 695,-29-32-1434,-2 1 1,-55-42-1,63 58 297,-31-26-2642,23 15-3464,26 22 465</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2:18.829"/>
    </inkml:context>
    <inkml:brush xml:id="br0">
      <inkml:brushProperty name="width" value="0.025" units="cm"/>
      <inkml:brushProperty name="height" value="0.025" units="cm"/>
    </inkml:brush>
  </inkml:definitions>
  <inkml:trace contextRef="#ctx0" brushRef="#br0">7 36 12129,'19'16'1941,"-15"-12"1458,-20-14-1029,2 0 4787,17 9-6310,65-8 943,127-3 1,-87 8-1671,-45 0-164,-29 0-39,1 3 0,56 3 0,-86-1 81,0 1 0,0-1 0,0 1 0,-1 0 0,1 0 0,-1 1 0,1-1 0,-1 1 0,0 0 0,0 0 0,0 0 0,-1 1 0,1-1 0,-1 1 0,0 0 0,0 0 0,0 0 0,0 1 0,-1-1 0,3 5 0,6 15 28,-1 0 0,12 40 0,-17-45-6,107 423 557,-34 7 216,-52-288-703,34 344-90,-58-440 0,-2 1 0,-4 0 0,-2-1 0,-4 1 0,-29 108 0,29-146 0,-1-1 0,-1-1 0,-1 1 0,-1-2 0,-2 0 0,0-1 0,-2 0 0,0-1 0,-2-2 0,-34 31 0,47-45-128,-1-1-1,0-1 1,0 1-1,0-1 1,-1-1 0,1 0-1,-1 0 1,0 0-1,0-1 1,0-1-1,-1 1 1,1-2 0,-12 2-1,15-3 3,1 0 0,-1 0 0,0-1 0,0 0 0,0 0 0,0 0 0,0-1-1,1 0 1,-1 0 0,1 0 0,-1-1 0,1 0 0,0 0 0,0 0 0,0-1 0,1 1 0,-1-1 0,1 0 0,0-1-1,0 1 1,0-1 0,-3-5 0,-1-2-656,0-2 1,1 1-1,0-1 0,1 0 0,1-1 0,0 1 0,1-1 1,-2-17-1,3 12-1212,2 1 0,-1-1 1,3-24-1,8-32-8080</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2:19.066"/>
    </inkml:context>
    <inkml:brush xml:id="br0">
      <inkml:brushProperty name="width" value="0.025" units="cm"/>
      <inkml:brushProperty name="height" value="0.025" units="cm"/>
    </inkml:brush>
  </inkml:definitions>
  <inkml:trace contextRef="#ctx0" brushRef="#br0">1 21 15377,'17'-6'1851,"1"2"1,0 0-1,0 1 0,0 1 0,20 0 0,217 22 3966,-200-15-5203,-11-1-1416,-19 2-2922,-29-7 2995,-1-1 0,0 1 0,0 0 0,0 1 1,0-1-1,0 1 0,0 0 0,-8 1 0,-26 6-6569,-3 3-4249</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2:19.225"/>
    </inkml:context>
    <inkml:brush xml:id="br0">
      <inkml:brushProperty name="width" value="0.025" units="cm"/>
      <inkml:brushProperty name="height" value="0.025" units="cm"/>
    </inkml:brush>
  </inkml:definitions>
  <inkml:trace contextRef="#ctx0" brushRef="#br0">1 49 17102,'88'0'2852,"-35"-32"-152,-11 22-156,-2 3-427,9 14-349,0-4-260,4 7-232,6-3-376,-4-1-900,-6-3 0,-9 7 0,2 3 0,-22-6 0,3-4-1064,0 7-1620,-40-20-1749,1 4-2791,3-1-7154</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2:20.013"/>
    </inkml:context>
    <inkml:brush xml:id="br0">
      <inkml:brushProperty name="width" value="0.025" units="cm"/>
      <inkml:brushProperty name="height" value="0.025" units="cm"/>
    </inkml:brush>
  </inkml:definitions>
  <inkml:trace contextRef="#ctx0" brushRef="#br0">80 776 7653,'-52'22'1462,"42"-18"3820,11-1-4024,7 19 558,-7-14 1346,-17-14-510,15 6-2578,1 0 0,-1 0 0,1 0 0,-1 0 0,1 0 0,0 0 0,-1 0 0,1 0-1,-1-1 1,1 1 0,-1 0 0,1 0 0,0 0 0,-1 0 0,1-1 0,0 1 0,-1 0 0,1 0-1,0-1 1,-1 1 0,1 0 0,0-1 0,-1 1 0,1 0 0,0-1 0,0 1 0,0-1-1,-1 1 1,1 0 0,0-1 0,0 1 0,0-1 0,0 0 0,11-10 2393,-2 4-2438,38-27 1431,-36 28-1305,0-1 0,-1-1 0,0 0 0,10-10 0,-6 2 53,18-24 0,-28 34-224,0-1 1,-1 1-1,0-1 1,0 1-1,0-1 1,-1 0-1,3-14 1,-1-8-129,-1-33 0,1-16-74,3 1 86,-7 53 132,2 0-1,1 1 1,1-1-1,10-31 1,47-119 370,-46 152-257,-10 16 70,-8 14-176,-9 23-4,1 1-1,-12 58 1,22-80 10,-1 0-1,1 0 1,1 1 0,0-1 0,1 0 0,0 0 0,0 0 0,1 0 0,0 0-1,1 0 1,0 0 0,0-1 0,1 1 0,6 9 0,11 16 40,-17-31-37,0 1 1,0-1 0,1 0 0,-1 0 0,1 0 0,-1 0 0,1-1-1,1 0 1,-1 0 0,0 0 0,1-1 0,-1 1 0,11 1 0,-2 1 11,3 3-7,0-1 1,0-2-1,0 1 1,1-2-1,0 0 1,0-1-1,33 0 1,-38-3-24,0 0 0,1-1 0,20-5 0,-30 6-20,0-2 1,0 1 0,0 0 0,0-1-1,0 0 1,0 0 0,-1 0 0,1 0-1,-1-1 1,1 1 0,-1-1 0,0 0-1,0 0 1,0 0 0,0 0-1,3-6 1,-2 1-34,0 0 0,-1 0-1,0 0 1,-1 0-1,0 0 1,0 0 0,-1 0-1,0-1 1,0-13 0,-2-10-151,-6-39 1,3 39 138,2 20 56,1 1-1,-2 0 1,-6-22-1,7 31 51,13 15 117,-3 4-102,-1 0 0,0 1 0,6 30 1,4 6-9,59 181-331,-66-204-581,2 0-1,1-1 1,26 45-1,-5-25-3171,5-4-3587,-3-10-4532</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2:20.553"/>
    </inkml:context>
    <inkml:brush xml:id="br0">
      <inkml:brushProperty name="width" value="0.025" units="cm"/>
      <inkml:brushProperty name="height" value="0.025" units="cm"/>
    </inkml:brush>
  </inkml:definitions>
  <inkml:trace contextRef="#ctx0" brushRef="#br0">1 175 5204,'0'-29'1743,"0"16"2502,13 6-2649,-12 6-1250,0-1 0,1 1 0,-1 0 0,0-1 0,0 1 0,0-1 0,0 1 0,0-1 0,-1 0 0,1 1 0,0-1 0,-1 0 0,1 1 0,-1-1 0,0 0 0,1 0 0,-1 0 0,0 1 0,0-1 0,0 0 0,0 0 0,-1-2 0,1-2-1111,0 3 3217,3 0-1880,3-3-213,1 1 0,0-1 0,0 1 0,0 1 0,1-1 0,0 1 0,0 0-1,0 1 1,0 0 0,0 0 0,12-2 0,12-2 553,0 2 0,42-3 0,-61 8-681,0 0 0,-1 0 0,1 1 0,0 0 0,0 2 0,-1-1 0,1 1 0,-1 1 0,14 6 0,-23-8-218,1-1 1,-1 1-1,-1 0 0,1 0 0,0 0 0,0 0 1,-1 1-1,1-1 0,-1 1 0,0-1 0,0 1 1,0 0-1,0 0 0,0 0 0,0 0 0,-1 0 0,0 0 1,1 1-1,-1-1 0,-1 0 0,1 1 0,0-1 1,-1 1-1,1-1 0,-1 1 0,0-1 0,0 0 0,-1 1 1,1-1-1,-2 7 0,-8 16-52,0-1 0,-2 0-1,0-1 1,-2 0 0,-17 23 0,0 2-60,-7 0-154,38-48 264,0 0 0,0 0 0,0-1 0,0 1 0,0 0 0,0 0 0,1 0 0,-1 0 0,0-1 0,0 1 0,1 0 0,-1 0 0,0-1 0,1 1 0,-1 0 0,1 0 0,-1-1 0,1 1 0,-1-1 0,1 1 0,0 0 0,0 0 1,0 0 27,0 0-25,1 1 1,0-1-1,-1 1 1,1-1-1,0 0 1,0 0-1,0 0 1,0 0-1,0 0 1,0 0-1,0 0 1,0 0-1,0-1 0,0 1 1,0-1-1,0 0 1,1 0-1,-1 0 1,2 0-1,5 1-9,266 13-5,-123-9 0,-132-4-109,13 0-1323,0 1 0,58 13 1,-87-14-1639,-27-21-19239</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3:01.905"/>
    </inkml:context>
    <inkml:brush xml:id="br0">
      <inkml:brushProperty name="width" value="0.025" units="cm"/>
      <inkml:brushProperty name="height" value="0.025" units="cm"/>
    </inkml:brush>
  </inkml:definitions>
  <inkml:trace contextRef="#ctx0" brushRef="#br0">53 50 5324,'-10'5'2062,"-16"4"11965,19-8-12735,1 0-3838,3 0 7233,3-3-4662,1 1 1,0 0-1,0 0 1,0 0 0,0-1-1,0 1 1,0 0-1,0 0 1,0 0-1,3-1 1,-1 0 28,-2 1-15,0-1 0,0 1 0,1 0 0,-1 0 0,1 0 0,-1 0-1,1 0 1,-1 0 0,1 0 0,0 1 0,0-1 0,-1 0 0,1 1 0,0 0 0,0-1 0,-1 1 0,1 0 0,0 0 0,0 0-1,3 0 1,69 1 331,244-10 359,-79-6-533,31 13-160,-136 4-26,194 8-98,-202-5 146,-32 1-52,37-1 61,360-1 125,-347-4-113,128-3-89,284 9-8,-277-3-18,-173 1 48,124-1-8,-83 0 59,444-3-138,-529 3 0,-41-2 108,35-2 1,76 0 12,-50 2-26,278-7 18,-250 4-43,323-16-126,-251 11 212,-91 5-70,630-22-68,-516 21 51,-137 3 13,159 6-17,-74-4 101,-68-3-102,217 3 13,24 0 35,-210 2-80,215 4 24,259 2 26,-412-4-9,-69-2 24,691 15 18,-255-13-50,-225-3-10,136 4 72,-125 5 13,204 12-75,-149-1 33,341 25 1182,-709-47-1171,197 6 386,-62-4-150,241 7 275,146 6-137,-297-6-280,149 11-288,-369-19-1369,34-1 0,-56-1 1374,-3-3-1667,-3-1 1251,1 1 0,-1 0 0,1-1 0,-1 2 0,0-1 0,0 0 0,0 1 0,-1 0 0,-6-2 0,-55-9-4231,43 9 2467,-66-12-7452</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3:02.883"/>
    </inkml:context>
    <inkml:brush xml:id="br0">
      <inkml:brushProperty name="width" value="0.025" units="cm"/>
      <inkml:brushProperty name="height" value="0.025" units="cm"/>
    </inkml:brush>
  </inkml:definitions>
  <inkml:trace contextRef="#ctx0" brushRef="#br0">4 92 7981,'0'0'245,"0"0"0,0 0 1,-1 1-1,1-1 0,0 0 1,0 0-1,0 0 1,-1 0-1,1 0 0,0 1 1,0-1-1,0 0 0,0 0 1,-1 1-1,1-1 0,0 0 1,0 0-1,0 0 0,0 1 1,0-1-1,0 0 0,0 0 1,0 1-1,0-1 0,-1 0 1,1 1-1,0-1 0,0 0 1,0 0-1,1 1 0,-1-1 1,0 0-1,0 0 1,0 1-1,11-1 3867,34-11-2995,-6 1 795,943-63 2887,2 68-540,-637 21-4259,49 0 0,-352-18 0,-14 7-128,-27-5-679,-17-11-8462,12 9 8023,0 1 474,0 0-1,1-1 1,-1 1 0,0 0-1,0 0 1,0 0-1,0 0 1,-3-1-1,-28 0-10608</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3:05.469"/>
    </inkml:context>
    <inkml:brush xml:id="br0">
      <inkml:brushProperty name="width" value="0.025" units="cm"/>
      <inkml:brushProperty name="height" value="0.025" units="cm"/>
    </inkml:brush>
  </inkml:definitions>
  <inkml:trace contextRef="#ctx0" brushRef="#br0">106 1070 8093,'-20'3'13108,"23"-3"-12610,23 3 275,0-1 1,1-2 0,-1-1 0,28-4-1,30-1-206,37 6 172,139 18 0,424 47 490,-490-58-1086,74 2-42,-135-10-47,261 8-6,-192 3 14,69 5-81,189 1 85,-147-11-116,247-2 89,-210-10-6,451-15-50,-399 2-37,-297 14 62,144-4-11,301-2 31,-290 4-8,-116 2 0,63-1 3,34-1-39,-219 7 6,20-4 28,-28 3 0,-1 1-1,1 0 1,27 2 0,-31 0 20,0 0 1,0 0-1,16-2 1,3 0 540,-15-5-443,5-2 533,14 2-315,-32 3-323,17-45 25,-8 21-45,14-49 0,-10 12-58,33-177-14,-39 183 12,-5 27 44,1-1-1,16-57 1,-14 69 7,-1 0 0,-1 0 0,1-27 0,-3 26-26,9-37 1,-10 54 31,0 0 0,-1-1 0,1 1 0,-1 0 1,0-1-1,0 1 0,-1-6 0,0 1-21,1 5-25,0 0-16,0-31 57,0 31-9,0 1 43,-2-2-28,1-23 10,1 28-19,0 0 1,0-1-1,0 1 1,0 0-1,0 0 1,0 0-1,0 0 1,0 0-1,0-1 1,0 1-1,0 0 0,0 0 1,0 0-1,-1 0 1,1 0-1,0 0 1,0 0-1,0-1 1,0 1-1,0 0 1,0 0-1,0 0 1,0 0-1,0 0 1,-1 0-1,1 0 1,0 0-1,0 0 0,0 0 1,0-1-1,0 1 1,-1 0-1,1 0 1,0 0-1,0 0 1,0 0-1,0 0 1,0 0-1,-1 0 1,1 0-1,0 0 1,0 0-1,0 0 0,0 0 1,0 0-1,0 0 1,-1 1-1,1-1 1,0 0-1,0 0 1,0 0-1,0 0 1,-1 0-1,-234-8 59,109 3-58,-98-10-31,-41 0-3,104 10 31,-189 0-1,123 3 122,-37 1-137,-591 20-27,603-15 18,-294-5-17,216-1 82,-464-17 64,222-8-206,246 13 51,-57 14 67,-345 54 16,667-49-31,-80 9-19,-44 3-47,94-11 88,-14 1 133,33-1-164,69-6-5,-2 1 0,-6 0 20,-3 2-25,-1-2-1,-16 0 1,-125-10-19,139 7 96,-35 2 1,25 1-51,24-1-24,-1 1 22,-32 4-10,33-4-8,-16-5-69,5 2 90,11 1 162,0 2-276,-27 4 74,27-4 4,-1-1-11,-31 2 48,31-1-23,-5 15 71,6-10-62,0 1-1,0 0 1,1 0 0,0 0-1,-2 14 1,-3 13-35,-10 44 28,4 0 0,-4 94 1,13-123 4,-2 277 283,8-192-125,-2-112-177,1 1-225,-2-1 0,-5 38 0,6-59 106,0 0 0,0-1 0,0 1 0,0 0 0,0 0 1,0 0-1,-1 0 0,1 0 0,0-1 0,-1 1 0,1 0 0,0 0 0,-1 0 1,1-1-1,-1 1 0,1 0 0,-1 0 0,1-1 0,-1 1 0,0-1 0,1 1 1,-1 0-1,0-1 0,1 1 0,-1-1 0,0 0 0,0 1 0,0-1 1,1 0-1,-1 1 0,0-1 0,0 0 0,0 0 0,0 0 0,0 1 0,1-1 1,-1 0-1,0 0 0,0 0 0,0-1 0,0 1 0,0 0 0,0 0 0,1 0 1,-1-1-1,0 1 0,0 0 0,0-1 0,1 1 0,-1-1 0,-1 0 0,-3-2-1244,0-1 0,0 1-1,0-1 1,0-1-1,-5-5 1,-14-25-10524</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53:09.294"/>
    </inkml:context>
    <inkml:brush xml:id="br0">
      <inkml:brushProperty name="width" value="0.025" units="cm"/>
      <inkml:brushProperty name="height" value="0.025" units="cm"/>
    </inkml:brush>
  </inkml:definitions>
  <inkml:trace contextRef="#ctx0" brushRef="#br0">1128 473 6289,'0'0'3015,"-4"-1"-2233,-8 0-902,8 1 639,1 0-1,0-1 1,-1 1 0,1-1 0,0 0-1,-1 0 1,1 0 0,0 0-1,0 0 1,0-1 0,0 1-1,0-1 1,-3-2 0,4 2 1983,-2 2-1761,-61-16 3300,62 16 712,-22-5-3507,20 0-203,12-2-599,4 2 102,-15 6-486,-24 7-624,7-1 324,-81 17-128,-242 47 22,183-49 236,157-21 100,-100 8-55,90-7 39,-15 5 11,-11-6 29,29-1 6,7 0 54,0 0-70,-31 3-36,31-3 19,1 1 5,-27 7 29,27-7-23,-17-1-10,7 0 120,15-3 262,26-6-26,40 0-158,70 0 1,-41 3-146,1790-112 129,-540 59 18,-1050 44-83,225-15 37,-304 15-142,178-16 0,-213 14 0,-177 17 0,25-2 0,5 4 0,-15-3 0,-13 1 3,-2-1 13,-8 3-17,-12 9-109,8-11-411,2-1 405,1 0-127,0 0 0,-1-1-1,1 1 1,0-1-1,0 1 1,0-1 0,0 0-1,0 0 1,1 0-1,-1 0 1,1-1 0,-1 1-1,1-1 1,0 0-1,0 1 1,-3-7 0,-14-20-2661,-1 1 0,-41-46 0,23 30-2972,-9-10-4453</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3B752DC-6678-E2C3-ED51-9BF535BCAF48}"/>
              </a:ext>
            </a:extLst>
          </p:cNvPr>
          <p:cNvSpPr>
            <a:spLocks noGrp="1"/>
          </p:cNvSpPr>
          <p:nvPr>
            <p:ph type="hdr" sz="quarter"/>
          </p:nvPr>
        </p:nvSpPr>
        <p:spPr>
          <a:xfrm>
            <a:off x="0" y="0"/>
            <a:ext cx="3038475" cy="463550"/>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a:extLst>
              <a:ext uri="{FF2B5EF4-FFF2-40B4-BE49-F238E27FC236}">
                <a16:creationId xmlns:a16="http://schemas.microsoft.com/office/drawing/2014/main" id="{0AE2CE2D-B95C-343B-94D8-97D39FB10E89}"/>
              </a:ext>
            </a:extLst>
          </p:cNvPr>
          <p:cNvSpPr>
            <a:spLocks noGrp="1"/>
          </p:cNvSpPr>
          <p:nvPr>
            <p:ph type="dt" idx="1"/>
          </p:nvPr>
        </p:nvSpPr>
        <p:spPr>
          <a:xfrm>
            <a:off x="3970338" y="0"/>
            <a:ext cx="3038475" cy="463550"/>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77439284-38D7-42A6-8613-6256D1230B9E}" type="datetimeFigureOut">
              <a:rPr lang="en-US"/>
              <a:pPr>
                <a:defRPr/>
              </a:pPr>
              <a:t>7/25/2026</a:t>
            </a:fld>
            <a:endParaRPr lang="en-US"/>
          </a:p>
        </p:txBody>
      </p:sp>
      <p:sp>
        <p:nvSpPr>
          <p:cNvPr id="4" name="Slide Image Placeholder 3">
            <a:extLst>
              <a:ext uri="{FF2B5EF4-FFF2-40B4-BE49-F238E27FC236}">
                <a16:creationId xmlns:a16="http://schemas.microsoft.com/office/drawing/2014/main" id="{70F62E25-EF75-9FB0-5CF6-929FF613F792}"/>
              </a:ext>
            </a:extLst>
          </p:cNvPr>
          <p:cNvSpPr>
            <a:spLocks noGrp="1" noRot="1" noChangeAspect="1"/>
          </p:cNvSpPr>
          <p:nvPr>
            <p:ph type="sldImg" idx="2"/>
          </p:nvPr>
        </p:nvSpPr>
        <p:spPr>
          <a:xfrm>
            <a:off x="733425" y="1154113"/>
            <a:ext cx="5543550" cy="311785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F297E8F0-AA8C-5641-19AF-8F24458D13ED}"/>
              </a:ext>
            </a:extLst>
          </p:cNvPr>
          <p:cNvSpPr>
            <a:spLocks noGrp="1"/>
          </p:cNvSpPr>
          <p:nvPr>
            <p:ph type="body" sz="quarter" idx="3"/>
          </p:nvPr>
        </p:nvSpPr>
        <p:spPr>
          <a:xfrm>
            <a:off x="701675" y="4445000"/>
            <a:ext cx="5607050" cy="3636963"/>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43BCC220-9B95-486B-F51F-63E63F4FFCC3}"/>
              </a:ext>
            </a:extLst>
          </p:cNvPr>
          <p:cNvSpPr>
            <a:spLocks noGrp="1"/>
          </p:cNvSpPr>
          <p:nvPr>
            <p:ph type="ftr" sz="quarter" idx="4"/>
          </p:nvPr>
        </p:nvSpPr>
        <p:spPr>
          <a:xfrm>
            <a:off x="0" y="8772525"/>
            <a:ext cx="3038475" cy="46355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a:p>
        </p:txBody>
      </p:sp>
      <p:sp>
        <p:nvSpPr>
          <p:cNvPr id="7" name="Slide Number Placeholder 6">
            <a:extLst>
              <a:ext uri="{FF2B5EF4-FFF2-40B4-BE49-F238E27FC236}">
                <a16:creationId xmlns:a16="http://schemas.microsoft.com/office/drawing/2014/main" id="{CA63B287-778F-1B45-5B1B-32F3509573D3}"/>
              </a:ext>
            </a:extLst>
          </p:cNvPr>
          <p:cNvSpPr>
            <a:spLocks noGrp="1"/>
          </p:cNvSpPr>
          <p:nvPr>
            <p:ph type="sldNum" sz="quarter" idx="5"/>
          </p:nvPr>
        </p:nvSpPr>
        <p:spPr>
          <a:xfrm>
            <a:off x="3970338" y="8772525"/>
            <a:ext cx="3038475" cy="463550"/>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3F8A9DEB-4975-461E-8891-786345C289B9}" type="slidenum">
              <a:rPr lang="en-US"/>
              <a:pPr>
                <a:defRPr/>
              </a:pPr>
              <a:t>‹#›</a:t>
            </a:fld>
            <a:endParaRPr lang="en-US"/>
          </a:p>
        </p:txBody>
      </p:sp>
    </p:spTree>
    <p:extLst>
      <p:ext uri="{BB962C8B-B14F-4D97-AF65-F5344CB8AC3E}">
        <p14:creationId xmlns:p14="http://schemas.microsoft.com/office/powerpoint/2010/main" val="407073115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1986" name="Google Shape;36;p1:notes">
            <a:extLst>
              <a:ext uri="{FF2B5EF4-FFF2-40B4-BE49-F238E27FC236}">
                <a16:creationId xmlns:a16="http://schemas.microsoft.com/office/drawing/2014/main" id="{BEF1E5C0-7092-C0F3-6779-CEB88E15C3C8}"/>
              </a:ext>
            </a:extLst>
          </p:cNvPr>
          <p:cNvSpPr>
            <a:spLocks noGrp="1" noChangeArrowheads="1"/>
          </p:cNvSpPr>
          <p:nvPr>
            <p:ph type="body" idx="1"/>
          </p:nvPr>
        </p:nvSpPr>
        <p:spPr bwMode="auto">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numCol="1" anchor="t" anchorCtr="0" compatLnSpc="1">
            <a:prstTxWarp prst="textNoShape">
              <a:avLst/>
            </a:prstTxWarp>
          </a:bodyPr>
          <a:lstStyle/>
          <a:p>
            <a:pPr eaLnBrk="1" hangingPunct="1">
              <a:spcBef>
                <a:spcPct val="0"/>
              </a:spcBef>
              <a:buSzPts val="1100"/>
            </a:pPr>
            <a:endParaRPr lang="en-US" altLang="en-US"/>
          </a:p>
        </p:txBody>
      </p:sp>
      <p:sp>
        <p:nvSpPr>
          <p:cNvPr id="41987" name="Google Shape;37;p1:notes">
            <a:extLst>
              <a:ext uri="{FF2B5EF4-FFF2-40B4-BE49-F238E27FC236}">
                <a16:creationId xmlns:a16="http://schemas.microsoft.com/office/drawing/2014/main" id="{B29B53B3-6792-29F0-CF29-9F5FC375E79B}"/>
              </a:ext>
            </a:extLst>
          </p:cNvPr>
          <p:cNvSpPr>
            <a:spLocks noGrp="1" noRot="1" noChangeAspect="1" noTextEdit="1"/>
          </p:cNvSpPr>
          <p:nvPr>
            <p:ph type="sldImg" idx="2"/>
          </p:nvPr>
        </p:nvSpPr>
        <p:spPr bwMode="auto">
          <a:xfrm>
            <a:off x="381000" y="685800"/>
            <a:ext cx="6096000" cy="3429000"/>
          </a:xfrm>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w="9525" cap="flat">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sp>
    </p:spTree>
    <p:extLst>
      <p:ext uri="{BB962C8B-B14F-4D97-AF65-F5344CB8AC3E}">
        <p14:creationId xmlns:p14="http://schemas.microsoft.com/office/powerpoint/2010/main" val="1907666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3F8A9DEB-4975-461E-8891-786345C289B9}" type="slidenum">
              <a:rPr lang="en-US" smtClean="0"/>
              <a:pPr>
                <a:defRPr/>
              </a:pPr>
              <a:t>5</a:t>
            </a:fld>
            <a:endParaRPr lang="en-US"/>
          </a:p>
        </p:txBody>
      </p:sp>
    </p:spTree>
    <p:extLst>
      <p:ext uri="{BB962C8B-B14F-4D97-AF65-F5344CB8AC3E}">
        <p14:creationId xmlns:p14="http://schemas.microsoft.com/office/powerpoint/2010/main" val="29455455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3F8A9DEB-4975-461E-8891-786345C289B9}" type="slidenum">
              <a:rPr lang="en-US" smtClean="0"/>
              <a:pPr>
                <a:defRPr/>
              </a:pPr>
              <a:t>6</a:t>
            </a:fld>
            <a:endParaRPr lang="en-US"/>
          </a:p>
        </p:txBody>
      </p:sp>
    </p:spTree>
    <p:extLst>
      <p:ext uri="{BB962C8B-B14F-4D97-AF65-F5344CB8AC3E}">
        <p14:creationId xmlns:p14="http://schemas.microsoft.com/office/powerpoint/2010/main" val="4790018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3.xml"/><Relationship Id="rId4" Type="http://schemas.openxmlformats.org/officeDocument/2006/relationships/image" Target="../media/image12.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826653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8" name="PlaceHolder 1"/>
          <p:cNvSpPr>
            <a:spLocks noGrp="1"/>
          </p:cNvSpPr>
          <p:nvPr>
            <p:ph type="title"/>
          </p:nvPr>
        </p:nvSpPr>
        <p:spPr>
          <a:xfrm>
            <a:off x="527520" y="274680"/>
            <a:ext cx="8160480" cy="849960"/>
          </a:xfrm>
          <a:prstGeom prst="rect">
            <a:avLst/>
          </a:prstGeom>
        </p:spPr>
        <p:txBody>
          <a:bodyPr lIns="0" tIns="0" rIns="0" bIns="0"/>
          <a:lstStyle/>
          <a:p>
            <a:r>
              <a:rPr lang="en-US"/>
              <a:t>Click to edit Master title style</a:t>
            </a:r>
            <a:endParaRPr lang="en-IN"/>
          </a:p>
        </p:txBody>
      </p:sp>
      <p:sp>
        <p:nvSpPr>
          <p:cNvPr id="59" name="PlaceHolder 2"/>
          <p:cNvSpPr>
            <a:spLocks noGrp="1"/>
          </p:cNvSpPr>
          <p:nvPr>
            <p:ph type="subTitle"/>
          </p:nvPr>
        </p:nvSpPr>
        <p:spPr>
          <a:xfrm>
            <a:off x="609600" y="1600200"/>
            <a:ext cx="10972320" cy="4525920"/>
          </a:xfrm>
          <a:prstGeom prst="rect">
            <a:avLst/>
          </a:prstGeom>
        </p:spPr>
        <p:txBody>
          <a:bodyPr lIns="91440" tIns="91440" rIns="91440" bIns="91440" anchor="t" anchorCtr="0"/>
          <a:lstStyle/>
          <a:p>
            <a:r>
              <a:rPr lang="en-US"/>
              <a:t>Click to edit Master subtitle style</a:t>
            </a:r>
            <a:endParaRPr lang="en-IN" dirty="0"/>
          </a:p>
        </p:txBody>
      </p:sp>
    </p:spTree>
    <p:extLst>
      <p:ext uri="{BB962C8B-B14F-4D97-AF65-F5344CB8AC3E}">
        <p14:creationId xmlns:p14="http://schemas.microsoft.com/office/powerpoint/2010/main" val="859390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527520" y="274680"/>
            <a:ext cx="8160480" cy="849960"/>
          </a:xfrm>
          <a:prstGeom prst="rect">
            <a:avLst/>
          </a:prstGeom>
        </p:spPr>
        <p:txBody>
          <a:bodyPr lIns="0" tIns="0" rIns="0" bIns="0"/>
          <a:lstStyle/>
          <a:p>
            <a:r>
              <a:rPr lang="en-US"/>
              <a:t>Click to edit Master title style</a:t>
            </a:r>
            <a:endParaRPr lang="en-IN"/>
          </a:p>
        </p:txBody>
      </p:sp>
      <p:sp>
        <p:nvSpPr>
          <p:cNvPr id="61" name="PlaceHolder 2"/>
          <p:cNvSpPr>
            <a:spLocks noGrp="1"/>
          </p:cNvSpPr>
          <p:nvPr>
            <p:ph type="body"/>
          </p:nvPr>
        </p:nvSpPr>
        <p:spPr>
          <a:xfrm>
            <a:off x="609600" y="1600200"/>
            <a:ext cx="10972320" cy="4525920"/>
          </a:xfrm>
          <a:prstGeom prst="rect">
            <a:avLst/>
          </a:prstGeom>
        </p:spPr>
        <p:txBody>
          <a:bodyPr lIns="0" tIns="0" rIns="0" bIns="0">
            <a:normAutofit/>
          </a:bodyPr>
          <a:lstStyle/>
          <a:p>
            <a:pPr lvl="0"/>
            <a:r>
              <a:rPr lang="en-US"/>
              <a:t>Click to edit Master text styles</a:t>
            </a:r>
          </a:p>
        </p:txBody>
      </p:sp>
    </p:spTree>
    <p:extLst>
      <p:ext uri="{BB962C8B-B14F-4D97-AF65-F5344CB8AC3E}">
        <p14:creationId xmlns:p14="http://schemas.microsoft.com/office/powerpoint/2010/main" val="18278437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527520" y="274680"/>
            <a:ext cx="8160480" cy="849960"/>
          </a:xfrm>
          <a:prstGeom prst="rect">
            <a:avLst/>
          </a:prstGeom>
        </p:spPr>
        <p:txBody>
          <a:bodyPr lIns="0" tIns="0" rIns="0" bIns="0"/>
          <a:lstStyle/>
          <a:p>
            <a:r>
              <a:rPr lang="en-US"/>
              <a:t>Click to edit Master title style</a:t>
            </a:r>
            <a:endParaRPr lang="en-IN"/>
          </a:p>
        </p:txBody>
      </p:sp>
      <p:sp>
        <p:nvSpPr>
          <p:cNvPr id="63" name="PlaceHolder 2"/>
          <p:cNvSpPr>
            <a:spLocks noGrp="1"/>
          </p:cNvSpPr>
          <p:nvPr>
            <p:ph type="body"/>
          </p:nvPr>
        </p:nvSpPr>
        <p:spPr>
          <a:xfrm>
            <a:off x="609600" y="1600200"/>
            <a:ext cx="5354400" cy="4525920"/>
          </a:xfrm>
          <a:prstGeom prst="rect">
            <a:avLst/>
          </a:prstGeom>
        </p:spPr>
        <p:txBody>
          <a:bodyPr lIns="0" tIns="0" rIns="0" bIns="0">
            <a:normAutofit/>
          </a:bodyPr>
          <a:lstStyle/>
          <a:p>
            <a:pPr lvl="0"/>
            <a:r>
              <a:rPr lang="en-US"/>
              <a:t>Click to edit Master text styles</a:t>
            </a:r>
          </a:p>
        </p:txBody>
      </p:sp>
      <p:sp>
        <p:nvSpPr>
          <p:cNvPr id="64" name="PlaceHolder 3"/>
          <p:cNvSpPr>
            <a:spLocks noGrp="1"/>
          </p:cNvSpPr>
          <p:nvPr>
            <p:ph type="body"/>
          </p:nvPr>
        </p:nvSpPr>
        <p:spPr>
          <a:xfrm>
            <a:off x="6232320" y="1600200"/>
            <a:ext cx="5354400" cy="4525920"/>
          </a:xfrm>
          <a:prstGeom prst="rect">
            <a:avLst/>
          </a:prstGeom>
        </p:spPr>
        <p:txBody>
          <a:bodyPr lIns="0" tIns="0" rIns="0" bIns="0">
            <a:normAutofit/>
          </a:bodyPr>
          <a:lstStyle/>
          <a:p>
            <a:pPr lvl="0"/>
            <a:r>
              <a:rPr lang="en-US"/>
              <a:t>Click to edit Master text styles</a:t>
            </a:r>
          </a:p>
        </p:txBody>
      </p:sp>
    </p:spTree>
    <p:extLst>
      <p:ext uri="{BB962C8B-B14F-4D97-AF65-F5344CB8AC3E}">
        <p14:creationId xmlns:p14="http://schemas.microsoft.com/office/powerpoint/2010/main" val="1877808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5" name="PlaceHolder 1"/>
          <p:cNvSpPr>
            <a:spLocks noGrp="1"/>
          </p:cNvSpPr>
          <p:nvPr>
            <p:ph type="title"/>
          </p:nvPr>
        </p:nvSpPr>
        <p:spPr>
          <a:xfrm>
            <a:off x="527520" y="274680"/>
            <a:ext cx="8160480" cy="849960"/>
          </a:xfrm>
          <a:prstGeom prst="rect">
            <a:avLst/>
          </a:prstGeom>
        </p:spPr>
        <p:txBody>
          <a:bodyPr lIns="0" tIns="0" rIns="0" bIns="0"/>
          <a:lstStyle/>
          <a:p>
            <a:r>
              <a:rPr lang="en-US"/>
              <a:t>Click to edit Master title style</a:t>
            </a:r>
            <a:endParaRPr lang="en-IN"/>
          </a:p>
        </p:txBody>
      </p:sp>
    </p:spTree>
    <p:extLst>
      <p:ext uri="{BB962C8B-B14F-4D97-AF65-F5344CB8AC3E}">
        <p14:creationId xmlns:p14="http://schemas.microsoft.com/office/powerpoint/2010/main" val="22634346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66" name="PlaceHolder 1"/>
          <p:cNvSpPr>
            <a:spLocks noGrp="1"/>
          </p:cNvSpPr>
          <p:nvPr>
            <p:ph type="subTitle"/>
          </p:nvPr>
        </p:nvSpPr>
        <p:spPr>
          <a:xfrm>
            <a:off x="527520" y="274680"/>
            <a:ext cx="8160480" cy="3941280"/>
          </a:xfrm>
          <a:prstGeom prst="rect">
            <a:avLst/>
          </a:prstGeom>
        </p:spPr>
        <p:txBody>
          <a:bodyPr lIns="0" tIns="0" rIns="0" bIns="0" anchor="ctr"/>
          <a:lstStyle/>
          <a:p>
            <a:r>
              <a:rPr lang="en-US"/>
              <a:t>Click to edit Master subtitle style</a:t>
            </a:r>
            <a:endParaRPr lang="en-IN"/>
          </a:p>
        </p:txBody>
      </p:sp>
    </p:spTree>
    <p:extLst>
      <p:ext uri="{BB962C8B-B14F-4D97-AF65-F5344CB8AC3E}">
        <p14:creationId xmlns:p14="http://schemas.microsoft.com/office/powerpoint/2010/main" val="618592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527520" y="274680"/>
            <a:ext cx="8160480" cy="849960"/>
          </a:xfrm>
          <a:prstGeom prst="rect">
            <a:avLst/>
          </a:prstGeom>
        </p:spPr>
        <p:txBody>
          <a:bodyPr lIns="0" tIns="0" rIns="0" bIns="0"/>
          <a:lstStyle/>
          <a:p>
            <a:r>
              <a:rPr lang="en-US"/>
              <a:t>Click to edit Master title style</a:t>
            </a:r>
            <a:endParaRPr lang="en-IN"/>
          </a:p>
        </p:txBody>
      </p:sp>
      <p:sp>
        <p:nvSpPr>
          <p:cNvPr id="68" name="PlaceHolder 2"/>
          <p:cNvSpPr>
            <a:spLocks noGrp="1"/>
          </p:cNvSpPr>
          <p:nvPr>
            <p:ph type="body"/>
          </p:nvPr>
        </p:nvSpPr>
        <p:spPr>
          <a:xfrm>
            <a:off x="609600" y="1600200"/>
            <a:ext cx="5354400" cy="2158560"/>
          </a:xfrm>
          <a:prstGeom prst="rect">
            <a:avLst/>
          </a:prstGeom>
        </p:spPr>
        <p:txBody>
          <a:bodyPr lIns="0" tIns="0" rIns="0" bIns="0">
            <a:normAutofit/>
          </a:bodyPr>
          <a:lstStyle/>
          <a:p>
            <a:pPr lvl="0"/>
            <a:r>
              <a:rPr lang="en-US"/>
              <a:t>Click to edit Master text styles</a:t>
            </a:r>
          </a:p>
        </p:txBody>
      </p:sp>
      <p:sp>
        <p:nvSpPr>
          <p:cNvPr id="69" name="PlaceHolder 3"/>
          <p:cNvSpPr>
            <a:spLocks noGrp="1"/>
          </p:cNvSpPr>
          <p:nvPr>
            <p:ph type="body"/>
          </p:nvPr>
        </p:nvSpPr>
        <p:spPr>
          <a:xfrm>
            <a:off x="6232320" y="1600200"/>
            <a:ext cx="5354400" cy="4525920"/>
          </a:xfrm>
          <a:prstGeom prst="rect">
            <a:avLst/>
          </a:prstGeom>
        </p:spPr>
        <p:txBody>
          <a:bodyPr lIns="0" tIns="0" rIns="0" bIns="0">
            <a:normAutofit/>
          </a:bodyPr>
          <a:lstStyle/>
          <a:p>
            <a:pPr lvl="0"/>
            <a:r>
              <a:rPr lang="en-US"/>
              <a:t>Click to edit Master text styles</a:t>
            </a:r>
          </a:p>
        </p:txBody>
      </p:sp>
      <p:sp>
        <p:nvSpPr>
          <p:cNvPr id="70" name="PlaceHolder 4"/>
          <p:cNvSpPr>
            <a:spLocks noGrp="1"/>
          </p:cNvSpPr>
          <p:nvPr>
            <p:ph type="body"/>
          </p:nvPr>
        </p:nvSpPr>
        <p:spPr>
          <a:xfrm>
            <a:off x="609600" y="3964320"/>
            <a:ext cx="5354400" cy="2158560"/>
          </a:xfrm>
          <a:prstGeom prst="rect">
            <a:avLst/>
          </a:prstGeom>
        </p:spPr>
        <p:txBody>
          <a:bodyPr lIns="0" tIns="0" rIns="0" bIns="0">
            <a:normAutofit/>
          </a:bodyPr>
          <a:lstStyle/>
          <a:p>
            <a:pPr lvl="0"/>
            <a:r>
              <a:rPr lang="en-US"/>
              <a:t>Click to edit Master text styles</a:t>
            </a:r>
          </a:p>
        </p:txBody>
      </p:sp>
    </p:spTree>
    <p:extLst>
      <p:ext uri="{BB962C8B-B14F-4D97-AF65-F5344CB8AC3E}">
        <p14:creationId xmlns:p14="http://schemas.microsoft.com/office/powerpoint/2010/main" val="30149845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527520" y="274680"/>
            <a:ext cx="8160480" cy="849960"/>
          </a:xfrm>
          <a:prstGeom prst="rect">
            <a:avLst/>
          </a:prstGeom>
        </p:spPr>
        <p:txBody>
          <a:bodyPr lIns="0" tIns="0" rIns="0" bIns="0"/>
          <a:lstStyle/>
          <a:p>
            <a:r>
              <a:rPr lang="en-US"/>
              <a:t>Click to edit Master title style</a:t>
            </a:r>
            <a:endParaRPr lang="en-IN"/>
          </a:p>
        </p:txBody>
      </p:sp>
      <p:sp>
        <p:nvSpPr>
          <p:cNvPr id="72" name="PlaceHolder 2"/>
          <p:cNvSpPr>
            <a:spLocks noGrp="1"/>
          </p:cNvSpPr>
          <p:nvPr>
            <p:ph type="body"/>
          </p:nvPr>
        </p:nvSpPr>
        <p:spPr>
          <a:xfrm>
            <a:off x="609600" y="1600200"/>
            <a:ext cx="5354400" cy="4525920"/>
          </a:xfrm>
          <a:prstGeom prst="rect">
            <a:avLst/>
          </a:prstGeom>
        </p:spPr>
        <p:txBody>
          <a:bodyPr lIns="0" tIns="0" rIns="0" bIns="0">
            <a:normAutofit/>
          </a:bodyPr>
          <a:lstStyle/>
          <a:p>
            <a:pPr lvl="0"/>
            <a:r>
              <a:rPr lang="en-US"/>
              <a:t>Click to edit Master text styles</a:t>
            </a:r>
          </a:p>
        </p:txBody>
      </p:sp>
      <p:sp>
        <p:nvSpPr>
          <p:cNvPr id="73" name="PlaceHolder 3"/>
          <p:cNvSpPr>
            <a:spLocks noGrp="1"/>
          </p:cNvSpPr>
          <p:nvPr>
            <p:ph type="body"/>
          </p:nvPr>
        </p:nvSpPr>
        <p:spPr>
          <a:xfrm>
            <a:off x="6232320" y="1600200"/>
            <a:ext cx="5354400" cy="2158560"/>
          </a:xfrm>
          <a:prstGeom prst="rect">
            <a:avLst/>
          </a:prstGeom>
        </p:spPr>
        <p:txBody>
          <a:bodyPr lIns="0" tIns="0" rIns="0" bIns="0">
            <a:normAutofit/>
          </a:bodyPr>
          <a:lstStyle/>
          <a:p>
            <a:pPr lvl="0"/>
            <a:r>
              <a:rPr lang="en-US"/>
              <a:t>Click to edit Master text styles</a:t>
            </a:r>
          </a:p>
        </p:txBody>
      </p:sp>
      <p:sp>
        <p:nvSpPr>
          <p:cNvPr id="74" name="PlaceHolder 4"/>
          <p:cNvSpPr>
            <a:spLocks noGrp="1"/>
          </p:cNvSpPr>
          <p:nvPr>
            <p:ph type="body"/>
          </p:nvPr>
        </p:nvSpPr>
        <p:spPr>
          <a:xfrm>
            <a:off x="6232320" y="3964320"/>
            <a:ext cx="5354400" cy="2158560"/>
          </a:xfrm>
          <a:prstGeom prst="rect">
            <a:avLst/>
          </a:prstGeom>
        </p:spPr>
        <p:txBody>
          <a:bodyPr lIns="0" tIns="0" rIns="0" bIns="0">
            <a:normAutofit/>
          </a:bodyPr>
          <a:lstStyle/>
          <a:p>
            <a:pPr lvl="0"/>
            <a:r>
              <a:rPr lang="en-US"/>
              <a:t>Click to edit Master text styles</a:t>
            </a:r>
          </a:p>
        </p:txBody>
      </p:sp>
    </p:spTree>
    <p:extLst>
      <p:ext uri="{BB962C8B-B14F-4D97-AF65-F5344CB8AC3E}">
        <p14:creationId xmlns:p14="http://schemas.microsoft.com/office/powerpoint/2010/main" val="20460287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527520" y="274680"/>
            <a:ext cx="8160480" cy="849960"/>
          </a:xfrm>
          <a:prstGeom prst="rect">
            <a:avLst/>
          </a:prstGeom>
        </p:spPr>
        <p:txBody>
          <a:bodyPr lIns="0" tIns="0" rIns="0" bIns="0"/>
          <a:lstStyle/>
          <a:p>
            <a:r>
              <a:rPr lang="en-US"/>
              <a:t>Click to edit Master title style</a:t>
            </a:r>
            <a:endParaRPr lang="en-IN"/>
          </a:p>
        </p:txBody>
      </p:sp>
      <p:sp>
        <p:nvSpPr>
          <p:cNvPr id="76" name="PlaceHolder 2"/>
          <p:cNvSpPr>
            <a:spLocks noGrp="1"/>
          </p:cNvSpPr>
          <p:nvPr>
            <p:ph type="body"/>
          </p:nvPr>
        </p:nvSpPr>
        <p:spPr>
          <a:xfrm>
            <a:off x="609600" y="1600200"/>
            <a:ext cx="5354400" cy="2158560"/>
          </a:xfrm>
          <a:prstGeom prst="rect">
            <a:avLst/>
          </a:prstGeom>
        </p:spPr>
        <p:txBody>
          <a:bodyPr lIns="0" tIns="0" rIns="0" bIns="0">
            <a:normAutofit/>
          </a:bodyPr>
          <a:lstStyle/>
          <a:p>
            <a:pPr lvl="0"/>
            <a:r>
              <a:rPr lang="en-US"/>
              <a:t>Click to edit Master text styles</a:t>
            </a:r>
          </a:p>
        </p:txBody>
      </p:sp>
      <p:sp>
        <p:nvSpPr>
          <p:cNvPr id="77" name="PlaceHolder 3"/>
          <p:cNvSpPr>
            <a:spLocks noGrp="1"/>
          </p:cNvSpPr>
          <p:nvPr>
            <p:ph type="body"/>
          </p:nvPr>
        </p:nvSpPr>
        <p:spPr>
          <a:xfrm>
            <a:off x="6232320" y="1600200"/>
            <a:ext cx="5354400" cy="2158560"/>
          </a:xfrm>
          <a:prstGeom prst="rect">
            <a:avLst/>
          </a:prstGeom>
        </p:spPr>
        <p:txBody>
          <a:bodyPr lIns="0" tIns="0" rIns="0" bIns="0">
            <a:normAutofit/>
          </a:bodyPr>
          <a:lstStyle/>
          <a:p>
            <a:pPr lvl="0"/>
            <a:r>
              <a:rPr lang="en-US"/>
              <a:t>Click to edit Master text styles</a:t>
            </a:r>
          </a:p>
        </p:txBody>
      </p:sp>
      <p:sp>
        <p:nvSpPr>
          <p:cNvPr id="78" name="PlaceHolder 4"/>
          <p:cNvSpPr>
            <a:spLocks noGrp="1"/>
          </p:cNvSpPr>
          <p:nvPr>
            <p:ph type="body"/>
          </p:nvPr>
        </p:nvSpPr>
        <p:spPr>
          <a:xfrm>
            <a:off x="609600" y="3964320"/>
            <a:ext cx="10972320" cy="2158560"/>
          </a:xfrm>
          <a:prstGeom prst="rect">
            <a:avLst/>
          </a:prstGeom>
        </p:spPr>
        <p:txBody>
          <a:bodyPr lIns="0" tIns="0" rIns="0" bIns="0">
            <a:normAutofit/>
          </a:bodyPr>
          <a:lstStyle/>
          <a:p>
            <a:pPr lvl="0"/>
            <a:r>
              <a:rPr lang="en-US"/>
              <a:t>Click to edit Master text styles</a:t>
            </a:r>
          </a:p>
        </p:txBody>
      </p:sp>
    </p:spTree>
    <p:extLst>
      <p:ext uri="{BB962C8B-B14F-4D97-AF65-F5344CB8AC3E}">
        <p14:creationId xmlns:p14="http://schemas.microsoft.com/office/powerpoint/2010/main" val="14940804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527520" y="274680"/>
            <a:ext cx="8160480" cy="849960"/>
          </a:xfrm>
          <a:prstGeom prst="rect">
            <a:avLst/>
          </a:prstGeom>
        </p:spPr>
        <p:txBody>
          <a:bodyPr lIns="0" tIns="0" rIns="0" bIns="0"/>
          <a:lstStyle/>
          <a:p>
            <a:r>
              <a:rPr lang="en-US"/>
              <a:t>Click to edit Master title style</a:t>
            </a:r>
            <a:endParaRPr lang="en-IN"/>
          </a:p>
        </p:txBody>
      </p:sp>
      <p:sp>
        <p:nvSpPr>
          <p:cNvPr id="80" name="PlaceHolder 2"/>
          <p:cNvSpPr>
            <a:spLocks noGrp="1"/>
          </p:cNvSpPr>
          <p:nvPr>
            <p:ph type="body"/>
          </p:nvPr>
        </p:nvSpPr>
        <p:spPr>
          <a:xfrm>
            <a:off x="609600" y="1600200"/>
            <a:ext cx="10972320" cy="2158560"/>
          </a:xfrm>
          <a:prstGeom prst="rect">
            <a:avLst/>
          </a:prstGeom>
        </p:spPr>
        <p:txBody>
          <a:bodyPr lIns="0" tIns="0" rIns="0" bIns="0">
            <a:normAutofit/>
          </a:bodyPr>
          <a:lstStyle/>
          <a:p>
            <a:pPr lvl="0"/>
            <a:r>
              <a:rPr lang="en-US"/>
              <a:t>Click to edit Master text styles</a:t>
            </a:r>
          </a:p>
        </p:txBody>
      </p:sp>
      <p:sp>
        <p:nvSpPr>
          <p:cNvPr id="81" name="PlaceHolder 3"/>
          <p:cNvSpPr>
            <a:spLocks noGrp="1"/>
          </p:cNvSpPr>
          <p:nvPr>
            <p:ph type="body"/>
          </p:nvPr>
        </p:nvSpPr>
        <p:spPr>
          <a:xfrm>
            <a:off x="609600" y="3964320"/>
            <a:ext cx="10972320" cy="2158560"/>
          </a:xfrm>
          <a:prstGeom prst="rect">
            <a:avLst/>
          </a:prstGeom>
        </p:spPr>
        <p:txBody>
          <a:bodyPr lIns="0" tIns="0" rIns="0" bIns="0">
            <a:normAutofit/>
          </a:bodyPr>
          <a:lstStyle/>
          <a:p>
            <a:pPr lvl="0"/>
            <a:r>
              <a:rPr lang="en-US"/>
              <a:t>Click to edit Master text styles</a:t>
            </a:r>
          </a:p>
        </p:txBody>
      </p:sp>
    </p:spTree>
    <p:extLst>
      <p:ext uri="{BB962C8B-B14F-4D97-AF65-F5344CB8AC3E}">
        <p14:creationId xmlns:p14="http://schemas.microsoft.com/office/powerpoint/2010/main" val="26669966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82" name="PlaceHolder 1"/>
          <p:cNvSpPr>
            <a:spLocks noGrp="1"/>
          </p:cNvSpPr>
          <p:nvPr>
            <p:ph type="title"/>
          </p:nvPr>
        </p:nvSpPr>
        <p:spPr>
          <a:xfrm>
            <a:off x="527520" y="274680"/>
            <a:ext cx="8160480" cy="849960"/>
          </a:xfrm>
          <a:prstGeom prst="rect">
            <a:avLst/>
          </a:prstGeom>
        </p:spPr>
        <p:txBody>
          <a:bodyPr lIns="0" tIns="0" rIns="0" bIns="0"/>
          <a:lstStyle/>
          <a:p>
            <a:r>
              <a:rPr lang="en-US"/>
              <a:t>Click to edit Master title style</a:t>
            </a:r>
            <a:endParaRPr lang="en-IN"/>
          </a:p>
        </p:txBody>
      </p:sp>
      <p:sp>
        <p:nvSpPr>
          <p:cNvPr id="83" name="PlaceHolder 2"/>
          <p:cNvSpPr>
            <a:spLocks noGrp="1"/>
          </p:cNvSpPr>
          <p:nvPr>
            <p:ph type="body"/>
          </p:nvPr>
        </p:nvSpPr>
        <p:spPr>
          <a:xfrm>
            <a:off x="609600" y="1600200"/>
            <a:ext cx="5354400" cy="2158560"/>
          </a:xfrm>
          <a:prstGeom prst="rect">
            <a:avLst/>
          </a:prstGeom>
        </p:spPr>
        <p:txBody>
          <a:bodyPr lIns="0" tIns="0" rIns="0" bIns="0">
            <a:normAutofit/>
          </a:bodyPr>
          <a:lstStyle/>
          <a:p>
            <a:pPr lvl="0"/>
            <a:r>
              <a:rPr lang="en-US"/>
              <a:t>Click to edit Master text styles</a:t>
            </a:r>
          </a:p>
        </p:txBody>
      </p:sp>
      <p:sp>
        <p:nvSpPr>
          <p:cNvPr id="84" name="PlaceHolder 3"/>
          <p:cNvSpPr>
            <a:spLocks noGrp="1"/>
          </p:cNvSpPr>
          <p:nvPr>
            <p:ph type="body"/>
          </p:nvPr>
        </p:nvSpPr>
        <p:spPr>
          <a:xfrm>
            <a:off x="6232320" y="1600200"/>
            <a:ext cx="5354400" cy="2158560"/>
          </a:xfrm>
          <a:prstGeom prst="rect">
            <a:avLst/>
          </a:prstGeom>
        </p:spPr>
        <p:txBody>
          <a:bodyPr lIns="0" tIns="0" rIns="0" bIns="0">
            <a:normAutofit/>
          </a:bodyPr>
          <a:lstStyle/>
          <a:p>
            <a:pPr lvl="0"/>
            <a:r>
              <a:rPr lang="en-US"/>
              <a:t>Click to edit Master text styles</a:t>
            </a:r>
          </a:p>
        </p:txBody>
      </p:sp>
      <p:sp>
        <p:nvSpPr>
          <p:cNvPr id="85" name="PlaceHolder 4"/>
          <p:cNvSpPr>
            <a:spLocks noGrp="1"/>
          </p:cNvSpPr>
          <p:nvPr>
            <p:ph type="body"/>
          </p:nvPr>
        </p:nvSpPr>
        <p:spPr>
          <a:xfrm>
            <a:off x="609600" y="3964320"/>
            <a:ext cx="5354400" cy="2158560"/>
          </a:xfrm>
          <a:prstGeom prst="rect">
            <a:avLst/>
          </a:prstGeom>
        </p:spPr>
        <p:txBody>
          <a:bodyPr lIns="0" tIns="0" rIns="0" bIns="0">
            <a:normAutofit/>
          </a:bodyPr>
          <a:lstStyle/>
          <a:p>
            <a:pPr lvl="0"/>
            <a:r>
              <a:rPr lang="en-US"/>
              <a:t>Click to edit Master text styles</a:t>
            </a:r>
          </a:p>
        </p:txBody>
      </p:sp>
      <p:sp>
        <p:nvSpPr>
          <p:cNvPr id="86" name="PlaceHolder 5"/>
          <p:cNvSpPr>
            <a:spLocks noGrp="1"/>
          </p:cNvSpPr>
          <p:nvPr>
            <p:ph type="body"/>
          </p:nvPr>
        </p:nvSpPr>
        <p:spPr>
          <a:xfrm>
            <a:off x="6232320" y="3964320"/>
            <a:ext cx="5354400" cy="2158560"/>
          </a:xfrm>
          <a:prstGeom prst="rect">
            <a:avLst/>
          </a:prstGeom>
        </p:spPr>
        <p:txBody>
          <a:bodyPr lIns="0" tIns="0" rIns="0" bIns="0">
            <a:normAutofit/>
          </a:bodyPr>
          <a:lstStyle/>
          <a:p>
            <a:pPr lvl="0"/>
            <a:r>
              <a:rPr lang="en-US"/>
              <a:t>Click to edit Master text styles</a:t>
            </a:r>
          </a:p>
        </p:txBody>
      </p:sp>
    </p:spTree>
    <p:extLst>
      <p:ext uri="{BB962C8B-B14F-4D97-AF65-F5344CB8AC3E}">
        <p14:creationId xmlns:p14="http://schemas.microsoft.com/office/powerpoint/2010/main" val="34993753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527520" y="274680"/>
            <a:ext cx="8160480" cy="849960"/>
          </a:xfrm>
          <a:prstGeom prst="rect">
            <a:avLst/>
          </a:prstGeom>
        </p:spPr>
        <p:txBody>
          <a:bodyPr lIns="0" tIns="0" rIns="0" bIns="0"/>
          <a:lstStyle/>
          <a:p>
            <a:r>
              <a:rPr lang="en-US"/>
              <a:t>Click to edit Master title style</a:t>
            </a:r>
            <a:endParaRPr lang="en-IN"/>
          </a:p>
        </p:txBody>
      </p:sp>
      <p:sp>
        <p:nvSpPr>
          <p:cNvPr id="88" name="PlaceHolder 2"/>
          <p:cNvSpPr>
            <a:spLocks noGrp="1"/>
          </p:cNvSpPr>
          <p:nvPr>
            <p:ph type="body"/>
          </p:nvPr>
        </p:nvSpPr>
        <p:spPr>
          <a:xfrm>
            <a:off x="609600" y="1600200"/>
            <a:ext cx="3532800" cy="2158560"/>
          </a:xfrm>
          <a:prstGeom prst="rect">
            <a:avLst/>
          </a:prstGeom>
        </p:spPr>
        <p:txBody>
          <a:bodyPr lIns="0" tIns="0" rIns="0" bIns="0">
            <a:normAutofit/>
          </a:bodyPr>
          <a:lstStyle/>
          <a:p>
            <a:pPr lvl="0"/>
            <a:r>
              <a:rPr lang="en-US"/>
              <a:t>Click to edit Master text styles</a:t>
            </a:r>
          </a:p>
        </p:txBody>
      </p:sp>
      <p:sp>
        <p:nvSpPr>
          <p:cNvPr id="89" name="PlaceHolder 3"/>
          <p:cNvSpPr>
            <a:spLocks noGrp="1"/>
          </p:cNvSpPr>
          <p:nvPr>
            <p:ph type="body"/>
          </p:nvPr>
        </p:nvSpPr>
        <p:spPr>
          <a:xfrm>
            <a:off x="4319520" y="1600200"/>
            <a:ext cx="3532800" cy="2158560"/>
          </a:xfrm>
          <a:prstGeom prst="rect">
            <a:avLst/>
          </a:prstGeom>
        </p:spPr>
        <p:txBody>
          <a:bodyPr lIns="0" tIns="0" rIns="0" bIns="0">
            <a:normAutofit/>
          </a:bodyPr>
          <a:lstStyle/>
          <a:p>
            <a:pPr lvl="0"/>
            <a:r>
              <a:rPr lang="en-US"/>
              <a:t>Click to edit Master text styles</a:t>
            </a:r>
          </a:p>
        </p:txBody>
      </p:sp>
      <p:sp>
        <p:nvSpPr>
          <p:cNvPr id="90" name="PlaceHolder 4"/>
          <p:cNvSpPr>
            <a:spLocks noGrp="1"/>
          </p:cNvSpPr>
          <p:nvPr>
            <p:ph type="body"/>
          </p:nvPr>
        </p:nvSpPr>
        <p:spPr>
          <a:xfrm>
            <a:off x="8029440" y="1600200"/>
            <a:ext cx="3532800" cy="2158560"/>
          </a:xfrm>
          <a:prstGeom prst="rect">
            <a:avLst/>
          </a:prstGeom>
        </p:spPr>
        <p:txBody>
          <a:bodyPr lIns="0" tIns="0" rIns="0" bIns="0">
            <a:normAutofit/>
          </a:bodyPr>
          <a:lstStyle/>
          <a:p>
            <a:pPr lvl="0"/>
            <a:r>
              <a:rPr lang="en-US"/>
              <a:t>Click to edit Master text styles</a:t>
            </a:r>
          </a:p>
        </p:txBody>
      </p:sp>
      <p:sp>
        <p:nvSpPr>
          <p:cNvPr id="91" name="PlaceHolder 5"/>
          <p:cNvSpPr>
            <a:spLocks noGrp="1"/>
          </p:cNvSpPr>
          <p:nvPr>
            <p:ph type="body"/>
          </p:nvPr>
        </p:nvSpPr>
        <p:spPr>
          <a:xfrm>
            <a:off x="609600" y="3964320"/>
            <a:ext cx="3532800" cy="2158560"/>
          </a:xfrm>
          <a:prstGeom prst="rect">
            <a:avLst/>
          </a:prstGeom>
        </p:spPr>
        <p:txBody>
          <a:bodyPr lIns="0" tIns="0" rIns="0" bIns="0">
            <a:normAutofit/>
          </a:bodyPr>
          <a:lstStyle/>
          <a:p>
            <a:pPr lvl="0"/>
            <a:r>
              <a:rPr lang="en-US"/>
              <a:t>Click to edit Master text styles</a:t>
            </a:r>
          </a:p>
        </p:txBody>
      </p:sp>
      <p:sp>
        <p:nvSpPr>
          <p:cNvPr id="92" name="PlaceHolder 6"/>
          <p:cNvSpPr>
            <a:spLocks noGrp="1"/>
          </p:cNvSpPr>
          <p:nvPr>
            <p:ph type="body"/>
          </p:nvPr>
        </p:nvSpPr>
        <p:spPr>
          <a:xfrm>
            <a:off x="4319520" y="3964320"/>
            <a:ext cx="3532800" cy="2158560"/>
          </a:xfrm>
          <a:prstGeom prst="rect">
            <a:avLst/>
          </a:prstGeom>
        </p:spPr>
        <p:txBody>
          <a:bodyPr lIns="0" tIns="0" rIns="0" bIns="0">
            <a:normAutofit/>
          </a:bodyPr>
          <a:lstStyle/>
          <a:p>
            <a:pPr lvl="0"/>
            <a:r>
              <a:rPr lang="en-US"/>
              <a:t>Click to edit Master text styles</a:t>
            </a:r>
          </a:p>
        </p:txBody>
      </p:sp>
      <p:sp>
        <p:nvSpPr>
          <p:cNvPr id="93" name="PlaceHolder 7"/>
          <p:cNvSpPr>
            <a:spLocks noGrp="1"/>
          </p:cNvSpPr>
          <p:nvPr>
            <p:ph type="body"/>
          </p:nvPr>
        </p:nvSpPr>
        <p:spPr>
          <a:xfrm>
            <a:off x="8029440" y="3964320"/>
            <a:ext cx="3532800" cy="2158560"/>
          </a:xfrm>
          <a:prstGeom prst="rect">
            <a:avLst/>
          </a:prstGeom>
        </p:spPr>
        <p:txBody>
          <a:bodyPr lIns="0" tIns="0" rIns="0" bIns="0">
            <a:normAutofit/>
          </a:bodyPr>
          <a:lstStyle/>
          <a:p>
            <a:pPr lvl="0"/>
            <a:r>
              <a:rPr lang="en-US"/>
              <a:t>Click to edit Master text styles</a:t>
            </a:r>
          </a:p>
        </p:txBody>
      </p:sp>
    </p:spTree>
    <p:extLst>
      <p:ext uri="{BB962C8B-B14F-4D97-AF65-F5344CB8AC3E}">
        <p14:creationId xmlns:p14="http://schemas.microsoft.com/office/powerpoint/2010/main" val="17465534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Content" type="obj">
  <p:cSld name="1_Title, Content">
    <p:spTree>
      <p:nvGrpSpPr>
        <p:cNvPr id="1" name="Shape 85"/>
        <p:cNvGrpSpPr/>
        <p:nvPr/>
      </p:nvGrpSpPr>
      <p:grpSpPr>
        <a:xfrm>
          <a:off x="0" y="0"/>
          <a:ext cx="0" cy="0"/>
          <a:chOff x="0" y="0"/>
          <a:chExt cx="0" cy="0"/>
        </a:xfrm>
      </p:grpSpPr>
      <p:sp>
        <p:nvSpPr>
          <p:cNvPr id="86" name="Google Shape;86;p17"/>
          <p:cNvSpPr txBox="1">
            <a:spLocks noGrp="1"/>
          </p:cNvSpPr>
          <p:nvPr>
            <p:ph type="title"/>
          </p:nvPr>
        </p:nvSpPr>
        <p:spPr>
          <a:xfrm>
            <a:off x="527521" y="102639"/>
            <a:ext cx="8160480" cy="630495"/>
          </a:xfrm>
          <a:prstGeom prst="rect">
            <a:avLst/>
          </a:prstGeom>
          <a:noFill/>
          <a:ln>
            <a:noFill/>
          </a:ln>
        </p:spPr>
        <p:txBody>
          <a:bodyPr spcFirstLastPara="1" lIns="0" tIns="0" rIns="0" bIns="0"/>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87" name="Google Shape;87;p17"/>
          <p:cNvSpPr txBox="1">
            <a:spLocks noGrp="1"/>
          </p:cNvSpPr>
          <p:nvPr>
            <p:ph type="body" idx="1"/>
          </p:nvPr>
        </p:nvSpPr>
        <p:spPr>
          <a:xfrm>
            <a:off x="609600" y="1041050"/>
            <a:ext cx="10972320" cy="5085071"/>
          </a:xfrm>
          <a:prstGeom prst="rect">
            <a:avLst/>
          </a:prstGeom>
          <a:noFill/>
          <a:ln>
            <a:noFill/>
          </a:ln>
        </p:spPr>
        <p:txBody>
          <a:bodyPr spcFirstLastPara="1" wrap="square" lIns="0" tIns="0" rIns="0" bIns="0" anchor="t" anchorCtr="0"/>
          <a:lstStyle>
            <a:lvl1pPr marL="342949" lvl="0" indent="-171474">
              <a:spcBef>
                <a:spcPts val="0"/>
              </a:spcBef>
              <a:spcAft>
                <a:spcPts val="0"/>
              </a:spcAft>
              <a:buSzPts val="1400"/>
              <a:buNone/>
              <a:defRPr/>
            </a:lvl1pPr>
            <a:lvl2pPr marL="685899" lvl="1" indent="-171474">
              <a:spcBef>
                <a:spcPts val="0"/>
              </a:spcBef>
              <a:spcAft>
                <a:spcPts val="0"/>
              </a:spcAft>
              <a:buSzPts val="1400"/>
              <a:buNone/>
              <a:defRPr/>
            </a:lvl2pPr>
            <a:lvl3pPr marL="1028848" lvl="2" indent="-171474">
              <a:spcBef>
                <a:spcPts val="0"/>
              </a:spcBef>
              <a:spcAft>
                <a:spcPts val="0"/>
              </a:spcAft>
              <a:buSzPts val="1400"/>
              <a:buNone/>
              <a:defRPr/>
            </a:lvl3pPr>
            <a:lvl4pPr marL="1371797" lvl="3" indent="-171474">
              <a:spcBef>
                <a:spcPts val="0"/>
              </a:spcBef>
              <a:spcAft>
                <a:spcPts val="0"/>
              </a:spcAft>
              <a:buSzPts val="1400"/>
              <a:buNone/>
              <a:defRPr/>
            </a:lvl4pPr>
            <a:lvl5pPr marL="1714746" lvl="4" indent="-171474">
              <a:spcBef>
                <a:spcPts val="0"/>
              </a:spcBef>
              <a:spcAft>
                <a:spcPts val="0"/>
              </a:spcAft>
              <a:buSzPts val="1400"/>
              <a:buNone/>
              <a:defRPr/>
            </a:lvl5pPr>
            <a:lvl6pPr marL="2057695" lvl="5" indent="-171474">
              <a:spcBef>
                <a:spcPts val="0"/>
              </a:spcBef>
              <a:spcAft>
                <a:spcPts val="0"/>
              </a:spcAft>
              <a:buSzPts val="1400"/>
              <a:buNone/>
              <a:defRPr/>
            </a:lvl6pPr>
            <a:lvl7pPr marL="2400644" lvl="6" indent="-171474">
              <a:spcBef>
                <a:spcPts val="0"/>
              </a:spcBef>
              <a:spcAft>
                <a:spcPts val="0"/>
              </a:spcAft>
              <a:buSzPts val="1400"/>
              <a:buNone/>
              <a:defRPr/>
            </a:lvl7pPr>
            <a:lvl8pPr marL="2743593" lvl="7" indent="-171474">
              <a:spcBef>
                <a:spcPts val="0"/>
              </a:spcBef>
              <a:spcAft>
                <a:spcPts val="0"/>
              </a:spcAft>
              <a:buSzPts val="1400"/>
              <a:buNone/>
              <a:defRPr/>
            </a:lvl8pPr>
            <a:lvl9pPr marL="3086543" lvl="8" indent="-171474">
              <a:spcBef>
                <a:spcPts val="0"/>
              </a:spcBef>
              <a:spcAft>
                <a:spcPts val="0"/>
              </a:spcAft>
              <a:buSzPts val="1400"/>
              <a:buNone/>
              <a:defRPr/>
            </a:lvl9pPr>
          </a:lstStyle>
          <a:p>
            <a:pPr lvl="0"/>
            <a:r>
              <a:rPr lang="en-US"/>
              <a:t>Click to edit Master text styles</a:t>
            </a:r>
          </a:p>
        </p:txBody>
      </p:sp>
    </p:spTree>
    <p:extLst>
      <p:ext uri="{BB962C8B-B14F-4D97-AF65-F5344CB8AC3E}">
        <p14:creationId xmlns:p14="http://schemas.microsoft.com/office/powerpoint/2010/main" val="40110780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8"/>
        <p:cNvGrpSpPr/>
        <p:nvPr/>
      </p:nvGrpSpPr>
      <p:grpSpPr>
        <a:xfrm>
          <a:off x="0" y="0"/>
          <a:ext cx="0" cy="0"/>
          <a:chOff x="0" y="0"/>
          <a:chExt cx="0" cy="0"/>
        </a:xfrm>
      </p:grpSpPr>
      <p:pic>
        <p:nvPicPr>
          <p:cNvPr id="2" name="Google Shape;9;p6">
            <a:extLst>
              <a:ext uri="{FF2B5EF4-FFF2-40B4-BE49-F238E27FC236}">
                <a16:creationId xmlns:a16="http://schemas.microsoft.com/office/drawing/2014/main" id="{80FAB2DE-7E5F-D7CC-E77D-9CE70D89B303}"/>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t="3185" b="1180"/>
          <a:stretch>
            <a:fillRect/>
          </a:stretch>
        </p:blipFill>
        <p:spPr bwMode="auto">
          <a:xfrm>
            <a:off x="0" y="0"/>
            <a:ext cx="12192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3" name="Google Shape;10;p6">
            <a:extLst>
              <a:ext uri="{FF2B5EF4-FFF2-40B4-BE49-F238E27FC236}">
                <a16:creationId xmlns:a16="http://schemas.microsoft.com/office/drawing/2014/main" id="{C23A355C-C249-585D-9A3B-93D81A6BFD5F}"/>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Google Shape;11;p6">
            <a:extLst>
              <a:ext uri="{FF2B5EF4-FFF2-40B4-BE49-F238E27FC236}">
                <a16:creationId xmlns:a16="http://schemas.microsoft.com/office/drawing/2014/main" id="{A4FA5297-D461-3440-3461-D498438F8986}"/>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2551113"/>
            <a:ext cx="9678988" cy="179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Google Shape;12;p6">
            <a:extLst>
              <a:ext uri="{FF2B5EF4-FFF2-40B4-BE49-F238E27FC236}">
                <a16:creationId xmlns:a16="http://schemas.microsoft.com/office/drawing/2014/main" id="{07ED1467-4CA5-F4CD-1F0B-92F7D15E332C}"/>
              </a:ext>
            </a:extLst>
          </p:cNvPr>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47675"/>
            <a:ext cx="10744200" cy="805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Google Shape;15;p6">
            <a:extLst>
              <a:ext uri="{FF2B5EF4-FFF2-40B4-BE49-F238E27FC236}">
                <a16:creationId xmlns:a16="http://schemas.microsoft.com/office/drawing/2014/main" id="{D4F921A2-4E0C-ABEA-C302-1566D907606E}"/>
              </a:ext>
            </a:extLst>
          </p:cNvPr>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23288" y="896938"/>
            <a:ext cx="3097212" cy="108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Google Shape;16;p6">
            <a:extLst>
              <a:ext uri="{FF2B5EF4-FFF2-40B4-BE49-F238E27FC236}">
                <a16:creationId xmlns:a16="http://schemas.microsoft.com/office/drawing/2014/main" id="{495643C8-83C1-40F9-7C28-ACC4F89BA9A5}"/>
              </a:ext>
            </a:extLst>
          </p:cNvPr>
          <p:cNvPicPr preferRelativeResize="0">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77038" y="4800600"/>
            <a:ext cx="5124450" cy="2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Google Shape;13;p6"/>
          <p:cNvSpPr txBox="1">
            <a:spLocks noGrp="1"/>
          </p:cNvSpPr>
          <p:nvPr>
            <p:ph type="ctrTitle"/>
          </p:nvPr>
        </p:nvSpPr>
        <p:spPr>
          <a:xfrm>
            <a:off x="4572002" y="2549771"/>
            <a:ext cx="7330831" cy="1600725"/>
          </a:xfrm>
          <a:prstGeom prst="rect">
            <a:avLst/>
          </a:prstGeom>
          <a:noFill/>
          <a:ln>
            <a:noFill/>
          </a:ln>
        </p:spPr>
        <p:txBody>
          <a:bodyPr spcFirstLastPara="1" lIns="91425" tIns="45700" rIns="91425" bIns="45700">
            <a:normAutofit/>
          </a:bodyPr>
          <a:lstStyle>
            <a:lvl1pPr lvl="0" algn="r">
              <a:lnSpc>
                <a:spcPct val="90000"/>
              </a:lnSpc>
              <a:spcBef>
                <a:spcPts val="0"/>
              </a:spcBef>
              <a:spcAft>
                <a:spcPts val="0"/>
              </a:spcAft>
              <a:buClr>
                <a:schemeClr val="lt1"/>
              </a:buClr>
              <a:buSzPts val="3200"/>
              <a:buFont typeface="Helvetica Neue"/>
              <a:buNone/>
              <a:defRPr sz="2400" b="1">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14" name="Google Shape;14;p6"/>
          <p:cNvSpPr txBox="1">
            <a:spLocks noGrp="1"/>
          </p:cNvSpPr>
          <p:nvPr>
            <p:ph type="subTitle" idx="1"/>
          </p:nvPr>
        </p:nvSpPr>
        <p:spPr>
          <a:xfrm>
            <a:off x="5908431" y="4452632"/>
            <a:ext cx="5994400" cy="343327"/>
          </a:xfrm>
          <a:prstGeom prst="rect">
            <a:avLst/>
          </a:prstGeom>
          <a:noFill/>
          <a:ln>
            <a:noFill/>
          </a:ln>
        </p:spPr>
        <p:txBody>
          <a:bodyPr spcFirstLastPara="1" lIns="91425" tIns="45700" rIns="91425" bIns="45700" anchor="ctr">
            <a:normAutofit/>
          </a:bodyPr>
          <a:lstStyle>
            <a:lvl1pPr lvl="0" algn="r">
              <a:lnSpc>
                <a:spcPct val="90000"/>
              </a:lnSpc>
              <a:spcBef>
                <a:spcPts val="750"/>
              </a:spcBef>
              <a:spcAft>
                <a:spcPts val="0"/>
              </a:spcAft>
              <a:buClr>
                <a:srgbClr val="1C1573"/>
              </a:buClr>
              <a:buSzPts val="1700"/>
              <a:buNone/>
              <a:defRPr sz="1275" b="1">
                <a:solidFill>
                  <a:srgbClr val="1C1573"/>
                </a:solidFill>
                <a:latin typeface="Helvetica Neue"/>
                <a:ea typeface="Helvetica Neue"/>
                <a:cs typeface="Helvetica Neue"/>
                <a:sym typeface="Helvetica Neue"/>
              </a:defRPr>
            </a:lvl1pPr>
            <a:lvl2pPr lvl="1" algn="ctr">
              <a:lnSpc>
                <a:spcPct val="90000"/>
              </a:lnSpc>
              <a:spcBef>
                <a:spcPts val="375"/>
              </a:spcBef>
              <a:spcAft>
                <a:spcPts val="0"/>
              </a:spcAft>
              <a:buClr>
                <a:schemeClr val="dk1"/>
              </a:buClr>
              <a:buSzPts val="1500"/>
              <a:buNone/>
              <a:defRPr sz="1125"/>
            </a:lvl2pPr>
            <a:lvl3pPr lvl="2" algn="ctr">
              <a:lnSpc>
                <a:spcPct val="90000"/>
              </a:lnSpc>
              <a:spcBef>
                <a:spcPts val="375"/>
              </a:spcBef>
              <a:spcAft>
                <a:spcPts val="0"/>
              </a:spcAft>
              <a:buClr>
                <a:schemeClr val="dk1"/>
              </a:buClr>
              <a:buSzPts val="1350"/>
              <a:buNone/>
              <a:defRPr sz="1013"/>
            </a:lvl3pPr>
            <a:lvl4pPr lvl="3" algn="ctr">
              <a:lnSpc>
                <a:spcPct val="90000"/>
              </a:lnSpc>
              <a:spcBef>
                <a:spcPts val="375"/>
              </a:spcBef>
              <a:spcAft>
                <a:spcPts val="0"/>
              </a:spcAft>
              <a:buClr>
                <a:schemeClr val="dk1"/>
              </a:buClr>
              <a:buSzPts val="1200"/>
              <a:buNone/>
              <a:defRPr sz="900"/>
            </a:lvl4pPr>
            <a:lvl5pPr lvl="4" algn="ctr">
              <a:lnSpc>
                <a:spcPct val="90000"/>
              </a:lnSpc>
              <a:spcBef>
                <a:spcPts val="375"/>
              </a:spcBef>
              <a:spcAft>
                <a:spcPts val="0"/>
              </a:spcAft>
              <a:buClr>
                <a:schemeClr val="dk1"/>
              </a:buClr>
              <a:buSzPts val="1200"/>
              <a:buNone/>
              <a:defRPr sz="900"/>
            </a:lvl5pPr>
            <a:lvl6pPr lvl="5" algn="ctr">
              <a:lnSpc>
                <a:spcPct val="90000"/>
              </a:lnSpc>
              <a:spcBef>
                <a:spcPts val="375"/>
              </a:spcBef>
              <a:spcAft>
                <a:spcPts val="0"/>
              </a:spcAft>
              <a:buClr>
                <a:schemeClr val="dk1"/>
              </a:buClr>
              <a:buSzPts val="1200"/>
              <a:buNone/>
              <a:defRPr sz="900"/>
            </a:lvl6pPr>
            <a:lvl7pPr lvl="6" algn="ctr">
              <a:lnSpc>
                <a:spcPct val="90000"/>
              </a:lnSpc>
              <a:spcBef>
                <a:spcPts val="375"/>
              </a:spcBef>
              <a:spcAft>
                <a:spcPts val="0"/>
              </a:spcAft>
              <a:buClr>
                <a:schemeClr val="dk1"/>
              </a:buClr>
              <a:buSzPts val="1200"/>
              <a:buNone/>
              <a:defRPr sz="900"/>
            </a:lvl7pPr>
            <a:lvl8pPr lvl="7" algn="ctr">
              <a:lnSpc>
                <a:spcPct val="90000"/>
              </a:lnSpc>
              <a:spcBef>
                <a:spcPts val="375"/>
              </a:spcBef>
              <a:spcAft>
                <a:spcPts val="0"/>
              </a:spcAft>
              <a:buClr>
                <a:schemeClr val="dk1"/>
              </a:buClr>
              <a:buSzPts val="1200"/>
              <a:buNone/>
              <a:defRPr sz="900"/>
            </a:lvl8pPr>
            <a:lvl9pPr lvl="8" algn="ctr">
              <a:lnSpc>
                <a:spcPct val="90000"/>
              </a:lnSpc>
              <a:spcBef>
                <a:spcPts val="375"/>
              </a:spcBef>
              <a:spcAft>
                <a:spcPts val="0"/>
              </a:spcAft>
              <a:buClr>
                <a:schemeClr val="dk1"/>
              </a:buClr>
              <a:buSzPts val="1200"/>
              <a:buNone/>
              <a:defRPr sz="900"/>
            </a:lvl9pPr>
          </a:lstStyle>
          <a:p>
            <a:r>
              <a:rPr lang="en-US"/>
              <a:t>Click to edit Master subtitle style</a:t>
            </a:r>
            <a:endParaRPr/>
          </a:p>
        </p:txBody>
      </p:sp>
      <p:sp>
        <p:nvSpPr>
          <p:cNvPr id="17" name="Google Shape;17;p6"/>
          <p:cNvSpPr txBox="1">
            <a:spLocks noGrp="1"/>
          </p:cNvSpPr>
          <p:nvPr>
            <p:ph type="body" idx="2"/>
          </p:nvPr>
        </p:nvSpPr>
        <p:spPr>
          <a:xfrm>
            <a:off x="5189413" y="4826979"/>
            <a:ext cx="6713419" cy="1108563"/>
          </a:xfrm>
          <a:prstGeom prst="rect">
            <a:avLst/>
          </a:prstGeom>
          <a:noFill/>
          <a:ln>
            <a:noFill/>
          </a:ln>
        </p:spPr>
        <p:txBody>
          <a:bodyPr spcFirstLastPara="1" lIns="91425" tIns="45700" rIns="91425" bIns="45700">
            <a:normAutofit/>
          </a:bodyPr>
          <a:lstStyle>
            <a:lvl1pPr marL="342900" lvl="0" indent="-171450" algn="r">
              <a:lnSpc>
                <a:spcPct val="90000"/>
              </a:lnSpc>
              <a:spcBef>
                <a:spcPts val="0"/>
              </a:spcBef>
              <a:spcAft>
                <a:spcPts val="0"/>
              </a:spcAft>
              <a:buClr>
                <a:srgbClr val="1C1573"/>
              </a:buClr>
              <a:buSzPts val="1700"/>
              <a:buNone/>
              <a:defRPr sz="1275">
                <a:solidFill>
                  <a:srgbClr val="1C1573"/>
                </a:solidFill>
                <a:latin typeface="Helvetica Neue"/>
                <a:ea typeface="Helvetica Neue"/>
                <a:cs typeface="Helvetica Neue"/>
                <a:sym typeface="Helvetica Neue"/>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094020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200"/>
                                        <p:tgtEl>
                                          <p:spTgt spid="3"/>
                                        </p:tgtEl>
                                      </p:cBhvr>
                                    </p:animEffect>
                                  </p:childTnLst>
                                </p:cTn>
                              </p:par>
                            </p:childTnLst>
                          </p:cTn>
                        </p:par>
                        <p:par>
                          <p:cTn id="8" fill="hold">
                            <p:stCondLst>
                              <p:cond delay="1200"/>
                            </p:stCondLst>
                            <p:childTnLst>
                              <p:par>
                                <p:cTn id="9" presetID="10"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1300"/>
                                        <p:tgtEl>
                                          <p:spTgt spid="5"/>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Section Header">
    <p:spTree>
      <p:nvGrpSpPr>
        <p:cNvPr id="1" name=""/>
        <p:cNvGrpSpPr/>
        <p:nvPr/>
      </p:nvGrpSpPr>
      <p:grpSpPr>
        <a:xfrm>
          <a:off x="0" y="0"/>
          <a:ext cx="0" cy="0"/>
          <a:chOff x="0" y="0"/>
          <a:chExt cx="0" cy="0"/>
        </a:xfrm>
      </p:grpSpPr>
      <p:pic>
        <p:nvPicPr>
          <p:cNvPr id="2" name="Picture 6" descr="\\Server\D\jyoti\FI023_BITS_v1\styleguide img\IMG_5627_b.jpg">
            <a:extLst>
              <a:ext uri="{FF2B5EF4-FFF2-40B4-BE49-F238E27FC236}">
                <a16:creationId xmlns:a16="http://schemas.microsoft.com/office/drawing/2014/main" id="{5DEFFF7B-6912-65F6-D008-7020076E878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D990550A-5DF4-ED6E-3E5A-4B7BF85E0D2D}"/>
              </a:ext>
            </a:extLst>
          </p:cNvPr>
          <p:cNvSpPr>
            <a:spLocks noChangeArrowheads="1"/>
          </p:cNvSpPr>
          <p:nvPr userDrawn="1"/>
        </p:nvSpPr>
        <p:spPr bwMode="auto">
          <a:xfrm>
            <a:off x="0" y="4281488"/>
            <a:ext cx="12192000" cy="2576512"/>
          </a:xfrm>
          <a:prstGeom prst="rect">
            <a:avLst/>
          </a:prstGeom>
          <a:solidFill>
            <a:schemeClr val="bg1"/>
          </a:solidFill>
          <a:ln w="9525">
            <a:solidFill>
              <a:srgbClr val="4A7EBB"/>
            </a:solidFill>
            <a:miter lim="800000"/>
            <a:headEnd/>
            <a:tailEnd/>
          </a:ln>
          <a:effectLst>
            <a:outerShdw blurRad="63500" dist="23000" dir="5400000" rotWithShape="0">
              <a:srgbClr val="000000">
                <a:alpha val="34998"/>
              </a:srgbClr>
            </a:outerShdw>
          </a:effectLst>
        </p:spPr>
        <p:txBody>
          <a:bodyPr anchor="ctr"/>
          <a:lstStyle/>
          <a:p>
            <a:pPr algn="ctr" eaLnBrk="1" fontAlgn="auto" hangingPunct="1">
              <a:spcBef>
                <a:spcPts val="0"/>
              </a:spcBef>
              <a:spcAft>
                <a:spcPts val="0"/>
              </a:spcAft>
              <a:defRPr/>
            </a:pPr>
            <a:endParaRPr lang="en-US">
              <a:solidFill>
                <a:schemeClr val="lt1"/>
              </a:solidFill>
              <a:latin typeface="+mn-lt"/>
            </a:endParaRPr>
          </a:p>
        </p:txBody>
      </p:sp>
      <p:pic>
        <p:nvPicPr>
          <p:cNvPr id="4" name="Picture 8" descr="Picture 7.png">
            <a:extLst>
              <a:ext uri="{FF2B5EF4-FFF2-40B4-BE49-F238E27FC236}">
                <a16:creationId xmlns:a16="http://schemas.microsoft.com/office/drawing/2014/main" id="{3720B165-C558-8F6F-6B72-12A8ADEF50E3}"/>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l="1923" b="5336"/>
          <a:stretch>
            <a:fillRect/>
          </a:stretch>
        </p:blipFill>
        <p:spPr bwMode="auto">
          <a:xfrm>
            <a:off x="8839200" y="0"/>
            <a:ext cx="292576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A984B9EA-414A-7BA5-14D5-6E6BE05EBF7A}"/>
              </a:ext>
            </a:extLst>
          </p:cNvPr>
          <p:cNvSpPr/>
          <p:nvPr userDrawn="1"/>
        </p:nvSpPr>
        <p:spPr>
          <a:xfrm>
            <a:off x="3843338" y="677545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DECF906F-2B59-EF11-41EF-FC2815A1EC6D}"/>
              </a:ext>
            </a:extLst>
          </p:cNvPr>
          <p:cNvSpPr/>
          <p:nvPr userDrawn="1"/>
        </p:nvSpPr>
        <p:spPr>
          <a:xfrm>
            <a:off x="-17463" y="6775450"/>
            <a:ext cx="3860801"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1DF933FB-F467-EAE4-84BE-0AD51129949E}"/>
              </a:ext>
            </a:extLst>
          </p:cNvPr>
          <p:cNvSpPr/>
          <p:nvPr userDrawn="1"/>
        </p:nvSpPr>
        <p:spPr>
          <a:xfrm>
            <a:off x="7704138" y="677545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TextBox 7">
            <a:extLst>
              <a:ext uri="{FF2B5EF4-FFF2-40B4-BE49-F238E27FC236}">
                <a16:creationId xmlns:a16="http://schemas.microsoft.com/office/drawing/2014/main" id="{7382DD43-F1DB-2A9F-6675-58D97A869F45}"/>
              </a:ext>
            </a:extLst>
          </p:cNvPr>
          <p:cNvSpPr txBox="1"/>
          <p:nvPr userDrawn="1"/>
        </p:nvSpPr>
        <p:spPr>
          <a:xfrm>
            <a:off x="9144000" y="762000"/>
            <a:ext cx="29464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9" name="TextBox 8">
            <a:extLst>
              <a:ext uri="{FF2B5EF4-FFF2-40B4-BE49-F238E27FC236}">
                <a16:creationId xmlns:a16="http://schemas.microsoft.com/office/drawing/2014/main" id="{4C6D0556-F284-68DD-810D-923079A58A71}"/>
              </a:ext>
            </a:extLst>
          </p:cNvPr>
          <p:cNvSpPr txBox="1">
            <a:spLocks noChangeArrowheads="1"/>
          </p:cNvSpPr>
          <p:nvPr userDrawn="1"/>
        </p:nvSpPr>
        <p:spPr bwMode="auto">
          <a:xfrm>
            <a:off x="9448800" y="1171575"/>
            <a:ext cx="2540000" cy="276225"/>
          </a:xfrm>
          <a:prstGeom prst="rect">
            <a:avLst/>
          </a:prstGeom>
          <a:noFill/>
          <a:ln>
            <a:noFill/>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fontAlgn="auto" hangingPunct="1">
              <a:spcBef>
                <a:spcPts val="0"/>
              </a:spcBef>
              <a:spcAft>
                <a:spcPts val="0"/>
              </a:spcAft>
              <a:defRPr/>
            </a:pPr>
            <a:r>
              <a:rPr lang="en-US" sz="1200">
                <a:solidFill>
                  <a:srgbClr val="FFFFFF"/>
                </a:solidFill>
              </a:rPr>
              <a:t>Pilani Campus</a:t>
            </a:r>
          </a:p>
        </p:txBody>
      </p:sp>
      <p:sp>
        <p:nvSpPr>
          <p:cNvPr id="17" name="Content Placeholder 16"/>
          <p:cNvSpPr>
            <a:spLocks noGrp="1"/>
          </p:cNvSpPr>
          <p:nvPr>
            <p:ph sz="quarter" idx="10"/>
          </p:nvPr>
        </p:nvSpPr>
        <p:spPr>
          <a:xfrm>
            <a:off x="406400" y="4648200"/>
            <a:ext cx="112776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8246067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9BE989-81BA-76BE-8BBE-226CDAC14BD6}"/>
              </a:ext>
            </a:extLst>
          </p:cNvPr>
          <p:cNvSpPr txBox="1">
            <a:spLocks noChangeArrowheads="1"/>
          </p:cNvSpPr>
          <p:nvPr userDrawn="1"/>
        </p:nvSpPr>
        <p:spPr bwMode="auto">
          <a:xfrm>
            <a:off x="4368800" y="6596063"/>
            <a:ext cx="7823200" cy="261937"/>
          </a:xfrm>
          <a:prstGeom prst="rect">
            <a:avLst/>
          </a:prstGeom>
          <a:noFill/>
          <a:ln>
            <a:noFill/>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fontAlgn="auto" hangingPunct="1">
              <a:spcBef>
                <a:spcPts val="0"/>
              </a:spcBef>
              <a:spcAft>
                <a:spcPts val="0"/>
              </a:spcAft>
              <a:defRPr/>
            </a:pPr>
            <a:r>
              <a:rPr lang="en-US" sz="1100" b="1">
                <a:solidFill>
                  <a:srgbClr val="101141"/>
                </a:solidFill>
              </a:rPr>
              <a:t>BITS </a:t>
            </a:r>
            <a:r>
              <a:rPr lang="en-US" sz="1100">
                <a:solidFill>
                  <a:srgbClr val="101141"/>
                </a:solidFill>
              </a:rPr>
              <a:t>Pilani, Pilani Campus</a:t>
            </a:r>
          </a:p>
        </p:txBody>
      </p:sp>
      <p:grpSp>
        <p:nvGrpSpPr>
          <p:cNvPr id="4" name="Group 11">
            <a:extLst>
              <a:ext uri="{FF2B5EF4-FFF2-40B4-BE49-F238E27FC236}">
                <a16:creationId xmlns:a16="http://schemas.microsoft.com/office/drawing/2014/main" id="{998E480E-B3F3-C898-6EC2-B16001EBD970}"/>
              </a:ext>
            </a:extLst>
          </p:cNvPr>
          <p:cNvGrpSpPr>
            <a:grpSpLocks/>
          </p:cNvGrpSpPr>
          <p:nvPr userDrawn="1"/>
        </p:nvGrpSpPr>
        <p:grpSpPr bwMode="auto">
          <a:xfrm>
            <a:off x="2779713" y="6550025"/>
            <a:ext cx="9412287" cy="49213"/>
            <a:chOff x="2083888" y="6550671"/>
            <a:chExt cx="7060112" cy="48665"/>
          </a:xfrm>
        </p:grpSpPr>
        <p:sp>
          <p:nvSpPr>
            <p:cNvPr id="5" name="Rectangle 4">
              <a:extLst>
                <a:ext uri="{FF2B5EF4-FFF2-40B4-BE49-F238E27FC236}">
                  <a16:creationId xmlns:a16="http://schemas.microsoft.com/office/drawing/2014/main" id="{9FDA406B-AF17-2CA0-9E20-A330C9B452C2}"/>
                </a:ext>
              </a:extLst>
            </p:cNvPr>
            <p:cNvSpPr/>
            <p:nvPr/>
          </p:nvSpPr>
          <p:spPr>
            <a:xfrm>
              <a:off x="4630958" y="6550671"/>
              <a:ext cx="2327968"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20544E36-F6E6-F6BB-4622-188F02447164}"/>
                </a:ext>
              </a:extLst>
            </p:cNvPr>
            <p:cNvSpPr/>
            <p:nvPr/>
          </p:nvSpPr>
          <p:spPr>
            <a:xfrm>
              <a:off x="6908913" y="6550671"/>
              <a:ext cx="2235087"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3D03B77A-C0D9-1A87-E118-73F7DB4322BB}"/>
                </a:ext>
              </a:extLst>
            </p:cNvPr>
            <p:cNvSpPr/>
            <p:nvPr/>
          </p:nvSpPr>
          <p:spPr>
            <a:xfrm>
              <a:off x="2083888" y="6550671"/>
              <a:ext cx="2581603"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8" name="Picture 11" descr="Picture 7.png">
            <a:extLst>
              <a:ext uri="{FF2B5EF4-FFF2-40B4-BE49-F238E27FC236}">
                <a16:creationId xmlns:a16="http://schemas.microsoft.com/office/drawing/2014/main" id="{C6A08090-154B-D45D-5E40-F01310B8552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0" y="0"/>
            <a:ext cx="292576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8">
            <a:extLst>
              <a:ext uri="{FF2B5EF4-FFF2-40B4-BE49-F238E27FC236}">
                <a16:creationId xmlns:a16="http://schemas.microsoft.com/office/drawing/2014/main" id="{2AED58E8-04BB-0A39-AFBB-9FF61433E71B}"/>
              </a:ext>
            </a:extLst>
          </p:cNvPr>
          <p:cNvGrpSpPr>
            <a:grpSpLocks/>
          </p:cNvGrpSpPr>
          <p:nvPr userDrawn="1"/>
        </p:nvGrpSpPr>
        <p:grpSpPr bwMode="auto">
          <a:xfrm>
            <a:off x="2844800" y="6553200"/>
            <a:ext cx="9347200" cy="46038"/>
            <a:chOff x="1905000" y="6553200"/>
            <a:chExt cx="7010400" cy="45719"/>
          </a:xfrm>
        </p:grpSpPr>
        <p:sp>
          <p:nvSpPr>
            <p:cNvPr id="10" name="Rectangle 9">
              <a:extLst>
                <a:ext uri="{FF2B5EF4-FFF2-40B4-BE49-F238E27FC236}">
                  <a16:creationId xmlns:a16="http://schemas.microsoft.com/office/drawing/2014/main" id="{399D0BA5-90A5-950F-B4C3-48100D447CBE}"/>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A312D01D-6A83-CE7B-3759-E41E51FDAB11}"/>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FC329ECB-C6DD-83B0-8DCB-8F1BE5891ADF}"/>
                </a:ext>
              </a:extLst>
            </p:cNvPr>
            <p:cNvSpPr/>
            <p:nvPr userDrawn="1"/>
          </p:nvSpPr>
          <p:spPr>
            <a:xfrm>
              <a:off x="6586538" y="6553200"/>
              <a:ext cx="2328863"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3" name="Group 22">
            <a:extLst>
              <a:ext uri="{FF2B5EF4-FFF2-40B4-BE49-F238E27FC236}">
                <a16:creationId xmlns:a16="http://schemas.microsoft.com/office/drawing/2014/main" id="{B0347BF7-E40B-2844-D818-7A5E418626F0}"/>
              </a:ext>
            </a:extLst>
          </p:cNvPr>
          <p:cNvGrpSpPr>
            <a:grpSpLocks/>
          </p:cNvGrpSpPr>
          <p:nvPr userDrawn="1"/>
        </p:nvGrpSpPr>
        <p:grpSpPr bwMode="auto">
          <a:xfrm>
            <a:off x="0" y="1295400"/>
            <a:ext cx="9347200" cy="46038"/>
            <a:chOff x="1905000" y="6553200"/>
            <a:chExt cx="7010400" cy="45719"/>
          </a:xfrm>
        </p:grpSpPr>
        <p:sp>
          <p:nvSpPr>
            <p:cNvPr id="14" name="Rectangle 13">
              <a:extLst>
                <a:ext uri="{FF2B5EF4-FFF2-40B4-BE49-F238E27FC236}">
                  <a16:creationId xmlns:a16="http://schemas.microsoft.com/office/drawing/2014/main" id="{A733EB6E-EEFE-4BC8-8976-AC1BD2C7574B}"/>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 name="Rectangle 14">
              <a:extLst>
                <a:ext uri="{FF2B5EF4-FFF2-40B4-BE49-F238E27FC236}">
                  <a16:creationId xmlns:a16="http://schemas.microsoft.com/office/drawing/2014/main" id="{AD7448B5-9459-EA5E-EB73-3FA7DF89344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a:extLst>
                <a:ext uri="{FF2B5EF4-FFF2-40B4-BE49-F238E27FC236}">
                  <a16:creationId xmlns:a16="http://schemas.microsoft.com/office/drawing/2014/main" id="{78005067-6861-E324-F10D-8D87174AB5E5}"/>
                </a:ext>
              </a:extLst>
            </p:cNvPr>
            <p:cNvSpPr/>
            <p:nvPr userDrawn="1"/>
          </p:nvSpPr>
          <p:spPr>
            <a:xfrm>
              <a:off x="6586538" y="6553200"/>
              <a:ext cx="2328863"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9937868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743335" y="2482116"/>
            <a:ext cx="8848465" cy="2130566"/>
          </a:xfrm>
          <a:prstGeom prst="rect">
            <a:avLst/>
          </a:prstGeom>
        </p:spPr>
      </p:pic>
      <p:sp>
        <p:nvSpPr>
          <p:cNvPr id="7" name="Title 1"/>
          <p:cNvSpPr txBox="1">
            <a:spLocks/>
          </p:cNvSpPr>
          <p:nvPr userDrawn="1"/>
        </p:nvSpPr>
        <p:spPr>
          <a:xfrm>
            <a:off x="1831508" y="2575123"/>
            <a:ext cx="8666988" cy="1936878"/>
          </a:xfrm>
          <a:prstGeom prst="rect">
            <a:avLst/>
          </a:prstGeom>
        </p:spPr>
        <p:txBody>
          <a:bodyPr vert="horz" lIns="91440" tIns="45720" rIns="91440" bIns="45720" rtlCol="0" anchor="ctr">
            <a:normAutofit/>
          </a:bodyPr>
          <a:lstStyle>
            <a:lvl1pPr algn="r" defTabSz="685800" rtl="0" eaLnBrk="1" latinLnBrk="0" hangingPunct="1">
              <a:lnSpc>
                <a:spcPct val="90000"/>
              </a:lnSpc>
              <a:spcBef>
                <a:spcPct val="0"/>
              </a:spcBef>
              <a:buNone/>
              <a:defRPr sz="3200" b="1" kern="1200">
                <a:solidFill>
                  <a:schemeClr val="bg1"/>
                </a:solidFill>
                <a:latin typeface="Helvetica" panose="020B0604020202030204" pitchFamily="34" charset="0"/>
                <a:ea typeface="+mj-ea"/>
                <a:cs typeface="+mj-cs"/>
              </a:defRPr>
            </a:lvl1pPr>
          </a:lstStyle>
          <a:p>
            <a:pPr algn="ctr"/>
            <a:r>
              <a:rPr lang="en-US" sz="3600" dirty="0">
                <a:solidFill>
                  <a:prstClr val="white"/>
                </a:solidFill>
              </a:rPr>
              <a:t>Click to edit Session title</a:t>
            </a:r>
          </a:p>
        </p:txBody>
      </p:sp>
    </p:spTree>
    <p:extLst>
      <p:ext uri="{BB962C8B-B14F-4D97-AF65-F5344CB8AC3E}">
        <p14:creationId xmlns:p14="http://schemas.microsoft.com/office/powerpoint/2010/main" val="2656477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sp>
        <p:nvSpPr>
          <p:cNvPr id="2" name="Title 1"/>
          <p:cNvSpPr>
            <a:spLocks noGrp="1"/>
          </p:cNvSpPr>
          <p:nvPr>
            <p:ph type="title"/>
          </p:nvPr>
        </p:nvSpPr>
        <p:spPr>
          <a:xfrm>
            <a:off x="831850" y="1709738"/>
            <a:ext cx="10515600" cy="2852737"/>
          </a:xfrm>
        </p:spPr>
        <p:txBody>
          <a:bodyPr anchor="b">
            <a:normAutofit/>
          </a:bodyPr>
          <a:lstStyle>
            <a:lvl1pPr algn="r">
              <a:defRPr sz="5400" b="1">
                <a:solidFill>
                  <a:srgbClr val="150860"/>
                </a:solidFill>
                <a:latin typeface="Helvetica"/>
                <a:cs typeface="Helvetica"/>
              </a:defRPr>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lgn="r">
              <a:buNone/>
              <a:defRPr sz="2400" b="0" i="0">
                <a:solidFill>
                  <a:schemeClr val="tx1">
                    <a:tint val="75000"/>
                  </a:schemeClr>
                </a:solidFill>
                <a:latin typeface="Helvetica Light"/>
                <a:cs typeface="Helvetica Ligh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spTree>
    <p:extLst>
      <p:ext uri="{BB962C8B-B14F-4D97-AF65-F5344CB8AC3E}">
        <p14:creationId xmlns:p14="http://schemas.microsoft.com/office/powerpoint/2010/main" val="28046077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2_Section Header">
    <p:spTree>
      <p:nvGrpSpPr>
        <p:cNvPr id="1" name=""/>
        <p:cNvGrpSpPr/>
        <p:nvPr/>
      </p:nvGrpSpPr>
      <p:grpSpPr>
        <a:xfrm>
          <a:off x="0" y="0"/>
          <a:ext cx="0" cy="0"/>
          <a:chOff x="0" y="0"/>
          <a:chExt cx="0" cy="0"/>
        </a:xfrm>
      </p:grpSpPr>
      <p:pic>
        <p:nvPicPr>
          <p:cNvPr id="2" name="Picture 6" descr="\\Server\D\jyoti\FI023_BITS_v1\styleguide img\IMG_5627_b.jpg">
            <a:extLst>
              <a:ext uri="{FF2B5EF4-FFF2-40B4-BE49-F238E27FC236}">
                <a16:creationId xmlns:a16="http://schemas.microsoft.com/office/drawing/2014/main" id="{C0189C86-2CFC-A5A0-767A-D4DD8814AE6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C8FCFD15-45C7-5D0F-0914-2A89FFBA2555}"/>
              </a:ext>
            </a:extLst>
          </p:cNvPr>
          <p:cNvSpPr/>
          <p:nvPr userDrawn="1"/>
        </p:nvSpPr>
        <p:spPr>
          <a:xfrm>
            <a:off x="0" y="4281488"/>
            <a:ext cx="12192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pic>
        <p:nvPicPr>
          <p:cNvPr id="4" name="Picture 8" descr="Picture 7.png">
            <a:extLst>
              <a:ext uri="{FF2B5EF4-FFF2-40B4-BE49-F238E27FC236}">
                <a16:creationId xmlns:a16="http://schemas.microsoft.com/office/drawing/2014/main" id="{899E7625-D9BF-7B77-D4BA-90D8837078A0}"/>
              </a:ext>
            </a:extLst>
          </p:cNvPr>
          <p:cNvPicPr>
            <a:picLocks noChangeAspect="1"/>
          </p:cNvPicPr>
          <p:nvPr userDrawn="1"/>
        </p:nvPicPr>
        <p:blipFill>
          <a:blip r:embed="rId3">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354487A8-CFC5-A53B-78A1-82E94FEA9730}"/>
              </a:ext>
            </a:extLst>
          </p:cNvPr>
          <p:cNvSpPr/>
          <p:nvPr userDrawn="1"/>
        </p:nvSpPr>
        <p:spPr>
          <a:xfrm>
            <a:off x="3843867" y="677545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6" name="Rectangle 5">
            <a:extLst>
              <a:ext uri="{FF2B5EF4-FFF2-40B4-BE49-F238E27FC236}">
                <a16:creationId xmlns:a16="http://schemas.microsoft.com/office/drawing/2014/main" id="{F87091E3-5640-3ED0-685B-A74EC3B69E4D}"/>
              </a:ext>
            </a:extLst>
          </p:cNvPr>
          <p:cNvSpPr/>
          <p:nvPr userDrawn="1"/>
        </p:nvSpPr>
        <p:spPr>
          <a:xfrm>
            <a:off x="-16933" y="677545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7" name="Rectangle 6">
            <a:extLst>
              <a:ext uri="{FF2B5EF4-FFF2-40B4-BE49-F238E27FC236}">
                <a16:creationId xmlns:a16="http://schemas.microsoft.com/office/drawing/2014/main" id="{C478C882-6981-E2E1-4C2E-2F0E727DE248}"/>
              </a:ext>
            </a:extLst>
          </p:cNvPr>
          <p:cNvSpPr/>
          <p:nvPr userDrawn="1"/>
        </p:nvSpPr>
        <p:spPr>
          <a:xfrm>
            <a:off x="7704667" y="677545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TextBox 7">
            <a:extLst>
              <a:ext uri="{FF2B5EF4-FFF2-40B4-BE49-F238E27FC236}">
                <a16:creationId xmlns:a16="http://schemas.microsoft.com/office/drawing/2014/main" id="{F930D992-5DE6-8CBF-5464-AE793FEEF7CC}"/>
              </a:ext>
            </a:extLst>
          </p:cNvPr>
          <p:cNvSpPr txBox="1"/>
          <p:nvPr userDrawn="1"/>
        </p:nvSpPr>
        <p:spPr>
          <a:xfrm>
            <a:off x="9144000" y="762000"/>
            <a:ext cx="2946400" cy="554038"/>
          </a:xfrm>
          <a:prstGeom prst="rect">
            <a:avLst/>
          </a:prstGeom>
          <a:noFill/>
        </p:spPr>
        <p:txBody>
          <a:bodyPr>
            <a:spAutoFit/>
          </a:bodyPr>
          <a:lstStyle/>
          <a:p>
            <a:pPr algn="ctr">
              <a:defRPr/>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9" name="TextBox 8">
            <a:extLst>
              <a:ext uri="{FF2B5EF4-FFF2-40B4-BE49-F238E27FC236}">
                <a16:creationId xmlns:a16="http://schemas.microsoft.com/office/drawing/2014/main" id="{19389F12-0C58-1376-EE5F-4A0DBF73827E}"/>
              </a:ext>
            </a:extLst>
          </p:cNvPr>
          <p:cNvSpPr txBox="1"/>
          <p:nvPr userDrawn="1"/>
        </p:nvSpPr>
        <p:spPr>
          <a:xfrm>
            <a:off x="9448800" y="1171576"/>
            <a:ext cx="2540000" cy="276225"/>
          </a:xfrm>
          <a:prstGeom prst="rect">
            <a:avLst/>
          </a:prstGeom>
          <a:noFill/>
        </p:spPr>
        <p:txBody>
          <a:bodyPr>
            <a:spAutoFit/>
          </a:bodyPr>
          <a:lstStyle/>
          <a:p>
            <a:pPr>
              <a:defRPr/>
            </a:pPr>
            <a:r>
              <a:rPr lang="en-US" sz="1200" dirty="0">
                <a:solidFill>
                  <a:srgbClr val="FFFFFF"/>
                </a:solidFill>
                <a:latin typeface="Arial"/>
                <a:cs typeface="Arial"/>
              </a:rPr>
              <a:t>Pilani Campus</a:t>
            </a:r>
          </a:p>
        </p:txBody>
      </p:sp>
      <p:sp>
        <p:nvSpPr>
          <p:cNvPr id="17" name="Content Placeholder 16"/>
          <p:cNvSpPr>
            <a:spLocks noGrp="1"/>
          </p:cNvSpPr>
          <p:nvPr>
            <p:ph sz="quarter" idx="10"/>
          </p:nvPr>
        </p:nvSpPr>
        <p:spPr>
          <a:xfrm>
            <a:off x="406400" y="4648200"/>
            <a:ext cx="112776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41563284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8"/>
        <p:cNvGrpSpPr/>
        <p:nvPr/>
      </p:nvGrpSpPr>
      <p:grpSpPr>
        <a:xfrm>
          <a:off x="0" y="0"/>
          <a:ext cx="0" cy="0"/>
          <a:chOff x="0" y="0"/>
          <a:chExt cx="0" cy="0"/>
        </a:xfrm>
      </p:grpSpPr>
      <p:pic>
        <p:nvPicPr>
          <p:cNvPr id="5" name="Google Shape;9;p6">
            <a:extLst>
              <a:ext uri="{FF2B5EF4-FFF2-40B4-BE49-F238E27FC236}">
                <a16:creationId xmlns:a16="http://schemas.microsoft.com/office/drawing/2014/main" id="{F25B0690-2AA3-4D32-A3BE-F758AA0F052D}"/>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t="3185" b="1180"/>
          <a:stretch>
            <a:fillRect/>
          </a:stretch>
        </p:blipFill>
        <p:spPr bwMode="auto">
          <a:xfrm>
            <a:off x="0" y="0"/>
            <a:ext cx="12192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6" name="Google Shape;10;p6">
            <a:extLst>
              <a:ext uri="{FF2B5EF4-FFF2-40B4-BE49-F238E27FC236}">
                <a16:creationId xmlns:a16="http://schemas.microsoft.com/office/drawing/2014/main" id="{893C1886-432F-4E8C-89E4-EA62A101C202}"/>
              </a:ext>
            </a:extLst>
          </p:cNvPr>
          <p:cNvPicPr preferRelativeResize="0">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Google Shape;11;p6">
            <a:extLst>
              <a:ext uri="{FF2B5EF4-FFF2-40B4-BE49-F238E27FC236}">
                <a16:creationId xmlns:a16="http://schemas.microsoft.com/office/drawing/2014/main" id="{144E1ABE-9DE4-4A16-BAF4-B78FB9377E0A}"/>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2551113"/>
            <a:ext cx="9679517" cy="179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Google Shape;12;p6">
            <a:extLst>
              <a:ext uri="{FF2B5EF4-FFF2-40B4-BE49-F238E27FC236}">
                <a16:creationId xmlns:a16="http://schemas.microsoft.com/office/drawing/2014/main" id="{83A8598A-4A6D-4252-A238-3D78D1272072}"/>
              </a:ext>
            </a:extLst>
          </p:cNvPr>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47675"/>
            <a:ext cx="10744200" cy="805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Google Shape;15;p6">
            <a:extLst>
              <a:ext uri="{FF2B5EF4-FFF2-40B4-BE49-F238E27FC236}">
                <a16:creationId xmlns:a16="http://schemas.microsoft.com/office/drawing/2014/main" id="{E7FD79E3-6B96-4CE0-B3D1-A3DCED65C62A}"/>
              </a:ext>
            </a:extLst>
          </p:cNvPr>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23817" y="896938"/>
            <a:ext cx="3096683" cy="108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Google Shape;16;p6">
            <a:extLst>
              <a:ext uri="{FF2B5EF4-FFF2-40B4-BE49-F238E27FC236}">
                <a16:creationId xmlns:a16="http://schemas.microsoft.com/office/drawing/2014/main" id="{F029E66F-4D8A-4B60-AB6F-AAE31A525006}"/>
              </a:ext>
            </a:extLst>
          </p:cNvPr>
          <p:cNvPicPr preferRelativeResize="0">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777567" y="4800600"/>
            <a:ext cx="5124451" cy="2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Google Shape;13;p6"/>
          <p:cNvSpPr txBox="1">
            <a:spLocks noGrp="1"/>
          </p:cNvSpPr>
          <p:nvPr>
            <p:ph type="ctrTitle"/>
          </p:nvPr>
        </p:nvSpPr>
        <p:spPr>
          <a:xfrm>
            <a:off x="4572002" y="2549771"/>
            <a:ext cx="7330831" cy="1600725"/>
          </a:xfrm>
          <a:prstGeom prst="rect">
            <a:avLst/>
          </a:prstGeom>
          <a:noFill/>
          <a:ln>
            <a:noFill/>
          </a:ln>
        </p:spPr>
        <p:txBody>
          <a:bodyPr spcFirstLastPara="1" lIns="91425" tIns="45700" rIns="91425" bIns="45700">
            <a:normAutofit/>
          </a:bodyPr>
          <a:lstStyle>
            <a:lvl1pPr lvl="0" algn="r">
              <a:lnSpc>
                <a:spcPct val="90000"/>
              </a:lnSpc>
              <a:spcBef>
                <a:spcPts val="0"/>
              </a:spcBef>
              <a:spcAft>
                <a:spcPts val="0"/>
              </a:spcAft>
              <a:buClr>
                <a:schemeClr val="lt1"/>
              </a:buClr>
              <a:buSzPts val="3200"/>
              <a:buFont typeface="Helvetica Neue"/>
              <a:buNone/>
              <a:defRPr sz="2400" b="1">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6"/>
          <p:cNvSpPr txBox="1">
            <a:spLocks noGrp="1"/>
          </p:cNvSpPr>
          <p:nvPr>
            <p:ph type="subTitle" idx="1"/>
          </p:nvPr>
        </p:nvSpPr>
        <p:spPr>
          <a:xfrm>
            <a:off x="5908431" y="4452632"/>
            <a:ext cx="5994400" cy="343327"/>
          </a:xfrm>
          <a:prstGeom prst="rect">
            <a:avLst/>
          </a:prstGeom>
          <a:noFill/>
          <a:ln>
            <a:noFill/>
          </a:ln>
        </p:spPr>
        <p:txBody>
          <a:bodyPr spcFirstLastPara="1" lIns="91425" tIns="45700" rIns="91425" bIns="45700" anchor="ctr">
            <a:normAutofit/>
          </a:bodyPr>
          <a:lstStyle>
            <a:lvl1pPr lvl="0" algn="r">
              <a:lnSpc>
                <a:spcPct val="90000"/>
              </a:lnSpc>
              <a:spcBef>
                <a:spcPts val="750"/>
              </a:spcBef>
              <a:spcAft>
                <a:spcPts val="0"/>
              </a:spcAft>
              <a:buClr>
                <a:srgbClr val="1C1573"/>
              </a:buClr>
              <a:buSzPts val="1700"/>
              <a:buNone/>
              <a:defRPr sz="1275" b="1">
                <a:solidFill>
                  <a:srgbClr val="1C1573"/>
                </a:solidFill>
                <a:latin typeface="Helvetica Neue"/>
                <a:ea typeface="Helvetica Neue"/>
                <a:cs typeface="Helvetica Neue"/>
                <a:sym typeface="Helvetica Neue"/>
              </a:defRPr>
            </a:lvl1pPr>
            <a:lvl2pPr lvl="1" algn="ctr">
              <a:lnSpc>
                <a:spcPct val="90000"/>
              </a:lnSpc>
              <a:spcBef>
                <a:spcPts val="375"/>
              </a:spcBef>
              <a:spcAft>
                <a:spcPts val="0"/>
              </a:spcAft>
              <a:buClr>
                <a:schemeClr val="dk1"/>
              </a:buClr>
              <a:buSzPts val="1500"/>
              <a:buNone/>
              <a:defRPr sz="1125"/>
            </a:lvl2pPr>
            <a:lvl3pPr lvl="2" algn="ctr">
              <a:lnSpc>
                <a:spcPct val="90000"/>
              </a:lnSpc>
              <a:spcBef>
                <a:spcPts val="375"/>
              </a:spcBef>
              <a:spcAft>
                <a:spcPts val="0"/>
              </a:spcAft>
              <a:buClr>
                <a:schemeClr val="dk1"/>
              </a:buClr>
              <a:buSzPts val="1350"/>
              <a:buNone/>
              <a:defRPr sz="1013"/>
            </a:lvl3pPr>
            <a:lvl4pPr lvl="3" algn="ctr">
              <a:lnSpc>
                <a:spcPct val="90000"/>
              </a:lnSpc>
              <a:spcBef>
                <a:spcPts val="375"/>
              </a:spcBef>
              <a:spcAft>
                <a:spcPts val="0"/>
              </a:spcAft>
              <a:buClr>
                <a:schemeClr val="dk1"/>
              </a:buClr>
              <a:buSzPts val="1200"/>
              <a:buNone/>
              <a:defRPr sz="900"/>
            </a:lvl4pPr>
            <a:lvl5pPr lvl="4" algn="ctr">
              <a:lnSpc>
                <a:spcPct val="90000"/>
              </a:lnSpc>
              <a:spcBef>
                <a:spcPts val="375"/>
              </a:spcBef>
              <a:spcAft>
                <a:spcPts val="0"/>
              </a:spcAft>
              <a:buClr>
                <a:schemeClr val="dk1"/>
              </a:buClr>
              <a:buSzPts val="1200"/>
              <a:buNone/>
              <a:defRPr sz="900"/>
            </a:lvl5pPr>
            <a:lvl6pPr lvl="5" algn="ctr">
              <a:lnSpc>
                <a:spcPct val="90000"/>
              </a:lnSpc>
              <a:spcBef>
                <a:spcPts val="375"/>
              </a:spcBef>
              <a:spcAft>
                <a:spcPts val="0"/>
              </a:spcAft>
              <a:buClr>
                <a:schemeClr val="dk1"/>
              </a:buClr>
              <a:buSzPts val="1200"/>
              <a:buNone/>
              <a:defRPr sz="900"/>
            </a:lvl6pPr>
            <a:lvl7pPr lvl="6" algn="ctr">
              <a:lnSpc>
                <a:spcPct val="90000"/>
              </a:lnSpc>
              <a:spcBef>
                <a:spcPts val="375"/>
              </a:spcBef>
              <a:spcAft>
                <a:spcPts val="0"/>
              </a:spcAft>
              <a:buClr>
                <a:schemeClr val="dk1"/>
              </a:buClr>
              <a:buSzPts val="1200"/>
              <a:buNone/>
              <a:defRPr sz="900"/>
            </a:lvl7pPr>
            <a:lvl8pPr lvl="7" algn="ctr">
              <a:lnSpc>
                <a:spcPct val="90000"/>
              </a:lnSpc>
              <a:spcBef>
                <a:spcPts val="375"/>
              </a:spcBef>
              <a:spcAft>
                <a:spcPts val="0"/>
              </a:spcAft>
              <a:buClr>
                <a:schemeClr val="dk1"/>
              </a:buClr>
              <a:buSzPts val="1200"/>
              <a:buNone/>
              <a:defRPr sz="900"/>
            </a:lvl8pPr>
            <a:lvl9pPr lvl="8" algn="ctr">
              <a:lnSpc>
                <a:spcPct val="90000"/>
              </a:lnSpc>
              <a:spcBef>
                <a:spcPts val="375"/>
              </a:spcBef>
              <a:spcAft>
                <a:spcPts val="0"/>
              </a:spcAft>
              <a:buClr>
                <a:schemeClr val="dk1"/>
              </a:buClr>
              <a:buSzPts val="1200"/>
              <a:buNone/>
              <a:defRPr sz="900"/>
            </a:lvl9pPr>
          </a:lstStyle>
          <a:p>
            <a:endParaRPr/>
          </a:p>
        </p:txBody>
      </p:sp>
      <p:sp>
        <p:nvSpPr>
          <p:cNvPr id="17" name="Google Shape;17;p6"/>
          <p:cNvSpPr txBox="1">
            <a:spLocks noGrp="1"/>
          </p:cNvSpPr>
          <p:nvPr>
            <p:ph type="body" idx="2"/>
          </p:nvPr>
        </p:nvSpPr>
        <p:spPr>
          <a:xfrm>
            <a:off x="5189413" y="4826979"/>
            <a:ext cx="6713419" cy="1108563"/>
          </a:xfrm>
          <a:prstGeom prst="rect">
            <a:avLst/>
          </a:prstGeom>
          <a:noFill/>
          <a:ln>
            <a:noFill/>
          </a:ln>
        </p:spPr>
        <p:txBody>
          <a:bodyPr spcFirstLastPara="1" lIns="91425" tIns="45700" rIns="91425" bIns="45700">
            <a:normAutofit/>
          </a:bodyPr>
          <a:lstStyle>
            <a:lvl1pPr marL="342900" lvl="0" indent="-171450" algn="r">
              <a:lnSpc>
                <a:spcPct val="90000"/>
              </a:lnSpc>
              <a:spcBef>
                <a:spcPts val="0"/>
              </a:spcBef>
              <a:spcAft>
                <a:spcPts val="0"/>
              </a:spcAft>
              <a:buClr>
                <a:srgbClr val="1C1573"/>
              </a:buClr>
              <a:buSzPts val="1700"/>
              <a:buNone/>
              <a:defRPr sz="1275">
                <a:solidFill>
                  <a:srgbClr val="1C1573"/>
                </a:solidFill>
                <a:latin typeface="Helvetica Neue"/>
                <a:ea typeface="Helvetica Neue"/>
                <a:cs typeface="Helvetica Neue"/>
                <a:sym typeface="Helvetica Neue"/>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4057919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200"/>
                                        <p:tgtEl>
                                          <p:spTgt spid="6"/>
                                        </p:tgtEl>
                                      </p:cBhvr>
                                    </p:animEffect>
                                  </p:childTnLst>
                                </p:cTn>
                              </p:par>
                            </p:childTnLst>
                          </p:cTn>
                        </p:par>
                        <p:par>
                          <p:cTn id="8" fill="hold">
                            <p:stCondLst>
                              <p:cond delay="12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300"/>
                                        <p:tgtEl>
                                          <p:spTgt spid="8"/>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_one">
  <p:cSld name="Blank_one">
    <p:spTree>
      <p:nvGrpSpPr>
        <p:cNvPr id="1" name="Shape 56"/>
        <p:cNvGrpSpPr/>
        <p:nvPr/>
      </p:nvGrpSpPr>
      <p:grpSpPr>
        <a:xfrm>
          <a:off x="0" y="0"/>
          <a:ext cx="0" cy="0"/>
          <a:chOff x="0" y="0"/>
          <a:chExt cx="0" cy="0"/>
        </a:xfrm>
      </p:grpSpPr>
      <p:sp>
        <p:nvSpPr>
          <p:cNvPr id="57" name="Google Shape;57;p110"/>
          <p:cNvSpPr txBox="1"/>
          <p:nvPr/>
        </p:nvSpPr>
        <p:spPr>
          <a:xfrm>
            <a:off x="10871200" y="6550025"/>
            <a:ext cx="1320800" cy="261610"/>
          </a:xfrm>
          <a:prstGeom prst="rect">
            <a:avLst/>
          </a:prstGeom>
          <a:noFill/>
          <a:ln>
            <a:noFill/>
          </a:ln>
        </p:spPr>
        <p:txBody>
          <a:bodyPr spcFirstLastPara="1" wrap="square" lIns="91425" tIns="45700" rIns="91425" bIns="45700" anchor="t" anchorCtr="0">
            <a:spAutoFit/>
          </a:bodyPr>
          <a:lstStyle/>
          <a:p>
            <a:pPr algn="r"/>
            <a:r>
              <a:rPr lang="en-US" sz="1100" b="1">
                <a:solidFill>
                  <a:srgbClr val="101141"/>
                </a:solidFill>
                <a:latin typeface="Arial"/>
                <a:ea typeface="Arial"/>
                <a:cs typeface="Arial"/>
                <a:sym typeface="Arial"/>
              </a:rPr>
              <a:t>BITS </a:t>
            </a:r>
            <a:r>
              <a:rPr lang="en-US" sz="1100">
                <a:solidFill>
                  <a:srgbClr val="101141"/>
                </a:solidFill>
                <a:latin typeface="Arial"/>
                <a:ea typeface="Arial"/>
                <a:cs typeface="Arial"/>
                <a:sym typeface="Arial"/>
              </a:rPr>
              <a:t>Pilani</a:t>
            </a:r>
            <a:endParaRPr sz="1100">
              <a:solidFill>
                <a:srgbClr val="101141"/>
              </a:solidFill>
              <a:latin typeface="Arial"/>
              <a:ea typeface="Arial"/>
              <a:cs typeface="Arial"/>
              <a:sym typeface="Arial"/>
            </a:endParaRPr>
          </a:p>
        </p:txBody>
      </p:sp>
      <p:grpSp>
        <p:nvGrpSpPr>
          <p:cNvPr id="58" name="Google Shape;58;p110"/>
          <p:cNvGrpSpPr/>
          <p:nvPr/>
        </p:nvGrpSpPr>
        <p:grpSpPr>
          <a:xfrm>
            <a:off x="2779184" y="6550026"/>
            <a:ext cx="9412816" cy="49213"/>
            <a:chOff x="2083888" y="6550671"/>
            <a:chExt cx="7060112" cy="48665"/>
          </a:xfrm>
        </p:grpSpPr>
        <p:sp>
          <p:nvSpPr>
            <p:cNvPr id="59" name="Google Shape;59;p110"/>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algn="ctr"/>
              <a:endParaRPr sz="1600">
                <a:solidFill>
                  <a:srgbClr val="FFFFFF"/>
                </a:solidFill>
                <a:latin typeface="Tahoma"/>
                <a:ea typeface="Tahoma"/>
                <a:cs typeface="Tahoma"/>
                <a:sym typeface="Tahoma"/>
              </a:endParaRPr>
            </a:p>
          </p:txBody>
        </p:sp>
        <p:sp>
          <p:nvSpPr>
            <p:cNvPr id="60" name="Google Shape;60;p110"/>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algn="ctr"/>
              <a:endParaRPr sz="1600">
                <a:solidFill>
                  <a:srgbClr val="FFFFFF"/>
                </a:solidFill>
                <a:latin typeface="Tahoma"/>
                <a:ea typeface="Tahoma"/>
                <a:cs typeface="Tahoma"/>
                <a:sym typeface="Tahoma"/>
              </a:endParaRPr>
            </a:p>
          </p:txBody>
        </p:sp>
        <p:sp>
          <p:nvSpPr>
            <p:cNvPr id="61" name="Google Shape;61;p110"/>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algn="ctr"/>
              <a:endParaRPr sz="1600">
                <a:solidFill>
                  <a:srgbClr val="FFFFFF"/>
                </a:solidFill>
                <a:latin typeface="Tahoma"/>
                <a:ea typeface="Tahoma"/>
                <a:cs typeface="Tahoma"/>
                <a:sym typeface="Tahoma"/>
              </a:endParaRPr>
            </a:p>
          </p:txBody>
        </p:sp>
      </p:grpSp>
      <p:pic>
        <p:nvPicPr>
          <p:cNvPr id="62" name="Google Shape;62;p110" descr="Picture 7.png"/>
          <p:cNvPicPr preferRelativeResize="0"/>
          <p:nvPr/>
        </p:nvPicPr>
        <p:blipFill rotWithShape="1">
          <a:blip r:embed="rId2">
            <a:alphaModFix/>
          </a:blip>
          <a:srcRect l="1923" b="5335"/>
          <a:stretch/>
        </p:blipFill>
        <p:spPr>
          <a:xfrm>
            <a:off x="8839201" y="0"/>
            <a:ext cx="2925233" cy="692150"/>
          </a:xfrm>
          <a:prstGeom prst="rect">
            <a:avLst/>
          </a:prstGeom>
          <a:noFill/>
          <a:ln>
            <a:noFill/>
          </a:ln>
        </p:spPr>
      </p:pic>
      <p:grpSp>
        <p:nvGrpSpPr>
          <p:cNvPr id="63" name="Google Shape;63;p110"/>
          <p:cNvGrpSpPr/>
          <p:nvPr/>
        </p:nvGrpSpPr>
        <p:grpSpPr>
          <a:xfrm>
            <a:off x="2844800" y="6553200"/>
            <a:ext cx="9347200" cy="46038"/>
            <a:chOff x="1905000" y="6553200"/>
            <a:chExt cx="7010400" cy="45719"/>
          </a:xfrm>
        </p:grpSpPr>
        <p:sp>
          <p:nvSpPr>
            <p:cNvPr id="64" name="Google Shape;64;p110"/>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algn="ctr"/>
              <a:endParaRPr sz="1600">
                <a:solidFill>
                  <a:srgbClr val="FFFFFF"/>
                </a:solidFill>
                <a:latin typeface="Tahoma"/>
                <a:ea typeface="Tahoma"/>
                <a:cs typeface="Tahoma"/>
                <a:sym typeface="Tahoma"/>
              </a:endParaRPr>
            </a:p>
          </p:txBody>
        </p:sp>
        <p:sp>
          <p:nvSpPr>
            <p:cNvPr id="65" name="Google Shape;65;p110"/>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algn="ctr"/>
              <a:endParaRPr sz="1600">
                <a:solidFill>
                  <a:srgbClr val="FFFFFF"/>
                </a:solidFill>
                <a:latin typeface="Tahoma"/>
                <a:ea typeface="Tahoma"/>
                <a:cs typeface="Tahoma"/>
                <a:sym typeface="Tahoma"/>
              </a:endParaRPr>
            </a:p>
          </p:txBody>
        </p:sp>
        <p:sp>
          <p:nvSpPr>
            <p:cNvPr id="66" name="Google Shape;66;p110"/>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algn="ctr"/>
              <a:endParaRPr sz="1600">
                <a:solidFill>
                  <a:srgbClr val="FFFFFF"/>
                </a:solidFill>
                <a:latin typeface="Tahoma"/>
                <a:ea typeface="Tahoma"/>
                <a:cs typeface="Tahoma"/>
                <a:sym typeface="Tahoma"/>
              </a:endParaRPr>
            </a:p>
          </p:txBody>
        </p:sp>
      </p:grpSp>
      <p:grpSp>
        <p:nvGrpSpPr>
          <p:cNvPr id="67" name="Google Shape;67;p110"/>
          <p:cNvGrpSpPr/>
          <p:nvPr/>
        </p:nvGrpSpPr>
        <p:grpSpPr>
          <a:xfrm>
            <a:off x="0" y="1295400"/>
            <a:ext cx="9347200" cy="46038"/>
            <a:chOff x="1905000" y="6553200"/>
            <a:chExt cx="7010400" cy="45719"/>
          </a:xfrm>
        </p:grpSpPr>
        <p:sp>
          <p:nvSpPr>
            <p:cNvPr id="68" name="Google Shape;68;p110"/>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algn="ctr"/>
              <a:endParaRPr sz="1600">
                <a:solidFill>
                  <a:srgbClr val="FFFFFF"/>
                </a:solidFill>
                <a:latin typeface="Tahoma"/>
                <a:ea typeface="Tahoma"/>
                <a:cs typeface="Tahoma"/>
                <a:sym typeface="Tahoma"/>
              </a:endParaRPr>
            </a:p>
          </p:txBody>
        </p:sp>
        <p:sp>
          <p:nvSpPr>
            <p:cNvPr id="69" name="Google Shape;69;p110"/>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algn="ctr"/>
              <a:endParaRPr sz="1600">
                <a:solidFill>
                  <a:srgbClr val="FFFFFF"/>
                </a:solidFill>
                <a:latin typeface="Tahoma"/>
                <a:ea typeface="Tahoma"/>
                <a:cs typeface="Tahoma"/>
                <a:sym typeface="Tahoma"/>
              </a:endParaRPr>
            </a:p>
          </p:txBody>
        </p:sp>
        <p:sp>
          <p:nvSpPr>
            <p:cNvPr id="70" name="Google Shape;70;p110"/>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algn="ctr"/>
              <a:endParaRPr sz="1600">
                <a:solidFill>
                  <a:srgbClr val="FFFFFF"/>
                </a:solidFill>
                <a:latin typeface="Tahoma"/>
                <a:ea typeface="Tahoma"/>
                <a:cs typeface="Tahoma"/>
                <a:sym typeface="Tahoma"/>
              </a:endParaRPr>
            </a:p>
          </p:txBody>
        </p:sp>
      </p:grpSp>
    </p:spTree>
    <p:extLst>
      <p:ext uri="{BB962C8B-B14F-4D97-AF65-F5344CB8AC3E}">
        <p14:creationId xmlns:p14="http://schemas.microsoft.com/office/powerpoint/2010/main" val="11997592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7_Title and Content">
    <p:spTree>
      <p:nvGrpSpPr>
        <p:cNvPr id="1" name=""/>
        <p:cNvGrpSpPr/>
        <p:nvPr/>
      </p:nvGrpSpPr>
      <p:grpSpPr>
        <a:xfrm>
          <a:off x="0" y="0"/>
          <a:ext cx="0" cy="0"/>
          <a:chOff x="0" y="0"/>
          <a:chExt cx="0" cy="0"/>
        </a:xfrm>
      </p:grpSpPr>
      <p:sp>
        <p:nvSpPr>
          <p:cNvPr id="4" name="TextBox 3"/>
          <p:cNvSpPr txBox="1"/>
          <p:nvPr/>
        </p:nvSpPr>
        <p:spPr>
          <a:xfrm>
            <a:off x="4368800" y="6596064"/>
            <a:ext cx="78232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grpSp>
        <p:nvGrpSpPr>
          <p:cNvPr id="5" name="Group 11"/>
          <p:cNvGrpSpPr>
            <a:grpSpLocks/>
          </p:cNvGrpSpPr>
          <p:nvPr/>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8839201" y="0"/>
            <a:ext cx="2925233" cy="692150"/>
          </a:xfrm>
          <a:prstGeom prst="rect">
            <a:avLst/>
          </a:prstGeom>
          <a:noFill/>
          <a:ln w="9525">
            <a:noFill/>
            <a:miter lim="800000"/>
            <a:headEnd/>
            <a:tailEnd/>
          </a:ln>
        </p:spPr>
      </p:pic>
      <p:grpSp>
        <p:nvGrpSpPr>
          <p:cNvPr id="10" name="Group 18"/>
          <p:cNvGrpSpPr>
            <a:grpSpLocks/>
          </p:cNvGrpSpPr>
          <p:nvPr/>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grpSp>
        <p:nvGrpSpPr>
          <p:cNvPr id="14" name="Group 22"/>
          <p:cNvGrpSpPr>
            <a:grpSpLocks/>
          </p:cNvGrpSpPr>
          <p:nvPr/>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sp>
        <p:nvSpPr>
          <p:cNvPr id="3" name="Content Placeholder 2"/>
          <p:cNvSpPr>
            <a:spLocks noGrp="1"/>
          </p:cNvSpPr>
          <p:nvPr>
            <p:ph idx="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1997419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1_Blank_one">
    <p:spTree>
      <p:nvGrpSpPr>
        <p:cNvPr id="1" name="Shape 56"/>
        <p:cNvGrpSpPr/>
        <p:nvPr/>
      </p:nvGrpSpPr>
      <p:grpSpPr>
        <a:xfrm>
          <a:off x="0" y="0"/>
          <a:ext cx="0" cy="0"/>
          <a:chOff x="0" y="0"/>
          <a:chExt cx="0" cy="0"/>
        </a:xfrm>
      </p:grpSpPr>
      <p:grpSp>
        <p:nvGrpSpPr>
          <p:cNvPr id="2" name="Google Shape;58;p106">
            <a:extLst>
              <a:ext uri="{FF2B5EF4-FFF2-40B4-BE49-F238E27FC236}">
                <a16:creationId xmlns:a16="http://schemas.microsoft.com/office/drawing/2014/main" id="{388B7AC2-9338-42ED-B0AC-AFF798FA35AB}"/>
              </a:ext>
            </a:extLst>
          </p:cNvPr>
          <p:cNvGrpSpPr>
            <a:grpSpLocks/>
          </p:cNvGrpSpPr>
          <p:nvPr/>
        </p:nvGrpSpPr>
        <p:grpSpPr bwMode="auto">
          <a:xfrm>
            <a:off x="1" y="1"/>
            <a:ext cx="9412817" cy="49213"/>
            <a:chOff x="0" y="0"/>
            <a:chExt cx="7060112" cy="48665"/>
          </a:xfrm>
        </p:grpSpPr>
        <p:sp>
          <p:nvSpPr>
            <p:cNvPr id="3" name="Google Shape;59;p106">
              <a:extLst>
                <a:ext uri="{FF2B5EF4-FFF2-40B4-BE49-F238E27FC236}">
                  <a16:creationId xmlns:a16="http://schemas.microsoft.com/office/drawing/2014/main" id="{2E2AE42B-B438-40E3-A12D-DECB0826EF1E}"/>
                </a:ext>
              </a:extLst>
            </p:cNvPr>
            <p:cNvSpPr>
              <a:spLocks noChangeArrowheads="1"/>
            </p:cNvSpPr>
            <p:nvPr/>
          </p:nvSpPr>
          <p:spPr bwMode="auto">
            <a:xfrm>
              <a:off x="4631065" y="6550871"/>
              <a:ext cx="2329027" cy="48664"/>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x-none" altLang="x-none" sz="16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4" name="Google Shape;60;p106">
              <a:extLst>
                <a:ext uri="{FF2B5EF4-FFF2-40B4-BE49-F238E27FC236}">
                  <a16:creationId xmlns:a16="http://schemas.microsoft.com/office/drawing/2014/main" id="{CA611BA7-FBE6-4FDE-95B2-F4DBDD85F2C7}"/>
                </a:ext>
              </a:extLst>
            </p:cNvPr>
            <p:cNvSpPr>
              <a:spLocks noChangeArrowheads="1"/>
            </p:cNvSpPr>
            <p:nvPr/>
          </p:nvSpPr>
          <p:spPr bwMode="auto">
            <a:xfrm>
              <a:off x="6909288" y="6550871"/>
              <a:ext cx="2235358" cy="45524"/>
            </a:xfrm>
            <a:prstGeom prst="rect">
              <a:avLst/>
            </a:prstGeom>
            <a:solidFill>
              <a:srgbClr val="E31C24"/>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x-none" altLang="x-none" sz="16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5" name="Google Shape;61;p106">
              <a:extLst>
                <a:ext uri="{FF2B5EF4-FFF2-40B4-BE49-F238E27FC236}">
                  <a16:creationId xmlns:a16="http://schemas.microsoft.com/office/drawing/2014/main" id="{C5730040-5703-4D01-B41E-68DEE797B669}"/>
                </a:ext>
              </a:extLst>
            </p:cNvPr>
            <p:cNvSpPr>
              <a:spLocks noChangeArrowheads="1"/>
            </p:cNvSpPr>
            <p:nvPr/>
          </p:nvSpPr>
          <p:spPr bwMode="auto">
            <a:xfrm>
              <a:off x="2084535" y="6550871"/>
              <a:ext cx="2581457" cy="48664"/>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x-none" altLang="x-none" sz="16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grpSp>
      <p:pic>
        <p:nvPicPr>
          <p:cNvPr id="6" name="Google Shape;62;p106" descr="Picture 7.png">
            <a:extLst>
              <a:ext uri="{FF2B5EF4-FFF2-40B4-BE49-F238E27FC236}">
                <a16:creationId xmlns:a16="http://schemas.microsoft.com/office/drawing/2014/main" id="{7B6FCF6E-79D1-40AF-913E-45A83B4CDB7F}"/>
              </a:ext>
            </a:extLst>
          </p:cNvPr>
          <p:cNvPicPr preferRelativeResize="0">
            <a:picLocks noChangeAspect="1" noChangeArrowheads="1"/>
          </p:cNvPicPr>
          <p:nvPr/>
        </p:nvPicPr>
        <p:blipFill>
          <a:blip r:embed="rId2" cstate="print">
            <a:extLst>
              <a:ext uri="{28A0092B-C50C-407E-A947-70E740481C1C}">
                <a14:useLocalDpi xmlns:a14="http://schemas.microsoft.com/office/drawing/2010/main" val="0"/>
              </a:ext>
            </a:extLst>
          </a:blip>
          <a:srcRect l="1923" b="5334"/>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Google Shape;63;p106">
            <a:extLst>
              <a:ext uri="{FF2B5EF4-FFF2-40B4-BE49-F238E27FC236}">
                <a16:creationId xmlns:a16="http://schemas.microsoft.com/office/drawing/2014/main" id="{C7582CFB-964D-4412-A074-E14A1A931162}"/>
              </a:ext>
            </a:extLst>
          </p:cNvPr>
          <p:cNvGrpSpPr>
            <a:grpSpLocks/>
          </p:cNvGrpSpPr>
          <p:nvPr/>
        </p:nvGrpSpPr>
        <p:grpSpPr bwMode="auto">
          <a:xfrm>
            <a:off x="0" y="0"/>
            <a:ext cx="9347200" cy="46038"/>
            <a:chOff x="0" y="0"/>
            <a:chExt cx="7010400" cy="45719"/>
          </a:xfrm>
        </p:grpSpPr>
        <p:sp>
          <p:nvSpPr>
            <p:cNvPr id="8" name="Google Shape;64;p106">
              <a:extLst>
                <a:ext uri="{FF2B5EF4-FFF2-40B4-BE49-F238E27FC236}">
                  <a16:creationId xmlns:a16="http://schemas.microsoft.com/office/drawing/2014/main" id="{25E78CE8-FE67-4F17-84C6-F00B05BB4D4C}"/>
                </a:ext>
              </a:extLst>
            </p:cNvPr>
            <p:cNvSpPr>
              <a:spLocks noChangeArrowheads="1"/>
            </p:cNvSpPr>
            <p:nvPr/>
          </p:nvSpPr>
          <p:spPr bwMode="auto">
            <a:xfrm>
              <a:off x="4267200" y="6553511"/>
              <a:ext cx="2328863" cy="45718"/>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x-none" altLang="x-none" sz="16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9" name="Google Shape;65;p106">
              <a:extLst>
                <a:ext uri="{FF2B5EF4-FFF2-40B4-BE49-F238E27FC236}">
                  <a16:creationId xmlns:a16="http://schemas.microsoft.com/office/drawing/2014/main" id="{EDEAF392-8D63-4C70-89CE-1BF9B0B6ADE3}"/>
                </a:ext>
              </a:extLst>
            </p:cNvPr>
            <p:cNvSpPr>
              <a:spLocks noChangeArrowheads="1"/>
            </p:cNvSpPr>
            <p:nvPr/>
          </p:nvSpPr>
          <p:spPr bwMode="auto">
            <a:xfrm>
              <a:off x="1905000" y="6553511"/>
              <a:ext cx="2362200" cy="45718"/>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x-none" altLang="x-none" sz="16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10" name="Google Shape;66;p106">
              <a:extLst>
                <a:ext uri="{FF2B5EF4-FFF2-40B4-BE49-F238E27FC236}">
                  <a16:creationId xmlns:a16="http://schemas.microsoft.com/office/drawing/2014/main" id="{1B76DF7F-CE0E-4786-B387-FD7F280597DC}"/>
                </a:ext>
              </a:extLst>
            </p:cNvPr>
            <p:cNvSpPr>
              <a:spLocks noChangeArrowheads="1"/>
            </p:cNvSpPr>
            <p:nvPr/>
          </p:nvSpPr>
          <p:spPr bwMode="auto">
            <a:xfrm>
              <a:off x="6586538" y="6553511"/>
              <a:ext cx="2328862" cy="45718"/>
            </a:xfrm>
            <a:prstGeom prst="rect">
              <a:avLst/>
            </a:prstGeom>
            <a:solidFill>
              <a:srgbClr val="FF0000"/>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x-none" altLang="x-none" sz="16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grpSp>
      <p:grpSp>
        <p:nvGrpSpPr>
          <p:cNvPr id="11" name="Google Shape;67;p106">
            <a:extLst>
              <a:ext uri="{FF2B5EF4-FFF2-40B4-BE49-F238E27FC236}">
                <a16:creationId xmlns:a16="http://schemas.microsoft.com/office/drawing/2014/main" id="{F0D82B4B-C293-468C-9CC8-E37979E1F7E5}"/>
              </a:ext>
            </a:extLst>
          </p:cNvPr>
          <p:cNvGrpSpPr>
            <a:grpSpLocks/>
          </p:cNvGrpSpPr>
          <p:nvPr/>
        </p:nvGrpSpPr>
        <p:grpSpPr bwMode="auto">
          <a:xfrm>
            <a:off x="0" y="0"/>
            <a:ext cx="9347200" cy="46038"/>
            <a:chOff x="0" y="0"/>
            <a:chExt cx="7010400" cy="45719"/>
          </a:xfrm>
        </p:grpSpPr>
        <p:sp>
          <p:nvSpPr>
            <p:cNvPr id="12" name="Google Shape;68;p106">
              <a:extLst>
                <a:ext uri="{FF2B5EF4-FFF2-40B4-BE49-F238E27FC236}">
                  <a16:creationId xmlns:a16="http://schemas.microsoft.com/office/drawing/2014/main" id="{E314DE30-AC45-4CE5-A2D0-B61F39D63F93}"/>
                </a:ext>
              </a:extLst>
            </p:cNvPr>
            <p:cNvSpPr>
              <a:spLocks noChangeArrowheads="1"/>
            </p:cNvSpPr>
            <p:nvPr/>
          </p:nvSpPr>
          <p:spPr bwMode="auto">
            <a:xfrm>
              <a:off x="4267200" y="6553511"/>
              <a:ext cx="2328863" cy="45718"/>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x-none" altLang="x-none" sz="16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13" name="Google Shape;69;p106">
              <a:extLst>
                <a:ext uri="{FF2B5EF4-FFF2-40B4-BE49-F238E27FC236}">
                  <a16:creationId xmlns:a16="http://schemas.microsoft.com/office/drawing/2014/main" id="{7C259459-26E1-4435-9DB8-4F8CB1CB1AB2}"/>
                </a:ext>
              </a:extLst>
            </p:cNvPr>
            <p:cNvSpPr>
              <a:spLocks noChangeArrowheads="1"/>
            </p:cNvSpPr>
            <p:nvPr/>
          </p:nvSpPr>
          <p:spPr bwMode="auto">
            <a:xfrm>
              <a:off x="1905000" y="6553511"/>
              <a:ext cx="2362200" cy="45718"/>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x-none" altLang="x-none" sz="16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14" name="Google Shape;70;p106">
              <a:extLst>
                <a:ext uri="{FF2B5EF4-FFF2-40B4-BE49-F238E27FC236}">
                  <a16:creationId xmlns:a16="http://schemas.microsoft.com/office/drawing/2014/main" id="{83B36E22-03F2-4FF9-8495-AE8691BCDAD2}"/>
                </a:ext>
              </a:extLst>
            </p:cNvPr>
            <p:cNvSpPr>
              <a:spLocks noChangeArrowheads="1"/>
            </p:cNvSpPr>
            <p:nvPr/>
          </p:nvSpPr>
          <p:spPr bwMode="auto">
            <a:xfrm>
              <a:off x="6586538" y="6553511"/>
              <a:ext cx="2328862" cy="45718"/>
            </a:xfrm>
            <a:prstGeom prst="rect">
              <a:avLst/>
            </a:prstGeom>
            <a:solidFill>
              <a:srgbClr val="FF0000"/>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x-none" altLang="x-none" sz="16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grpSp>
    </p:spTree>
    <p:extLst>
      <p:ext uri="{BB962C8B-B14F-4D97-AF65-F5344CB8AC3E}">
        <p14:creationId xmlns:p14="http://schemas.microsoft.com/office/powerpoint/2010/main" val="371476989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type="secHead">
  <p:cSld name="3_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600" y="2867800"/>
            <a:ext cx="11360800" cy="1122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48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endParaRPr/>
          </a:p>
        </p:txBody>
      </p:sp>
      <p:sp>
        <p:nvSpPr>
          <p:cNvPr id="15" name="Google Shape;15;p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 smtClean="0">
                <a:solidFill>
                  <a:prstClr val="black"/>
                </a:solidFill>
              </a:rPr>
              <a:pPr algn="r"/>
              <a:t>‹#›</a:t>
            </a:fld>
            <a:endParaRPr lang="en">
              <a:solidFill>
                <a:prstClr val="black"/>
              </a:solidFill>
            </a:endParaRPr>
          </a:p>
        </p:txBody>
      </p:sp>
    </p:spTree>
    <p:extLst>
      <p:ext uri="{BB962C8B-B14F-4D97-AF65-F5344CB8AC3E}">
        <p14:creationId xmlns:p14="http://schemas.microsoft.com/office/powerpoint/2010/main" val="2838975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9811512" y="6639736"/>
            <a:ext cx="2274993" cy="182245"/>
          </a:xfrm>
          <a:prstGeom prst="rect">
            <a:avLst/>
          </a:prstGeom>
        </p:spPr>
        <p:txBody>
          <a:bodyPr lIns="0" tIns="0" rIns="0" bIns="0"/>
          <a:lstStyle>
            <a:lvl1pPr>
              <a:defRPr sz="1100" b="0" i="0">
                <a:solidFill>
                  <a:srgbClr val="0F1141"/>
                </a:solidFill>
                <a:latin typeface="Arial MT"/>
                <a:cs typeface="Arial MT"/>
              </a:defRPr>
            </a:lvl1pPr>
          </a:lstStyle>
          <a:p>
            <a:pPr marL="12700"/>
            <a:r>
              <a:rPr lang="en-IN" b="1">
                <a:latin typeface="Arial"/>
                <a:cs typeface="Arial"/>
              </a:rPr>
              <a:t>BITS</a:t>
            </a:r>
            <a:r>
              <a:rPr lang="en-IN" b="1" spc="-55">
                <a:latin typeface="Arial"/>
                <a:cs typeface="Arial"/>
              </a:rPr>
              <a:t> </a:t>
            </a:r>
            <a:r>
              <a:rPr lang="en-IN"/>
              <a:t>Pilani,</a:t>
            </a:r>
            <a:r>
              <a:rPr lang="en-IN" spc="-35"/>
              <a:t> </a:t>
            </a:r>
            <a:r>
              <a:rPr lang="en-IN"/>
              <a:t>Pilani</a:t>
            </a:r>
            <a:r>
              <a:rPr lang="en-IN" spc="-30"/>
              <a:t> </a:t>
            </a:r>
            <a:r>
              <a:rPr lang="en-IN" spc="-10"/>
              <a:t>Campus</a:t>
            </a:r>
            <a:endParaRPr lang="en-IN" spc="-10" dirty="0"/>
          </a:p>
        </p:txBody>
      </p:sp>
      <p:sp>
        <p:nvSpPr>
          <p:cNvPr id="8" name="Content Placeholder 2"/>
          <p:cNvSpPr>
            <a:spLocks noGrp="1"/>
          </p:cNvSpPr>
          <p:nvPr>
            <p:ph idx="10"/>
          </p:nvPr>
        </p:nvSpPr>
        <p:spPr>
          <a:xfrm>
            <a:off x="304800" y="1545224"/>
            <a:ext cx="11480800" cy="4525963"/>
          </a:xfrm>
          <a:prstGeom prst="rect">
            <a:avLst/>
          </a:prstGeom>
        </p:spPr>
        <p:txBody>
          <a:bodyPr>
            <a:normAutofit/>
          </a:bodyPr>
          <a:lstStyle>
            <a:lvl1pPr>
              <a:defRPr sz="2400">
                <a:latin typeface="Cambria" panose="02040503050406030204" pitchFamily="18" charset="0"/>
                <a:ea typeface="Cambria" panose="02040503050406030204" pitchFamily="18" charset="0"/>
              </a:defRPr>
            </a:lvl1pPr>
            <a:lvl2pPr>
              <a:defRPr sz="2400">
                <a:latin typeface="Cambria" panose="02040503050406030204" pitchFamily="18" charset="0"/>
                <a:ea typeface="Cambria" panose="02040503050406030204" pitchFamily="18" charset="0"/>
              </a:defRPr>
            </a:lvl2pPr>
            <a:lvl3pPr>
              <a:defRPr sz="2400">
                <a:latin typeface="Cambria" panose="02040503050406030204" pitchFamily="18" charset="0"/>
                <a:ea typeface="Cambria" panose="02040503050406030204" pitchFamily="18" charset="0"/>
              </a:defRPr>
            </a:lvl3pPr>
            <a:lvl4pPr>
              <a:defRPr sz="2400">
                <a:latin typeface="Cambria" panose="02040503050406030204" pitchFamily="18" charset="0"/>
                <a:ea typeface="Cambria" panose="02040503050406030204" pitchFamily="18" charset="0"/>
              </a:defRPr>
            </a:lvl4pPr>
            <a:lvl5pPr>
              <a:defRPr sz="2400">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itle 1"/>
          <p:cNvSpPr>
            <a:spLocks noGrp="1"/>
          </p:cNvSpPr>
          <p:nvPr>
            <p:ph type="title"/>
          </p:nvPr>
        </p:nvSpPr>
        <p:spPr>
          <a:xfrm>
            <a:off x="304801" y="0"/>
            <a:ext cx="10881209" cy="1219200"/>
          </a:xfrm>
          <a:prstGeom prst="rect">
            <a:avLst/>
          </a:prstGeom>
        </p:spPr>
        <p:txBody>
          <a:bodyPr anchor="ctr"/>
          <a:lstStyle>
            <a:lvl1pPr algn="l">
              <a:defRPr sz="3600" b="0">
                <a:latin typeface="Cambria" panose="02040503050406030204" pitchFamily="18" charset="0"/>
                <a:ea typeface="Cambria" panose="02040503050406030204" pitchFamily="18" charset="0"/>
              </a:defRPr>
            </a:lvl1pPr>
          </a:lstStyle>
          <a:p>
            <a:r>
              <a:rPr lang="en-US" dirty="0"/>
              <a:t>Click to edit Master title style</a:t>
            </a:r>
            <a:endParaRPr lang="en-IN" dirty="0"/>
          </a:p>
        </p:txBody>
      </p:sp>
    </p:spTree>
    <p:extLst>
      <p:ext uri="{BB962C8B-B14F-4D97-AF65-F5344CB8AC3E}">
        <p14:creationId xmlns:p14="http://schemas.microsoft.com/office/powerpoint/2010/main" val="342097083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86_Title and Content">
    <p:spTree>
      <p:nvGrpSpPr>
        <p:cNvPr id="1" name=""/>
        <p:cNvGrpSpPr/>
        <p:nvPr/>
      </p:nvGrpSpPr>
      <p:grpSpPr>
        <a:xfrm>
          <a:off x="0" y="0"/>
          <a:ext cx="0" cy="0"/>
          <a:chOff x="0" y="0"/>
          <a:chExt cx="0" cy="0"/>
        </a:xfrm>
      </p:grpSpPr>
      <p:sp>
        <p:nvSpPr>
          <p:cNvPr id="4" name="TextBox 3"/>
          <p:cNvSpPr txBox="1"/>
          <p:nvPr/>
        </p:nvSpPr>
        <p:spPr>
          <a:xfrm>
            <a:off x="4368800" y="6596066"/>
            <a:ext cx="7823200" cy="219291"/>
          </a:xfrm>
          <a:prstGeom prst="rect">
            <a:avLst/>
          </a:prstGeom>
          <a:noFill/>
        </p:spPr>
        <p:txBody>
          <a:bodyPr>
            <a:spAutoFit/>
          </a:bodyPr>
          <a:lstStyle/>
          <a:p>
            <a:pPr algn="r" fontAlgn="base">
              <a:spcBef>
                <a:spcPct val="0"/>
              </a:spcBef>
              <a:spcAft>
                <a:spcPct val="0"/>
              </a:spcAft>
              <a:defRPr/>
            </a:pPr>
            <a:r>
              <a:rPr lang="en-US" sz="825" b="1" dirty="0">
                <a:solidFill>
                  <a:srgbClr val="101141"/>
                </a:solidFill>
                <a:latin typeface="Arial"/>
                <a:cs typeface="Arial"/>
              </a:rPr>
              <a:t>BITS </a:t>
            </a:r>
            <a:r>
              <a:rPr lang="en-US" sz="825" dirty="0">
                <a:solidFill>
                  <a:srgbClr val="101141"/>
                </a:solidFill>
                <a:latin typeface="Arial"/>
                <a:cs typeface="Arial"/>
              </a:rPr>
              <a:t>Pilani, Pilani Campus</a:t>
            </a:r>
          </a:p>
        </p:txBody>
      </p:sp>
      <p:grpSp>
        <p:nvGrpSpPr>
          <p:cNvPr id="5" name="Group 11"/>
          <p:cNvGrpSpPr>
            <a:grpSpLocks/>
          </p:cNvGrpSpPr>
          <p:nvPr/>
        </p:nvGrpSpPr>
        <p:grpSpPr bwMode="auto">
          <a:xfrm>
            <a:off x="2779184" y="6550028"/>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8839202" y="0"/>
            <a:ext cx="2925233" cy="692150"/>
          </a:xfrm>
          <a:prstGeom prst="rect">
            <a:avLst/>
          </a:prstGeom>
          <a:noFill/>
          <a:ln w="9525">
            <a:noFill/>
            <a:miter lim="800000"/>
            <a:headEnd/>
            <a:tailEnd/>
          </a:ln>
        </p:spPr>
      </p:pic>
      <p:grpSp>
        <p:nvGrpSpPr>
          <p:cNvPr id="10" name="Group 18"/>
          <p:cNvGrpSpPr>
            <a:grpSpLocks/>
          </p:cNvGrpSpPr>
          <p:nvPr/>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grpSp>
      <p:grpSp>
        <p:nvGrpSpPr>
          <p:cNvPr id="14" name="Group 22"/>
          <p:cNvGrpSpPr>
            <a:grpSpLocks/>
          </p:cNvGrpSpPr>
          <p:nvPr/>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grpSp>
      <p:sp>
        <p:nvSpPr>
          <p:cNvPr id="3" name="Content Placeholder 2"/>
          <p:cNvSpPr>
            <a:spLocks noGrp="1"/>
          </p:cNvSpPr>
          <p:nvPr>
            <p:ph idx="1"/>
          </p:nvPr>
        </p:nvSpPr>
        <p:spPr>
          <a:xfrm>
            <a:off x="406400" y="1493840"/>
            <a:ext cx="109728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84040962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cSld name="Title,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527520" y="274680"/>
            <a:ext cx="8160480" cy="849960"/>
          </a:xfrm>
          <a:prstGeom prst="rect">
            <a:avLst/>
          </a:prstGeom>
        </p:spPr>
        <p:txBody>
          <a:bodyPr lIns="0" tIns="0" rIns="0" bIns="0" anchor="ctr"/>
          <a:lstStyle/>
          <a:p>
            <a:endParaRPr lang="en-IN" sz="1400" b="0" strike="noStrike" spc="-1">
              <a:solidFill>
                <a:srgbClr val="000000"/>
              </a:solidFill>
              <a:latin typeface="Arial"/>
            </a:endParaRPr>
          </a:p>
        </p:txBody>
      </p:sp>
      <p:sp>
        <p:nvSpPr>
          <p:cNvPr id="61" name="PlaceHolder 2"/>
          <p:cNvSpPr>
            <a:spLocks noGrp="1"/>
          </p:cNvSpPr>
          <p:nvPr>
            <p:ph type="body"/>
          </p:nvPr>
        </p:nvSpPr>
        <p:spPr>
          <a:xfrm>
            <a:off x="609600" y="1600200"/>
            <a:ext cx="10972320" cy="4525920"/>
          </a:xfrm>
          <a:prstGeom prst="rect">
            <a:avLst/>
          </a:prstGeom>
        </p:spPr>
        <p:txBody>
          <a:bodyPr lIns="0" tIns="0" rIns="0" bIns="0">
            <a:normAutofit/>
          </a:bodyPr>
          <a:lstStyle/>
          <a:p>
            <a:endParaRPr lang="en-IN" sz="1400" b="0" strike="noStrike" spc="-1">
              <a:solidFill>
                <a:srgbClr val="000000"/>
              </a:solidFill>
              <a:latin typeface="Arial"/>
            </a:endParaRPr>
          </a:p>
        </p:txBody>
      </p:sp>
    </p:spTree>
    <p:extLst>
      <p:ext uri="{BB962C8B-B14F-4D97-AF65-F5344CB8AC3E}">
        <p14:creationId xmlns:p14="http://schemas.microsoft.com/office/powerpoint/2010/main" val="13127543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a:defRPr/>
            </a:pPr>
            <a:fld id="{6E638C57-FA78-4465-A16E-061E11A07CA5}" type="datetimeFigureOut">
              <a:rPr lang="en-US" smtClean="0"/>
              <a:pPr>
                <a:defRPr/>
              </a:pPr>
              <a:t>7/25/2026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a:xfrm>
            <a:off x="0" y="6521853"/>
            <a:ext cx="1219200" cy="365125"/>
          </a:xfrm>
        </p:spPr>
        <p:txBody>
          <a:bodyPr/>
          <a:lstStyle/>
          <a:p>
            <a:fld id="{EF406659-594D-4C8C-9DC4-2E8C6B112FAB}" type="slidenum">
              <a:rPr lang="en-US" altLang="en-US" smtClean="0"/>
              <a:pPr/>
              <a:t>‹#›</a:t>
            </a:fld>
            <a:endParaRPr lang="en-US" altLang="en-US"/>
          </a:p>
        </p:txBody>
      </p:sp>
    </p:spTree>
    <p:extLst>
      <p:ext uri="{BB962C8B-B14F-4D97-AF65-F5344CB8AC3E}">
        <p14:creationId xmlns:p14="http://schemas.microsoft.com/office/powerpoint/2010/main" val="372233256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fld id="{CF497629-2743-49E9-BFF6-D72148661D86}" type="datetimeFigureOut">
              <a:rPr lang="en-US" smtClean="0"/>
              <a:pPr>
                <a:defRPr/>
              </a:pPr>
              <a:t>7/25/2026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0228BFB1-FC66-4AB1-B320-171BC5405B15}" type="slidenum">
              <a:rPr lang="en-US" altLang="en-US" smtClean="0"/>
              <a:pPr/>
              <a:t>‹#›</a:t>
            </a:fld>
            <a:endParaRPr lang="en-US" altLang="en-US"/>
          </a:p>
        </p:txBody>
      </p:sp>
    </p:spTree>
    <p:extLst>
      <p:ext uri="{BB962C8B-B14F-4D97-AF65-F5344CB8AC3E}">
        <p14:creationId xmlns:p14="http://schemas.microsoft.com/office/powerpoint/2010/main" val="72620778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fld id="{6C992D67-88F9-465C-A6D7-8C767C17590B}" type="datetimeFigureOut">
              <a:rPr lang="en-US" smtClean="0"/>
              <a:pPr>
                <a:defRPr/>
              </a:pPr>
              <a:t>7/25/2026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24921C08-076E-4AF6-9082-66CE845E7B53}" type="slidenum">
              <a:rPr lang="en-US" altLang="en-US" smtClean="0"/>
              <a:pPr/>
              <a:t>‹#›</a:t>
            </a:fld>
            <a:endParaRPr lang="en-US" altLang="en-US"/>
          </a:p>
        </p:txBody>
      </p:sp>
    </p:spTree>
    <p:extLst>
      <p:ext uri="{BB962C8B-B14F-4D97-AF65-F5344CB8AC3E}">
        <p14:creationId xmlns:p14="http://schemas.microsoft.com/office/powerpoint/2010/main" val="300154747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fld id="{F2824D82-D428-412B-BF04-1C651D99E8F6}" type="datetimeFigureOut">
              <a:rPr lang="en-US" smtClean="0"/>
              <a:pPr>
                <a:defRPr/>
              </a:pPr>
              <a:t>7/25/2026</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fld id="{95D5C063-5826-4956-A3D9-8CFF3C1D3BD3}" type="slidenum">
              <a:rPr lang="en-US" altLang="en-US" smtClean="0"/>
              <a:pPr/>
              <a:t>‹#›</a:t>
            </a:fld>
            <a:endParaRPr lang="en-US" altLang="en-US"/>
          </a:p>
        </p:txBody>
      </p:sp>
    </p:spTree>
    <p:extLst>
      <p:ext uri="{BB962C8B-B14F-4D97-AF65-F5344CB8AC3E}">
        <p14:creationId xmlns:p14="http://schemas.microsoft.com/office/powerpoint/2010/main" val="295962858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fld id="{913DAA1E-5EB7-4FEC-B1A5-4CA6CED9EA2A}" type="datetimeFigureOut">
              <a:rPr lang="en-US" smtClean="0"/>
              <a:pPr>
                <a:defRPr/>
              </a:pPr>
              <a:t>7/25/2026</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fld id="{34DAF4F5-D805-49A4-88BE-83AAF576205A}" type="slidenum">
              <a:rPr lang="en-US" altLang="en-US" smtClean="0"/>
              <a:pPr/>
              <a:t>‹#›</a:t>
            </a:fld>
            <a:endParaRPr lang="en-US" altLang="en-US"/>
          </a:p>
        </p:txBody>
      </p:sp>
    </p:spTree>
    <p:extLst>
      <p:ext uri="{BB962C8B-B14F-4D97-AF65-F5344CB8AC3E}">
        <p14:creationId xmlns:p14="http://schemas.microsoft.com/office/powerpoint/2010/main" val="264559674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DB8C9F29-9B0C-4241-9E7C-DF554C4405B4}" type="datetimeFigureOut">
              <a:rPr lang="en-US" smtClean="0"/>
              <a:pPr>
                <a:defRPr/>
              </a:pPr>
              <a:t>7/25/2026</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fld id="{96082E71-27E1-4208-9888-DDAC50854E61}" type="slidenum">
              <a:rPr lang="en-US" altLang="en-US" smtClean="0"/>
              <a:pPr/>
              <a:t>‹#›</a:t>
            </a:fld>
            <a:endParaRPr lang="en-US" altLang="en-US"/>
          </a:p>
        </p:txBody>
      </p:sp>
    </p:spTree>
    <p:extLst>
      <p:ext uri="{BB962C8B-B14F-4D97-AF65-F5344CB8AC3E}">
        <p14:creationId xmlns:p14="http://schemas.microsoft.com/office/powerpoint/2010/main" val="286616259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pPr>
              <a:defRPr/>
            </a:pPr>
            <a:fld id="{13731018-BA37-4FE0-BF18-DEBE2047A334}" type="datetimeFigureOut">
              <a:rPr lang="en-US" smtClean="0"/>
              <a:pPr>
                <a:defRPr/>
              </a:pPr>
              <a:t>7/25/2026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5F335B2E-A190-410C-ADBC-A4EF4E713DFC}" type="slidenum">
              <a:rPr lang="en-US" altLang="en-US" smtClean="0"/>
              <a:pPr/>
              <a:t>‹#›</a:t>
            </a:fld>
            <a:endParaRPr lang="en-US" altLang="en-US"/>
          </a:p>
        </p:txBody>
      </p:sp>
    </p:spTree>
    <p:extLst>
      <p:ext uri="{BB962C8B-B14F-4D97-AF65-F5344CB8AC3E}">
        <p14:creationId xmlns:p14="http://schemas.microsoft.com/office/powerpoint/2010/main" val="39251920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pPr>
              <a:defRPr/>
            </a:pPr>
            <a:fld id="{933C0747-4BBB-4A78-A7EA-A8E4D9B2362F}" type="datetimeFigureOut">
              <a:rPr lang="en-US" smtClean="0"/>
              <a:pPr>
                <a:defRPr/>
              </a:pPr>
              <a:t>7/25/2026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CD785D5B-74E4-458E-A7A2-21EF743CEE0C}" type="slidenum">
              <a:rPr lang="en-US" altLang="en-US" smtClean="0"/>
              <a:pPr/>
              <a:t>‹#›</a:t>
            </a:fld>
            <a:endParaRPr lang="en-US" altLang="en-US"/>
          </a:p>
        </p:txBody>
      </p:sp>
    </p:spTree>
    <p:extLst>
      <p:ext uri="{BB962C8B-B14F-4D97-AF65-F5344CB8AC3E}">
        <p14:creationId xmlns:p14="http://schemas.microsoft.com/office/powerpoint/2010/main" val="191631946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E04E1B34-9F8C-4CC6-8C90-4F73A1205166}" type="datetimeFigureOut">
              <a:rPr lang="en-US" smtClean="0"/>
              <a:pPr>
                <a:defRPr/>
              </a:pPr>
              <a:t>7/25/2026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6EEE8062-60C9-421D-A5E5-A14A89CED5EF}" type="slidenum">
              <a:rPr lang="en-US" altLang="en-US" smtClean="0"/>
              <a:pPr/>
              <a:t>‹#›</a:t>
            </a:fld>
            <a:endParaRPr lang="en-US" altLang="en-US"/>
          </a:p>
        </p:txBody>
      </p:sp>
    </p:spTree>
    <p:extLst>
      <p:ext uri="{BB962C8B-B14F-4D97-AF65-F5344CB8AC3E}">
        <p14:creationId xmlns:p14="http://schemas.microsoft.com/office/powerpoint/2010/main" val="390377163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82FE5693-2203-48EA-AEC6-222163D19B17}" type="datetimeFigureOut">
              <a:rPr lang="en-US" smtClean="0"/>
              <a:pPr>
                <a:defRPr/>
              </a:pPr>
              <a:t>7/25/2026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D0114116-6328-4B5E-BA58-9F389645577F}" type="slidenum">
              <a:rPr lang="en-US" altLang="en-US" smtClean="0"/>
              <a:pPr/>
              <a:t>‹#›</a:t>
            </a:fld>
            <a:endParaRPr lang="en-US" altLang="en-US"/>
          </a:p>
        </p:txBody>
      </p:sp>
    </p:spTree>
    <p:extLst>
      <p:ext uri="{BB962C8B-B14F-4D97-AF65-F5344CB8AC3E}">
        <p14:creationId xmlns:p14="http://schemas.microsoft.com/office/powerpoint/2010/main" val="373960801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203200" y="1417320"/>
            <a:ext cx="11785600" cy="4907281"/>
          </a:xfrm>
          <a:gradFill>
            <a:gsLst>
              <a:gs pos="0">
                <a:schemeClr val="accent4">
                  <a:lumMod val="4000"/>
                  <a:lumOff val="96000"/>
                  <a:alpha val="36000"/>
                </a:schemeClr>
              </a:gs>
              <a:gs pos="35000">
                <a:schemeClr val="accent3">
                  <a:lumMod val="9000"/>
                  <a:lumOff val="91000"/>
                  <a:alpha val="39000"/>
                </a:schemeClr>
              </a:gs>
              <a:gs pos="100000">
                <a:schemeClr val="accent4">
                  <a:lumMod val="0"/>
                  <a:lumOff val="100000"/>
                  <a:alpha val="54000"/>
                </a:schemeClr>
              </a:gs>
            </a:gsLst>
          </a:gradFill>
          <a:ln>
            <a:noFill/>
          </a:ln>
          <a:effectLst>
            <a:softEdge rad="50800"/>
          </a:effectLst>
        </p:spPr>
        <p:style>
          <a:lnRef idx="1">
            <a:schemeClr val="accent3"/>
          </a:lnRef>
          <a:fillRef idx="2">
            <a:schemeClr val="accent3"/>
          </a:fillRef>
          <a:effectRef idx="1">
            <a:schemeClr val="accent3"/>
          </a:effectRef>
          <a:fontRef idx="none"/>
        </p:style>
        <p:txBody>
          <a:bodyPr lIns="72000" tIns="36000" rIns="72000" bIns="36000"/>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anose="020B0604020202020204" pitchFamily="34" charset="0"/>
              <a:buNone/>
              <a:defRPr sz="2400">
                <a:latin typeface="Arial" panose="020B0604020202020204" pitchFamily="34" charset="0"/>
                <a:cs typeface="Arial" panose="020B0604020202020204"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sz="2400">
                <a:latin typeface="Arial" panose="020B0604020202020204" pitchFamily="34" charset="0"/>
                <a:cs typeface="Arial" panose="020B0604020202020204" pitchFamily="34" charset="0"/>
              </a:defRPr>
            </a:lvl2pPr>
            <a:lvl3pPr>
              <a:defRPr sz="2000"/>
            </a:lvl3pPr>
            <a:lvl4pPr>
              <a:defRPr baseline="0"/>
            </a:lvl4pPr>
            <a:lvl5pPr>
              <a:defRPr/>
            </a:lvl5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anose="020B0604020202020204" pitchFamily="34" charset="0"/>
              <a:buChar char="•"/>
              <a:defRPr/>
            </a:pPr>
            <a:r>
              <a:rPr kumimoji="0" lang="en-GB" sz="2400" u="none" strike="noStrike" kern="1200" cap="none" spc="0" normalizeH="0" baseline="0" noProof="0" dirty="0" err="1">
                <a:ln>
                  <a:noFill/>
                </a:ln>
                <a:solidFill>
                  <a:srgbClr val="101141"/>
                </a:solidFill>
                <a:effectLst/>
                <a:uLnTx/>
                <a:uFillTx/>
                <a:latin typeface="Arial" panose="020B0604020202020204"/>
                <a:cs typeface="Arial" panose="020B0604020202020204"/>
              </a:rPr>
              <a:t>Lorem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sit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amet</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Second level</a:t>
            </a:r>
          </a:p>
          <a:p>
            <a:pPr marL="1143000" marR="0" lvl="2"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Third Level</a:t>
            </a:r>
          </a:p>
          <a:p>
            <a:pPr marL="1600200" marR="0" lvl="3"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Fourth level</a:t>
            </a:r>
          </a:p>
          <a:p>
            <a:pPr marL="2057400" marR="0" lvl="4"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Fifth Level</a:t>
            </a: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Second level</a:t>
            </a:r>
            <a:endPar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anose="020B0604020202020204" pitchFamily="34" charset="0"/>
              <a:buChar char="•"/>
              <a:defRPr/>
            </a:pPr>
            <a:r>
              <a:rPr kumimoji="0" lang="en-GB" sz="2400" u="none" strike="noStrike" kern="1200" cap="none" spc="0" normalizeH="0" baseline="0" noProof="0" dirty="0" err="1">
                <a:ln>
                  <a:noFill/>
                </a:ln>
                <a:solidFill>
                  <a:srgbClr val="101141"/>
                </a:solidFill>
                <a:effectLst/>
                <a:uLnTx/>
                <a:uFillTx/>
                <a:latin typeface="Arial" panose="020B0604020202020204"/>
                <a:cs typeface="Arial" panose="020B0604020202020204"/>
              </a:rPr>
              <a:t>Lorem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sit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amet</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anose="020B0604020202020204" pitchFamily="34" charset="0"/>
              <a:buChar char="•"/>
              <a:defRPr/>
            </a:pPr>
            <a:r>
              <a:rPr kumimoji="0" lang="en-GB" sz="2400" u="none" strike="noStrike" kern="1200" cap="none" spc="0" normalizeH="0" baseline="0" noProof="0" dirty="0" err="1">
                <a:ln>
                  <a:noFill/>
                </a:ln>
                <a:solidFill>
                  <a:srgbClr val="101141"/>
                </a:solidFill>
                <a:effectLst/>
                <a:uLnTx/>
                <a:uFillTx/>
                <a:latin typeface="Arial" panose="020B0604020202020204"/>
                <a:cs typeface="Arial" panose="020B0604020202020204"/>
              </a:rPr>
              <a:t>Lorem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sit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amet</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anose="020B0604020202020204" pitchFamily="34" charset="0"/>
              <a:buChar char="•"/>
              <a:defRPr/>
            </a:pPr>
            <a:r>
              <a:rPr kumimoji="0" lang="en-GB" sz="2400" u="none" strike="noStrike" kern="1200" cap="none" spc="0" normalizeH="0" baseline="0" noProof="0" dirty="0" err="1">
                <a:ln>
                  <a:noFill/>
                </a:ln>
                <a:solidFill>
                  <a:srgbClr val="101141"/>
                </a:solidFill>
                <a:effectLst/>
                <a:uLnTx/>
                <a:uFillTx/>
                <a:latin typeface="Arial" panose="020B0604020202020204"/>
                <a:cs typeface="Arial" panose="020B0604020202020204"/>
              </a:rPr>
              <a:t>Lorem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sit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amet</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endParaRPr lang="en-US" dirty="0"/>
          </a:p>
        </p:txBody>
      </p:sp>
      <p:grpSp>
        <p:nvGrpSpPr>
          <p:cNvPr id="12" name="Group 11"/>
          <p:cNvGrpSpPr/>
          <p:nvPr/>
        </p:nvGrpSpPr>
        <p:grpSpPr>
          <a:xfrm>
            <a:off x="2778517" y="6550672"/>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6" name="Picture 15" descr="Picture 7.png"/>
          <p:cNvPicPr>
            <a:picLocks noChangeAspect="1"/>
          </p:cNvPicPr>
          <p:nvPr/>
        </p:nvPicPr>
        <p:blipFill>
          <a:blip r:embed="rId2" cstate="print"/>
          <a:srcRect l="1923" b="5336"/>
          <a:stretch>
            <a:fillRect/>
          </a:stretch>
        </p:blipFill>
        <p:spPr>
          <a:xfrm>
            <a:off x="9267744" y="-1"/>
            <a:ext cx="2924257" cy="692697"/>
          </a:xfrm>
          <a:prstGeom prst="rect">
            <a:avLst/>
          </a:prstGeom>
        </p:spPr>
      </p:pic>
      <p:grpSp>
        <p:nvGrpSpPr>
          <p:cNvPr id="19" name="Group 18"/>
          <p:cNvGrpSpPr/>
          <p:nvPr/>
        </p:nvGrpSpPr>
        <p:grpSpPr>
          <a:xfrm>
            <a:off x="2844800" y="6553201"/>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3" name="Group 22"/>
          <p:cNvGrpSpPr/>
          <p:nvPr/>
        </p:nvGrpSpPr>
        <p:grpSpPr>
          <a:xfrm>
            <a:off x="0" y="1295401"/>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8" name="Rectangle 2" descr="Large confetti"/>
          <p:cNvSpPr>
            <a:spLocks noGrp="1" noChangeArrowheads="1"/>
          </p:cNvSpPr>
          <p:nvPr>
            <p:ph type="title" idx="4294967295" hasCustomPrompt="1"/>
          </p:nvPr>
        </p:nvSpPr>
        <p:spPr>
          <a:xfrm>
            <a:off x="88320" y="26442"/>
            <a:ext cx="9055681" cy="1192758"/>
          </a:xfrm>
        </p:spPr>
        <p:txBody>
          <a:bodyPr>
            <a:noAutofit/>
          </a:bodyPr>
          <a:lstStyle>
            <a:lvl1pPr algn="l" eaLnBrk="1" hangingPunct="1">
              <a:defRPr sz="3600">
                <a:latin typeface="Arial" panose="020B0604020202020204" pitchFamily="34" charset="0"/>
                <a:cs typeface="Arial" panose="020B0604020202020204" pitchFamily="34" charset="0"/>
              </a:defRPr>
            </a:lvl1pPr>
          </a:lstStyle>
          <a:p>
            <a:pPr eaLnBrk="1" hangingPunct="1"/>
            <a:r>
              <a:rPr lang="en-US" dirty="0"/>
              <a:t>Slide heading here and </a:t>
            </a:r>
            <a:br>
              <a:rPr lang="en-US" dirty="0"/>
            </a:br>
            <a:r>
              <a:rPr lang="en-US" dirty="0"/>
              <a:t>it can run in two lines</a:t>
            </a:r>
            <a:endParaRPr lang="en-US" altLang="en-US" dirty="0"/>
          </a:p>
        </p:txBody>
      </p:sp>
    </p:spTree>
    <p:extLst>
      <p:ext uri="{BB962C8B-B14F-4D97-AF65-F5344CB8AC3E}">
        <p14:creationId xmlns:p14="http://schemas.microsoft.com/office/powerpoint/2010/main" val="81214592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90688"/>
            <a:ext cx="5384800" cy="44338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6197600" y="1690688"/>
            <a:ext cx="5384800" cy="4433887"/>
          </a:xfrm>
        </p:spPr>
        <p:txBody>
          <a:bodyPr/>
          <a:lstStyle/>
          <a:p>
            <a:pPr lvl="0"/>
            <a:r>
              <a:rPr lang="en-US" noProof="0"/>
              <a:t>Click icon to add online image</a:t>
            </a:r>
          </a:p>
        </p:txBody>
      </p:sp>
      <p:sp>
        <p:nvSpPr>
          <p:cNvPr id="5" name="Slide Number Placeholder 4"/>
          <p:cNvSpPr>
            <a:spLocks noGrp="1"/>
          </p:cNvSpPr>
          <p:nvPr>
            <p:ph type="sldNum" sz="quarter" idx="10"/>
          </p:nvPr>
        </p:nvSpPr>
        <p:spPr>
          <a:xfrm>
            <a:off x="8737600" y="6248400"/>
            <a:ext cx="2844800" cy="476250"/>
          </a:xfrm>
        </p:spPr>
        <p:txBody>
          <a:bodyPr/>
          <a:lstStyle>
            <a:lvl1pPr>
              <a:defRPr/>
            </a:lvl1pPr>
          </a:lstStyle>
          <a:p>
            <a:fld id="{65A81A0D-4507-432C-ADFD-66D1EF0C23E1}" type="slidenum">
              <a:rPr lang="en-US" altLang="en-US" smtClean="0"/>
              <a:pPr/>
              <a:t>‹#›</a:t>
            </a:fld>
            <a:endParaRPr lang="en-US" altLang="en-US"/>
          </a:p>
        </p:txBody>
      </p:sp>
    </p:spTree>
    <p:extLst>
      <p:ext uri="{BB962C8B-B14F-4D97-AF65-F5344CB8AC3E}">
        <p14:creationId xmlns:p14="http://schemas.microsoft.com/office/powerpoint/2010/main" val="412314655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cSld name="Title,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527520" y="274680"/>
            <a:ext cx="8160480" cy="849960"/>
          </a:xfrm>
          <a:prstGeom prst="rect">
            <a:avLst/>
          </a:prstGeom>
        </p:spPr>
        <p:txBody>
          <a:bodyPr lIns="0" tIns="0" rIns="0" bIns="0" anchor="ctr"/>
          <a:lstStyle/>
          <a:p>
            <a:r>
              <a:rPr lang="en-US" sz="1400" b="0" strike="noStrike" spc="-1">
                <a:solidFill>
                  <a:srgbClr val="000000"/>
                </a:solidFill>
                <a:latin typeface="Arial" panose="020B0604020202020204"/>
              </a:rPr>
              <a:t>Click to edit Master title style</a:t>
            </a:r>
            <a:endParaRPr lang="en-IN" sz="1400" b="0" strike="noStrike" spc="-1">
              <a:solidFill>
                <a:srgbClr val="000000"/>
              </a:solidFill>
              <a:latin typeface="Arial" panose="020B0604020202020204"/>
            </a:endParaRPr>
          </a:p>
        </p:txBody>
      </p:sp>
      <p:sp>
        <p:nvSpPr>
          <p:cNvPr id="61" name="PlaceHolder 2"/>
          <p:cNvSpPr>
            <a:spLocks noGrp="1"/>
          </p:cNvSpPr>
          <p:nvPr>
            <p:ph type="body"/>
          </p:nvPr>
        </p:nvSpPr>
        <p:spPr>
          <a:xfrm>
            <a:off x="609600" y="1600200"/>
            <a:ext cx="10972320" cy="4525920"/>
          </a:xfrm>
          <a:prstGeom prst="rect">
            <a:avLst/>
          </a:prstGeom>
        </p:spPr>
        <p:txBody>
          <a:bodyPr lIns="0" tIns="0" rIns="0" bIns="0">
            <a:normAutofit/>
          </a:bodyPr>
          <a:lstStyle/>
          <a:p>
            <a:pPr lvl="0"/>
            <a:r>
              <a:rPr lang="en-US" sz="1400" b="0" strike="noStrike" spc="-1">
                <a:solidFill>
                  <a:srgbClr val="000000"/>
                </a:solidFill>
                <a:latin typeface="Arial" panose="020B0604020202020204"/>
              </a:rPr>
              <a:t>Edit Master text styles</a:t>
            </a:r>
          </a:p>
        </p:txBody>
      </p:sp>
    </p:spTree>
    <p:extLst>
      <p:ext uri="{BB962C8B-B14F-4D97-AF65-F5344CB8AC3E}">
        <p14:creationId xmlns:p14="http://schemas.microsoft.com/office/powerpoint/2010/main" val="220173467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4" name="TextBox 3"/>
          <p:cNvSpPr txBox="1"/>
          <p:nvPr/>
        </p:nvSpPr>
        <p:spPr>
          <a:xfrm>
            <a:off x="4368800" y="6596066"/>
            <a:ext cx="7823200" cy="219291"/>
          </a:xfrm>
          <a:prstGeom prst="rect">
            <a:avLst/>
          </a:prstGeom>
          <a:noFill/>
        </p:spPr>
        <p:txBody>
          <a:bodyPr>
            <a:spAutoFit/>
          </a:bodyPr>
          <a:lstStyle/>
          <a:p>
            <a:pPr algn="r">
              <a:defRPr/>
            </a:pPr>
            <a:r>
              <a:rPr lang="en-US" sz="825" b="1" dirty="0">
                <a:solidFill>
                  <a:srgbClr val="101141"/>
                </a:solidFill>
                <a:latin typeface="Arial" panose="020B0604020202020204"/>
                <a:cs typeface="Arial" panose="020B0604020202020204"/>
              </a:rPr>
              <a:t>BITS </a:t>
            </a:r>
            <a:r>
              <a:rPr lang="en-US" sz="825" dirty="0">
                <a:solidFill>
                  <a:srgbClr val="101141"/>
                </a:solidFill>
                <a:latin typeface="Arial" panose="020B0604020202020204"/>
                <a:cs typeface="Arial" panose="020B0604020202020204"/>
              </a:rPr>
              <a:t>Pilani, Pilani Campus</a:t>
            </a:r>
          </a:p>
        </p:txBody>
      </p:sp>
      <p:grpSp>
        <p:nvGrpSpPr>
          <p:cNvPr id="5" name="Group 11"/>
          <p:cNvGrpSpPr/>
          <p:nvPr/>
        </p:nvGrpSpPr>
        <p:grpSpPr bwMode="auto">
          <a:xfrm>
            <a:off x="2779184" y="6550028"/>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8839202" y="0"/>
            <a:ext cx="2925233" cy="692150"/>
          </a:xfrm>
          <a:prstGeom prst="rect">
            <a:avLst/>
          </a:prstGeom>
          <a:noFill/>
          <a:ln w="9525">
            <a:noFill/>
            <a:miter lim="800000"/>
            <a:headEnd/>
            <a:tailEnd/>
          </a:ln>
        </p:spPr>
      </p:pic>
      <p:grpSp>
        <p:nvGrpSpPr>
          <p:cNvPr id="10" name="Group 18"/>
          <p:cNvGrpSpPr/>
          <p:nvPr/>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grpSp>
      <p:grpSp>
        <p:nvGrpSpPr>
          <p:cNvPr id="14" name="Group 22"/>
          <p:cNvGrpSpPr/>
          <p:nvPr/>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grpSp>
      <p:sp>
        <p:nvSpPr>
          <p:cNvPr id="3" name="Content Placeholder 2"/>
          <p:cNvSpPr>
            <a:spLocks noGrp="1"/>
          </p:cNvSpPr>
          <p:nvPr>
            <p:ph idx="1"/>
          </p:nvPr>
        </p:nvSpPr>
        <p:spPr>
          <a:xfrm>
            <a:off x="406400" y="1493840"/>
            <a:ext cx="109728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anose="020B0604020202020204" pitchFamily="34" charset="0"/>
              <a:buNone/>
              <a:defRPr sz="1800">
                <a:latin typeface="Arial" panose="020B0604020202020204" pitchFamily="34" charset="0"/>
                <a:cs typeface="Arial" panose="020B0604020202020204" pitchFamily="34" charset="0"/>
              </a:defRPr>
            </a:lvl1pPr>
            <a:lvl2pPr marL="557530" marR="0" indent="-214630" algn="l" defTabSz="685800" rtl="0" eaLnBrk="1" fontAlgn="auto" latinLnBrk="0" hangingPunct="1">
              <a:lnSpc>
                <a:spcPct val="100000"/>
              </a:lnSpc>
              <a:spcBef>
                <a:spcPct val="20000"/>
              </a:spcBef>
              <a:spcAft>
                <a:spcPts val="0"/>
              </a:spcAft>
              <a:buClrTx/>
              <a:buSzTx/>
              <a:buFont typeface="Arial" panose="020B0604020202020204" pitchFamily="34" charset="0"/>
              <a:buChar char="–"/>
              <a:defRPr sz="1200">
                <a:latin typeface="Arial" panose="020B0604020202020204" pitchFamily="34" charset="0"/>
                <a:cs typeface="Arial" panose="020B0604020202020204" pitchFamily="34" charset="0"/>
              </a:defRPr>
            </a:lvl2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2700"/>
              </a:lnSpc>
              <a:spcBef>
                <a:spcPts val="0"/>
              </a:spcBef>
              <a:buNone/>
              <a:defRPr sz="2700" b="1" spc="-113" baseline="0">
                <a:latin typeface="Arial" panose="020B0604020202020204" pitchFamily="34" charset="0"/>
                <a:cs typeface="Arial" panose="020B0604020202020204" pitchFamily="34" charset="0"/>
              </a:defRPr>
            </a:lvl1pPr>
          </a:lstStyle>
          <a:p>
            <a:pPr lvl="0"/>
            <a:r>
              <a:rPr lang="en-US"/>
              <a:t>Edit Master text styles</a:t>
            </a:r>
          </a:p>
        </p:txBody>
      </p:sp>
      <p:sp>
        <p:nvSpPr>
          <p:cNvPr id="18" name="TextBox 17"/>
          <p:cNvSpPr txBox="1">
            <a:spLocks noChangeArrowheads="1"/>
          </p:cNvSpPr>
          <p:nvPr userDrawn="1"/>
        </p:nvSpPr>
        <p:spPr bwMode="auto">
          <a:xfrm>
            <a:off x="4368800" y="6596064"/>
            <a:ext cx="7823200" cy="261937"/>
          </a:xfrm>
          <a:prstGeom prst="rect">
            <a:avLst/>
          </a:prstGeom>
          <a:noFill/>
          <a:ln>
            <a:noFill/>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fontAlgn="auto" hangingPunct="1">
              <a:spcBef>
                <a:spcPts val="0"/>
              </a:spcBef>
              <a:spcAft>
                <a:spcPts val="0"/>
              </a:spcAft>
              <a:defRPr/>
            </a:pPr>
            <a:r>
              <a:rPr lang="en-US" sz="1100" b="1">
                <a:solidFill>
                  <a:srgbClr val="101141"/>
                </a:solidFill>
              </a:rPr>
              <a:t>BITS </a:t>
            </a:r>
            <a:r>
              <a:rPr lang="en-US" sz="1100">
                <a:solidFill>
                  <a:srgbClr val="101141"/>
                </a:solidFill>
              </a:rPr>
              <a:t>Pilani, Pilani Campus</a:t>
            </a:r>
          </a:p>
        </p:txBody>
      </p:sp>
      <p:grpSp>
        <p:nvGrpSpPr>
          <p:cNvPr id="19" name="Group 11"/>
          <p:cNvGrpSpPr>
            <a:grpSpLocks/>
          </p:cNvGrpSpPr>
          <p:nvPr userDrawn="1"/>
        </p:nvGrpSpPr>
        <p:grpSpPr bwMode="auto">
          <a:xfrm>
            <a:off x="2779184" y="6550026"/>
            <a:ext cx="9412816" cy="49213"/>
            <a:chOff x="2083888" y="6550671"/>
            <a:chExt cx="7060112" cy="48665"/>
          </a:xfrm>
        </p:grpSpPr>
        <p:sp>
          <p:nvSpPr>
            <p:cNvPr id="20" name="Rectangle 19"/>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1" name="Rectangle 20"/>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2" name="Rectangle 21"/>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23" name="Picture 11" descr="Picture 7.png"/>
          <p:cNvPicPr>
            <a:picLocks noChangeAspect="1" noChangeArrowheads="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4" name="Group 18"/>
          <p:cNvGrpSpPr>
            <a:grpSpLocks/>
          </p:cNvGrpSpPr>
          <p:nvPr userDrawn="1"/>
        </p:nvGrpSpPr>
        <p:grpSpPr bwMode="auto">
          <a:xfrm>
            <a:off x="2844800" y="6553200"/>
            <a:ext cx="9347200" cy="46038"/>
            <a:chOff x="1905000" y="6553200"/>
            <a:chExt cx="7010400" cy="45719"/>
          </a:xfrm>
        </p:grpSpPr>
        <p:sp>
          <p:nvSpPr>
            <p:cNvPr id="25" name="Rectangle 2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6" name="Rectangle 2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8" name="Rectangle 27"/>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29" name="Group 22"/>
          <p:cNvGrpSpPr>
            <a:grpSpLocks/>
          </p:cNvGrpSpPr>
          <p:nvPr userDrawn="1"/>
        </p:nvGrpSpPr>
        <p:grpSpPr bwMode="auto">
          <a:xfrm>
            <a:off x="0" y="1295400"/>
            <a:ext cx="9347200" cy="46038"/>
            <a:chOff x="1905000" y="6553200"/>
            <a:chExt cx="7010400" cy="45719"/>
          </a:xfrm>
        </p:grpSpPr>
        <p:sp>
          <p:nvSpPr>
            <p:cNvPr id="30" name="Rectangle 2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2" name="Rectangle 3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Tree>
    <p:extLst>
      <p:ext uri="{BB962C8B-B14F-4D97-AF65-F5344CB8AC3E}">
        <p14:creationId xmlns:p14="http://schemas.microsoft.com/office/powerpoint/2010/main" val="296427052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8"/>
        <p:cNvGrpSpPr/>
        <p:nvPr/>
      </p:nvGrpSpPr>
      <p:grpSpPr>
        <a:xfrm>
          <a:off x="0" y="0"/>
          <a:ext cx="0" cy="0"/>
          <a:chOff x="0" y="0"/>
          <a:chExt cx="0" cy="0"/>
        </a:xfrm>
      </p:grpSpPr>
      <p:pic>
        <p:nvPicPr>
          <p:cNvPr id="5" name="Google Shape;9;p6"/>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t="3185" b="1180"/>
          <a:stretch>
            <a:fillRect/>
          </a:stretch>
        </p:blipFill>
        <p:spPr bwMode="auto">
          <a:xfrm>
            <a:off x="0" y="0"/>
            <a:ext cx="12192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6" name="Google Shape;10;p6"/>
          <p:cNvPicPr preferRelativeResize="0">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Google Shape;11;p6"/>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2551113"/>
            <a:ext cx="9679517" cy="179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Google Shape;12;p6"/>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47675"/>
            <a:ext cx="10744200" cy="805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Google Shape;15;p6"/>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23817" y="896938"/>
            <a:ext cx="3096683" cy="108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Google Shape;16;p6"/>
          <p:cNvPicPr preferRelativeResize="0">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777567" y="4800600"/>
            <a:ext cx="5124451" cy="2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Google Shape;13;p6"/>
          <p:cNvSpPr txBox="1">
            <a:spLocks noGrp="1"/>
          </p:cNvSpPr>
          <p:nvPr>
            <p:ph type="ctrTitle"/>
          </p:nvPr>
        </p:nvSpPr>
        <p:spPr>
          <a:xfrm>
            <a:off x="4572002" y="2549771"/>
            <a:ext cx="7330831" cy="1600725"/>
          </a:xfrm>
          <a:prstGeom prst="rect">
            <a:avLst/>
          </a:prstGeom>
          <a:noFill/>
          <a:ln>
            <a:noFill/>
          </a:ln>
        </p:spPr>
        <p:txBody>
          <a:bodyPr spcFirstLastPara="1" lIns="91425" tIns="45700" rIns="91425" bIns="45700">
            <a:normAutofit/>
          </a:bodyPr>
          <a:lstStyle>
            <a:lvl1pPr lvl="0" algn="r">
              <a:lnSpc>
                <a:spcPct val="90000"/>
              </a:lnSpc>
              <a:spcBef>
                <a:spcPts val="0"/>
              </a:spcBef>
              <a:spcAft>
                <a:spcPts val="0"/>
              </a:spcAft>
              <a:buClr>
                <a:schemeClr val="lt1"/>
              </a:buClr>
              <a:buSzPts val="3200"/>
              <a:buFont typeface="Helvetica Neue"/>
              <a:buNone/>
              <a:defRPr sz="2400" b="1">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14" name="Google Shape;14;p6"/>
          <p:cNvSpPr txBox="1">
            <a:spLocks noGrp="1"/>
          </p:cNvSpPr>
          <p:nvPr>
            <p:ph type="subTitle" idx="1"/>
          </p:nvPr>
        </p:nvSpPr>
        <p:spPr>
          <a:xfrm>
            <a:off x="5908431" y="4452632"/>
            <a:ext cx="5994400" cy="343327"/>
          </a:xfrm>
          <a:prstGeom prst="rect">
            <a:avLst/>
          </a:prstGeom>
          <a:noFill/>
          <a:ln>
            <a:noFill/>
          </a:ln>
        </p:spPr>
        <p:txBody>
          <a:bodyPr spcFirstLastPara="1" lIns="91425" tIns="45700" rIns="91425" bIns="45700" anchor="ctr">
            <a:normAutofit/>
          </a:bodyPr>
          <a:lstStyle>
            <a:lvl1pPr lvl="0" algn="r">
              <a:lnSpc>
                <a:spcPct val="90000"/>
              </a:lnSpc>
              <a:spcBef>
                <a:spcPts val="750"/>
              </a:spcBef>
              <a:spcAft>
                <a:spcPts val="0"/>
              </a:spcAft>
              <a:buClr>
                <a:srgbClr val="1C1573"/>
              </a:buClr>
              <a:buSzPts val="1700"/>
              <a:buNone/>
              <a:defRPr sz="1275" b="1">
                <a:solidFill>
                  <a:srgbClr val="1C1573"/>
                </a:solidFill>
                <a:latin typeface="Helvetica Neue"/>
                <a:ea typeface="Helvetica Neue"/>
                <a:cs typeface="Helvetica Neue"/>
                <a:sym typeface="Helvetica Neue"/>
              </a:defRPr>
            </a:lvl1pPr>
            <a:lvl2pPr lvl="1" algn="ctr">
              <a:lnSpc>
                <a:spcPct val="90000"/>
              </a:lnSpc>
              <a:spcBef>
                <a:spcPts val="375"/>
              </a:spcBef>
              <a:spcAft>
                <a:spcPts val="0"/>
              </a:spcAft>
              <a:buClr>
                <a:schemeClr val="dk1"/>
              </a:buClr>
              <a:buSzPts val="1500"/>
              <a:buNone/>
              <a:defRPr sz="1125"/>
            </a:lvl2pPr>
            <a:lvl3pPr lvl="2" algn="ctr">
              <a:lnSpc>
                <a:spcPct val="90000"/>
              </a:lnSpc>
              <a:spcBef>
                <a:spcPts val="375"/>
              </a:spcBef>
              <a:spcAft>
                <a:spcPts val="0"/>
              </a:spcAft>
              <a:buClr>
                <a:schemeClr val="dk1"/>
              </a:buClr>
              <a:buSzPts val="1350"/>
              <a:buNone/>
              <a:defRPr sz="1015"/>
            </a:lvl3pPr>
            <a:lvl4pPr lvl="3" algn="ctr">
              <a:lnSpc>
                <a:spcPct val="90000"/>
              </a:lnSpc>
              <a:spcBef>
                <a:spcPts val="375"/>
              </a:spcBef>
              <a:spcAft>
                <a:spcPts val="0"/>
              </a:spcAft>
              <a:buClr>
                <a:schemeClr val="dk1"/>
              </a:buClr>
              <a:buSzPts val="1200"/>
              <a:buNone/>
              <a:defRPr sz="900"/>
            </a:lvl4pPr>
            <a:lvl5pPr lvl="4" algn="ctr">
              <a:lnSpc>
                <a:spcPct val="90000"/>
              </a:lnSpc>
              <a:spcBef>
                <a:spcPts val="375"/>
              </a:spcBef>
              <a:spcAft>
                <a:spcPts val="0"/>
              </a:spcAft>
              <a:buClr>
                <a:schemeClr val="dk1"/>
              </a:buClr>
              <a:buSzPts val="1200"/>
              <a:buNone/>
              <a:defRPr sz="900"/>
            </a:lvl5pPr>
            <a:lvl6pPr lvl="5" algn="ctr">
              <a:lnSpc>
                <a:spcPct val="90000"/>
              </a:lnSpc>
              <a:spcBef>
                <a:spcPts val="375"/>
              </a:spcBef>
              <a:spcAft>
                <a:spcPts val="0"/>
              </a:spcAft>
              <a:buClr>
                <a:schemeClr val="dk1"/>
              </a:buClr>
              <a:buSzPts val="1200"/>
              <a:buNone/>
              <a:defRPr sz="900"/>
            </a:lvl6pPr>
            <a:lvl7pPr lvl="6" algn="ctr">
              <a:lnSpc>
                <a:spcPct val="90000"/>
              </a:lnSpc>
              <a:spcBef>
                <a:spcPts val="375"/>
              </a:spcBef>
              <a:spcAft>
                <a:spcPts val="0"/>
              </a:spcAft>
              <a:buClr>
                <a:schemeClr val="dk1"/>
              </a:buClr>
              <a:buSzPts val="1200"/>
              <a:buNone/>
              <a:defRPr sz="900"/>
            </a:lvl7pPr>
            <a:lvl8pPr lvl="7" algn="ctr">
              <a:lnSpc>
                <a:spcPct val="90000"/>
              </a:lnSpc>
              <a:spcBef>
                <a:spcPts val="375"/>
              </a:spcBef>
              <a:spcAft>
                <a:spcPts val="0"/>
              </a:spcAft>
              <a:buClr>
                <a:schemeClr val="dk1"/>
              </a:buClr>
              <a:buSzPts val="1200"/>
              <a:buNone/>
              <a:defRPr sz="900"/>
            </a:lvl8pPr>
            <a:lvl9pPr lvl="8" algn="ctr">
              <a:lnSpc>
                <a:spcPct val="90000"/>
              </a:lnSpc>
              <a:spcBef>
                <a:spcPts val="375"/>
              </a:spcBef>
              <a:spcAft>
                <a:spcPts val="0"/>
              </a:spcAft>
              <a:buClr>
                <a:schemeClr val="dk1"/>
              </a:buClr>
              <a:buSzPts val="1200"/>
              <a:buNone/>
              <a:defRPr sz="900"/>
            </a:lvl9pPr>
          </a:lstStyle>
          <a:p>
            <a:r>
              <a:rPr lang="en-US"/>
              <a:t>Click to edit Master subtitle style</a:t>
            </a:r>
            <a:endParaRPr/>
          </a:p>
        </p:txBody>
      </p:sp>
      <p:sp>
        <p:nvSpPr>
          <p:cNvPr id="17" name="Google Shape;17;p6"/>
          <p:cNvSpPr txBox="1">
            <a:spLocks noGrp="1"/>
          </p:cNvSpPr>
          <p:nvPr>
            <p:ph type="body" idx="2"/>
          </p:nvPr>
        </p:nvSpPr>
        <p:spPr>
          <a:xfrm>
            <a:off x="5189413" y="4826979"/>
            <a:ext cx="6713419" cy="1108563"/>
          </a:xfrm>
          <a:prstGeom prst="rect">
            <a:avLst/>
          </a:prstGeom>
          <a:noFill/>
          <a:ln>
            <a:noFill/>
          </a:ln>
        </p:spPr>
        <p:txBody>
          <a:bodyPr spcFirstLastPara="1" lIns="91425" tIns="45700" rIns="91425" bIns="45700">
            <a:normAutofit/>
          </a:bodyPr>
          <a:lstStyle>
            <a:lvl1pPr marL="342900" lvl="0" indent="-171450" algn="r">
              <a:lnSpc>
                <a:spcPct val="90000"/>
              </a:lnSpc>
              <a:spcBef>
                <a:spcPts val="0"/>
              </a:spcBef>
              <a:spcAft>
                <a:spcPts val="0"/>
              </a:spcAft>
              <a:buClr>
                <a:srgbClr val="1C1573"/>
              </a:buClr>
              <a:buSzPts val="1700"/>
              <a:buNone/>
              <a:defRPr sz="1275">
                <a:solidFill>
                  <a:srgbClr val="1C1573"/>
                </a:solidFill>
                <a:latin typeface="Helvetica Neue"/>
                <a:ea typeface="Helvetica Neue"/>
                <a:cs typeface="Helvetica Neue"/>
                <a:sym typeface="Helvetica Neue"/>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Edit Master text styles</a:t>
            </a:r>
          </a:p>
        </p:txBody>
      </p:sp>
    </p:spTree>
    <p:extLst>
      <p:ext uri="{BB962C8B-B14F-4D97-AF65-F5344CB8AC3E}">
        <p14:creationId xmlns:p14="http://schemas.microsoft.com/office/powerpoint/2010/main" val="746994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200"/>
                                        <p:tgtEl>
                                          <p:spTgt spid="6"/>
                                        </p:tgtEl>
                                      </p:cBhvr>
                                    </p:animEffect>
                                  </p:childTnLst>
                                </p:cTn>
                              </p:par>
                            </p:childTnLst>
                          </p:cTn>
                        </p:par>
                        <p:par>
                          <p:cTn id="8" fill="hold">
                            <p:stCondLst>
                              <p:cond delay="15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300"/>
                                        <p:tgtEl>
                                          <p:spTgt spid="8"/>
                                        </p:tgtEl>
                                      </p:cBhvr>
                                    </p:animEffect>
                                  </p:childTnLst>
                                </p:cTn>
                              </p:par>
                            </p:childTnLst>
                          </p:cTn>
                        </p:par>
                        <p:par>
                          <p:cTn id="12" fill="hold">
                            <p:stCondLst>
                              <p:cond delay="3000"/>
                            </p:stCondLst>
                            <p:childTnLst>
                              <p:par>
                                <p:cTn id="13" presetID="10" presetClass="entr" presetSubtype="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par>
                          <p:cTn id="16" fill="hold">
                            <p:stCondLst>
                              <p:cond delay="3500"/>
                            </p:stCondLst>
                            <p:childTnLst>
                              <p:par>
                                <p:cTn id="17" presetID="10" presetClass="entr" presetSubtype="0"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20" fill="hold">
                            <p:stCondLst>
                              <p:cond delay="4000"/>
                            </p:stCondLst>
                            <p:childTnLst>
                              <p:par>
                                <p:cTn id="21" presetID="10" presetClass="entr" presetSubtype="0"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pic>
        <p:nvPicPr>
          <p:cNvPr id="9" name="Picture 8"/>
          <p:cNvPicPr>
            <a:picLocks noChangeAspect="1"/>
          </p:cNvPicPr>
          <p:nvPr/>
        </p:nvPicPr>
        <p:blipFill rotWithShape="1">
          <a:blip r:embed="rId2" cstate="print">
            <a:alphaModFix amt="50000"/>
            <a:extLst>
              <a:ext uri="{28A0092B-C50C-407E-A947-70E740481C1C}">
                <a14:useLocalDpi xmlns:a14="http://schemas.microsoft.com/office/drawing/2010/main" val="0"/>
              </a:ext>
            </a:extLst>
          </a:blip>
          <a:srcRect l="178" t="-543" r="178" b="-543"/>
          <a:stretch>
            <a:fillRect/>
          </a:stretch>
        </p:blipFill>
        <p:spPr>
          <a:xfrm>
            <a:off x="4750811" y="2223656"/>
            <a:ext cx="2690381" cy="2729344"/>
          </a:xfrm>
          <a:prstGeom prst="rect">
            <a:avLst/>
          </a:prstGeom>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160569"/>
            <a:ext cx="10668000" cy="764364"/>
          </a:xfrm>
          <a:prstGeom prst="rect">
            <a:avLst/>
          </a:prstGeom>
        </p:spPr>
      </p:pic>
      <p:sp>
        <p:nvSpPr>
          <p:cNvPr id="2" name="Title 1"/>
          <p:cNvSpPr>
            <a:spLocks noGrp="1"/>
          </p:cNvSpPr>
          <p:nvPr>
            <p:ph type="title"/>
          </p:nvPr>
        </p:nvSpPr>
        <p:spPr>
          <a:xfrm>
            <a:off x="838200" y="160569"/>
            <a:ext cx="9321800" cy="764364"/>
          </a:xfrm>
        </p:spPr>
        <p:txBody>
          <a:bodyPr>
            <a:normAutofit/>
          </a:bodyPr>
          <a:lstStyle>
            <a:lvl1pPr>
              <a:defRPr sz="24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857739" y="1600203"/>
            <a:ext cx="10160000" cy="2728913"/>
          </a:xfrm>
        </p:spPr>
        <p:txBody>
          <a:bodyPr/>
          <a:lstStyle>
            <a:lvl1pPr>
              <a:defRPr sz="1350">
                <a:latin typeface="Helvetica" panose="020B0604020202030204" pitchFamily="34" charset="0"/>
              </a:defRPr>
            </a:lvl1pPr>
            <a:lvl2pPr>
              <a:defRPr sz="1200">
                <a:latin typeface="Helvetica" panose="020B0604020202030204" pitchFamily="34" charset="0"/>
              </a:defRPr>
            </a:lvl2pPr>
            <a:lvl3pPr>
              <a:defRPr sz="1050">
                <a:latin typeface="Helvetica" panose="020B0604020202030204" pitchFamily="34" charset="0"/>
              </a:defRPr>
            </a:lvl3pPr>
            <a:lvl4pPr>
              <a:defRPr sz="900">
                <a:latin typeface="Helvetica" panose="020B0604020202030204" pitchFamily="34" charset="0"/>
              </a:defRPr>
            </a:lvl4pPr>
            <a:lvl5pPr>
              <a:defRPr sz="900">
                <a:latin typeface="Helvetica" panose="020B060402020203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p:cNvSpPr>
            <a:spLocks noGrp="1"/>
          </p:cNvSpPr>
          <p:nvPr>
            <p:ph type="body" sz="quarter" idx="14"/>
          </p:nvPr>
        </p:nvSpPr>
        <p:spPr>
          <a:xfrm>
            <a:off x="329247" y="1143003"/>
            <a:ext cx="11196956" cy="395287"/>
          </a:xfrm>
        </p:spPr>
        <p:txBody>
          <a:bodyPr>
            <a:normAutofit/>
          </a:bodyPr>
          <a:lstStyle>
            <a:lvl1pPr marL="0" indent="0">
              <a:buNone/>
              <a:defRPr sz="15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a:t>Edit Master text styles</a:t>
            </a:r>
          </a:p>
        </p:txBody>
      </p:sp>
    </p:spTree>
    <p:extLst>
      <p:ext uri="{BB962C8B-B14F-4D97-AF65-F5344CB8AC3E}">
        <p14:creationId xmlns:p14="http://schemas.microsoft.com/office/powerpoint/2010/main" val="225858880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1_Section Header">
    <p:spTree>
      <p:nvGrpSpPr>
        <p:cNvPr id="1" name=""/>
        <p:cNvGrpSpPr/>
        <p:nvPr/>
      </p:nvGrpSpPr>
      <p:grpSpPr>
        <a:xfrm>
          <a:off x="0" y="0"/>
          <a:ext cx="0" cy="0"/>
          <a:chOff x="0" y="0"/>
          <a:chExt cx="0" cy="0"/>
        </a:xfrm>
      </p:grpSpPr>
      <p:pic>
        <p:nvPicPr>
          <p:cNvPr id="3" name="Picture 6" descr="\\Server\D\jyoti\FI023_BITS_v1\styleguide img\IMG_5627_b.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a:spLocks noChangeArrowheads="1"/>
          </p:cNvSpPr>
          <p:nvPr userDrawn="1"/>
        </p:nvSpPr>
        <p:spPr bwMode="auto">
          <a:xfrm>
            <a:off x="0" y="4281488"/>
            <a:ext cx="12192000" cy="2576512"/>
          </a:xfrm>
          <a:prstGeom prst="rect">
            <a:avLst/>
          </a:prstGeom>
          <a:solidFill>
            <a:schemeClr val="bg1"/>
          </a:solidFill>
          <a:ln w="9525">
            <a:solidFill>
              <a:srgbClr val="4A7EBB"/>
            </a:solidFill>
            <a:miter lim="800000"/>
            <a:headEnd/>
            <a:tailEnd/>
          </a:ln>
          <a:effectLst>
            <a:outerShdw blurRad="63500" dist="23000" dir="5400000" rotWithShape="0">
              <a:srgbClr val="000000">
                <a:alpha val="34998"/>
              </a:srgbClr>
            </a:outerShdw>
          </a:effectLst>
        </p:spPr>
        <p:txBody>
          <a:bodyPr anchor="ctr"/>
          <a:lstStyle/>
          <a:p>
            <a:pPr algn="ctr" eaLnBrk="1" fontAlgn="auto" hangingPunct="1">
              <a:spcBef>
                <a:spcPts val="0"/>
              </a:spcBef>
              <a:spcAft>
                <a:spcPts val="0"/>
              </a:spcAft>
              <a:defRPr/>
            </a:pPr>
            <a:endParaRPr lang="en-US">
              <a:solidFill>
                <a:schemeClr val="lt1"/>
              </a:solidFill>
              <a:latin typeface="+mn-lt"/>
            </a:endParaRPr>
          </a:p>
        </p:txBody>
      </p:sp>
      <p:pic>
        <p:nvPicPr>
          <p:cNvPr id="5" name="Picture 8" descr="Picture 7.png"/>
          <p:cNvPicPr>
            <a:picLocks noChangeAspect="1" noChangeArrowheads="1"/>
          </p:cNvPicPr>
          <p:nvPr userDrawn="1"/>
        </p:nvPicPr>
        <p:blipFill>
          <a:blip r:embed="rId3">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userDrawn="1"/>
        </p:nvSpPr>
        <p:spPr>
          <a:xfrm>
            <a:off x="3843867" y="677545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userDrawn="1"/>
        </p:nvSpPr>
        <p:spPr>
          <a:xfrm>
            <a:off x="-16933" y="677545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userDrawn="1"/>
        </p:nvSpPr>
        <p:spPr>
          <a:xfrm>
            <a:off x="7704667" y="677545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TextBox 8"/>
          <p:cNvSpPr txBox="1"/>
          <p:nvPr userDrawn="1"/>
        </p:nvSpPr>
        <p:spPr>
          <a:xfrm>
            <a:off x="9144000" y="762000"/>
            <a:ext cx="29464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0" name="TextBox 9"/>
          <p:cNvSpPr txBox="1">
            <a:spLocks noChangeArrowheads="1"/>
          </p:cNvSpPr>
          <p:nvPr userDrawn="1"/>
        </p:nvSpPr>
        <p:spPr bwMode="auto">
          <a:xfrm>
            <a:off x="9448800" y="1171576"/>
            <a:ext cx="2540000" cy="276225"/>
          </a:xfrm>
          <a:prstGeom prst="rect">
            <a:avLst/>
          </a:prstGeom>
          <a:noFill/>
          <a:ln>
            <a:noFill/>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fontAlgn="auto" hangingPunct="1">
              <a:spcBef>
                <a:spcPts val="0"/>
              </a:spcBef>
              <a:spcAft>
                <a:spcPts val="0"/>
              </a:spcAft>
              <a:defRPr/>
            </a:pPr>
            <a:r>
              <a:rPr lang="en-US" sz="1200">
                <a:solidFill>
                  <a:srgbClr val="FFFFFF"/>
                </a:solidFill>
              </a:rPr>
              <a:t>Pilani Campus</a:t>
            </a:r>
          </a:p>
        </p:txBody>
      </p:sp>
      <p:sp>
        <p:nvSpPr>
          <p:cNvPr id="17" name="Content Placeholder 16"/>
          <p:cNvSpPr>
            <a:spLocks noGrp="1"/>
          </p:cNvSpPr>
          <p:nvPr>
            <p:ph sz="quarter" idx="10"/>
          </p:nvPr>
        </p:nvSpPr>
        <p:spPr>
          <a:xfrm>
            <a:off x="406400" y="4648200"/>
            <a:ext cx="112776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32217257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x-none"/>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x-none"/>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6E638C57-FA78-4465-A16E-061E11A07CA5}" type="datetimeFigureOut">
              <a:rPr lang="en-US"/>
              <a:pPr>
                <a:defRPr/>
              </a:pPr>
              <a:t>7/25/2026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EF406659-594D-4C8C-9DC4-2E8C6B112FAB}" type="slidenum">
              <a:rPr lang="en-US" altLang="en-US"/>
              <a:pPr/>
              <a:t>‹#›</a:t>
            </a:fld>
            <a:endParaRPr lang="en-US" altLang="en-US"/>
          </a:p>
        </p:txBody>
      </p:sp>
    </p:spTree>
    <p:extLst>
      <p:ext uri="{BB962C8B-B14F-4D97-AF65-F5344CB8AC3E}">
        <p14:creationId xmlns:p14="http://schemas.microsoft.com/office/powerpoint/2010/main" val="66916003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fontAlgn="auto" hangingPunct="1">
              <a:spcBef>
                <a:spcPts val="0"/>
              </a:spcBef>
              <a:spcAft>
                <a:spcPts val="0"/>
              </a:spcAft>
              <a:defRPr/>
            </a:pPr>
            <a:r>
              <a:rPr lang="en-US" sz="1100" b="1">
                <a:solidFill>
                  <a:srgbClr val="101141"/>
                </a:solidFill>
              </a:rPr>
              <a:t>BITS </a:t>
            </a:r>
            <a:r>
              <a:rPr 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9" name="Picture 11" descr="Picture 7.png"/>
          <p:cNvPicPr>
            <a:picLocks noChangeAspect="1" noChangeArrowheads="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p:cNvGrpSpPr>
            <a:grpSpLocks/>
          </p:cNvGrpSpPr>
          <p:nvPr userDrawn="1"/>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4" name="Group 22"/>
          <p:cNvGrpSpPr>
            <a:grpSpLocks/>
          </p:cNvGrpSpPr>
          <p:nvPr userDrawn="1"/>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94564042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fontAlgn="auto" hangingPunct="1">
              <a:spcBef>
                <a:spcPts val="0"/>
              </a:spcBef>
              <a:spcAft>
                <a:spcPts val="0"/>
              </a:spcAft>
              <a:defRPr/>
            </a:pPr>
            <a:r>
              <a:rPr lang="en-US" sz="1100" b="1">
                <a:solidFill>
                  <a:srgbClr val="101141"/>
                </a:solidFill>
              </a:rPr>
              <a:t>BITS </a:t>
            </a:r>
            <a:r>
              <a:rPr 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9" name="Picture 11" descr="Picture 7.png"/>
          <p:cNvPicPr>
            <a:picLocks noChangeAspect="1" noChangeArrowheads="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p:cNvGrpSpPr>
            <a:grpSpLocks/>
          </p:cNvGrpSpPr>
          <p:nvPr userDrawn="1"/>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4" name="Group 22"/>
          <p:cNvGrpSpPr>
            <a:grpSpLocks/>
          </p:cNvGrpSpPr>
          <p:nvPr userDrawn="1"/>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64917493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fontAlgn="auto" hangingPunct="1">
              <a:spcBef>
                <a:spcPts val="0"/>
              </a:spcBef>
              <a:spcAft>
                <a:spcPts val="0"/>
              </a:spcAft>
              <a:defRPr/>
            </a:pPr>
            <a:r>
              <a:rPr lang="en-US" sz="1100" b="1">
                <a:solidFill>
                  <a:srgbClr val="101141"/>
                </a:solidFill>
              </a:rPr>
              <a:t>BITS </a:t>
            </a:r>
            <a:r>
              <a:rPr 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9" name="Picture 11" descr="Picture 7.png"/>
          <p:cNvPicPr>
            <a:picLocks noChangeAspect="1" noChangeArrowheads="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p:cNvGrpSpPr>
            <a:grpSpLocks/>
          </p:cNvGrpSpPr>
          <p:nvPr userDrawn="1"/>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4" name="Group 22"/>
          <p:cNvGrpSpPr>
            <a:grpSpLocks/>
          </p:cNvGrpSpPr>
          <p:nvPr userDrawn="1"/>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337205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2.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18" Type="http://schemas.openxmlformats.org/officeDocument/2006/relationships/slideLayout" Target="../slideLayouts/slideLayout45.xml"/><Relationship Id="rId3" Type="http://schemas.openxmlformats.org/officeDocument/2006/relationships/slideLayout" Target="../slideLayouts/slideLayout30.xml"/><Relationship Id="rId21" Type="http://schemas.openxmlformats.org/officeDocument/2006/relationships/slideLayout" Target="../slideLayouts/slideLayout48.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17" Type="http://schemas.openxmlformats.org/officeDocument/2006/relationships/slideLayout" Target="../slideLayouts/slideLayout44.xml"/><Relationship Id="rId2" Type="http://schemas.openxmlformats.org/officeDocument/2006/relationships/slideLayout" Target="../slideLayouts/slideLayout29.xml"/><Relationship Id="rId16" Type="http://schemas.openxmlformats.org/officeDocument/2006/relationships/slideLayout" Target="../slideLayouts/slideLayout43.xml"/><Relationship Id="rId20" Type="http://schemas.openxmlformats.org/officeDocument/2006/relationships/slideLayout" Target="../slideLayouts/slideLayout47.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5" Type="http://schemas.openxmlformats.org/officeDocument/2006/relationships/slideLayout" Target="../slideLayouts/slideLayout42.xml"/><Relationship Id="rId10" Type="http://schemas.openxmlformats.org/officeDocument/2006/relationships/slideLayout" Target="../slideLayouts/slideLayout37.xml"/><Relationship Id="rId19" Type="http://schemas.openxmlformats.org/officeDocument/2006/relationships/slideLayout" Target="../slideLayouts/slideLayout46.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 Id="rId2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 name="CustomShape 1">
            <a:extLst>
              <a:ext uri="{FF2B5EF4-FFF2-40B4-BE49-F238E27FC236}">
                <a16:creationId xmlns:a16="http://schemas.microsoft.com/office/drawing/2014/main" id="{411E9FCE-3FAC-6139-0AB7-2EFBDC7E49E2}"/>
              </a:ext>
            </a:extLst>
          </p:cNvPr>
          <p:cNvSpPr/>
          <p:nvPr/>
        </p:nvSpPr>
        <p:spPr>
          <a:xfrm>
            <a:off x="4368800" y="6596063"/>
            <a:ext cx="7823200" cy="261937"/>
          </a:xfrm>
          <a:prstGeom prst="rect">
            <a:avLst/>
          </a:prstGeom>
          <a:noFill/>
          <a:ln>
            <a:noFill/>
          </a:ln>
        </p:spPr>
        <p:style>
          <a:lnRef idx="0">
            <a:scrgbClr r="0" g="0" b="0"/>
          </a:lnRef>
          <a:fillRef idx="0">
            <a:scrgbClr r="0" g="0" b="0"/>
          </a:fillRef>
          <a:effectRef idx="0">
            <a:scrgbClr r="0" g="0" b="0"/>
          </a:effectRef>
          <a:fontRef idx="minor"/>
        </p:style>
        <p:txBody>
          <a:bodyPr/>
          <a:lstStyle/>
          <a:p>
            <a:pPr algn="r">
              <a:defRPr/>
            </a:pPr>
            <a:endParaRPr lang="en-IN" sz="1100" spc="-1" dirty="0"/>
          </a:p>
        </p:txBody>
      </p:sp>
      <p:pic>
        <p:nvPicPr>
          <p:cNvPr id="2051" name="Google Shape;157;p13">
            <a:extLst>
              <a:ext uri="{FF2B5EF4-FFF2-40B4-BE49-F238E27FC236}">
                <a16:creationId xmlns:a16="http://schemas.microsoft.com/office/drawing/2014/main" id="{B3BE0F5E-A688-D875-6598-C77C71B9AC44}"/>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l="1917" b="5315"/>
          <a:stretch>
            <a:fillRect/>
          </a:stretch>
        </p:blipFill>
        <p:spPr bwMode="auto">
          <a:xfrm>
            <a:off x="8839200" y="0"/>
            <a:ext cx="292417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052" name="Group 2">
            <a:extLst>
              <a:ext uri="{FF2B5EF4-FFF2-40B4-BE49-F238E27FC236}">
                <a16:creationId xmlns:a16="http://schemas.microsoft.com/office/drawing/2014/main" id="{D254E56B-6CCA-510E-1E04-A4532C360E0F}"/>
              </a:ext>
            </a:extLst>
          </p:cNvPr>
          <p:cNvGrpSpPr>
            <a:grpSpLocks/>
          </p:cNvGrpSpPr>
          <p:nvPr/>
        </p:nvGrpSpPr>
        <p:grpSpPr bwMode="auto">
          <a:xfrm>
            <a:off x="2844800" y="6553200"/>
            <a:ext cx="9347200" cy="44450"/>
            <a:chOff x="2133720" y="6553080"/>
            <a:chExt cx="7009920" cy="45360"/>
          </a:xfrm>
        </p:grpSpPr>
        <p:sp>
          <p:nvSpPr>
            <p:cNvPr id="48" name="CustomShape 3">
              <a:extLst>
                <a:ext uri="{FF2B5EF4-FFF2-40B4-BE49-F238E27FC236}">
                  <a16:creationId xmlns:a16="http://schemas.microsoft.com/office/drawing/2014/main" id="{E0BF1D9F-4B27-EE68-0757-FC0318D1C37B}"/>
                </a:ext>
              </a:extLst>
            </p:cNvPr>
            <p:cNvSpPr/>
            <p:nvPr/>
          </p:nvSpPr>
          <p:spPr>
            <a:xfrm>
              <a:off x="4495758" y="6553080"/>
              <a:ext cx="2327513" cy="45360"/>
            </a:xfrm>
            <a:prstGeom prst="rect">
              <a:avLst/>
            </a:prstGeom>
            <a:solidFill>
              <a:srgbClr val="76C2E5"/>
            </a:solidFill>
            <a:ln>
              <a:noFill/>
            </a:ln>
          </p:spPr>
          <p:style>
            <a:lnRef idx="0">
              <a:scrgbClr r="0" g="0" b="0"/>
            </a:lnRef>
            <a:fillRef idx="0">
              <a:scrgbClr r="0" g="0" b="0"/>
            </a:fillRef>
            <a:effectRef idx="0">
              <a:scrgbClr r="0" g="0" b="0"/>
            </a:effectRef>
            <a:fontRef idx="minor"/>
          </p:style>
          <p:txBody>
            <a:bodyPr/>
            <a:lstStyle/>
            <a:p>
              <a:endParaRPr lang="en-IN"/>
            </a:p>
          </p:txBody>
        </p:sp>
        <p:sp>
          <p:nvSpPr>
            <p:cNvPr id="49" name="CustomShape 4">
              <a:extLst>
                <a:ext uri="{FF2B5EF4-FFF2-40B4-BE49-F238E27FC236}">
                  <a16:creationId xmlns:a16="http://schemas.microsoft.com/office/drawing/2014/main" id="{6CF77442-98C2-3540-A9F5-288719E647C7}"/>
                </a:ext>
              </a:extLst>
            </p:cNvPr>
            <p:cNvSpPr/>
            <p:nvPr/>
          </p:nvSpPr>
          <p:spPr>
            <a:xfrm>
              <a:off x="2133720" y="6553080"/>
              <a:ext cx="2362038" cy="45360"/>
            </a:xfrm>
            <a:prstGeom prst="rect">
              <a:avLst/>
            </a:prstGeom>
            <a:solidFill>
              <a:srgbClr val="FCB017"/>
            </a:solidFill>
            <a:ln>
              <a:noFill/>
            </a:ln>
          </p:spPr>
          <p:style>
            <a:lnRef idx="0">
              <a:scrgbClr r="0" g="0" b="0"/>
            </a:lnRef>
            <a:fillRef idx="0">
              <a:scrgbClr r="0" g="0" b="0"/>
            </a:fillRef>
            <a:effectRef idx="0">
              <a:scrgbClr r="0" g="0" b="0"/>
            </a:effectRef>
            <a:fontRef idx="minor"/>
          </p:style>
          <p:txBody>
            <a:bodyPr/>
            <a:lstStyle/>
            <a:p>
              <a:endParaRPr lang="en-IN"/>
            </a:p>
          </p:txBody>
        </p:sp>
        <p:sp>
          <p:nvSpPr>
            <p:cNvPr id="50" name="CustomShape 5">
              <a:extLst>
                <a:ext uri="{FF2B5EF4-FFF2-40B4-BE49-F238E27FC236}">
                  <a16:creationId xmlns:a16="http://schemas.microsoft.com/office/drawing/2014/main" id="{73FD1527-CD43-7656-F126-5AAC35CFFF11}"/>
                </a:ext>
              </a:extLst>
            </p:cNvPr>
            <p:cNvSpPr/>
            <p:nvPr/>
          </p:nvSpPr>
          <p:spPr>
            <a:xfrm>
              <a:off x="6814937" y="6553080"/>
              <a:ext cx="2328703" cy="45360"/>
            </a:xfrm>
            <a:prstGeom prst="rect">
              <a:avLst/>
            </a:prstGeom>
            <a:solidFill>
              <a:srgbClr val="FF0000"/>
            </a:solidFill>
            <a:ln>
              <a:noFill/>
            </a:ln>
          </p:spPr>
          <p:style>
            <a:lnRef idx="0">
              <a:scrgbClr r="0" g="0" b="0"/>
            </a:lnRef>
            <a:fillRef idx="0">
              <a:scrgbClr r="0" g="0" b="0"/>
            </a:fillRef>
            <a:effectRef idx="0">
              <a:scrgbClr r="0" g="0" b="0"/>
            </a:effectRef>
            <a:fontRef idx="minor"/>
          </p:style>
          <p:txBody>
            <a:bodyPr/>
            <a:lstStyle/>
            <a:p>
              <a:endParaRPr lang="en-IN"/>
            </a:p>
          </p:txBody>
        </p:sp>
      </p:grpSp>
      <p:grpSp>
        <p:nvGrpSpPr>
          <p:cNvPr id="2053" name="Group 6">
            <a:extLst>
              <a:ext uri="{FF2B5EF4-FFF2-40B4-BE49-F238E27FC236}">
                <a16:creationId xmlns:a16="http://schemas.microsoft.com/office/drawing/2014/main" id="{5DD52AE9-F39D-7228-99C5-FD4D39231930}"/>
              </a:ext>
            </a:extLst>
          </p:cNvPr>
          <p:cNvGrpSpPr>
            <a:grpSpLocks/>
          </p:cNvGrpSpPr>
          <p:nvPr/>
        </p:nvGrpSpPr>
        <p:grpSpPr bwMode="auto">
          <a:xfrm>
            <a:off x="0" y="1295400"/>
            <a:ext cx="9347200" cy="44450"/>
            <a:chOff x="0" y="1295280"/>
            <a:chExt cx="7009920" cy="45360"/>
          </a:xfrm>
        </p:grpSpPr>
        <p:sp>
          <p:nvSpPr>
            <p:cNvPr id="52" name="CustomShape 7">
              <a:extLst>
                <a:ext uri="{FF2B5EF4-FFF2-40B4-BE49-F238E27FC236}">
                  <a16:creationId xmlns:a16="http://schemas.microsoft.com/office/drawing/2014/main" id="{9A722484-E4B5-9DB2-768B-ADEE720B2E40}"/>
                </a:ext>
              </a:extLst>
            </p:cNvPr>
            <p:cNvSpPr/>
            <p:nvPr/>
          </p:nvSpPr>
          <p:spPr>
            <a:xfrm>
              <a:off x="2362038" y="1295280"/>
              <a:ext cx="2328703" cy="45360"/>
            </a:xfrm>
            <a:prstGeom prst="rect">
              <a:avLst/>
            </a:prstGeom>
            <a:solidFill>
              <a:srgbClr val="76C2E5"/>
            </a:solidFill>
            <a:ln>
              <a:noFill/>
            </a:ln>
          </p:spPr>
          <p:style>
            <a:lnRef idx="0">
              <a:scrgbClr r="0" g="0" b="0"/>
            </a:lnRef>
            <a:fillRef idx="0">
              <a:scrgbClr r="0" g="0" b="0"/>
            </a:fillRef>
            <a:effectRef idx="0">
              <a:scrgbClr r="0" g="0" b="0"/>
            </a:effectRef>
            <a:fontRef idx="minor"/>
          </p:style>
          <p:txBody>
            <a:bodyPr/>
            <a:lstStyle/>
            <a:p>
              <a:endParaRPr lang="en-IN"/>
            </a:p>
          </p:txBody>
        </p:sp>
        <p:sp>
          <p:nvSpPr>
            <p:cNvPr id="53" name="CustomShape 8">
              <a:extLst>
                <a:ext uri="{FF2B5EF4-FFF2-40B4-BE49-F238E27FC236}">
                  <a16:creationId xmlns:a16="http://schemas.microsoft.com/office/drawing/2014/main" id="{6B2B70A4-658A-4161-06F8-7ACB60CBC19B}"/>
                </a:ext>
              </a:extLst>
            </p:cNvPr>
            <p:cNvSpPr/>
            <p:nvPr/>
          </p:nvSpPr>
          <p:spPr>
            <a:xfrm>
              <a:off x="0" y="1295280"/>
              <a:ext cx="2362038" cy="45360"/>
            </a:xfrm>
            <a:prstGeom prst="rect">
              <a:avLst/>
            </a:prstGeom>
            <a:solidFill>
              <a:srgbClr val="FCB017"/>
            </a:solidFill>
            <a:ln>
              <a:noFill/>
            </a:ln>
          </p:spPr>
          <p:style>
            <a:lnRef idx="0">
              <a:scrgbClr r="0" g="0" b="0"/>
            </a:lnRef>
            <a:fillRef idx="0">
              <a:scrgbClr r="0" g="0" b="0"/>
            </a:fillRef>
            <a:effectRef idx="0">
              <a:scrgbClr r="0" g="0" b="0"/>
            </a:effectRef>
            <a:fontRef idx="minor"/>
          </p:style>
          <p:txBody>
            <a:bodyPr/>
            <a:lstStyle/>
            <a:p>
              <a:endParaRPr lang="en-IN"/>
            </a:p>
          </p:txBody>
        </p:sp>
        <p:sp>
          <p:nvSpPr>
            <p:cNvPr id="54" name="CustomShape 9">
              <a:extLst>
                <a:ext uri="{FF2B5EF4-FFF2-40B4-BE49-F238E27FC236}">
                  <a16:creationId xmlns:a16="http://schemas.microsoft.com/office/drawing/2014/main" id="{B060D755-F795-A555-6BB1-BEFA92BACC5C}"/>
                </a:ext>
              </a:extLst>
            </p:cNvPr>
            <p:cNvSpPr/>
            <p:nvPr/>
          </p:nvSpPr>
          <p:spPr>
            <a:xfrm>
              <a:off x="4681217" y="1295280"/>
              <a:ext cx="2328703" cy="45360"/>
            </a:xfrm>
            <a:prstGeom prst="rect">
              <a:avLst/>
            </a:prstGeom>
            <a:solidFill>
              <a:srgbClr val="FF0000"/>
            </a:solidFill>
            <a:ln>
              <a:noFill/>
            </a:ln>
          </p:spPr>
          <p:style>
            <a:lnRef idx="0">
              <a:scrgbClr r="0" g="0" b="0"/>
            </a:lnRef>
            <a:fillRef idx="0">
              <a:scrgbClr r="0" g="0" b="0"/>
            </a:fillRef>
            <a:effectRef idx="0">
              <a:scrgbClr r="0" g="0" b="0"/>
            </a:effectRef>
            <a:fontRef idx="minor"/>
          </p:style>
          <p:txBody>
            <a:bodyPr/>
            <a:lstStyle/>
            <a:p>
              <a:endParaRPr lang="en-IN"/>
            </a:p>
          </p:txBody>
        </p:sp>
      </p:grpSp>
      <p:sp>
        <p:nvSpPr>
          <p:cNvPr id="2054" name="PlaceHolder 10">
            <a:extLst>
              <a:ext uri="{FF2B5EF4-FFF2-40B4-BE49-F238E27FC236}">
                <a16:creationId xmlns:a16="http://schemas.microsoft.com/office/drawing/2014/main" id="{575DB422-5DA5-ADEE-2EB8-5AE4204D22BE}"/>
              </a:ext>
            </a:extLst>
          </p:cNvPr>
          <p:cNvSpPr>
            <a:spLocks noGrp="1" noChangeArrowheads="1"/>
          </p:cNvSpPr>
          <p:nvPr>
            <p:ph type="title"/>
          </p:nvPr>
        </p:nvSpPr>
        <p:spPr bwMode="auto">
          <a:xfrm>
            <a:off x="527050" y="274638"/>
            <a:ext cx="8161338" cy="849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IN" altLang="en-US"/>
              <a:t>Click to edit the title text format</a:t>
            </a:r>
          </a:p>
        </p:txBody>
      </p:sp>
      <p:sp>
        <p:nvSpPr>
          <p:cNvPr id="56" name="PlaceHolder 11">
            <a:extLst>
              <a:ext uri="{FF2B5EF4-FFF2-40B4-BE49-F238E27FC236}">
                <a16:creationId xmlns:a16="http://schemas.microsoft.com/office/drawing/2014/main" id="{66FC8115-3FCC-62AB-6947-F1EB4624BB6F}"/>
              </a:ext>
            </a:extLst>
          </p:cNvPr>
          <p:cNvSpPr>
            <a:spLocks noGrp="1"/>
          </p:cNvSpPr>
          <p:nvPr>
            <p:ph type="body"/>
          </p:nvPr>
        </p:nvSpPr>
        <p:spPr>
          <a:xfrm>
            <a:off x="609600" y="1600200"/>
            <a:ext cx="10972800" cy="4525963"/>
          </a:xfrm>
          <a:prstGeom prst="rect">
            <a:avLst/>
          </a:prstGeom>
        </p:spPr>
        <p:txBody>
          <a:bodyPr/>
          <a:lstStyle/>
          <a:p>
            <a:r>
              <a:rPr lang="en-IN"/>
              <a:t>Click to edit the outline text format</a:t>
            </a:r>
          </a:p>
          <a:p>
            <a:pPr lvl="1"/>
            <a:r>
              <a:rPr lang="en-IN"/>
              <a:t>Second Outline Level</a:t>
            </a:r>
          </a:p>
          <a:p>
            <a:pPr lvl="2"/>
            <a:r>
              <a:rPr lang="en-IN"/>
              <a:t>Third Outline Level</a:t>
            </a:r>
          </a:p>
          <a:p>
            <a:pPr lvl="3"/>
            <a:r>
              <a:rPr lang="en-IN"/>
              <a:t>Fourth Outline Level</a:t>
            </a:r>
          </a:p>
          <a:p>
            <a:pPr lvl="4"/>
            <a:r>
              <a:rPr lang="en-IN"/>
              <a:t>Fifth Outline Level</a:t>
            </a:r>
          </a:p>
          <a:p>
            <a:pPr lvl="5"/>
            <a:r>
              <a:rPr lang="en-IN"/>
              <a:t>Sixth Outline Level</a:t>
            </a:r>
          </a:p>
          <a:p>
            <a:pPr lvl="6"/>
            <a:r>
              <a:rPr lang="en-IN"/>
              <a:t>Seventh Outline Level</a:t>
            </a:r>
          </a:p>
        </p:txBody>
      </p:sp>
      <p:sp>
        <p:nvSpPr>
          <p:cNvPr id="57" name="PlaceHolder 12">
            <a:extLst>
              <a:ext uri="{FF2B5EF4-FFF2-40B4-BE49-F238E27FC236}">
                <a16:creationId xmlns:a16="http://schemas.microsoft.com/office/drawing/2014/main" id="{B9C620B0-6809-4192-8CDC-98DC9484CDA6}"/>
              </a:ext>
            </a:extLst>
          </p:cNvPr>
          <p:cNvSpPr>
            <a:spLocks noGrp="1"/>
          </p:cNvSpPr>
          <p:nvPr>
            <p:ph type="sldNum"/>
          </p:nvPr>
        </p:nvSpPr>
        <p:spPr>
          <a:xfrm>
            <a:off x="11376025" y="6237288"/>
            <a:ext cx="815975" cy="292100"/>
          </a:xfrm>
          <a:prstGeom prst="rect">
            <a:avLst/>
          </a:prstGeom>
        </p:spPr>
        <p:txBody>
          <a:bodyPr/>
          <a:lstStyle>
            <a:lvl1pPr>
              <a:defRPr/>
            </a:lvl1pPr>
          </a:lstStyle>
          <a:p>
            <a:pPr>
              <a:defRPr/>
            </a:pPr>
            <a:fld id="{799C83C6-4F87-48B4-8CF0-6A2F9115491D}" type="slidenum">
              <a:rPr lang="en-IN"/>
              <a:pPr>
                <a:defRPr/>
              </a:pPr>
              <a:t>‹#›</a:t>
            </a:fld>
            <a:endParaRPr lang="en-IN"/>
          </a:p>
        </p:txBody>
      </p:sp>
    </p:spTree>
  </p:cSld>
  <p:clrMap bg1="lt1" tx1="dk1" bg2="lt2" tx2="dk2" accent1="accent1" accent2="accent2" accent3="accent3" accent4="accent4" accent5="accent5" accent6="accent6" hlink="hlink" folHlink="folHlink"/>
  <p:sldLayoutIdLst>
    <p:sldLayoutId id="2147483870" r:id="rId1"/>
    <p:sldLayoutId id="2147483871" r:id="rId2"/>
    <p:sldLayoutId id="2147483872" r:id="rId3"/>
    <p:sldLayoutId id="2147483873" r:id="rId4"/>
    <p:sldLayoutId id="2147483874" r:id="rId5"/>
    <p:sldLayoutId id="2147483875" r:id="rId6"/>
    <p:sldLayoutId id="2147483876" r:id="rId7"/>
    <p:sldLayoutId id="2147483877" r:id="rId8"/>
    <p:sldLayoutId id="2147483878" r:id="rId9"/>
    <p:sldLayoutId id="2147483879" r:id="rId10"/>
    <p:sldLayoutId id="2147483880" r:id="rId11"/>
    <p:sldLayoutId id="2147483881" r:id="rId12"/>
    <p:sldLayoutId id="2147483883" r:id="rId13"/>
    <p:sldLayoutId id="2147483884" r:id="rId14"/>
    <p:sldLayoutId id="2147483887" r:id="rId15"/>
    <p:sldLayoutId id="2147483888" r:id="rId16"/>
  </p:sldLayoutIdLst>
  <p:txStyles>
    <p:titleStyle>
      <a:lvl1pPr algn="ctr" rtl="0" eaLnBrk="0" fontAlgn="base" hangingPunct="0">
        <a:spcBef>
          <a:spcPct val="0"/>
        </a:spcBef>
        <a:spcAft>
          <a:spcPct val="0"/>
        </a:spcAft>
        <a:defRPr sz="4400">
          <a:solidFill>
            <a:schemeClr val="tx2"/>
          </a:solidFill>
          <a:latin typeface="Arial" panose="020B0604020202020204" pitchFamily="34" charset="0"/>
        </a:defRPr>
      </a:lvl1pPr>
      <a:lvl2pPr algn="ctr" rtl="0" eaLnBrk="0" fontAlgn="base" hangingPunct="0">
        <a:spcBef>
          <a:spcPct val="0"/>
        </a:spcBef>
        <a:spcAft>
          <a:spcPct val="0"/>
        </a:spcAft>
        <a:defRPr sz="4400">
          <a:solidFill>
            <a:schemeClr val="tx2"/>
          </a:solidFill>
          <a:latin typeface="Arial" panose="020B0604020202020204" pitchFamily="34" charset="0"/>
        </a:defRPr>
      </a:lvl2pPr>
      <a:lvl3pPr algn="ctr" rtl="0" eaLnBrk="0" fontAlgn="base" hangingPunct="0">
        <a:spcBef>
          <a:spcPct val="0"/>
        </a:spcBef>
        <a:spcAft>
          <a:spcPct val="0"/>
        </a:spcAft>
        <a:defRPr sz="4400">
          <a:solidFill>
            <a:schemeClr val="tx2"/>
          </a:solidFill>
          <a:latin typeface="Arial" panose="020B0604020202020204" pitchFamily="34" charset="0"/>
        </a:defRPr>
      </a:lvl3pPr>
      <a:lvl4pPr algn="ctr" rtl="0" eaLnBrk="0" fontAlgn="base" hangingPunct="0">
        <a:spcBef>
          <a:spcPct val="0"/>
        </a:spcBef>
        <a:spcAft>
          <a:spcPct val="0"/>
        </a:spcAft>
        <a:defRPr sz="4400">
          <a:solidFill>
            <a:schemeClr val="tx2"/>
          </a:solidFill>
          <a:latin typeface="Arial" panose="020B0604020202020204" pitchFamily="34" charset="0"/>
        </a:defRPr>
      </a:lvl4pPr>
      <a:lvl5pPr algn="ctr" rtl="0" eaLnBrk="0" fontAlgn="base" hangingPunct="0">
        <a:spcBef>
          <a:spcPct val="0"/>
        </a:spcBef>
        <a:spcAft>
          <a:spcPct val="0"/>
        </a:spcAft>
        <a:defRPr sz="4400">
          <a:solidFill>
            <a:schemeClr val="tx2"/>
          </a:solidFill>
          <a:latin typeface="Arial" panose="020B0604020202020204" pitchFamily="34" charset="0"/>
        </a:defRPr>
      </a:lvl5pPr>
      <a:lvl6pPr marL="457200" algn="ctr" rtl="0" eaLnBrk="0" fontAlgn="base" hangingPunct="0">
        <a:spcBef>
          <a:spcPct val="0"/>
        </a:spcBef>
        <a:spcAft>
          <a:spcPct val="0"/>
        </a:spcAft>
        <a:defRPr sz="4400">
          <a:solidFill>
            <a:schemeClr val="tx2"/>
          </a:solidFill>
          <a:latin typeface="Arial" panose="020B0604020202020204" pitchFamily="34" charset="0"/>
        </a:defRPr>
      </a:lvl6pPr>
      <a:lvl7pPr marL="914400" algn="ctr" rtl="0" eaLnBrk="0" fontAlgn="base" hangingPunct="0">
        <a:spcBef>
          <a:spcPct val="0"/>
        </a:spcBef>
        <a:spcAft>
          <a:spcPct val="0"/>
        </a:spcAft>
        <a:defRPr sz="4400">
          <a:solidFill>
            <a:schemeClr val="tx2"/>
          </a:solidFill>
          <a:latin typeface="Arial" panose="020B0604020202020204" pitchFamily="34" charset="0"/>
        </a:defRPr>
      </a:lvl7pPr>
      <a:lvl8pPr marL="1371600" algn="ctr" rtl="0" eaLnBrk="0" fontAlgn="base" hangingPunct="0">
        <a:spcBef>
          <a:spcPct val="0"/>
        </a:spcBef>
        <a:spcAft>
          <a:spcPct val="0"/>
        </a:spcAft>
        <a:defRPr sz="4400">
          <a:solidFill>
            <a:schemeClr val="tx2"/>
          </a:solidFill>
          <a:latin typeface="Arial" panose="020B0604020202020204" pitchFamily="34" charset="0"/>
        </a:defRPr>
      </a:lvl8pPr>
      <a:lvl9pPr marL="1828800" algn="ctr" rtl="0" eaLnBrk="0" fontAlgn="base" hangingPunct="0">
        <a:spcBef>
          <a:spcPct val="0"/>
        </a:spcBef>
        <a:spcAft>
          <a:spcPct val="0"/>
        </a:spcAft>
        <a:defRPr sz="4400">
          <a:solidFill>
            <a:schemeClr val="tx2"/>
          </a:solidFill>
          <a:latin typeface="Arial" panose="020B0604020202020204" pitchFamily="34" charset="0"/>
        </a:defRPr>
      </a:lvl9pPr>
    </p:titleStyle>
    <p:bodyStyle>
      <a:lvl1pPr marL="431800" indent="-323850" algn="l" rtl="0" eaLnBrk="0" fontAlgn="base" hangingPunct="0">
        <a:spcBef>
          <a:spcPts val="1413"/>
        </a:spcBef>
        <a:spcAft>
          <a:spcPct val="0"/>
        </a:spcAft>
        <a:buClr>
          <a:srgbClr val="000000"/>
        </a:buClr>
        <a:buSzPct val="45000"/>
        <a:buFont typeface="Wingdings" panose="05000000000000000000" pitchFamily="2" charset="2"/>
        <a:buChar char=""/>
        <a:defRPr sz="3200">
          <a:solidFill>
            <a:schemeClr val="tx1"/>
          </a:solidFill>
          <a:latin typeface="Arial" panose="020B0604020202020204" pitchFamily="34" charset="0"/>
        </a:defRPr>
      </a:lvl1pPr>
      <a:lvl2pPr marL="742950" indent="-285750" algn="l" rtl="0" eaLnBrk="0" fontAlgn="base" hangingPunct="0">
        <a:spcBef>
          <a:spcPct val="20000"/>
        </a:spcBef>
        <a:spcAft>
          <a:spcPct val="0"/>
        </a:spcAft>
        <a:buChar char="–"/>
        <a:defRPr sz="2800">
          <a:solidFill>
            <a:schemeClr val="tx1"/>
          </a:solidFill>
          <a:latin typeface="Arial" panose="020B0604020202020204" pitchFamily="34" charset="0"/>
        </a:defRPr>
      </a:lvl2pPr>
      <a:lvl3pPr marL="1143000" indent="-228600" algn="l" rtl="0" eaLnBrk="0" fontAlgn="base" hangingPunct="0">
        <a:spcBef>
          <a:spcPct val="20000"/>
        </a:spcBef>
        <a:spcAft>
          <a:spcPct val="0"/>
        </a:spcAft>
        <a:buChar char="•"/>
        <a:defRPr sz="2400">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l" rtl="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l" rtl="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l" rtl="0" eaLnBrk="0" fontAlgn="base" hangingPunct="0">
        <a:spcBef>
          <a:spcPct val="20000"/>
        </a:spcBef>
        <a:spcAft>
          <a:spcPct val="0"/>
        </a:spcAft>
        <a:buChar char="»"/>
        <a:defRPr sz="2000">
          <a:solidFill>
            <a:schemeClr val="tx1"/>
          </a:solidFill>
          <a:latin typeface="Arial" panose="020B0604020202020204" pitchFamily="34" charset="0"/>
        </a:defRPr>
      </a:lvl9pPr>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62948250"/>
      </p:ext>
    </p:extLst>
  </p:cSld>
  <p:clrMap bg1="lt1" tx1="dk1" bg2="lt2" tx2="dk2" accent1="accent1" accent2="accent2" accent3="accent3" accent4="accent4" accent5="accent5" accent6="accent6" hlink="hlink" folHlink="folHlink"/>
  <p:sldLayoutIdLst>
    <p:sldLayoutId id="2147483890" r:id="rId1"/>
    <p:sldLayoutId id="2147483891" r:id="rId2"/>
    <p:sldLayoutId id="2147483892" r:id="rId3"/>
    <p:sldLayoutId id="2147483893" r:id="rId4"/>
    <p:sldLayoutId id="2147483894" r:id="rId5"/>
    <p:sldLayoutId id="2147483895" r:id="rId6"/>
    <p:sldLayoutId id="2147483896" r:id="rId7"/>
    <p:sldLayoutId id="2147483897" r:id="rId8"/>
    <p:sldLayoutId id="2147483898" r:id="rId9"/>
    <p:sldLayoutId id="2147483899" r:id="rId10"/>
    <p:sldLayoutId id="214748390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0" y="6172200"/>
            <a:ext cx="1625600" cy="304800"/>
          </a:xfrm>
          <a:prstGeom prst="rect">
            <a:avLst/>
          </a:prstGeom>
        </p:spPr>
        <p:txBody>
          <a:bodyPr vert="horz" lIns="91440" tIns="45720" rIns="91440" bIns="45720" rtlCol="0" anchor="ctr"/>
          <a:lstStyle>
            <a:lvl1pPr algn="l">
              <a:defRPr sz="1200">
                <a:solidFill>
                  <a:schemeClr val="tx1"/>
                </a:solidFill>
              </a:defRPr>
            </a:lvl1pPr>
          </a:lstStyle>
          <a:p>
            <a:pPr>
              <a:defRPr/>
            </a:pPr>
            <a:fld id="{169CF039-14E9-4D0E-9662-C764433E1C63}" type="datetimeFigureOut">
              <a:rPr lang="en-US" smtClean="0"/>
              <a:pPr>
                <a:defRPr/>
              </a:pPr>
              <a:t>7/25/2026</a:t>
            </a:fld>
            <a:endParaRPr lang="en-US"/>
          </a:p>
        </p:txBody>
      </p:sp>
      <p:sp>
        <p:nvSpPr>
          <p:cNvPr id="5" name="Footer Placeholder 4"/>
          <p:cNvSpPr>
            <a:spLocks noGrp="1"/>
          </p:cNvSpPr>
          <p:nvPr>
            <p:ph type="ftr" sz="quarter" idx="3"/>
          </p:nvPr>
        </p:nvSpPr>
        <p:spPr>
          <a:xfrm>
            <a:off x="1320800" y="6553200"/>
            <a:ext cx="3860800" cy="228600"/>
          </a:xfrm>
          <a:prstGeom prst="rect">
            <a:avLst/>
          </a:prstGeom>
        </p:spPr>
        <p:txBody>
          <a:bodyPr vert="horz" lIns="91440" tIns="45720" rIns="91440" bIns="45720" rtlCol="0" anchor="ctr"/>
          <a:lstStyle>
            <a:lvl1pPr algn="ctr">
              <a:defRPr sz="1200">
                <a:solidFill>
                  <a:schemeClr val="tx1"/>
                </a:solidFill>
              </a:defRPr>
            </a:lvl1pPr>
          </a:lstStyle>
          <a:p>
            <a:pPr>
              <a:defRPr/>
            </a:pPr>
            <a:endParaRPr lang="en-US"/>
          </a:p>
        </p:txBody>
      </p:sp>
      <p:sp>
        <p:nvSpPr>
          <p:cNvPr id="6" name="Slide Number Placeholder 5"/>
          <p:cNvSpPr>
            <a:spLocks noGrp="1"/>
          </p:cNvSpPr>
          <p:nvPr>
            <p:ph type="sldNum" sz="quarter" idx="4"/>
          </p:nvPr>
        </p:nvSpPr>
        <p:spPr>
          <a:xfrm>
            <a:off x="0" y="6492876"/>
            <a:ext cx="1219200" cy="365125"/>
          </a:xfrm>
          <a:prstGeom prst="rect">
            <a:avLst/>
          </a:prstGeom>
        </p:spPr>
        <p:txBody>
          <a:bodyPr vert="horz" lIns="91440" tIns="45720" rIns="91440" bIns="45720" rtlCol="0" anchor="ctr"/>
          <a:lstStyle>
            <a:lvl1pPr algn="r">
              <a:defRPr sz="1200">
                <a:solidFill>
                  <a:schemeClr val="tx1"/>
                </a:solidFill>
              </a:defRPr>
            </a:lvl1pPr>
          </a:lstStyle>
          <a:p>
            <a:fld id="{65A81A0D-4507-432C-ADFD-66D1EF0C23E1}" type="slidenum">
              <a:rPr lang="en-US" altLang="en-US" smtClean="0"/>
              <a:pPr/>
              <a:t>‹#›</a:t>
            </a:fld>
            <a:endParaRPr lang="en-US" altLang="en-US"/>
          </a:p>
        </p:txBody>
      </p:sp>
    </p:spTree>
    <p:extLst>
      <p:ext uri="{BB962C8B-B14F-4D97-AF65-F5344CB8AC3E}">
        <p14:creationId xmlns:p14="http://schemas.microsoft.com/office/powerpoint/2010/main" val="4059920789"/>
      </p:ext>
    </p:extLst>
  </p:cSld>
  <p:clrMap bg1="lt1" tx1="dk1" bg2="lt2" tx2="dk2" accent1="accent1" accent2="accent2" accent3="accent3" accent4="accent4" accent5="accent5" accent6="accent6" hlink="hlink" folHlink="folHlink"/>
  <p:sldLayoutIdLst>
    <p:sldLayoutId id="2147483903" r:id="rId1"/>
    <p:sldLayoutId id="2147483904" r:id="rId2"/>
    <p:sldLayoutId id="2147483905" r:id="rId3"/>
    <p:sldLayoutId id="2147483906" r:id="rId4"/>
    <p:sldLayoutId id="2147483907" r:id="rId5"/>
    <p:sldLayoutId id="2147483908" r:id="rId6"/>
    <p:sldLayoutId id="2147483909" r:id="rId7"/>
    <p:sldLayoutId id="2147483910" r:id="rId8"/>
    <p:sldLayoutId id="2147483911" r:id="rId9"/>
    <p:sldLayoutId id="2147483912" r:id="rId10"/>
    <p:sldLayoutId id="2147483913" r:id="rId11"/>
    <p:sldLayoutId id="2147483914" r:id="rId12"/>
    <p:sldLayoutId id="2147483915" r:id="rId13"/>
    <p:sldLayoutId id="2147483916" r:id="rId14"/>
    <p:sldLayoutId id="2147483917" r:id="rId15"/>
    <p:sldLayoutId id="2147483918" r:id="rId16"/>
    <p:sldLayoutId id="2147483919" r:id="rId17"/>
    <p:sldLayoutId id="2147483920" r:id="rId18"/>
    <p:sldLayoutId id="2147483921" r:id="rId19"/>
    <p:sldLayoutId id="2147483922" r:id="rId20"/>
    <p:sldLayoutId id="2147483923" r:id="rId2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3.xml"/></Relationships>
</file>

<file path=ppt/slides/_rels/slide4.xml.rels><?xml version="1.0" encoding="UTF-8" standalone="yes"?>
<Relationships xmlns="http://schemas.openxmlformats.org/package/2006/relationships"><Relationship Id="rId26" Type="http://schemas.openxmlformats.org/officeDocument/2006/relationships/customXml" Target="../ink/ink13.xml"/><Relationship Id="rId21" Type="http://schemas.openxmlformats.org/officeDocument/2006/relationships/image" Target="../media/image24.png"/><Relationship Id="rId42" Type="http://schemas.openxmlformats.org/officeDocument/2006/relationships/customXml" Target="../ink/ink21.xml"/><Relationship Id="rId47" Type="http://schemas.openxmlformats.org/officeDocument/2006/relationships/image" Target="../media/image37.png"/><Relationship Id="rId63" Type="http://schemas.openxmlformats.org/officeDocument/2006/relationships/image" Target="../media/image45.png"/><Relationship Id="rId68" Type="http://schemas.openxmlformats.org/officeDocument/2006/relationships/customXml" Target="../ink/ink34.xml"/><Relationship Id="rId7" Type="http://schemas.openxmlformats.org/officeDocument/2006/relationships/image" Target="../media/image17.png"/><Relationship Id="rId2" Type="http://schemas.openxmlformats.org/officeDocument/2006/relationships/customXml" Target="../ink/ink1.xml"/><Relationship Id="rId16" Type="http://schemas.openxmlformats.org/officeDocument/2006/relationships/customXml" Target="../ink/ink8.xml"/><Relationship Id="rId29" Type="http://schemas.openxmlformats.org/officeDocument/2006/relationships/image" Target="../media/image28.png"/><Relationship Id="rId11" Type="http://schemas.openxmlformats.org/officeDocument/2006/relationships/image" Target="../media/image19.png"/><Relationship Id="rId24" Type="http://schemas.openxmlformats.org/officeDocument/2006/relationships/customXml" Target="../ink/ink12.xml"/><Relationship Id="rId32" Type="http://schemas.openxmlformats.org/officeDocument/2006/relationships/customXml" Target="../ink/ink16.xml"/><Relationship Id="rId37" Type="http://schemas.openxmlformats.org/officeDocument/2006/relationships/image" Target="../media/image32.png"/><Relationship Id="rId40" Type="http://schemas.openxmlformats.org/officeDocument/2006/relationships/customXml" Target="../ink/ink20.xml"/><Relationship Id="rId45" Type="http://schemas.openxmlformats.org/officeDocument/2006/relationships/image" Target="../media/image36.png"/><Relationship Id="rId53" Type="http://schemas.openxmlformats.org/officeDocument/2006/relationships/image" Target="../media/image40.png"/><Relationship Id="rId58" Type="http://schemas.openxmlformats.org/officeDocument/2006/relationships/customXml" Target="../ink/ink29.xml"/><Relationship Id="rId66" Type="http://schemas.openxmlformats.org/officeDocument/2006/relationships/customXml" Target="../ink/ink33.xml"/><Relationship Id="rId5" Type="http://schemas.openxmlformats.org/officeDocument/2006/relationships/image" Target="../media/image16.png"/><Relationship Id="rId61" Type="http://schemas.openxmlformats.org/officeDocument/2006/relationships/image" Target="../media/image44.png"/><Relationship Id="rId19" Type="http://schemas.openxmlformats.org/officeDocument/2006/relationships/image" Target="../media/image23.png"/><Relationship Id="rId14" Type="http://schemas.openxmlformats.org/officeDocument/2006/relationships/customXml" Target="../ink/ink7.xml"/><Relationship Id="rId22" Type="http://schemas.openxmlformats.org/officeDocument/2006/relationships/customXml" Target="../ink/ink11.xml"/><Relationship Id="rId27" Type="http://schemas.openxmlformats.org/officeDocument/2006/relationships/image" Target="../media/image27.png"/><Relationship Id="rId30" Type="http://schemas.openxmlformats.org/officeDocument/2006/relationships/customXml" Target="../ink/ink15.xml"/><Relationship Id="rId35" Type="http://schemas.openxmlformats.org/officeDocument/2006/relationships/image" Target="../media/image31.png"/><Relationship Id="rId43" Type="http://schemas.openxmlformats.org/officeDocument/2006/relationships/image" Target="../media/image35.png"/><Relationship Id="rId48" Type="http://schemas.openxmlformats.org/officeDocument/2006/relationships/customXml" Target="../ink/ink24.xml"/><Relationship Id="rId56" Type="http://schemas.openxmlformats.org/officeDocument/2006/relationships/customXml" Target="../ink/ink28.xml"/><Relationship Id="rId64" Type="http://schemas.openxmlformats.org/officeDocument/2006/relationships/customXml" Target="../ink/ink32.xml"/><Relationship Id="rId69" Type="http://schemas.openxmlformats.org/officeDocument/2006/relationships/image" Target="../media/image48.png"/><Relationship Id="rId8" Type="http://schemas.openxmlformats.org/officeDocument/2006/relationships/customXml" Target="../ink/ink4.xml"/><Relationship Id="rId51" Type="http://schemas.openxmlformats.org/officeDocument/2006/relationships/image" Target="../media/image39.png"/><Relationship Id="rId3" Type="http://schemas.openxmlformats.org/officeDocument/2006/relationships/image" Target="../media/image15.png"/><Relationship Id="rId12" Type="http://schemas.openxmlformats.org/officeDocument/2006/relationships/customXml" Target="../ink/ink6.xml"/><Relationship Id="rId17" Type="http://schemas.openxmlformats.org/officeDocument/2006/relationships/image" Target="../media/image22.png"/><Relationship Id="rId25" Type="http://schemas.openxmlformats.org/officeDocument/2006/relationships/image" Target="../media/image26.png"/><Relationship Id="rId33" Type="http://schemas.openxmlformats.org/officeDocument/2006/relationships/image" Target="../media/image30.png"/><Relationship Id="rId38" Type="http://schemas.openxmlformats.org/officeDocument/2006/relationships/customXml" Target="../ink/ink19.xml"/><Relationship Id="rId46" Type="http://schemas.openxmlformats.org/officeDocument/2006/relationships/customXml" Target="../ink/ink23.xml"/><Relationship Id="rId59" Type="http://schemas.openxmlformats.org/officeDocument/2006/relationships/image" Target="../media/image43.png"/><Relationship Id="rId67" Type="http://schemas.openxmlformats.org/officeDocument/2006/relationships/image" Target="../media/image47.png"/><Relationship Id="rId20" Type="http://schemas.openxmlformats.org/officeDocument/2006/relationships/customXml" Target="../ink/ink10.xml"/><Relationship Id="rId41" Type="http://schemas.openxmlformats.org/officeDocument/2006/relationships/image" Target="../media/image34.png"/><Relationship Id="rId54" Type="http://schemas.openxmlformats.org/officeDocument/2006/relationships/customXml" Target="../ink/ink27.xml"/><Relationship Id="rId62" Type="http://schemas.openxmlformats.org/officeDocument/2006/relationships/customXml" Target="../ink/ink31.xml"/><Relationship Id="rId1" Type="http://schemas.openxmlformats.org/officeDocument/2006/relationships/slideLayout" Target="../slideLayouts/slideLayout43.xml"/><Relationship Id="rId6" Type="http://schemas.openxmlformats.org/officeDocument/2006/relationships/customXml" Target="../ink/ink3.xml"/><Relationship Id="rId15" Type="http://schemas.openxmlformats.org/officeDocument/2006/relationships/image" Target="../media/image21.png"/><Relationship Id="rId23" Type="http://schemas.openxmlformats.org/officeDocument/2006/relationships/image" Target="../media/image25.png"/><Relationship Id="rId28" Type="http://schemas.openxmlformats.org/officeDocument/2006/relationships/customXml" Target="../ink/ink14.xml"/><Relationship Id="rId36" Type="http://schemas.openxmlformats.org/officeDocument/2006/relationships/customXml" Target="../ink/ink18.xml"/><Relationship Id="rId49" Type="http://schemas.openxmlformats.org/officeDocument/2006/relationships/image" Target="../media/image38.png"/><Relationship Id="rId57" Type="http://schemas.openxmlformats.org/officeDocument/2006/relationships/image" Target="../media/image42.png"/><Relationship Id="rId10" Type="http://schemas.openxmlformats.org/officeDocument/2006/relationships/customXml" Target="../ink/ink5.xml"/><Relationship Id="rId31" Type="http://schemas.openxmlformats.org/officeDocument/2006/relationships/image" Target="../media/image29.png"/><Relationship Id="rId44" Type="http://schemas.openxmlformats.org/officeDocument/2006/relationships/customXml" Target="../ink/ink22.xml"/><Relationship Id="rId52" Type="http://schemas.openxmlformats.org/officeDocument/2006/relationships/customXml" Target="../ink/ink26.xml"/><Relationship Id="rId60" Type="http://schemas.openxmlformats.org/officeDocument/2006/relationships/customXml" Target="../ink/ink30.xml"/><Relationship Id="rId65" Type="http://schemas.openxmlformats.org/officeDocument/2006/relationships/image" Target="../media/image46.png"/><Relationship Id="rId4" Type="http://schemas.openxmlformats.org/officeDocument/2006/relationships/customXml" Target="../ink/ink2.xml"/><Relationship Id="rId9" Type="http://schemas.openxmlformats.org/officeDocument/2006/relationships/image" Target="../media/image18.png"/><Relationship Id="rId13" Type="http://schemas.openxmlformats.org/officeDocument/2006/relationships/image" Target="../media/image20.png"/><Relationship Id="rId18" Type="http://schemas.openxmlformats.org/officeDocument/2006/relationships/customXml" Target="../ink/ink9.xml"/><Relationship Id="rId39" Type="http://schemas.openxmlformats.org/officeDocument/2006/relationships/image" Target="../media/image33.png"/><Relationship Id="rId34" Type="http://schemas.openxmlformats.org/officeDocument/2006/relationships/customXml" Target="../ink/ink17.xml"/><Relationship Id="rId50" Type="http://schemas.openxmlformats.org/officeDocument/2006/relationships/customXml" Target="../ink/ink25.xml"/><Relationship Id="rId55" Type="http://schemas.openxmlformats.org/officeDocument/2006/relationships/image" Target="../media/image41.png"/></Relationships>
</file>

<file path=ppt/slides/_rels/slide5.xml.rels><?xml version="1.0" encoding="UTF-8" standalone="yes"?>
<Relationships xmlns="http://schemas.openxmlformats.org/package/2006/relationships"><Relationship Id="rId8" Type="http://schemas.openxmlformats.org/officeDocument/2006/relationships/customXml" Target="../ink/ink37.xml"/><Relationship Id="rId13" Type="http://schemas.openxmlformats.org/officeDocument/2006/relationships/image" Target="../media/image54.png"/><Relationship Id="rId3" Type="http://schemas.openxmlformats.org/officeDocument/2006/relationships/image" Target="../media/image49.png"/><Relationship Id="rId7" Type="http://schemas.openxmlformats.org/officeDocument/2006/relationships/image" Target="../media/image51.png"/><Relationship Id="rId12" Type="http://schemas.openxmlformats.org/officeDocument/2006/relationships/customXml" Target="../ink/ink39.xml"/><Relationship Id="rId2" Type="http://schemas.openxmlformats.org/officeDocument/2006/relationships/notesSlide" Target="../notesSlides/notesSlide2.xml"/><Relationship Id="rId1" Type="http://schemas.openxmlformats.org/officeDocument/2006/relationships/slideLayout" Target="../slideLayouts/slideLayout43.xml"/><Relationship Id="rId6" Type="http://schemas.openxmlformats.org/officeDocument/2006/relationships/customXml" Target="../ink/ink36.xml"/><Relationship Id="rId11" Type="http://schemas.openxmlformats.org/officeDocument/2006/relationships/image" Target="../media/image53.png"/><Relationship Id="rId5" Type="http://schemas.openxmlformats.org/officeDocument/2006/relationships/image" Target="../media/image50.png"/><Relationship Id="rId15" Type="http://schemas.openxmlformats.org/officeDocument/2006/relationships/image" Target="../media/image55.png"/><Relationship Id="rId10" Type="http://schemas.openxmlformats.org/officeDocument/2006/relationships/customXml" Target="../ink/ink38.xml"/><Relationship Id="rId4" Type="http://schemas.openxmlformats.org/officeDocument/2006/relationships/customXml" Target="../ink/ink35.xml"/><Relationship Id="rId9" Type="http://schemas.openxmlformats.org/officeDocument/2006/relationships/image" Target="../media/image52.png"/><Relationship Id="rId14" Type="http://schemas.openxmlformats.org/officeDocument/2006/relationships/customXml" Target="../ink/ink40.xml"/></Relationships>
</file>

<file path=ppt/slides/_rels/slide6.xml.rels><?xml version="1.0" encoding="UTF-8" standalone="yes"?>
<Relationships xmlns="http://schemas.openxmlformats.org/package/2006/relationships"><Relationship Id="rId13" Type="http://schemas.openxmlformats.org/officeDocument/2006/relationships/image" Target="../media/image61.png"/><Relationship Id="rId18" Type="http://schemas.openxmlformats.org/officeDocument/2006/relationships/customXml" Target="../ink/ink48.xml"/><Relationship Id="rId26" Type="http://schemas.openxmlformats.org/officeDocument/2006/relationships/customXml" Target="../ink/ink52.xml"/><Relationship Id="rId39" Type="http://schemas.openxmlformats.org/officeDocument/2006/relationships/image" Target="../media/image74.png"/><Relationship Id="rId21" Type="http://schemas.openxmlformats.org/officeDocument/2006/relationships/image" Target="../media/image65.png"/><Relationship Id="rId34" Type="http://schemas.openxmlformats.org/officeDocument/2006/relationships/customXml" Target="../ink/ink56.xml"/><Relationship Id="rId42" Type="http://schemas.openxmlformats.org/officeDocument/2006/relationships/customXml" Target="../ink/ink60.xml"/><Relationship Id="rId47" Type="http://schemas.openxmlformats.org/officeDocument/2006/relationships/image" Target="../media/image78.png"/><Relationship Id="rId7" Type="http://schemas.openxmlformats.org/officeDocument/2006/relationships/image" Target="../media/image58.png"/><Relationship Id="rId2" Type="http://schemas.openxmlformats.org/officeDocument/2006/relationships/notesSlide" Target="../notesSlides/notesSlide3.xml"/><Relationship Id="rId16" Type="http://schemas.openxmlformats.org/officeDocument/2006/relationships/customXml" Target="../ink/ink47.xml"/><Relationship Id="rId29" Type="http://schemas.openxmlformats.org/officeDocument/2006/relationships/image" Target="../media/image69.png"/><Relationship Id="rId1" Type="http://schemas.openxmlformats.org/officeDocument/2006/relationships/slideLayout" Target="../slideLayouts/slideLayout43.xml"/><Relationship Id="rId6" Type="http://schemas.openxmlformats.org/officeDocument/2006/relationships/customXml" Target="../ink/ink42.xml"/><Relationship Id="rId11" Type="http://schemas.openxmlformats.org/officeDocument/2006/relationships/image" Target="../media/image60.png"/><Relationship Id="rId24" Type="http://schemas.openxmlformats.org/officeDocument/2006/relationships/customXml" Target="../ink/ink51.xml"/><Relationship Id="rId32" Type="http://schemas.openxmlformats.org/officeDocument/2006/relationships/customXml" Target="../ink/ink55.xml"/><Relationship Id="rId37" Type="http://schemas.openxmlformats.org/officeDocument/2006/relationships/image" Target="../media/image73.png"/><Relationship Id="rId40" Type="http://schemas.openxmlformats.org/officeDocument/2006/relationships/customXml" Target="../ink/ink59.xml"/><Relationship Id="rId45" Type="http://schemas.openxmlformats.org/officeDocument/2006/relationships/image" Target="../media/image77.png"/><Relationship Id="rId5" Type="http://schemas.openxmlformats.org/officeDocument/2006/relationships/image" Target="../media/image57.png"/><Relationship Id="rId15" Type="http://schemas.openxmlformats.org/officeDocument/2006/relationships/image" Target="../media/image62.png"/><Relationship Id="rId23" Type="http://schemas.openxmlformats.org/officeDocument/2006/relationships/image" Target="../media/image66.png"/><Relationship Id="rId28" Type="http://schemas.openxmlformats.org/officeDocument/2006/relationships/customXml" Target="../ink/ink53.xml"/><Relationship Id="rId36" Type="http://schemas.openxmlformats.org/officeDocument/2006/relationships/customXml" Target="../ink/ink57.xml"/><Relationship Id="rId10" Type="http://schemas.openxmlformats.org/officeDocument/2006/relationships/customXml" Target="../ink/ink44.xml"/><Relationship Id="rId19" Type="http://schemas.openxmlformats.org/officeDocument/2006/relationships/image" Target="../media/image64.png"/><Relationship Id="rId31" Type="http://schemas.openxmlformats.org/officeDocument/2006/relationships/image" Target="../media/image70.png"/><Relationship Id="rId44" Type="http://schemas.openxmlformats.org/officeDocument/2006/relationships/customXml" Target="../ink/ink61.xml"/><Relationship Id="rId4" Type="http://schemas.openxmlformats.org/officeDocument/2006/relationships/customXml" Target="../ink/ink41.xml"/><Relationship Id="rId9" Type="http://schemas.openxmlformats.org/officeDocument/2006/relationships/image" Target="../media/image59.png"/><Relationship Id="rId14" Type="http://schemas.openxmlformats.org/officeDocument/2006/relationships/customXml" Target="../ink/ink46.xml"/><Relationship Id="rId22" Type="http://schemas.openxmlformats.org/officeDocument/2006/relationships/customXml" Target="../ink/ink50.xml"/><Relationship Id="rId27" Type="http://schemas.openxmlformats.org/officeDocument/2006/relationships/image" Target="../media/image68.png"/><Relationship Id="rId30" Type="http://schemas.openxmlformats.org/officeDocument/2006/relationships/customXml" Target="../ink/ink54.xml"/><Relationship Id="rId35" Type="http://schemas.openxmlformats.org/officeDocument/2006/relationships/image" Target="../media/image72.png"/><Relationship Id="rId43" Type="http://schemas.openxmlformats.org/officeDocument/2006/relationships/image" Target="../media/image76.png"/><Relationship Id="rId8" Type="http://schemas.openxmlformats.org/officeDocument/2006/relationships/customXml" Target="../ink/ink43.xml"/><Relationship Id="rId3" Type="http://schemas.openxmlformats.org/officeDocument/2006/relationships/image" Target="../media/image56.png"/><Relationship Id="rId12" Type="http://schemas.openxmlformats.org/officeDocument/2006/relationships/customXml" Target="../ink/ink45.xml"/><Relationship Id="rId17" Type="http://schemas.openxmlformats.org/officeDocument/2006/relationships/image" Target="../media/image63.png"/><Relationship Id="rId25" Type="http://schemas.openxmlformats.org/officeDocument/2006/relationships/image" Target="../media/image67.png"/><Relationship Id="rId33" Type="http://schemas.openxmlformats.org/officeDocument/2006/relationships/image" Target="../media/image71.png"/><Relationship Id="rId38" Type="http://schemas.openxmlformats.org/officeDocument/2006/relationships/customXml" Target="../ink/ink58.xml"/><Relationship Id="rId46" Type="http://schemas.openxmlformats.org/officeDocument/2006/relationships/customXml" Target="../ink/ink62.xml"/><Relationship Id="rId20" Type="http://schemas.openxmlformats.org/officeDocument/2006/relationships/customXml" Target="../ink/ink49.xml"/><Relationship Id="rId41" Type="http://schemas.openxmlformats.org/officeDocument/2006/relationships/image" Target="../media/image7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8.xml.rels><?xml version="1.0" encoding="UTF-8" standalone="yes"?>
<Relationships xmlns="http://schemas.openxmlformats.org/package/2006/relationships"><Relationship Id="rId8" Type="http://schemas.openxmlformats.org/officeDocument/2006/relationships/image" Target="../media/image82.png"/><Relationship Id="rId13" Type="http://schemas.openxmlformats.org/officeDocument/2006/relationships/customXml" Target="../ink/ink68.xml"/><Relationship Id="rId18" Type="http://schemas.openxmlformats.org/officeDocument/2006/relationships/image" Target="../media/image87.png"/><Relationship Id="rId3" Type="http://schemas.openxmlformats.org/officeDocument/2006/relationships/customXml" Target="../ink/ink63.xml"/><Relationship Id="rId21" Type="http://schemas.openxmlformats.org/officeDocument/2006/relationships/customXml" Target="../ink/ink72.xml"/><Relationship Id="rId7" Type="http://schemas.openxmlformats.org/officeDocument/2006/relationships/customXml" Target="../ink/ink65.xml"/><Relationship Id="rId12" Type="http://schemas.openxmlformats.org/officeDocument/2006/relationships/image" Target="../media/image84.png"/><Relationship Id="rId17" Type="http://schemas.openxmlformats.org/officeDocument/2006/relationships/customXml" Target="../ink/ink70.xml"/><Relationship Id="rId2" Type="http://schemas.openxmlformats.org/officeDocument/2006/relationships/image" Target="../media/image79.png"/><Relationship Id="rId16" Type="http://schemas.openxmlformats.org/officeDocument/2006/relationships/image" Target="../media/image86.png"/><Relationship Id="rId20" Type="http://schemas.openxmlformats.org/officeDocument/2006/relationships/image" Target="../media/image88.png"/><Relationship Id="rId1" Type="http://schemas.openxmlformats.org/officeDocument/2006/relationships/slideLayout" Target="../slideLayouts/slideLayout43.xml"/><Relationship Id="rId6" Type="http://schemas.openxmlformats.org/officeDocument/2006/relationships/image" Target="../media/image81.png"/><Relationship Id="rId11" Type="http://schemas.openxmlformats.org/officeDocument/2006/relationships/customXml" Target="../ink/ink67.xml"/><Relationship Id="rId5" Type="http://schemas.openxmlformats.org/officeDocument/2006/relationships/customXml" Target="../ink/ink64.xml"/><Relationship Id="rId15" Type="http://schemas.openxmlformats.org/officeDocument/2006/relationships/customXml" Target="../ink/ink69.xml"/><Relationship Id="rId10" Type="http://schemas.openxmlformats.org/officeDocument/2006/relationships/image" Target="../media/image83.png"/><Relationship Id="rId19" Type="http://schemas.openxmlformats.org/officeDocument/2006/relationships/customXml" Target="../ink/ink71.xml"/><Relationship Id="rId4" Type="http://schemas.openxmlformats.org/officeDocument/2006/relationships/image" Target="../media/image80.png"/><Relationship Id="rId9" Type="http://schemas.openxmlformats.org/officeDocument/2006/relationships/customXml" Target="../ink/ink66.xml"/><Relationship Id="rId14" Type="http://schemas.openxmlformats.org/officeDocument/2006/relationships/image" Target="../media/image85.png"/><Relationship Id="rId22" Type="http://schemas.openxmlformats.org/officeDocument/2006/relationships/image" Target="../media/image89.png"/></Relationships>
</file>

<file path=ppt/slides/_rels/slide9.xml.rels><?xml version="1.0" encoding="UTF-8" standalone="yes"?>
<Relationships xmlns="http://schemas.openxmlformats.org/package/2006/relationships"><Relationship Id="rId8" Type="http://schemas.openxmlformats.org/officeDocument/2006/relationships/customXml" Target="../ink/ink76.xml"/><Relationship Id="rId3" Type="http://schemas.openxmlformats.org/officeDocument/2006/relationships/image" Target="../media/image90.png"/><Relationship Id="rId7" Type="http://schemas.openxmlformats.org/officeDocument/2006/relationships/image" Target="../media/image92.png"/><Relationship Id="rId2" Type="http://schemas.openxmlformats.org/officeDocument/2006/relationships/customXml" Target="../ink/ink73.xml"/><Relationship Id="rId1" Type="http://schemas.openxmlformats.org/officeDocument/2006/relationships/slideLayout" Target="../slideLayouts/slideLayout43.xml"/><Relationship Id="rId6" Type="http://schemas.openxmlformats.org/officeDocument/2006/relationships/customXml" Target="../ink/ink75.xml"/><Relationship Id="rId11" Type="http://schemas.openxmlformats.org/officeDocument/2006/relationships/image" Target="../media/image94.png"/><Relationship Id="rId5" Type="http://schemas.openxmlformats.org/officeDocument/2006/relationships/image" Target="../media/image91.png"/><Relationship Id="rId10" Type="http://schemas.openxmlformats.org/officeDocument/2006/relationships/customXml" Target="../ink/ink77.xml"/><Relationship Id="rId4" Type="http://schemas.openxmlformats.org/officeDocument/2006/relationships/customXml" Target="../ink/ink74.xml"/><Relationship Id="rId9" Type="http://schemas.openxmlformats.org/officeDocument/2006/relationships/image" Target="../media/image93.png"/></Relationships>
</file>

<file path=ppt/slides/_rels/slide10.xml.rels><?xml version="1.0" encoding="UTF-8" standalone="yes"?>
<Relationships xmlns="http://schemas.openxmlformats.org/package/2006/relationships"><Relationship Id="rId8" Type="http://schemas.openxmlformats.org/officeDocument/2006/relationships/customXml" Target="../ink/ink81.xml"/><Relationship Id="rId13" Type="http://schemas.openxmlformats.org/officeDocument/2006/relationships/image" Target="../media/image100.png"/><Relationship Id="rId3" Type="http://schemas.openxmlformats.org/officeDocument/2006/relationships/image" Target="../media/image95.png"/><Relationship Id="rId7" Type="http://schemas.openxmlformats.org/officeDocument/2006/relationships/image" Target="../media/image97.png"/><Relationship Id="rId12" Type="http://schemas.openxmlformats.org/officeDocument/2006/relationships/customXml" Target="../ink/ink83.xml"/><Relationship Id="rId17" Type="http://schemas.openxmlformats.org/officeDocument/2006/relationships/image" Target="../media/image102.png"/><Relationship Id="rId2" Type="http://schemas.openxmlformats.org/officeDocument/2006/relationships/customXml" Target="../ink/ink78.xml"/><Relationship Id="rId16" Type="http://schemas.openxmlformats.org/officeDocument/2006/relationships/customXml" Target="../ink/ink85.xml"/><Relationship Id="rId1" Type="http://schemas.openxmlformats.org/officeDocument/2006/relationships/slideLayout" Target="../slideLayouts/slideLayout43.xml"/><Relationship Id="rId6" Type="http://schemas.openxmlformats.org/officeDocument/2006/relationships/customXml" Target="../ink/ink80.xml"/><Relationship Id="rId11" Type="http://schemas.openxmlformats.org/officeDocument/2006/relationships/image" Target="../media/image99.png"/><Relationship Id="rId5" Type="http://schemas.openxmlformats.org/officeDocument/2006/relationships/image" Target="../media/image96.png"/><Relationship Id="rId15" Type="http://schemas.openxmlformats.org/officeDocument/2006/relationships/image" Target="../media/image101.png"/><Relationship Id="rId10" Type="http://schemas.openxmlformats.org/officeDocument/2006/relationships/customXml" Target="../ink/ink82.xml"/><Relationship Id="rId4" Type="http://schemas.openxmlformats.org/officeDocument/2006/relationships/customXml" Target="../ink/ink79.xml"/><Relationship Id="rId9" Type="http://schemas.openxmlformats.org/officeDocument/2006/relationships/image" Target="../media/image98.png"/><Relationship Id="rId14" Type="http://schemas.openxmlformats.org/officeDocument/2006/relationships/customXml" Target="../ink/ink84.xml"/></Relationships>
</file>

<file path=ppt/slides/_rels/slide11.xml.rels><?xml version="1.0" encoding="UTF-8" standalone="yes"?>
<Relationships xmlns="http://schemas.openxmlformats.org/package/2006/relationships"><Relationship Id="rId2" Type="http://schemas.openxmlformats.org/officeDocument/2006/relationships/hyperlink" Target="https://en.wikipedia.org/wiki/Time_series_analysis" TargetMode="External"/><Relationship Id="rId1" Type="http://schemas.openxmlformats.org/officeDocument/2006/relationships/slideLayout" Target="../slideLayouts/slideLayout43.xml"/></Relationships>
</file>

<file path=ppt/slides/_rels/slide12.xml.rels><?xml version="1.0" encoding="UTF-8" standalone="yes"?>
<Relationships xmlns="http://schemas.openxmlformats.org/package/2006/relationships"><Relationship Id="rId13" Type="http://schemas.openxmlformats.org/officeDocument/2006/relationships/customXml" Target="../ink/ink89.xml"/><Relationship Id="rId18" Type="http://schemas.openxmlformats.org/officeDocument/2006/relationships/image" Target="../media/image113.png"/><Relationship Id="rId26" Type="http://schemas.openxmlformats.org/officeDocument/2006/relationships/image" Target="../media/image117.png"/><Relationship Id="rId39" Type="http://schemas.openxmlformats.org/officeDocument/2006/relationships/customXml" Target="../ink/ink102.xml"/><Relationship Id="rId21" Type="http://schemas.openxmlformats.org/officeDocument/2006/relationships/customXml" Target="../ink/ink93.xml"/><Relationship Id="rId34" Type="http://schemas.openxmlformats.org/officeDocument/2006/relationships/image" Target="../media/image121.png"/><Relationship Id="rId42" Type="http://schemas.openxmlformats.org/officeDocument/2006/relationships/image" Target="../media/image125.png"/><Relationship Id="rId47" Type="http://schemas.openxmlformats.org/officeDocument/2006/relationships/customXml" Target="../ink/ink106.xml"/><Relationship Id="rId50" Type="http://schemas.openxmlformats.org/officeDocument/2006/relationships/image" Target="../media/image129.png"/><Relationship Id="rId55" Type="http://schemas.openxmlformats.org/officeDocument/2006/relationships/customXml" Target="../ink/ink110.xml"/><Relationship Id="rId7" Type="http://schemas.openxmlformats.org/officeDocument/2006/relationships/customXml" Target="../ink/ink86.xml"/><Relationship Id="rId2" Type="http://schemas.openxmlformats.org/officeDocument/2006/relationships/image" Target="../media/image103.png"/><Relationship Id="rId16" Type="http://schemas.openxmlformats.org/officeDocument/2006/relationships/image" Target="../media/image112.png"/><Relationship Id="rId29" Type="http://schemas.openxmlformats.org/officeDocument/2006/relationships/customXml" Target="../ink/ink97.xml"/><Relationship Id="rId11" Type="http://schemas.openxmlformats.org/officeDocument/2006/relationships/customXml" Target="../ink/ink88.xml"/><Relationship Id="rId24" Type="http://schemas.openxmlformats.org/officeDocument/2006/relationships/image" Target="../media/image116.png"/><Relationship Id="rId32" Type="http://schemas.openxmlformats.org/officeDocument/2006/relationships/image" Target="../media/image120.png"/><Relationship Id="rId37" Type="http://schemas.openxmlformats.org/officeDocument/2006/relationships/customXml" Target="../ink/ink101.xml"/><Relationship Id="rId40" Type="http://schemas.openxmlformats.org/officeDocument/2006/relationships/image" Target="../media/image124.png"/><Relationship Id="rId45" Type="http://schemas.openxmlformats.org/officeDocument/2006/relationships/customXml" Target="../ink/ink105.xml"/><Relationship Id="rId53" Type="http://schemas.openxmlformats.org/officeDocument/2006/relationships/customXml" Target="../ink/ink109.xml"/><Relationship Id="rId58" Type="http://schemas.openxmlformats.org/officeDocument/2006/relationships/image" Target="../media/image133.png"/><Relationship Id="rId5" Type="http://schemas.openxmlformats.org/officeDocument/2006/relationships/image" Target="../media/image106.png"/><Relationship Id="rId19" Type="http://schemas.openxmlformats.org/officeDocument/2006/relationships/customXml" Target="../ink/ink92.xml"/><Relationship Id="rId4" Type="http://schemas.openxmlformats.org/officeDocument/2006/relationships/image" Target="../media/image105.png"/><Relationship Id="rId9" Type="http://schemas.openxmlformats.org/officeDocument/2006/relationships/customXml" Target="../ink/ink87.xml"/><Relationship Id="rId14" Type="http://schemas.openxmlformats.org/officeDocument/2006/relationships/image" Target="../media/image111.png"/><Relationship Id="rId22" Type="http://schemas.openxmlformats.org/officeDocument/2006/relationships/image" Target="../media/image115.png"/><Relationship Id="rId27" Type="http://schemas.openxmlformats.org/officeDocument/2006/relationships/customXml" Target="../ink/ink96.xml"/><Relationship Id="rId30" Type="http://schemas.openxmlformats.org/officeDocument/2006/relationships/image" Target="../media/image119.png"/><Relationship Id="rId35" Type="http://schemas.openxmlformats.org/officeDocument/2006/relationships/customXml" Target="../ink/ink100.xml"/><Relationship Id="rId43" Type="http://schemas.openxmlformats.org/officeDocument/2006/relationships/customXml" Target="../ink/ink104.xml"/><Relationship Id="rId48" Type="http://schemas.openxmlformats.org/officeDocument/2006/relationships/image" Target="../media/image128.png"/><Relationship Id="rId56" Type="http://schemas.openxmlformats.org/officeDocument/2006/relationships/image" Target="../media/image132.png"/><Relationship Id="rId8" Type="http://schemas.openxmlformats.org/officeDocument/2006/relationships/image" Target="../media/image108.png"/><Relationship Id="rId51" Type="http://schemas.openxmlformats.org/officeDocument/2006/relationships/customXml" Target="../ink/ink108.xml"/><Relationship Id="rId3" Type="http://schemas.openxmlformats.org/officeDocument/2006/relationships/image" Target="../media/image104.png"/><Relationship Id="rId12" Type="http://schemas.openxmlformats.org/officeDocument/2006/relationships/image" Target="../media/image110.png"/><Relationship Id="rId17" Type="http://schemas.openxmlformats.org/officeDocument/2006/relationships/customXml" Target="../ink/ink91.xml"/><Relationship Id="rId25" Type="http://schemas.openxmlformats.org/officeDocument/2006/relationships/customXml" Target="../ink/ink95.xml"/><Relationship Id="rId33" Type="http://schemas.openxmlformats.org/officeDocument/2006/relationships/customXml" Target="../ink/ink99.xml"/><Relationship Id="rId38" Type="http://schemas.openxmlformats.org/officeDocument/2006/relationships/image" Target="../media/image123.png"/><Relationship Id="rId46" Type="http://schemas.openxmlformats.org/officeDocument/2006/relationships/image" Target="../media/image127.png"/><Relationship Id="rId20" Type="http://schemas.openxmlformats.org/officeDocument/2006/relationships/image" Target="../media/image114.png"/><Relationship Id="rId41" Type="http://schemas.openxmlformats.org/officeDocument/2006/relationships/customXml" Target="../ink/ink103.xml"/><Relationship Id="rId54" Type="http://schemas.openxmlformats.org/officeDocument/2006/relationships/image" Target="../media/image131.png"/><Relationship Id="rId1" Type="http://schemas.openxmlformats.org/officeDocument/2006/relationships/slideLayout" Target="../slideLayouts/slideLayout43.xml"/><Relationship Id="rId6" Type="http://schemas.openxmlformats.org/officeDocument/2006/relationships/image" Target="../media/image107.png"/><Relationship Id="rId15" Type="http://schemas.openxmlformats.org/officeDocument/2006/relationships/customXml" Target="../ink/ink90.xml"/><Relationship Id="rId23" Type="http://schemas.openxmlformats.org/officeDocument/2006/relationships/customXml" Target="../ink/ink94.xml"/><Relationship Id="rId28" Type="http://schemas.openxmlformats.org/officeDocument/2006/relationships/image" Target="../media/image118.png"/><Relationship Id="rId36" Type="http://schemas.openxmlformats.org/officeDocument/2006/relationships/image" Target="../media/image122.png"/><Relationship Id="rId49" Type="http://schemas.openxmlformats.org/officeDocument/2006/relationships/customXml" Target="../ink/ink107.xml"/><Relationship Id="rId57" Type="http://schemas.openxmlformats.org/officeDocument/2006/relationships/customXml" Target="../ink/ink111.xml"/><Relationship Id="rId10" Type="http://schemas.openxmlformats.org/officeDocument/2006/relationships/image" Target="../media/image109.png"/><Relationship Id="rId31" Type="http://schemas.openxmlformats.org/officeDocument/2006/relationships/customXml" Target="../ink/ink98.xml"/><Relationship Id="rId44" Type="http://schemas.openxmlformats.org/officeDocument/2006/relationships/image" Target="../media/image126.png"/><Relationship Id="rId52" Type="http://schemas.openxmlformats.org/officeDocument/2006/relationships/image" Target="../media/image130.png"/></Relationships>
</file>

<file path=ppt/slides/_rels/slide13.xml.rels><?xml version="1.0" encoding="UTF-8" standalone="yes"?>
<Relationships xmlns="http://schemas.openxmlformats.org/package/2006/relationships"><Relationship Id="rId26" Type="http://schemas.openxmlformats.org/officeDocument/2006/relationships/customXml" Target="../ink/ink123.xml"/><Relationship Id="rId21" Type="http://schemas.openxmlformats.org/officeDocument/2006/relationships/image" Target="../media/image142.png"/><Relationship Id="rId42" Type="http://schemas.openxmlformats.org/officeDocument/2006/relationships/customXml" Target="../ink/ink131.xml"/><Relationship Id="rId47" Type="http://schemas.openxmlformats.org/officeDocument/2006/relationships/image" Target="../media/image155.png"/><Relationship Id="rId63" Type="http://schemas.openxmlformats.org/officeDocument/2006/relationships/image" Target="../media/image163.png"/><Relationship Id="rId68" Type="http://schemas.openxmlformats.org/officeDocument/2006/relationships/customXml" Target="../ink/ink144.xml"/><Relationship Id="rId84" Type="http://schemas.openxmlformats.org/officeDocument/2006/relationships/customXml" Target="../ink/ink152.xml"/><Relationship Id="rId89" Type="http://schemas.openxmlformats.org/officeDocument/2006/relationships/image" Target="../media/image176.png"/><Relationship Id="rId16" Type="http://schemas.openxmlformats.org/officeDocument/2006/relationships/customXml" Target="../ink/ink118.xml"/><Relationship Id="rId107" Type="http://schemas.openxmlformats.org/officeDocument/2006/relationships/image" Target="../media/image185.png"/><Relationship Id="rId11" Type="http://schemas.openxmlformats.org/officeDocument/2006/relationships/image" Target="../media/image137.png"/><Relationship Id="rId32" Type="http://schemas.openxmlformats.org/officeDocument/2006/relationships/customXml" Target="../ink/ink126.xml"/><Relationship Id="rId37" Type="http://schemas.openxmlformats.org/officeDocument/2006/relationships/image" Target="../media/image150.png"/><Relationship Id="rId53" Type="http://schemas.openxmlformats.org/officeDocument/2006/relationships/image" Target="../media/image158.png"/><Relationship Id="rId58" Type="http://schemas.openxmlformats.org/officeDocument/2006/relationships/customXml" Target="../ink/ink139.xml"/><Relationship Id="rId74" Type="http://schemas.openxmlformats.org/officeDocument/2006/relationships/customXml" Target="../ink/ink147.xml"/><Relationship Id="rId79" Type="http://schemas.openxmlformats.org/officeDocument/2006/relationships/image" Target="../media/image171.png"/><Relationship Id="rId102" Type="http://schemas.openxmlformats.org/officeDocument/2006/relationships/customXml" Target="../ink/ink161.xml"/><Relationship Id="rId5" Type="http://schemas.openxmlformats.org/officeDocument/2006/relationships/image" Target="../media/image134.png"/><Relationship Id="rId90" Type="http://schemas.openxmlformats.org/officeDocument/2006/relationships/customXml" Target="../ink/ink155.xml"/><Relationship Id="rId95" Type="http://schemas.openxmlformats.org/officeDocument/2006/relationships/image" Target="../media/image179.png"/><Relationship Id="rId22" Type="http://schemas.openxmlformats.org/officeDocument/2006/relationships/customXml" Target="../ink/ink121.xml"/><Relationship Id="rId27" Type="http://schemas.openxmlformats.org/officeDocument/2006/relationships/image" Target="../media/image145.png"/><Relationship Id="rId43" Type="http://schemas.openxmlformats.org/officeDocument/2006/relationships/image" Target="../media/image153.png"/><Relationship Id="rId48" Type="http://schemas.openxmlformats.org/officeDocument/2006/relationships/customXml" Target="../ink/ink134.xml"/><Relationship Id="rId64" Type="http://schemas.openxmlformats.org/officeDocument/2006/relationships/customXml" Target="../ink/ink142.xml"/><Relationship Id="rId69" Type="http://schemas.openxmlformats.org/officeDocument/2006/relationships/image" Target="../media/image166.png"/><Relationship Id="rId80" Type="http://schemas.openxmlformats.org/officeDocument/2006/relationships/customXml" Target="../ink/ink150.xml"/><Relationship Id="rId85" Type="http://schemas.openxmlformats.org/officeDocument/2006/relationships/image" Target="../media/image174.png"/><Relationship Id="rId12" Type="http://schemas.openxmlformats.org/officeDocument/2006/relationships/customXml" Target="../ink/ink116.xml"/><Relationship Id="rId17" Type="http://schemas.openxmlformats.org/officeDocument/2006/relationships/image" Target="../media/image140.png"/><Relationship Id="rId33" Type="http://schemas.openxmlformats.org/officeDocument/2006/relationships/image" Target="../media/image148.png"/><Relationship Id="rId38" Type="http://schemas.openxmlformats.org/officeDocument/2006/relationships/customXml" Target="../ink/ink129.xml"/><Relationship Id="rId59" Type="http://schemas.openxmlformats.org/officeDocument/2006/relationships/image" Target="../media/image161.png"/><Relationship Id="rId103" Type="http://schemas.openxmlformats.org/officeDocument/2006/relationships/image" Target="../media/image183.png"/><Relationship Id="rId20" Type="http://schemas.openxmlformats.org/officeDocument/2006/relationships/customXml" Target="../ink/ink120.xml"/><Relationship Id="rId41" Type="http://schemas.openxmlformats.org/officeDocument/2006/relationships/image" Target="../media/image152.png"/><Relationship Id="rId54" Type="http://schemas.openxmlformats.org/officeDocument/2006/relationships/customXml" Target="../ink/ink137.xml"/><Relationship Id="rId62" Type="http://schemas.openxmlformats.org/officeDocument/2006/relationships/customXml" Target="../ink/ink141.xml"/><Relationship Id="rId70" Type="http://schemas.openxmlformats.org/officeDocument/2006/relationships/customXml" Target="../ink/ink145.xml"/><Relationship Id="rId75" Type="http://schemas.openxmlformats.org/officeDocument/2006/relationships/image" Target="../media/image169.png"/><Relationship Id="rId83" Type="http://schemas.openxmlformats.org/officeDocument/2006/relationships/image" Target="../media/image173.png"/><Relationship Id="rId88" Type="http://schemas.openxmlformats.org/officeDocument/2006/relationships/customXml" Target="../ink/ink154.xml"/><Relationship Id="rId91" Type="http://schemas.openxmlformats.org/officeDocument/2006/relationships/image" Target="../media/image177.png"/><Relationship Id="rId96" Type="http://schemas.openxmlformats.org/officeDocument/2006/relationships/customXml" Target="../ink/ink158.xml"/><Relationship Id="rId1" Type="http://schemas.openxmlformats.org/officeDocument/2006/relationships/slideLayout" Target="../slideLayouts/slideLayout43.xml"/><Relationship Id="rId6" Type="http://schemas.openxmlformats.org/officeDocument/2006/relationships/customXml" Target="../ink/ink113.xml"/><Relationship Id="rId15" Type="http://schemas.openxmlformats.org/officeDocument/2006/relationships/image" Target="../media/image139.png"/><Relationship Id="rId23" Type="http://schemas.openxmlformats.org/officeDocument/2006/relationships/image" Target="../media/image143.png"/><Relationship Id="rId28" Type="http://schemas.openxmlformats.org/officeDocument/2006/relationships/customXml" Target="../ink/ink124.xml"/><Relationship Id="rId36" Type="http://schemas.openxmlformats.org/officeDocument/2006/relationships/customXml" Target="../ink/ink128.xml"/><Relationship Id="rId49" Type="http://schemas.openxmlformats.org/officeDocument/2006/relationships/image" Target="../media/image156.png"/><Relationship Id="rId57" Type="http://schemas.openxmlformats.org/officeDocument/2006/relationships/image" Target="../media/image160.png"/><Relationship Id="rId106" Type="http://schemas.openxmlformats.org/officeDocument/2006/relationships/customXml" Target="../ink/ink163.xml"/><Relationship Id="rId10" Type="http://schemas.openxmlformats.org/officeDocument/2006/relationships/customXml" Target="../ink/ink115.xml"/><Relationship Id="rId31" Type="http://schemas.openxmlformats.org/officeDocument/2006/relationships/image" Target="../media/image147.png"/><Relationship Id="rId44" Type="http://schemas.openxmlformats.org/officeDocument/2006/relationships/customXml" Target="../ink/ink132.xml"/><Relationship Id="rId52" Type="http://schemas.openxmlformats.org/officeDocument/2006/relationships/customXml" Target="../ink/ink136.xml"/><Relationship Id="rId60" Type="http://schemas.openxmlformats.org/officeDocument/2006/relationships/customXml" Target="../ink/ink140.xml"/><Relationship Id="rId65" Type="http://schemas.openxmlformats.org/officeDocument/2006/relationships/image" Target="../media/image164.png"/><Relationship Id="rId73" Type="http://schemas.openxmlformats.org/officeDocument/2006/relationships/image" Target="../media/image168.png"/><Relationship Id="rId78" Type="http://schemas.openxmlformats.org/officeDocument/2006/relationships/customXml" Target="../ink/ink149.xml"/><Relationship Id="rId81" Type="http://schemas.openxmlformats.org/officeDocument/2006/relationships/image" Target="../media/image172.png"/><Relationship Id="rId86" Type="http://schemas.openxmlformats.org/officeDocument/2006/relationships/customXml" Target="../ink/ink153.xml"/><Relationship Id="rId94" Type="http://schemas.openxmlformats.org/officeDocument/2006/relationships/customXml" Target="../ink/ink157.xml"/><Relationship Id="rId99" Type="http://schemas.openxmlformats.org/officeDocument/2006/relationships/image" Target="../media/image181.png"/><Relationship Id="rId101" Type="http://schemas.openxmlformats.org/officeDocument/2006/relationships/image" Target="../media/image182.png"/><Relationship Id="rId4" Type="http://schemas.openxmlformats.org/officeDocument/2006/relationships/customXml" Target="../ink/ink112.xml"/><Relationship Id="rId9" Type="http://schemas.openxmlformats.org/officeDocument/2006/relationships/image" Target="../media/image136.png"/><Relationship Id="rId13" Type="http://schemas.openxmlformats.org/officeDocument/2006/relationships/image" Target="../media/image138.png"/><Relationship Id="rId18" Type="http://schemas.openxmlformats.org/officeDocument/2006/relationships/customXml" Target="../ink/ink119.xml"/><Relationship Id="rId39" Type="http://schemas.openxmlformats.org/officeDocument/2006/relationships/image" Target="../media/image151.png"/><Relationship Id="rId34" Type="http://schemas.openxmlformats.org/officeDocument/2006/relationships/customXml" Target="../ink/ink127.xml"/><Relationship Id="rId50" Type="http://schemas.openxmlformats.org/officeDocument/2006/relationships/customXml" Target="../ink/ink135.xml"/><Relationship Id="rId55" Type="http://schemas.openxmlformats.org/officeDocument/2006/relationships/image" Target="../media/image159.png"/><Relationship Id="rId76" Type="http://schemas.openxmlformats.org/officeDocument/2006/relationships/customXml" Target="../ink/ink148.xml"/><Relationship Id="rId97" Type="http://schemas.openxmlformats.org/officeDocument/2006/relationships/image" Target="../media/image180.png"/><Relationship Id="rId104" Type="http://schemas.openxmlformats.org/officeDocument/2006/relationships/customXml" Target="../ink/ink162.xml"/><Relationship Id="rId7" Type="http://schemas.openxmlformats.org/officeDocument/2006/relationships/image" Target="../media/image135.png"/><Relationship Id="rId71" Type="http://schemas.openxmlformats.org/officeDocument/2006/relationships/image" Target="../media/image167.png"/><Relationship Id="rId92" Type="http://schemas.openxmlformats.org/officeDocument/2006/relationships/customXml" Target="../ink/ink156.xml"/><Relationship Id="rId2" Type="http://schemas.openxmlformats.org/officeDocument/2006/relationships/hyperlink" Target="https://en.wikipedia.org/wiki/Trend_estimation" TargetMode="External"/><Relationship Id="rId29" Type="http://schemas.openxmlformats.org/officeDocument/2006/relationships/image" Target="../media/image146.png"/><Relationship Id="rId24" Type="http://schemas.openxmlformats.org/officeDocument/2006/relationships/customXml" Target="../ink/ink122.xml"/><Relationship Id="rId40" Type="http://schemas.openxmlformats.org/officeDocument/2006/relationships/customXml" Target="../ink/ink130.xml"/><Relationship Id="rId45" Type="http://schemas.openxmlformats.org/officeDocument/2006/relationships/image" Target="../media/image154.png"/><Relationship Id="rId66" Type="http://schemas.openxmlformats.org/officeDocument/2006/relationships/customXml" Target="../ink/ink143.xml"/><Relationship Id="rId87" Type="http://schemas.openxmlformats.org/officeDocument/2006/relationships/image" Target="../media/image175.png"/><Relationship Id="rId61" Type="http://schemas.openxmlformats.org/officeDocument/2006/relationships/image" Target="../media/image162.png"/><Relationship Id="rId82" Type="http://schemas.openxmlformats.org/officeDocument/2006/relationships/customXml" Target="../ink/ink151.xml"/><Relationship Id="rId19" Type="http://schemas.openxmlformats.org/officeDocument/2006/relationships/image" Target="../media/image141.png"/><Relationship Id="rId14" Type="http://schemas.openxmlformats.org/officeDocument/2006/relationships/customXml" Target="../ink/ink117.xml"/><Relationship Id="rId30" Type="http://schemas.openxmlformats.org/officeDocument/2006/relationships/customXml" Target="../ink/ink125.xml"/><Relationship Id="rId35" Type="http://schemas.openxmlformats.org/officeDocument/2006/relationships/image" Target="../media/image149.png"/><Relationship Id="rId56" Type="http://schemas.openxmlformats.org/officeDocument/2006/relationships/customXml" Target="../ink/ink138.xml"/><Relationship Id="rId77" Type="http://schemas.openxmlformats.org/officeDocument/2006/relationships/image" Target="../media/image170.png"/><Relationship Id="rId100" Type="http://schemas.openxmlformats.org/officeDocument/2006/relationships/customXml" Target="../ink/ink160.xml"/><Relationship Id="rId105" Type="http://schemas.openxmlformats.org/officeDocument/2006/relationships/image" Target="../media/image184.png"/><Relationship Id="rId8" Type="http://schemas.openxmlformats.org/officeDocument/2006/relationships/customXml" Target="../ink/ink114.xml"/><Relationship Id="rId51" Type="http://schemas.openxmlformats.org/officeDocument/2006/relationships/image" Target="../media/image157.png"/><Relationship Id="rId72" Type="http://schemas.openxmlformats.org/officeDocument/2006/relationships/customXml" Target="../ink/ink146.xml"/><Relationship Id="rId93" Type="http://schemas.openxmlformats.org/officeDocument/2006/relationships/image" Target="../media/image178.png"/><Relationship Id="rId98" Type="http://schemas.openxmlformats.org/officeDocument/2006/relationships/customXml" Target="../ink/ink159.xml"/><Relationship Id="rId3" Type="http://schemas.openxmlformats.org/officeDocument/2006/relationships/hyperlink" Target="https://en.wikipedia.org/wiki/Secular_variation" TargetMode="External"/><Relationship Id="rId25" Type="http://schemas.openxmlformats.org/officeDocument/2006/relationships/image" Target="../media/image144.png"/><Relationship Id="rId46" Type="http://schemas.openxmlformats.org/officeDocument/2006/relationships/customXml" Target="../ink/ink133.xml"/><Relationship Id="rId67" Type="http://schemas.openxmlformats.org/officeDocument/2006/relationships/image" Target="../media/image165.png"/></Relationships>
</file>

<file path=ppt/slides/_rels/slide14.xml.rels><?xml version="1.0" encoding="UTF-8" standalone="yes"?>
<Relationships xmlns="http://schemas.openxmlformats.org/package/2006/relationships"><Relationship Id="rId2" Type="http://schemas.openxmlformats.org/officeDocument/2006/relationships/hyperlink" Target="https://en.wikipedia.org/wiki/Seasonality" TargetMode="External"/><Relationship Id="rId1" Type="http://schemas.openxmlformats.org/officeDocument/2006/relationships/slideLayout" Target="../slideLayouts/slideLayout43.xml"/></Relationships>
</file>

<file path=ppt/slides/_rels/slide15.xml.rels><?xml version="1.0" encoding="UTF-8" standalone="yes"?>
<Relationships xmlns="http://schemas.openxmlformats.org/package/2006/relationships"><Relationship Id="rId2" Type="http://schemas.openxmlformats.org/officeDocument/2006/relationships/image" Target="../media/image186.png"/><Relationship Id="rId1" Type="http://schemas.openxmlformats.org/officeDocument/2006/relationships/slideLayout" Target="../slideLayouts/slideLayout4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7.xml.rels><?xml version="1.0" encoding="UTF-8" standalone="yes"?>
<Relationships xmlns="http://schemas.openxmlformats.org/package/2006/relationships"><Relationship Id="rId2" Type="http://schemas.openxmlformats.org/officeDocument/2006/relationships/image" Target="../media/image187.png"/><Relationship Id="rId1" Type="http://schemas.openxmlformats.org/officeDocument/2006/relationships/slideLayout" Target="../slideLayouts/slideLayout4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9.xml.rels><?xml version="1.0" encoding="UTF-8" standalone="yes"?>
<Relationships xmlns="http://schemas.openxmlformats.org/package/2006/relationships"><Relationship Id="rId2" Type="http://schemas.openxmlformats.org/officeDocument/2006/relationships/image" Target="../media/image188.png"/><Relationship Id="rId1" Type="http://schemas.openxmlformats.org/officeDocument/2006/relationships/slideLayout" Target="../slideLayouts/slideLayout4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2.xml.rels><?xml version="1.0" encoding="UTF-8" standalone="yes"?>
<Relationships xmlns="http://schemas.openxmlformats.org/package/2006/relationships"><Relationship Id="rId2" Type="http://schemas.openxmlformats.org/officeDocument/2006/relationships/image" Target="../media/image189.png"/><Relationship Id="rId1" Type="http://schemas.openxmlformats.org/officeDocument/2006/relationships/slideLayout" Target="../slideLayouts/slideLayout43.xml"/></Relationships>
</file>

<file path=ppt/slides/_rels/slide23.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43.xml"/></Relationships>
</file>

<file path=ppt/slides/_rels/slide24.xml.rels><?xml version="1.0" encoding="UTF-8" standalone="yes"?>
<Relationships xmlns="http://schemas.openxmlformats.org/package/2006/relationships"><Relationship Id="rId2" Type="http://schemas.openxmlformats.org/officeDocument/2006/relationships/image" Target="../media/image191.png"/><Relationship Id="rId1" Type="http://schemas.openxmlformats.org/officeDocument/2006/relationships/slideLayout" Target="../slideLayouts/slideLayout43.xml"/></Relationships>
</file>

<file path=ppt/slides/_rels/slide25.xml.rels><?xml version="1.0" encoding="UTF-8" standalone="yes"?>
<Relationships xmlns="http://schemas.openxmlformats.org/package/2006/relationships"><Relationship Id="rId2" Type="http://schemas.openxmlformats.org/officeDocument/2006/relationships/image" Target="../media/image192.png"/><Relationship Id="rId1" Type="http://schemas.openxmlformats.org/officeDocument/2006/relationships/slideLayout" Target="../slideLayouts/slideLayout4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35.xml.rels><?xml version="1.0" encoding="UTF-8" standalone="yes"?>
<Relationships xmlns="http://schemas.openxmlformats.org/package/2006/relationships"><Relationship Id="rId2" Type="http://schemas.openxmlformats.org/officeDocument/2006/relationships/image" Target="../media/image193.png"/><Relationship Id="rId1" Type="http://schemas.openxmlformats.org/officeDocument/2006/relationships/slideLayout" Target="../slideLayouts/slideLayout4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38.xml.rels><?xml version="1.0" encoding="UTF-8" standalone="yes"?>
<Relationships xmlns="http://schemas.openxmlformats.org/package/2006/relationships"><Relationship Id="rId3" Type="http://schemas.openxmlformats.org/officeDocument/2006/relationships/image" Target="../media/image195.png"/><Relationship Id="rId2" Type="http://schemas.openxmlformats.org/officeDocument/2006/relationships/image" Target="../media/image194.png"/><Relationship Id="rId1" Type="http://schemas.openxmlformats.org/officeDocument/2006/relationships/slideLayout" Target="../slideLayouts/slideLayout43.xml"/><Relationship Id="rId5" Type="http://schemas.openxmlformats.org/officeDocument/2006/relationships/image" Target="../media/image197.png"/><Relationship Id="rId4" Type="http://schemas.openxmlformats.org/officeDocument/2006/relationships/image" Target="../media/image196.png"/></Relationships>
</file>

<file path=ppt/slides/_rels/slide39.xml.rels><?xml version="1.0" encoding="UTF-8" standalone="yes"?>
<Relationships xmlns="http://schemas.openxmlformats.org/package/2006/relationships"><Relationship Id="rId3" Type="http://schemas.openxmlformats.org/officeDocument/2006/relationships/image" Target="../media/image196.png"/><Relationship Id="rId2" Type="http://schemas.openxmlformats.org/officeDocument/2006/relationships/image" Target="../media/image194.png"/><Relationship Id="rId1" Type="http://schemas.openxmlformats.org/officeDocument/2006/relationships/slideLayout" Target="../slideLayouts/slideLayout43.xml"/><Relationship Id="rId5" Type="http://schemas.openxmlformats.org/officeDocument/2006/relationships/image" Target="../media/image197.png"/><Relationship Id="rId4" Type="http://schemas.openxmlformats.org/officeDocument/2006/relationships/image" Target="../media/image19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41.xml.rels><?xml version="1.0" encoding="UTF-8" standalone="yes"?>
<Relationships xmlns="http://schemas.openxmlformats.org/package/2006/relationships"><Relationship Id="rId3" Type="http://schemas.openxmlformats.org/officeDocument/2006/relationships/image" Target="../media/image199.png"/><Relationship Id="rId2" Type="http://schemas.openxmlformats.org/officeDocument/2006/relationships/image" Target="../media/image198.png"/><Relationship Id="rId1" Type="http://schemas.openxmlformats.org/officeDocument/2006/relationships/slideLayout" Target="../slideLayouts/slideLayout43.xml"/><Relationship Id="rId6" Type="http://schemas.openxmlformats.org/officeDocument/2006/relationships/image" Target="../media/image202.png"/><Relationship Id="rId5" Type="http://schemas.openxmlformats.org/officeDocument/2006/relationships/image" Target="../media/image201.png"/><Relationship Id="rId4" Type="http://schemas.openxmlformats.org/officeDocument/2006/relationships/image" Target="../media/image200.png"/></Relationships>
</file>

<file path=ppt/slides/_rels/slide4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43.xml"/></Relationships>
</file>

<file path=ppt/slides/_rels/slide43.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43.xml"/></Relationships>
</file>

<file path=ppt/slides/_rels/slide44.xml.rels><?xml version="1.0" encoding="UTF-8" standalone="yes"?>
<Relationships xmlns="http://schemas.openxmlformats.org/package/2006/relationships"><Relationship Id="rId2" Type="http://schemas.openxmlformats.org/officeDocument/2006/relationships/image" Target="../media/image203.png"/><Relationship Id="rId1" Type="http://schemas.openxmlformats.org/officeDocument/2006/relationships/slideLayout" Target="../slideLayouts/slideLayout43.xml"/></Relationships>
</file>

<file path=ppt/slides/_rels/slide45.xml.rels><?xml version="1.0" encoding="UTF-8" standalone="yes"?>
<Relationships xmlns="http://schemas.openxmlformats.org/package/2006/relationships"><Relationship Id="rId3" Type="http://schemas.openxmlformats.org/officeDocument/2006/relationships/image" Target="../media/image205.png"/><Relationship Id="rId2" Type="http://schemas.openxmlformats.org/officeDocument/2006/relationships/image" Target="../media/image204.png"/><Relationship Id="rId1" Type="http://schemas.openxmlformats.org/officeDocument/2006/relationships/slideLayout" Target="../slideLayouts/slideLayout43.xml"/><Relationship Id="rId6" Type="http://schemas.openxmlformats.org/officeDocument/2006/relationships/image" Target="../media/image208.png"/><Relationship Id="rId5" Type="http://schemas.openxmlformats.org/officeDocument/2006/relationships/image" Target="../media/image207.png"/><Relationship Id="rId4" Type="http://schemas.openxmlformats.org/officeDocument/2006/relationships/image" Target="../media/image206.png"/></Relationships>
</file>

<file path=ppt/slides/_rels/slide46.xml.rels><?xml version="1.0" encoding="UTF-8" standalone="yes"?>
<Relationships xmlns="http://schemas.openxmlformats.org/package/2006/relationships"><Relationship Id="rId2" Type="http://schemas.openxmlformats.org/officeDocument/2006/relationships/image" Target="../media/image209.png"/><Relationship Id="rId1" Type="http://schemas.openxmlformats.org/officeDocument/2006/relationships/slideLayout" Target="../slideLayouts/slideLayout43.xml"/></Relationships>
</file>

<file path=ppt/slides/_rels/slide47.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43.xml"/></Relationships>
</file>

<file path=ppt/slides/_rels/slide48.xml.rels><?xml version="1.0" encoding="UTF-8" standalone="yes"?>
<Relationships xmlns="http://schemas.openxmlformats.org/package/2006/relationships"><Relationship Id="rId2" Type="http://schemas.openxmlformats.org/officeDocument/2006/relationships/image" Target="../media/image211.png"/><Relationship Id="rId1" Type="http://schemas.openxmlformats.org/officeDocument/2006/relationships/slideLayout" Target="../slideLayouts/slideLayout43.xml"/></Relationships>
</file>

<file path=ppt/slides/_rels/slide4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Google Shape;39;p1">
            <a:extLst>
              <a:ext uri="{FF2B5EF4-FFF2-40B4-BE49-F238E27FC236}">
                <a16:creationId xmlns:a16="http://schemas.microsoft.com/office/drawing/2014/main" id="{385EF710-69A3-EE3B-99E2-2F2F2F609E82}"/>
              </a:ext>
            </a:extLst>
          </p:cNvPr>
          <p:cNvSpPr>
            <a:spLocks noGrp="1"/>
          </p:cNvSpPr>
          <p:nvPr>
            <p:ph type="ctrTitle"/>
          </p:nvPr>
        </p:nvSpPr>
        <p:spPr>
          <a:xfrm>
            <a:off x="4800600" y="2770188"/>
            <a:ext cx="5181600" cy="1344612"/>
          </a:xfrm>
        </p:spPr>
        <p:txBody>
          <a:bodyPr lIns="68569" tIns="34275" rIns="68569" bIns="34275" rtlCol="0">
            <a:normAutofit fontScale="90000"/>
          </a:bodyPr>
          <a:lstStyle/>
          <a:p>
            <a:pPr algn="ctr" eaLnBrk="1" fontAlgn="auto" hangingPunct="1">
              <a:spcBef>
                <a:spcPct val="0"/>
              </a:spcBef>
              <a:spcAft>
                <a:spcPct val="0"/>
              </a:spcAft>
              <a:buClr>
                <a:srgbClr val="FFFFFF"/>
              </a:buClr>
              <a:defRPr/>
            </a:pPr>
            <a:r>
              <a:rPr lang="en-IN" sz="4000" dirty="0">
                <a:latin typeface="Arial" panose="020B0604020202020204" pitchFamily="34" charset="0"/>
                <a:cs typeface="Arial" panose="020B0604020202020204" pitchFamily="34" charset="0"/>
              </a:rPr>
              <a:t>Introduction </a:t>
            </a:r>
            <a:br>
              <a:rPr lang="en-IN" sz="4000" dirty="0">
                <a:latin typeface="Arial" panose="020B0604020202020204" pitchFamily="34" charset="0"/>
                <a:cs typeface="Arial" panose="020B0604020202020204" pitchFamily="34" charset="0"/>
              </a:rPr>
            </a:br>
            <a:r>
              <a:rPr lang="en-IN" sz="4000" dirty="0">
                <a:latin typeface="Arial" panose="020B0604020202020204" pitchFamily="34" charset="0"/>
                <a:cs typeface="Arial" panose="020B0604020202020204" pitchFamily="34" charset="0"/>
              </a:rPr>
              <a:t>to Statistical Methods</a:t>
            </a:r>
            <a:r>
              <a:rPr lang="en-US" altLang="x-none" sz="3600" dirty="0">
                <a:solidFill>
                  <a:srgbClr val="FFFFFF"/>
                </a:solidFill>
                <a:latin typeface="+mn-lt"/>
              </a:rPr>
              <a:t> </a:t>
            </a:r>
            <a:endParaRPr lang="x-none" altLang="x-none" sz="3600" dirty="0">
              <a:solidFill>
                <a:srgbClr val="FFFFFF"/>
              </a:solidFill>
              <a:latin typeface="+mn-lt"/>
            </a:endParaRPr>
          </a:p>
        </p:txBody>
      </p:sp>
      <p:sp>
        <p:nvSpPr>
          <p:cNvPr id="40963" name="Google Shape;41;p1">
            <a:extLst>
              <a:ext uri="{FF2B5EF4-FFF2-40B4-BE49-F238E27FC236}">
                <a16:creationId xmlns:a16="http://schemas.microsoft.com/office/drawing/2014/main" id="{8D811C33-FC1A-DB07-D1DB-393061651444}"/>
              </a:ext>
            </a:extLst>
          </p:cNvPr>
          <p:cNvSpPr>
            <a:spLocks noGrp="1" noChangeArrowheads="1"/>
          </p:cNvSpPr>
          <p:nvPr>
            <p:ph type="body" idx="2"/>
          </p:nvPr>
        </p:nvSpPr>
        <p:spPr bwMode="auto">
          <a:xfrm>
            <a:off x="5416550" y="4953000"/>
            <a:ext cx="5033963" cy="914400"/>
          </a:xfrm>
        </p:spPr>
        <p:txBody>
          <a:bodyPr vert="horz" wrap="square" lIns="68569" tIns="34275" rIns="68569" bIns="34275" numCol="1" anchor="t" anchorCtr="0" compatLnSpc="1">
            <a:prstTxWarp prst="textNoShape">
              <a:avLst/>
            </a:prstTxWarp>
          </a:bodyPr>
          <a:lstStyle/>
          <a:p>
            <a:pPr marL="0" indent="0" algn="ctr" eaLnBrk="1" hangingPunct="1">
              <a:spcBef>
                <a:spcPct val="0"/>
              </a:spcBef>
              <a:spcAft>
                <a:spcPct val="0"/>
              </a:spcAft>
            </a:pPr>
            <a:r>
              <a:rPr lang="en-US" altLang="en-US" sz="2400" b="1">
                <a:solidFill>
                  <a:schemeClr val="tx1"/>
                </a:solidFill>
                <a:latin typeface="Helvetica" panose="020B0604020202020204" pitchFamily="34" charset="0"/>
              </a:rPr>
              <a:t>ISM Team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p:cNvSpPr>
            <a:spLocks noGrp="1"/>
          </p:cNvSpPr>
          <p:nvPr>
            <p:ph type="body" idx="1"/>
          </p:nvPr>
        </p:nvSpPr>
        <p:spPr>
          <a:xfrm>
            <a:off x="2147888" y="3486150"/>
            <a:ext cx="7886700" cy="628650"/>
          </a:xfrm>
        </p:spPr>
        <p:txBody>
          <a:bodyPr>
            <a:normAutofit fontScale="77500" lnSpcReduction="20000"/>
          </a:bodyPr>
          <a:lstStyle/>
          <a:p>
            <a:pPr algn="ctr">
              <a:lnSpc>
                <a:spcPct val="100000"/>
              </a:lnSpc>
              <a:spcBef>
                <a:spcPct val="0"/>
              </a:spcBef>
              <a:defRPr/>
            </a:pPr>
            <a:r>
              <a:rPr lang="en-US" sz="2700" b="1" dirty="0">
                <a:solidFill>
                  <a:schemeClr val="tx1"/>
                </a:solidFill>
                <a:latin typeface="Arial" charset="0"/>
                <a:cs typeface="Arial" charset="0"/>
              </a:rPr>
              <a:t>Session 12</a:t>
            </a:r>
          </a:p>
          <a:p>
            <a:pPr algn="ctr">
              <a:lnSpc>
                <a:spcPct val="100000"/>
              </a:lnSpc>
              <a:spcBef>
                <a:spcPct val="0"/>
              </a:spcBef>
              <a:defRPr/>
            </a:pPr>
            <a:r>
              <a:rPr lang="en-US" sz="2700" b="1" dirty="0">
                <a:solidFill>
                  <a:schemeClr val="tx1"/>
                </a:solidFill>
                <a:latin typeface="Arial" charset="0"/>
                <a:cs typeface="Arial" charset="0"/>
              </a:rPr>
              <a:t>(24</a:t>
            </a:r>
            <a:r>
              <a:rPr lang="en-US" sz="2700" b="1" baseline="30000" dirty="0">
                <a:solidFill>
                  <a:schemeClr val="tx1"/>
                </a:solidFill>
                <a:latin typeface="Arial" charset="0"/>
                <a:cs typeface="Arial" charset="0"/>
              </a:rPr>
              <a:t>th</a:t>
            </a:r>
            <a:r>
              <a:rPr lang="en-US" sz="2700" b="1" dirty="0">
                <a:solidFill>
                  <a:schemeClr val="tx1"/>
                </a:solidFill>
                <a:latin typeface="Arial" charset="0"/>
                <a:cs typeface="Arial" charset="0"/>
              </a:rPr>
              <a:t> July 2026)</a:t>
            </a:r>
            <a:endParaRPr lang="en-US" b="1" dirty="0">
              <a:solidFill>
                <a:schemeClr val="tx1"/>
              </a:solidFill>
              <a:latin typeface="+mn-lt"/>
              <a:cs typeface="Arial" charset="0"/>
            </a:endParaRPr>
          </a:p>
          <a:p>
            <a:endParaRPr lang="en-IN" dirty="0"/>
          </a:p>
        </p:txBody>
      </p:sp>
      <p:sp>
        <p:nvSpPr>
          <p:cNvPr id="4" name="Text Placeholder 3"/>
          <p:cNvSpPr txBox="1">
            <a:spLocks/>
          </p:cNvSpPr>
          <p:nvPr/>
        </p:nvSpPr>
        <p:spPr>
          <a:xfrm>
            <a:off x="1624694" y="987881"/>
            <a:ext cx="9043308" cy="120014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sz="2000" b="1" dirty="0">
                <a:latin typeface="Calibri (Body"/>
              </a:rPr>
              <a:t>Lead Faculty</a:t>
            </a:r>
            <a:r>
              <a:rPr lang="en-US" sz="2000" dirty="0">
                <a:latin typeface="Calibri (Body"/>
              </a:rPr>
              <a:t>: Dr. G Krishna </a:t>
            </a:r>
            <a:r>
              <a:rPr lang="en-US" sz="2000" dirty="0" err="1">
                <a:latin typeface="Calibri (Body"/>
              </a:rPr>
              <a:t>Kumari</a:t>
            </a:r>
            <a:r>
              <a:rPr lang="en-US" sz="2000" dirty="0">
                <a:latin typeface="Calibri (Body"/>
              </a:rPr>
              <a:t> (</a:t>
            </a:r>
            <a:r>
              <a:rPr lang="en-US" sz="2000" u="sng" dirty="0">
                <a:solidFill>
                  <a:srgbClr val="0000FF"/>
                </a:solidFill>
                <a:latin typeface="Calibri (Body"/>
              </a:rPr>
              <a:t>gkrishnakumari@wilp.bits-pilani.ac.in</a:t>
            </a:r>
            <a:r>
              <a:rPr lang="en-US" sz="2000" dirty="0">
                <a:latin typeface="Calibri (Body"/>
              </a:rPr>
              <a:t>)</a:t>
            </a:r>
          </a:p>
          <a:p>
            <a:pPr marL="0" indent="0" algn="ctr">
              <a:buNone/>
            </a:pPr>
            <a:endParaRPr lang="en-US" sz="2000" dirty="0">
              <a:solidFill>
                <a:srgbClr val="FF0000"/>
              </a:solidFill>
              <a:latin typeface="Calibri (Body"/>
            </a:endParaRPr>
          </a:p>
        </p:txBody>
      </p:sp>
      <p:sp>
        <p:nvSpPr>
          <p:cNvPr id="5" name="Rectangle 4"/>
          <p:cNvSpPr/>
          <p:nvPr/>
        </p:nvSpPr>
        <p:spPr>
          <a:xfrm>
            <a:off x="3095625" y="5666423"/>
            <a:ext cx="6244318" cy="461665"/>
          </a:xfrm>
          <a:prstGeom prst="rect">
            <a:avLst/>
          </a:prstGeom>
        </p:spPr>
        <p:txBody>
          <a:bodyPr wrap="square">
            <a:spAutoFit/>
          </a:bodyPr>
          <a:lstStyle/>
          <a:p>
            <a:pPr algn="ctr">
              <a:defRPr/>
            </a:pPr>
            <a:r>
              <a:rPr lang="en-IN" sz="2400" dirty="0">
                <a:latin typeface="Helvetica Neue"/>
                <a:cs typeface="Times New Roman" panose="02020603050405020304" pitchFamily="18" charset="0"/>
              </a:rPr>
              <a:t>Prediction and Forecasting</a:t>
            </a:r>
          </a:p>
        </p:txBody>
      </p:sp>
      <p:pic>
        <p:nvPicPr>
          <p:cNvPr id="6" name="Picture 5"/>
          <p:cNvPicPr>
            <a:picLocks noChangeAspect="1"/>
          </p:cNvPicPr>
          <p:nvPr/>
        </p:nvPicPr>
        <p:blipFill>
          <a:blip r:embed="rId2"/>
          <a:stretch>
            <a:fillRect/>
          </a:stretch>
        </p:blipFill>
        <p:spPr>
          <a:xfrm>
            <a:off x="397850" y="2804637"/>
            <a:ext cx="2857500" cy="1600200"/>
          </a:xfrm>
          <a:prstGeom prst="rect">
            <a:avLst/>
          </a:prstGeom>
        </p:spPr>
      </p:pic>
      <p:pic>
        <p:nvPicPr>
          <p:cNvPr id="7" name="Picture 6"/>
          <p:cNvPicPr>
            <a:picLocks noChangeAspect="1"/>
          </p:cNvPicPr>
          <p:nvPr/>
        </p:nvPicPr>
        <p:blipFill>
          <a:blip r:embed="rId2"/>
          <a:stretch>
            <a:fillRect/>
          </a:stretch>
        </p:blipFill>
        <p:spPr>
          <a:xfrm>
            <a:off x="8927126" y="2804637"/>
            <a:ext cx="2857500" cy="1600200"/>
          </a:xfrm>
          <a:prstGeom prst="rect">
            <a:avLst/>
          </a:prstGeom>
        </p:spPr>
      </p:pic>
    </p:spTree>
    <p:extLst>
      <p:ext uri="{BB962C8B-B14F-4D97-AF65-F5344CB8AC3E}">
        <p14:creationId xmlns:p14="http://schemas.microsoft.com/office/powerpoint/2010/main" val="1427479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60569"/>
            <a:ext cx="7620000" cy="764364"/>
          </a:xfrm>
        </p:spPr>
        <p:txBody>
          <a:bodyPr>
            <a:normAutofit fontScale="90000"/>
          </a:bodyPr>
          <a:lstStyle/>
          <a:p>
            <a:pPr algn="l"/>
            <a:br>
              <a:rPr lang="en-IN" sz="3600" spc="-8" dirty="0">
                <a:latin typeface="Calibri"/>
                <a:cs typeface="Calibri"/>
              </a:rPr>
            </a:br>
            <a:r>
              <a:rPr lang="en-IN" sz="3600" spc="-8" dirty="0">
                <a:latin typeface="Calibri"/>
                <a:cs typeface="Calibri"/>
              </a:rPr>
              <a:t>Contact</a:t>
            </a:r>
            <a:r>
              <a:rPr lang="en-IN" sz="3600" spc="-41" dirty="0">
                <a:latin typeface="Calibri"/>
                <a:cs typeface="Calibri"/>
              </a:rPr>
              <a:t> </a:t>
            </a:r>
            <a:r>
              <a:rPr lang="en-IN" sz="3600" dirty="0">
                <a:latin typeface="Calibri"/>
                <a:cs typeface="Calibri"/>
              </a:rPr>
              <a:t>Session</a:t>
            </a:r>
            <a:r>
              <a:rPr lang="en-IN" sz="3600" spc="-23" dirty="0">
                <a:latin typeface="Calibri"/>
                <a:cs typeface="Calibri"/>
              </a:rPr>
              <a:t> 12</a:t>
            </a:r>
            <a:br>
              <a:rPr lang="en-IN" dirty="0">
                <a:latin typeface="Calibri"/>
                <a:cs typeface="Calibri"/>
              </a:rPr>
            </a:br>
            <a:endParaRPr lang="en-IN" dirty="0"/>
          </a:p>
        </p:txBody>
      </p:sp>
      <p:pic>
        <p:nvPicPr>
          <p:cNvPr id="3" name="Picture 2"/>
          <p:cNvPicPr>
            <a:picLocks noChangeAspect="1"/>
          </p:cNvPicPr>
          <p:nvPr/>
        </p:nvPicPr>
        <p:blipFill>
          <a:blip r:embed="rId2"/>
          <a:stretch>
            <a:fillRect/>
          </a:stretch>
        </p:blipFill>
        <p:spPr>
          <a:xfrm>
            <a:off x="289216" y="1333002"/>
            <a:ext cx="11491847" cy="322190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latin typeface="+mn-lt"/>
              </a:rPr>
              <a:t>Case Study</a:t>
            </a:r>
            <a:endParaRPr lang="en-IN" sz="4000" dirty="0">
              <a:latin typeface="+mn-lt"/>
            </a:endParaRPr>
          </a:p>
        </p:txBody>
      </p:sp>
      <p:sp>
        <p:nvSpPr>
          <p:cNvPr id="5" name="Rectangle 4"/>
          <p:cNvSpPr/>
          <p:nvPr/>
        </p:nvSpPr>
        <p:spPr>
          <a:xfrm>
            <a:off x="579120" y="1260455"/>
            <a:ext cx="10528151" cy="369332"/>
          </a:xfrm>
          <a:prstGeom prst="rect">
            <a:avLst/>
          </a:prstGeom>
        </p:spPr>
        <p:txBody>
          <a:bodyPr wrap="square">
            <a:spAutoFit/>
          </a:bodyPr>
          <a:lstStyle/>
          <a:p>
            <a:r>
              <a:rPr lang="en-US" b="1" dirty="0"/>
              <a:t>Scenario 1: </a:t>
            </a:r>
            <a:r>
              <a:rPr lang="en-US" dirty="0"/>
              <a:t>A teacher collects </a:t>
            </a:r>
            <a:r>
              <a:rPr lang="en-US" b="1" dirty="0"/>
              <a:t>study hours and marks obtained</a:t>
            </a:r>
            <a:r>
              <a:rPr lang="en-US" dirty="0"/>
              <a:t> by student's data.</a:t>
            </a:r>
          </a:p>
        </p:txBody>
      </p:sp>
      <p:graphicFrame>
        <p:nvGraphicFramePr>
          <p:cNvPr id="6" name="Table 5"/>
          <p:cNvGraphicFramePr>
            <a:graphicFrameLocks noGrp="1"/>
          </p:cNvGraphicFramePr>
          <p:nvPr/>
        </p:nvGraphicFramePr>
        <p:xfrm>
          <a:off x="3444240" y="1679621"/>
          <a:ext cx="3576320" cy="1828800"/>
        </p:xfrm>
        <a:graphic>
          <a:graphicData uri="http://schemas.openxmlformats.org/drawingml/2006/table">
            <a:tbl>
              <a:tblPr/>
              <a:tblGrid>
                <a:gridCol w="1788160">
                  <a:extLst>
                    <a:ext uri="{9D8B030D-6E8A-4147-A177-3AD203B41FA5}">
                      <a16:colId xmlns:a16="http://schemas.microsoft.com/office/drawing/2014/main" val="341294432"/>
                    </a:ext>
                  </a:extLst>
                </a:gridCol>
                <a:gridCol w="1788160">
                  <a:extLst>
                    <a:ext uri="{9D8B030D-6E8A-4147-A177-3AD203B41FA5}">
                      <a16:colId xmlns:a16="http://schemas.microsoft.com/office/drawing/2014/main" val="1736697496"/>
                    </a:ext>
                  </a:extLst>
                </a:gridCol>
              </a:tblGrid>
              <a:tr h="0">
                <a:tc>
                  <a:txBody>
                    <a:bodyPr/>
                    <a:lstStyle/>
                    <a:p>
                      <a:r>
                        <a:rPr lang="en-IN" dirty="0"/>
                        <a:t>Study Hours (X)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Marks (Y)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6956093"/>
                  </a:ext>
                </a:extLst>
              </a:tr>
              <a:tr h="0">
                <a:tc>
                  <a:txBody>
                    <a:bodyPr/>
                    <a:lstStyle/>
                    <a:p>
                      <a:r>
                        <a:rPr lang="en-IN"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9355425"/>
                  </a:ext>
                </a:extLst>
              </a:tr>
              <a:tr h="0">
                <a:tc>
                  <a:txBody>
                    <a:bodyPr/>
                    <a:lstStyle/>
                    <a:p>
                      <a:r>
                        <a:rPr lang="en-IN"/>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55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82699127"/>
                  </a:ext>
                </a:extLst>
              </a:tr>
              <a:tr h="0">
                <a:tc>
                  <a:txBody>
                    <a:bodyPr/>
                    <a:lstStyle/>
                    <a:p>
                      <a:r>
                        <a:rPr lang="en-IN"/>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70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50706767"/>
                  </a:ext>
                </a:extLst>
              </a:tr>
              <a:tr h="0">
                <a:tc>
                  <a:txBody>
                    <a:bodyPr/>
                    <a:lstStyle/>
                    <a:p>
                      <a:r>
                        <a:rPr lang="en-IN" dirty="0"/>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85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6948740"/>
                  </a:ext>
                </a:extLst>
              </a:tr>
            </a:tbl>
          </a:graphicData>
        </a:graphic>
      </p:graphicFrame>
      <p:sp>
        <p:nvSpPr>
          <p:cNvPr id="7" name="Rectangle 6"/>
          <p:cNvSpPr/>
          <p:nvPr/>
        </p:nvSpPr>
        <p:spPr>
          <a:xfrm>
            <a:off x="762000" y="3745915"/>
            <a:ext cx="10048240" cy="369332"/>
          </a:xfrm>
          <a:prstGeom prst="rect">
            <a:avLst/>
          </a:prstGeom>
        </p:spPr>
        <p:txBody>
          <a:bodyPr wrap="square">
            <a:spAutoFit/>
          </a:bodyPr>
          <a:lstStyle/>
          <a:p>
            <a:r>
              <a:rPr lang="en-US" b="1" dirty="0"/>
              <a:t>Scenario 2: </a:t>
            </a:r>
            <a:r>
              <a:rPr lang="en-US" dirty="0"/>
              <a:t>A college records </a:t>
            </a:r>
            <a:r>
              <a:rPr lang="en-US" b="1" dirty="0"/>
              <a:t>number of student admissions every year</a:t>
            </a:r>
            <a:r>
              <a:rPr lang="en-US" dirty="0"/>
              <a:t>.</a:t>
            </a:r>
          </a:p>
        </p:txBody>
      </p:sp>
      <p:graphicFrame>
        <p:nvGraphicFramePr>
          <p:cNvPr id="8" name="Table 7"/>
          <p:cNvGraphicFramePr>
            <a:graphicFrameLocks noGrp="1"/>
          </p:cNvGraphicFramePr>
          <p:nvPr/>
        </p:nvGraphicFramePr>
        <p:xfrm>
          <a:off x="3489960" y="4198461"/>
          <a:ext cx="3942080" cy="2194560"/>
        </p:xfrm>
        <a:graphic>
          <a:graphicData uri="http://schemas.openxmlformats.org/drawingml/2006/table">
            <a:tbl>
              <a:tblPr/>
              <a:tblGrid>
                <a:gridCol w="1971040">
                  <a:extLst>
                    <a:ext uri="{9D8B030D-6E8A-4147-A177-3AD203B41FA5}">
                      <a16:colId xmlns:a16="http://schemas.microsoft.com/office/drawing/2014/main" val="3003957579"/>
                    </a:ext>
                  </a:extLst>
                </a:gridCol>
                <a:gridCol w="1971040">
                  <a:extLst>
                    <a:ext uri="{9D8B030D-6E8A-4147-A177-3AD203B41FA5}">
                      <a16:colId xmlns:a16="http://schemas.microsoft.com/office/drawing/2014/main" val="2635472635"/>
                    </a:ext>
                  </a:extLst>
                </a:gridCol>
              </a:tblGrid>
              <a:tr h="0">
                <a:tc>
                  <a:txBody>
                    <a:bodyPr/>
                    <a:lstStyle/>
                    <a:p>
                      <a:r>
                        <a:rPr lang="en-IN" dirty="0"/>
                        <a:t>Year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Admissions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5383900"/>
                  </a:ext>
                </a:extLst>
              </a:tr>
              <a:tr h="0">
                <a:tc>
                  <a:txBody>
                    <a:bodyPr/>
                    <a:lstStyle/>
                    <a:p>
                      <a:r>
                        <a:rPr lang="en-IN" dirty="0"/>
                        <a:t>2020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450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7203830"/>
                  </a:ext>
                </a:extLst>
              </a:tr>
              <a:tr h="0">
                <a:tc>
                  <a:txBody>
                    <a:bodyPr/>
                    <a:lstStyle/>
                    <a:p>
                      <a:r>
                        <a:rPr lang="en-IN"/>
                        <a:t>2021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480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4233117"/>
                  </a:ext>
                </a:extLst>
              </a:tr>
              <a:tr h="0">
                <a:tc>
                  <a:txBody>
                    <a:bodyPr/>
                    <a:lstStyle/>
                    <a:p>
                      <a:r>
                        <a:rPr lang="en-IN"/>
                        <a:t>2022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520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7400132"/>
                  </a:ext>
                </a:extLst>
              </a:tr>
              <a:tr h="0">
                <a:tc>
                  <a:txBody>
                    <a:bodyPr/>
                    <a:lstStyle/>
                    <a:p>
                      <a:r>
                        <a:rPr lang="en-IN"/>
                        <a:t>2023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580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684485"/>
                  </a:ext>
                </a:extLst>
              </a:tr>
              <a:tr h="0">
                <a:tc>
                  <a:txBody>
                    <a:bodyPr/>
                    <a:lstStyle/>
                    <a:p>
                      <a:r>
                        <a:rPr lang="en-IN"/>
                        <a:t>2024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610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92541426"/>
                  </a:ext>
                </a:extLst>
              </a:tr>
            </a:tbl>
          </a:graphicData>
        </a:graphic>
      </p:graphicFrame>
      <p:sp>
        <p:nvSpPr>
          <p:cNvPr id="9" name="Rectangle 8"/>
          <p:cNvSpPr/>
          <p:nvPr/>
        </p:nvSpPr>
        <p:spPr>
          <a:xfrm>
            <a:off x="7955280" y="1890137"/>
            <a:ext cx="3576320" cy="2677656"/>
          </a:xfrm>
          <a:prstGeom prst="rect">
            <a:avLst/>
          </a:prstGeom>
        </p:spPr>
        <p:txBody>
          <a:bodyPr wrap="square">
            <a:spAutoFit/>
          </a:bodyPr>
          <a:lstStyle/>
          <a:p>
            <a:pPr marL="342900" indent="-342900" algn="just">
              <a:buFont typeface="Courier New" panose="02070309020205020404" pitchFamily="49" charset="0"/>
              <a:buChar char="o"/>
            </a:pPr>
            <a:r>
              <a:rPr lang="en-US" sz="2400" dirty="0"/>
              <a:t>Examine the two datasets provided. Explain how they differ and decide which statistical method should be used to analyze each dataset.</a:t>
            </a:r>
            <a:endParaRPr lang="en-IN" sz="2400" dirty="0"/>
          </a:p>
        </p:txBody>
      </p:sp>
      <p:grpSp>
        <p:nvGrpSpPr>
          <p:cNvPr id="18" name="Group 17">
            <a:extLst>
              <a:ext uri="{FF2B5EF4-FFF2-40B4-BE49-F238E27FC236}">
                <a16:creationId xmlns:a16="http://schemas.microsoft.com/office/drawing/2014/main" id="{86276A46-03CA-4E16-6156-A84D3B620538}"/>
              </a:ext>
            </a:extLst>
          </p:cNvPr>
          <p:cNvGrpSpPr/>
          <p:nvPr/>
        </p:nvGrpSpPr>
        <p:grpSpPr>
          <a:xfrm>
            <a:off x="1004849" y="2156516"/>
            <a:ext cx="2659680" cy="802800"/>
            <a:chOff x="1004849" y="2156516"/>
            <a:chExt cx="2659680" cy="802800"/>
          </a:xfrm>
        </p:grpSpPr>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A13896AF-A3B6-3E0C-BE2E-1E586F589F8A}"/>
                    </a:ext>
                  </a:extLst>
                </p14:cNvPr>
                <p14:cNvContentPartPr/>
                <p14:nvPr/>
              </p14:nvContentPartPr>
              <p14:xfrm>
                <a:off x="1126889" y="2156516"/>
                <a:ext cx="96480" cy="417240"/>
              </p14:xfrm>
            </p:contentPart>
          </mc:Choice>
          <mc:Fallback>
            <p:pic>
              <p:nvPicPr>
                <p:cNvPr id="3" name="Ink 2">
                  <a:extLst>
                    <a:ext uri="{FF2B5EF4-FFF2-40B4-BE49-F238E27FC236}">
                      <a16:creationId xmlns:a16="http://schemas.microsoft.com/office/drawing/2014/main" id="{A13896AF-A3B6-3E0C-BE2E-1E586F589F8A}"/>
                    </a:ext>
                  </a:extLst>
                </p:cNvPr>
                <p:cNvPicPr/>
                <p:nvPr/>
              </p:nvPicPr>
              <p:blipFill>
                <a:blip r:embed="rId3"/>
                <a:stretch>
                  <a:fillRect/>
                </a:stretch>
              </p:blipFill>
              <p:spPr>
                <a:xfrm>
                  <a:off x="1122569" y="2152196"/>
                  <a:ext cx="105120" cy="42588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CF8BB544-45C4-25CC-9FF5-3B92DC3A9460}"/>
                    </a:ext>
                  </a:extLst>
                </p14:cNvPr>
                <p14:cNvContentPartPr/>
                <p14:nvPr/>
              </p14:nvContentPartPr>
              <p14:xfrm>
                <a:off x="1004849" y="2344076"/>
                <a:ext cx="518760" cy="180000"/>
              </p14:xfrm>
            </p:contentPart>
          </mc:Choice>
          <mc:Fallback>
            <p:pic>
              <p:nvPicPr>
                <p:cNvPr id="4" name="Ink 3">
                  <a:extLst>
                    <a:ext uri="{FF2B5EF4-FFF2-40B4-BE49-F238E27FC236}">
                      <a16:creationId xmlns:a16="http://schemas.microsoft.com/office/drawing/2014/main" id="{CF8BB544-45C4-25CC-9FF5-3B92DC3A9460}"/>
                    </a:ext>
                  </a:extLst>
                </p:cNvPr>
                <p:cNvPicPr/>
                <p:nvPr/>
              </p:nvPicPr>
              <p:blipFill>
                <a:blip r:embed="rId5"/>
                <a:stretch>
                  <a:fillRect/>
                </a:stretch>
              </p:blipFill>
              <p:spPr>
                <a:xfrm>
                  <a:off x="1000529" y="2339756"/>
                  <a:ext cx="527400" cy="1886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0" name="Ink 9">
                  <a:extLst>
                    <a:ext uri="{FF2B5EF4-FFF2-40B4-BE49-F238E27FC236}">
                      <a16:creationId xmlns:a16="http://schemas.microsoft.com/office/drawing/2014/main" id="{734C4225-F812-2DA6-BBA0-11BF427A73C6}"/>
                    </a:ext>
                  </a:extLst>
                </p14:cNvPr>
                <p14:cNvContentPartPr/>
                <p14:nvPr/>
              </p14:nvContentPartPr>
              <p14:xfrm>
                <a:off x="1608929" y="2435156"/>
                <a:ext cx="177120" cy="120600"/>
              </p14:xfrm>
            </p:contentPart>
          </mc:Choice>
          <mc:Fallback>
            <p:pic>
              <p:nvPicPr>
                <p:cNvPr id="10" name="Ink 9">
                  <a:extLst>
                    <a:ext uri="{FF2B5EF4-FFF2-40B4-BE49-F238E27FC236}">
                      <a16:creationId xmlns:a16="http://schemas.microsoft.com/office/drawing/2014/main" id="{734C4225-F812-2DA6-BBA0-11BF427A73C6}"/>
                    </a:ext>
                  </a:extLst>
                </p:cNvPr>
                <p:cNvPicPr/>
                <p:nvPr/>
              </p:nvPicPr>
              <p:blipFill>
                <a:blip r:embed="rId7"/>
                <a:stretch>
                  <a:fillRect/>
                </a:stretch>
              </p:blipFill>
              <p:spPr>
                <a:xfrm>
                  <a:off x="1604609" y="2430836"/>
                  <a:ext cx="185760" cy="1292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1" name="Ink 10">
                  <a:extLst>
                    <a:ext uri="{FF2B5EF4-FFF2-40B4-BE49-F238E27FC236}">
                      <a16:creationId xmlns:a16="http://schemas.microsoft.com/office/drawing/2014/main" id="{90FB1162-3423-44E4-1AAC-4A01DF276571}"/>
                    </a:ext>
                  </a:extLst>
                </p14:cNvPr>
                <p14:cNvContentPartPr/>
                <p14:nvPr/>
              </p14:nvContentPartPr>
              <p14:xfrm>
                <a:off x="2021849" y="2379716"/>
                <a:ext cx="158760" cy="239400"/>
              </p14:xfrm>
            </p:contentPart>
          </mc:Choice>
          <mc:Fallback>
            <p:pic>
              <p:nvPicPr>
                <p:cNvPr id="11" name="Ink 10">
                  <a:extLst>
                    <a:ext uri="{FF2B5EF4-FFF2-40B4-BE49-F238E27FC236}">
                      <a16:creationId xmlns:a16="http://schemas.microsoft.com/office/drawing/2014/main" id="{90FB1162-3423-44E4-1AAC-4A01DF276571}"/>
                    </a:ext>
                  </a:extLst>
                </p:cNvPr>
                <p:cNvPicPr/>
                <p:nvPr/>
              </p:nvPicPr>
              <p:blipFill>
                <a:blip r:embed="rId9"/>
                <a:stretch>
                  <a:fillRect/>
                </a:stretch>
              </p:blipFill>
              <p:spPr>
                <a:xfrm>
                  <a:off x="2017529" y="2375396"/>
                  <a:ext cx="167400" cy="24804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2" name="Ink 11">
                  <a:extLst>
                    <a:ext uri="{FF2B5EF4-FFF2-40B4-BE49-F238E27FC236}">
                      <a16:creationId xmlns:a16="http://schemas.microsoft.com/office/drawing/2014/main" id="{83F6C9B0-2493-C885-342D-1B37522C73CE}"/>
                    </a:ext>
                  </a:extLst>
                </p14:cNvPr>
                <p14:cNvContentPartPr/>
                <p14:nvPr/>
              </p14:nvContentPartPr>
              <p14:xfrm>
                <a:off x="2223449" y="2424356"/>
                <a:ext cx="486360" cy="208080"/>
              </p14:xfrm>
            </p:contentPart>
          </mc:Choice>
          <mc:Fallback>
            <p:pic>
              <p:nvPicPr>
                <p:cNvPr id="12" name="Ink 11">
                  <a:extLst>
                    <a:ext uri="{FF2B5EF4-FFF2-40B4-BE49-F238E27FC236}">
                      <a16:creationId xmlns:a16="http://schemas.microsoft.com/office/drawing/2014/main" id="{83F6C9B0-2493-C885-342D-1B37522C73CE}"/>
                    </a:ext>
                  </a:extLst>
                </p:cNvPr>
                <p:cNvPicPr/>
                <p:nvPr/>
              </p:nvPicPr>
              <p:blipFill>
                <a:blip r:embed="rId11"/>
                <a:stretch>
                  <a:fillRect/>
                </a:stretch>
              </p:blipFill>
              <p:spPr>
                <a:xfrm>
                  <a:off x="2219129" y="2420036"/>
                  <a:ext cx="495000" cy="21672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3" name="Ink 12">
                  <a:extLst>
                    <a:ext uri="{FF2B5EF4-FFF2-40B4-BE49-F238E27FC236}">
                      <a16:creationId xmlns:a16="http://schemas.microsoft.com/office/drawing/2014/main" id="{2C15811E-F8FE-1A93-2085-9627D08DC5D5}"/>
                    </a:ext>
                  </a:extLst>
                </p14:cNvPr>
                <p14:cNvContentPartPr/>
                <p14:nvPr/>
              </p14:nvContentPartPr>
              <p14:xfrm>
                <a:off x="2844089" y="2186036"/>
                <a:ext cx="53280" cy="14400"/>
              </p14:xfrm>
            </p:contentPart>
          </mc:Choice>
          <mc:Fallback>
            <p:pic>
              <p:nvPicPr>
                <p:cNvPr id="13" name="Ink 12">
                  <a:extLst>
                    <a:ext uri="{FF2B5EF4-FFF2-40B4-BE49-F238E27FC236}">
                      <a16:creationId xmlns:a16="http://schemas.microsoft.com/office/drawing/2014/main" id="{2C15811E-F8FE-1A93-2085-9627D08DC5D5}"/>
                    </a:ext>
                  </a:extLst>
                </p:cNvPr>
                <p:cNvPicPr/>
                <p:nvPr/>
              </p:nvPicPr>
              <p:blipFill>
                <a:blip r:embed="rId13"/>
                <a:stretch>
                  <a:fillRect/>
                </a:stretch>
              </p:blipFill>
              <p:spPr>
                <a:xfrm>
                  <a:off x="2839769" y="2181716"/>
                  <a:ext cx="61920" cy="2304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4" name="Ink 13">
                  <a:extLst>
                    <a:ext uri="{FF2B5EF4-FFF2-40B4-BE49-F238E27FC236}">
                      <a16:creationId xmlns:a16="http://schemas.microsoft.com/office/drawing/2014/main" id="{099AB15E-0743-4663-99E0-2CC249662040}"/>
                    </a:ext>
                  </a:extLst>
                </p14:cNvPr>
                <p14:cNvContentPartPr/>
                <p14:nvPr/>
              </p14:nvContentPartPr>
              <p14:xfrm>
                <a:off x="2762729" y="2286476"/>
                <a:ext cx="407520" cy="321120"/>
              </p14:xfrm>
            </p:contentPart>
          </mc:Choice>
          <mc:Fallback>
            <p:pic>
              <p:nvPicPr>
                <p:cNvPr id="14" name="Ink 13">
                  <a:extLst>
                    <a:ext uri="{FF2B5EF4-FFF2-40B4-BE49-F238E27FC236}">
                      <a16:creationId xmlns:a16="http://schemas.microsoft.com/office/drawing/2014/main" id="{099AB15E-0743-4663-99E0-2CC249662040}"/>
                    </a:ext>
                  </a:extLst>
                </p:cNvPr>
                <p:cNvPicPr/>
                <p:nvPr/>
              </p:nvPicPr>
              <p:blipFill>
                <a:blip r:embed="rId15"/>
                <a:stretch>
                  <a:fillRect/>
                </a:stretch>
              </p:blipFill>
              <p:spPr>
                <a:xfrm>
                  <a:off x="2758409" y="2282156"/>
                  <a:ext cx="416160" cy="3297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5" name="Ink 14">
                  <a:extLst>
                    <a:ext uri="{FF2B5EF4-FFF2-40B4-BE49-F238E27FC236}">
                      <a16:creationId xmlns:a16="http://schemas.microsoft.com/office/drawing/2014/main" id="{E0584B21-3C9A-F5AC-8A83-A6935E62CE66}"/>
                    </a:ext>
                  </a:extLst>
                </p14:cNvPr>
                <p14:cNvContentPartPr/>
                <p14:nvPr/>
              </p14:nvContentPartPr>
              <p14:xfrm>
                <a:off x="3220649" y="2326436"/>
                <a:ext cx="55800" cy="278640"/>
              </p14:xfrm>
            </p:contentPart>
          </mc:Choice>
          <mc:Fallback>
            <p:pic>
              <p:nvPicPr>
                <p:cNvPr id="15" name="Ink 14">
                  <a:extLst>
                    <a:ext uri="{FF2B5EF4-FFF2-40B4-BE49-F238E27FC236}">
                      <a16:creationId xmlns:a16="http://schemas.microsoft.com/office/drawing/2014/main" id="{E0584B21-3C9A-F5AC-8A83-A6935E62CE66}"/>
                    </a:ext>
                  </a:extLst>
                </p:cNvPr>
                <p:cNvPicPr/>
                <p:nvPr/>
              </p:nvPicPr>
              <p:blipFill>
                <a:blip r:embed="rId17"/>
                <a:stretch>
                  <a:fillRect/>
                </a:stretch>
              </p:blipFill>
              <p:spPr>
                <a:xfrm>
                  <a:off x="3216329" y="2322116"/>
                  <a:ext cx="64440" cy="28728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6" name="Ink 15">
                  <a:extLst>
                    <a:ext uri="{FF2B5EF4-FFF2-40B4-BE49-F238E27FC236}">
                      <a16:creationId xmlns:a16="http://schemas.microsoft.com/office/drawing/2014/main" id="{8C838C05-EEC2-545D-1FDD-7E0B25D0690F}"/>
                    </a:ext>
                  </a:extLst>
                </p14:cNvPr>
                <p14:cNvContentPartPr/>
                <p14:nvPr/>
              </p14:nvContentPartPr>
              <p14:xfrm>
                <a:off x="3341969" y="2481236"/>
                <a:ext cx="241200" cy="170280"/>
              </p14:xfrm>
            </p:contentPart>
          </mc:Choice>
          <mc:Fallback>
            <p:pic>
              <p:nvPicPr>
                <p:cNvPr id="16" name="Ink 15">
                  <a:extLst>
                    <a:ext uri="{FF2B5EF4-FFF2-40B4-BE49-F238E27FC236}">
                      <a16:creationId xmlns:a16="http://schemas.microsoft.com/office/drawing/2014/main" id="{8C838C05-EEC2-545D-1FDD-7E0B25D0690F}"/>
                    </a:ext>
                  </a:extLst>
                </p:cNvPr>
                <p:cNvPicPr/>
                <p:nvPr/>
              </p:nvPicPr>
              <p:blipFill>
                <a:blip r:embed="rId19"/>
                <a:stretch>
                  <a:fillRect/>
                </a:stretch>
              </p:blipFill>
              <p:spPr>
                <a:xfrm>
                  <a:off x="3337649" y="2476916"/>
                  <a:ext cx="249840" cy="17892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7" name="Ink 16">
                  <a:extLst>
                    <a:ext uri="{FF2B5EF4-FFF2-40B4-BE49-F238E27FC236}">
                      <a16:creationId xmlns:a16="http://schemas.microsoft.com/office/drawing/2014/main" id="{7DA151FD-A418-F55B-47AE-B0DF60EE8D18}"/>
                    </a:ext>
                  </a:extLst>
                </p14:cNvPr>
                <p14:cNvContentPartPr/>
                <p14:nvPr/>
              </p14:nvContentPartPr>
              <p14:xfrm>
                <a:off x="1103849" y="2688596"/>
                <a:ext cx="2560680" cy="270720"/>
              </p14:xfrm>
            </p:contentPart>
          </mc:Choice>
          <mc:Fallback>
            <p:pic>
              <p:nvPicPr>
                <p:cNvPr id="17" name="Ink 16">
                  <a:extLst>
                    <a:ext uri="{FF2B5EF4-FFF2-40B4-BE49-F238E27FC236}">
                      <a16:creationId xmlns:a16="http://schemas.microsoft.com/office/drawing/2014/main" id="{7DA151FD-A418-F55B-47AE-B0DF60EE8D18}"/>
                    </a:ext>
                  </a:extLst>
                </p:cNvPr>
                <p:cNvPicPr/>
                <p:nvPr/>
              </p:nvPicPr>
              <p:blipFill>
                <a:blip r:embed="rId21"/>
                <a:stretch>
                  <a:fillRect/>
                </a:stretch>
              </p:blipFill>
              <p:spPr>
                <a:xfrm>
                  <a:off x="1099529" y="2684276"/>
                  <a:ext cx="2569320" cy="2793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2">
            <p14:nvContentPartPr>
              <p14:cNvPr id="19" name="Ink 18">
                <a:extLst>
                  <a:ext uri="{FF2B5EF4-FFF2-40B4-BE49-F238E27FC236}">
                    <a16:creationId xmlns:a16="http://schemas.microsoft.com/office/drawing/2014/main" id="{EB27A9C0-EE68-C0C6-91A7-6B594D71B6C6}"/>
                  </a:ext>
                </a:extLst>
              </p14:cNvPr>
              <p14:cNvContentPartPr/>
              <p14:nvPr/>
            </p14:nvContentPartPr>
            <p14:xfrm>
              <a:off x="4651649" y="1937276"/>
              <a:ext cx="311760" cy="151560"/>
            </p14:xfrm>
          </p:contentPart>
        </mc:Choice>
        <mc:Fallback>
          <p:pic>
            <p:nvPicPr>
              <p:cNvPr id="19" name="Ink 18">
                <a:extLst>
                  <a:ext uri="{FF2B5EF4-FFF2-40B4-BE49-F238E27FC236}">
                    <a16:creationId xmlns:a16="http://schemas.microsoft.com/office/drawing/2014/main" id="{EB27A9C0-EE68-C0C6-91A7-6B594D71B6C6}"/>
                  </a:ext>
                </a:extLst>
              </p:cNvPr>
              <p:cNvPicPr/>
              <p:nvPr/>
            </p:nvPicPr>
            <p:blipFill>
              <a:blip r:embed="rId23"/>
              <a:stretch>
                <a:fillRect/>
              </a:stretch>
            </p:blipFill>
            <p:spPr>
              <a:xfrm>
                <a:off x="4647329" y="1932956"/>
                <a:ext cx="320400" cy="1602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20" name="Ink 19">
                <a:extLst>
                  <a:ext uri="{FF2B5EF4-FFF2-40B4-BE49-F238E27FC236}">
                    <a16:creationId xmlns:a16="http://schemas.microsoft.com/office/drawing/2014/main" id="{63F5734F-7800-2335-B326-494FBDEDD2D6}"/>
                  </a:ext>
                </a:extLst>
              </p14:cNvPr>
              <p14:cNvContentPartPr/>
              <p14:nvPr/>
            </p14:nvContentPartPr>
            <p14:xfrm>
              <a:off x="5933609" y="1980836"/>
              <a:ext cx="227160" cy="68400"/>
            </p14:xfrm>
          </p:contentPart>
        </mc:Choice>
        <mc:Fallback>
          <p:pic>
            <p:nvPicPr>
              <p:cNvPr id="20" name="Ink 19">
                <a:extLst>
                  <a:ext uri="{FF2B5EF4-FFF2-40B4-BE49-F238E27FC236}">
                    <a16:creationId xmlns:a16="http://schemas.microsoft.com/office/drawing/2014/main" id="{63F5734F-7800-2335-B326-494FBDEDD2D6}"/>
                  </a:ext>
                </a:extLst>
              </p:cNvPr>
              <p:cNvPicPr/>
              <p:nvPr/>
            </p:nvPicPr>
            <p:blipFill>
              <a:blip r:embed="rId25"/>
              <a:stretch>
                <a:fillRect/>
              </a:stretch>
            </p:blipFill>
            <p:spPr>
              <a:xfrm>
                <a:off x="5929289" y="1976516"/>
                <a:ext cx="235800" cy="77040"/>
              </a:xfrm>
              <a:prstGeom prst="rect">
                <a:avLst/>
              </a:prstGeom>
            </p:spPr>
          </p:pic>
        </mc:Fallback>
      </mc:AlternateContent>
      <p:grpSp>
        <p:nvGrpSpPr>
          <p:cNvPr id="23" name="Group 22">
            <a:extLst>
              <a:ext uri="{FF2B5EF4-FFF2-40B4-BE49-F238E27FC236}">
                <a16:creationId xmlns:a16="http://schemas.microsoft.com/office/drawing/2014/main" id="{B1F9A83D-E20F-0ED8-3571-DC5CB719F6DF}"/>
              </a:ext>
            </a:extLst>
          </p:cNvPr>
          <p:cNvGrpSpPr/>
          <p:nvPr/>
        </p:nvGrpSpPr>
        <p:grpSpPr>
          <a:xfrm>
            <a:off x="3528089" y="3966596"/>
            <a:ext cx="4255560" cy="244800"/>
            <a:chOff x="3528089" y="3966596"/>
            <a:chExt cx="4255560" cy="244800"/>
          </a:xfrm>
        </p:grpSpPr>
        <mc:AlternateContent xmlns:mc="http://schemas.openxmlformats.org/markup-compatibility/2006">
          <mc:Choice xmlns:p14="http://schemas.microsoft.com/office/powerpoint/2010/main" Requires="p14">
            <p:contentPart p14:bwMode="auto" r:id="rId26">
              <p14:nvContentPartPr>
                <p14:cNvPr id="21" name="Ink 20">
                  <a:extLst>
                    <a:ext uri="{FF2B5EF4-FFF2-40B4-BE49-F238E27FC236}">
                      <a16:creationId xmlns:a16="http://schemas.microsoft.com/office/drawing/2014/main" id="{5D198A07-5890-30DC-E2E0-984C5EE08BF2}"/>
                    </a:ext>
                  </a:extLst>
                </p14:cNvPr>
                <p14:cNvContentPartPr/>
                <p14:nvPr/>
              </p14:nvContentPartPr>
              <p14:xfrm>
                <a:off x="3653369" y="3966596"/>
                <a:ext cx="1238040" cy="174960"/>
              </p14:xfrm>
            </p:contentPart>
          </mc:Choice>
          <mc:Fallback>
            <p:pic>
              <p:nvPicPr>
                <p:cNvPr id="21" name="Ink 20">
                  <a:extLst>
                    <a:ext uri="{FF2B5EF4-FFF2-40B4-BE49-F238E27FC236}">
                      <a16:creationId xmlns:a16="http://schemas.microsoft.com/office/drawing/2014/main" id="{5D198A07-5890-30DC-E2E0-984C5EE08BF2}"/>
                    </a:ext>
                  </a:extLst>
                </p:cNvPr>
                <p:cNvPicPr/>
                <p:nvPr/>
              </p:nvPicPr>
              <p:blipFill>
                <a:blip r:embed="rId27"/>
                <a:stretch>
                  <a:fillRect/>
                </a:stretch>
              </p:blipFill>
              <p:spPr>
                <a:xfrm>
                  <a:off x="3649049" y="3962276"/>
                  <a:ext cx="1246680" cy="18360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22" name="Ink 21">
                  <a:extLst>
                    <a:ext uri="{FF2B5EF4-FFF2-40B4-BE49-F238E27FC236}">
                      <a16:creationId xmlns:a16="http://schemas.microsoft.com/office/drawing/2014/main" id="{1A763D1E-F895-497F-4792-62DED928B606}"/>
                    </a:ext>
                  </a:extLst>
                </p14:cNvPr>
                <p14:cNvContentPartPr/>
                <p14:nvPr/>
              </p14:nvContentPartPr>
              <p14:xfrm>
                <a:off x="3528089" y="3997196"/>
                <a:ext cx="4255560" cy="214200"/>
              </p14:xfrm>
            </p:contentPart>
          </mc:Choice>
          <mc:Fallback>
            <p:pic>
              <p:nvPicPr>
                <p:cNvPr id="22" name="Ink 21">
                  <a:extLst>
                    <a:ext uri="{FF2B5EF4-FFF2-40B4-BE49-F238E27FC236}">
                      <a16:creationId xmlns:a16="http://schemas.microsoft.com/office/drawing/2014/main" id="{1A763D1E-F895-497F-4792-62DED928B606}"/>
                    </a:ext>
                  </a:extLst>
                </p:cNvPr>
                <p:cNvPicPr/>
                <p:nvPr/>
              </p:nvPicPr>
              <p:blipFill>
                <a:blip r:embed="rId29"/>
                <a:stretch>
                  <a:fillRect/>
                </a:stretch>
              </p:blipFill>
              <p:spPr>
                <a:xfrm>
                  <a:off x="3523769" y="3992876"/>
                  <a:ext cx="4264200" cy="222840"/>
                </a:xfrm>
                <a:prstGeom prst="rect">
                  <a:avLst/>
                </a:prstGeom>
              </p:spPr>
            </p:pic>
          </mc:Fallback>
        </mc:AlternateContent>
      </p:grpSp>
      <p:grpSp>
        <p:nvGrpSpPr>
          <p:cNvPr id="30" name="Group 29">
            <a:extLst>
              <a:ext uri="{FF2B5EF4-FFF2-40B4-BE49-F238E27FC236}">
                <a16:creationId xmlns:a16="http://schemas.microsoft.com/office/drawing/2014/main" id="{847A4763-2A5E-94F2-94BA-FB82B39D7F04}"/>
              </a:ext>
            </a:extLst>
          </p:cNvPr>
          <p:cNvGrpSpPr/>
          <p:nvPr/>
        </p:nvGrpSpPr>
        <p:grpSpPr>
          <a:xfrm>
            <a:off x="2384009" y="4457276"/>
            <a:ext cx="1137600" cy="1712520"/>
            <a:chOff x="2384009" y="4457276"/>
            <a:chExt cx="1137600" cy="1712520"/>
          </a:xfrm>
        </p:grpSpPr>
        <mc:AlternateContent xmlns:mc="http://schemas.openxmlformats.org/markup-compatibility/2006">
          <mc:Choice xmlns:p14="http://schemas.microsoft.com/office/powerpoint/2010/main" Requires="p14">
            <p:contentPart p14:bwMode="auto" r:id="rId30">
              <p14:nvContentPartPr>
                <p14:cNvPr id="24" name="Ink 23">
                  <a:extLst>
                    <a:ext uri="{FF2B5EF4-FFF2-40B4-BE49-F238E27FC236}">
                      <a16:creationId xmlns:a16="http://schemas.microsoft.com/office/drawing/2014/main" id="{4388DE2A-5F16-7D9E-F9F8-FC81868812F8}"/>
                    </a:ext>
                  </a:extLst>
                </p14:cNvPr>
                <p14:cNvContentPartPr/>
                <p14:nvPr/>
              </p14:nvContentPartPr>
              <p14:xfrm>
                <a:off x="3214529" y="4457276"/>
                <a:ext cx="307080" cy="1712520"/>
              </p14:xfrm>
            </p:contentPart>
          </mc:Choice>
          <mc:Fallback>
            <p:pic>
              <p:nvPicPr>
                <p:cNvPr id="24" name="Ink 23">
                  <a:extLst>
                    <a:ext uri="{FF2B5EF4-FFF2-40B4-BE49-F238E27FC236}">
                      <a16:creationId xmlns:a16="http://schemas.microsoft.com/office/drawing/2014/main" id="{4388DE2A-5F16-7D9E-F9F8-FC81868812F8}"/>
                    </a:ext>
                  </a:extLst>
                </p:cNvPr>
                <p:cNvPicPr/>
                <p:nvPr/>
              </p:nvPicPr>
              <p:blipFill>
                <a:blip r:embed="rId31"/>
                <a:stretch>
                  <a:fillRect/>
                </a:stretch>
              </p:blipFill>
              <p:spPr>
                <a:xfrm>
                  <a:off x="3210209" y="4452956"/>
                  <a:ext cx="315720" cy="172116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5" name="Ink 24">
                  <a:extLst>
                    <a:ext uri="{FF2B5EF4-FFF2-40B4-BE49-F238E27FC236}">
                      <a16:creationId xmlns:a16="http://schemas.microsoft.com/office/drawing/2014/main" id="{A917C44D-16C3-69B4-A129-D63F38F58A7F}"/>
                    </a:ext>
                  </a:extLst>
                </p14:cNvPr>
                <p14:cNvContentPartPr/>
                <p14:nvPr/>
              </p14:nvContentPartPr>
              <p14:xfrm>
                <a:off x="2481929" y="5394356"/>
                <a:ext cx="51120" cy="521640"/>
              </p14:xfrm>
            </p:contentPart>
          </mc:Choice>
          <mc:Fallback>
            <p:pic>
              <p:nvPicPr>
                <p:cNvPr id="25" name="Ink 24">
                  <a:extLst>
                    <a:ext uri="{FF2B5EF4-FFF2-40B4-BE49-F238E27FC236}">
                      <a16:creationId xmlns:a16="http://schemas.microsoft.com/office/drawing/2014/main" id="{A917C44D-16C3-69B4-A129-D63F38F58A7F}"/>
                    </a:ext>
                  </a:extLst>
                </p:cNvPr>
                <p:cNvPicPr/>
                <p:nvPr/>
              </p:nvPicPr>
              <p:blipFill>
                <a:blip r:embed="rId33"/>
                <a:stretch>
                  <a:fillRect/>
                </a:stretch>
              </p:blipFill>
              <p:spPr>
                <a:xfrm>
                  <a:off x="2477609" y="5390036"/>
                  <a:ext cx="59760" cy="53028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6" name="Ink 25">
                  <a:extLst>
                    <a:ext uri="{FF2B5EF4-FFF2-40B4-BE49-F238E27FC236}">
                      <a16:creationId xmlns:a16="http://schemas.microsoft.com/office/drawing/2014/main" id="{2F5C429B-1E5F-0282-FA23-93EE4BCDDB67}"/>
                    </a:ext>
                  </a:extLst>
                </p14:cNvPr>
                <p14:cNvContentPartPr/>
                <p14:nvPr/>
              </p14:nvContentPartPr>
              <p14:xfrm>
                <a:off x="2384009" y="5698916"/>
                <a:ext cx="285840" cy="182880"/>
              </p14:xfrm>
            </p:contentPart>
          </mc:Choice>
          <mc:Fallback>
            <p:pic>
              <p:nvPicPr>
                <p:cNvPr id="26" name="Ink 25">
                  <a:extLst>
                    <a:ext uri="{FF2B5EF4-FFF2-40B4-BE49-F238E27FC236}">
                      <a16:creationId xmlns:a16="http://schemas.microsoft.com/office/drawing/2014/main" id="{2F5C429B-1E5F-0282-FA23-93EE4BCDDB67}"/>
                    </a:ext>
                  </a:extLst>
                </p:cNvPr>
                <p:cNvPicPr/>
                <p:nvPr/>
              </p:nvPicPr>
              <p:blipFill>
                <a:blip r:embed="rId35"/>
                <a:stretch>
                  <a:fillRect/>
                </a:stretch>
              </p:blipFill>
              <p:spPr>
                <a:xfrm>
                  <a:off x="2379689" y="5694596"/>
                  <a:ext cx="294480" cy="19152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7" name="Ink 26">
                  <a:extLst>
                    <a:ext uri="{FF2B5EF4-FFF2-40B4-BE49-F238E27FC236}">
                      <a16:creationId xmlns:a16="http://schemas.microsoft.com/office/drawing/2014/main" id="{49DE1F87-F029-DC5C-0628-23195623F319}"/>
                    </a:ext>
                  </a:extLst>
                </p14:cNvPr>
                <p14:cNvContentPartPr/>
                <p14:nvPr/>
              </p14:nvContentPartPr>
              <p14:xfrm>
                <a:off x="2604689" y="5518196"/>
                <a:ext cx="50040" cy="18000"/>
              </p14:xfrm>
            </p:contentPart>
          </mc:Choice>
          <mc:Fallback>
            <p:pic>
              <p:nvPicPr>
                <p:cNvPr id="27" name="Ink 26">
                  <a:extLst>
                    <a:ext uri="{FF2B5EF4-FFF2-40B4-BE49-F238E27FC236}">
                      <a16:creationId xmlns:a16="http://schemas.microsoft.com/office/drawing/2014/main" id="{49DE1F87-F029-DC5C-0628-23195623F319}"/>
                    </a:ext>
                  </a:extLst>
                </p:cNvPr>
                <p:cNvPicPr/>
                <p:nvPr/>
              </p:nvPicPr>
              <p:blipFill>
                <a:blip r:embed="rId37"/>
                <a:stretch>
                  <a:fillRect/>
                </a:stretch>
              </p:blipFill>
              <p:spPr>
                <a:xfrm>
                  <a:off x="2600369" y="5513876"/>
                  <a:ext cx="58680" cy="2664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8" name="Ink 27">
                  <a:extLst>
                    <a:ext uri="{FF2B5EF4-FFF2-40B4-BE49-F238E27FC236}">
                      <a16:creationId xmlns:a16="http://schemas.microsoft.com/office/drawing/2014/main" id="{78D82308-E85F-2AEF-4C1B-D25A90910823}"/>
                    </a:ext>
                  </a:extLst>
                </p14:cNvPr>
                <p14:cNvContentPartPr/>
                <p14:nvPr/>
              </p14:nvContentPartPr>
              <p14:xfrm>
                <a:off x="2719889" y="5563196"/>
                <a:ext cx="259200" cy="224280"/>
              </p14:xfrm>
            </p:contentPart>
          </mc:Choice>
          <mc:Fallback>
            <p:pic>
              <p:nvPicPr>
                <p:cNvPr id="28" name="Ink 27">
                  <a:extLst>
                    <a:ext uri="{FF2B5EF4-FFF2-40B4-BE49-F238E27FC236}">
                      <a16:creationId xmlns:a16="http://schemas.microsoft.com/office/drawing/2014/main" id="{78D82308-E85F-2AEF-4C1B-D25A90910823}"/>
                    </a:ext>
                  </a:extLst>
                </p:cNvPr>
                <p:cNvPicPr/>
                <p:nvPr/>
              </p:nvPicPr>
              <p:blipFill>
                <a:blip r:embed="rId39"/>
                <a:stretch>
                  <a:fillRect/>
                </a:stretch>
              </p:blipFill>
              <p:spPr>
                <a:xfrm>
                  <a:off x="2715569" y="5558876"/>
                  <a:ext cx="267840" cy="23292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9" name="Ink 28">
                  <a:extLst>
                    <a:ext uri="{FF2B5EF4-FFF2-40B4-BE49-F238E27FC236}">
                      <a16:creationId xmlns:a16="http://schemas.microsoft.com/office/drawing/2014/main" id="{D7689825-5219-1A8D-1242-D49A15962A66}"/>
                    </a:ext>
                  </a:extLst>
                </p14:cNvPr>
                <p14:cNvContentPartPr/>
                <p14:nvPr/>
              </p14:nvContentPartPr>
              <p14:xfrm>
                <a:off x="2973689" y="5518916"/>
                <a:ext cx="185760" cy="99000"/>
              </p14:xfrm>
            </p:contentPart>
          </mc:Choice>
          <mc:Fallback>
            <p:pic>
              <p:nvPicPr>
                <p:cNvPr id="29" name="Ink 28">
                  <a:extLst>
                    <a:ext uri="{FF2B5EF4-FFF2-40B4-BE49-F238E27FC236}">
                      <a16:creationId xmlns:a16="http://schemas.microsoft.com/office/drawing/2014/main" id="{D7689825-5219-1A8D-1242-D49A15962A66}"/>
                    </a:ext>
                  </a:extLst>
                </p:cNvPr>
                <p:cNvPicPr/>
                <p:nvPr/>
              </p:nvPicPr>
              <p:blipFill>
                <a:blip r:embed="rId41"/>
                <a:stretch>
                  <a:fillRect/>
                </a:stretch>
              </p:blipFill>
              <p:spPr>
                <a:xfrm>
                  <a:off x="2969369" y="5514596"/>
                  <a:ext cx="194400" cy="107640"/>
                </a:xfrm>
                <a:prstGeom prst="rect">
                  <a:avLst/>
                </a:prstGeom>
              </p:spPr>
            </p:pic>
          </mc:Fallback>
        </mc:AlternateContent>
      </p:grpSp>
      <p:grpSp>
        <p:nvGrpSpPr>
          <p:cNvPr id="46" name="Group 45">
            <a:extLst>
              <a:ext uri="{FF2B5EF4-FFF2-40B4-BE49-F238E27FC236}">
                <a16:creationId xmlns:a16="http://schemas.microsoft.com/office/drawing/2014/main" id="{79494EC9-2010-9D92-483C-DECC0F3641C7}"/>
              </a:ext>
            </a:extLst>
          </p:cNvPr>
          <p:cNvGrpSpPr/>
          <p:nvPr/>
        </p:nvGrpSpPr>
        <p:grpSpPr>
          <a:xfrm>
            <a:off x="8119169" y="4569596"/>
            <a:ext cx="910440" cy="897120"/>
            <a:chOff x="8119169" y="4569596"/>
            <a:chExt cx="910440" cy="897120"/>
          </a:xfrm>
        </p:grpSpPr>
        <mc:AlternateContent xmlns:mc="http://schemas.openxmlformats.org/markup-compatibility/2006">
          <mc:Choice xmlns:p14="http://schemas.microsoft.com/office/powerpoint/2010/main" Requires="p14">
            <p:contentPart p14:bwMode="auto" r:id="rId42">
              <p14:nvContentPartPr>
                <p14:cNvPr id="31" name="Ink 30">
                  <a:extLst>
                    <a:ext uri="{FF2B5EF4-FFF2-40B4-BE49-F238E27FC236}">
                      <a16:creationId xmlns:a16="http://schemas.microsoft.com/office/drawing/2014/main" id="{560C060F-BBD2-EA67-79CE-3A57D7715DED}"/>
                    </a:ext>
                  </a:extLst>
                </p14:cNvPr>
                <p14:cNvContentPartPr/>
                <p14:nvPr/>
              </p14:nvContentPartPr>
              <p14:xfrm>
                <a:off x="8119169" y="4737356"/>
                <a:ext cx="190440" cy="375480"/>
              </p14:xfrm>
            </p:contentPart>
          </mc:Choice>
          <mc:Fallback>
            <p:pic>
              <p:nvPicPr>
                <p:cNvPr id="31" name="Ink 30">
                  <a:extLst>
                    <a:ext uri="{FF2B5EF4-FFF2-40B4-BE49-F238E27FC236}">
                      <a16:creationId xmlns:a16="http://schemas.microsoft.com/office/drawing/2014/main" id="{560C060F-BBD2-EA67-79CE-3A57D7715DED}"/>
                    </a:ext>
                  </a:extLst>
                </p:cNvPr>
                <p:cNvPicPr/>
                <p:nvPr/>
              </p:nvPicPr>
              <p:blipFill>
                <a:blip r:embed="rId43"/>
                <a:stretch>
                  <a:fillRect/>
                </a:stretch>
              </p:blipFill>
              <p:spPr>
                <a:xfrm>
                  <a:off x="8114849" y="4733036"/>
                  <a:ext cx="199080" cy="38412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32" name="Ink 31">
                  <a:extLst>
                    <a:ext uri="{FF2B5EF4-FFF2-40B4-BE49-F238E27FC236}">
                      <a16:creationId xmlns:a16="http://schemas.microsoft.com/office/drawing/2014/main" id="{075D99D7-C117-632B-C684-EC12CC857AEF}"/>
                    </a:ext>
                  </a:extLst>
                </p14:cNvPr>
                <p14:cNvContentPartPr/>
                <p14:nvPr/>
              </p14:nvContentPartPr>
              <p14:xfrm>
                <a:off x="8214929" y="4915196"/>
                <a:ext cx="110160" cy="15840"/>
              </p14:xfrm>
            </p:contentPart>
          </mc:Choice>
          <mc:Fallback>
            <p:pic>
              <p:nvPicPr>
                <p:cNvPr id="32" name="Ink 31">
                  <a:extLst>
                    <a:ext uri="{FF2B5EF4-FFF2-40B4-BE49-F238E27FC236}">
                      <a16:creationId xmlns:a16="http://schemas.microsoft.com/office/drawing/2014/main" id="{075D99D7-C117-632B-C684-EC12CC857AEF}"/>
                    </a:ext>
                  </a:extLst>
                </p:cNvPr>
                <p:cNvPicPr/>
                <p:nvPr/>
              </p:nvPicPr>
              <p:blipFill>
                <a:blip r:embed="rId45"/>
                <a:stretch>
                  <a:fillRect/>
                </a:stretch>
              </p:blipFill>
              <p:spPr>
                <a:xfrm>
                  <a:off x="8210609" y="4910876"/>
                  <a:ext cx="11880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33" name="Ink 32">
                  <a:extLst>
                    <a:ext uri="{FF2B5EF4-FFF2-40B4-BE49-F238E27FC236}">
                      <a16:creationId xmlns:a16="http://schemas.microsoft.com/office/drawing/2014/main" id="{CC4B4E73-8145-3326-5D37-32B8941B0178}"/>
                    </a:ext>
                  </a:extLst>
                </p14:cNvPr>
                <p14:cNvContentPartPr/>
                <p14:nvPr/>
              </p14:nvContentPartPr>
              <p14:xfrm>
                <a:off x="8451089" y="4603796"/>
                <a:ext cx="166320" cy="603360"/>
              </p14:xfrm>
            </p:contentPart>
          </mc:Choice>
          <mc:Fallback>
            <p:pic>
              <p:nvPicPr>
                <p:cNvPr id="33" name="Ink 32">
                  <a:extLst>
                    <a:ext uri="{FF2B5EF4-FFF2-40B4-BE49-F238E27FC236}">
                      <a16:creationId xmlns:a16="http://schemas.microsoft.com/office/drawing/2014/main" id="{CC4B4E73-8145-3326-5D37-32B8941B0178}"/>
                    </a:ext>
                  </a:extLst>
                </p:cNvPr>
                <p:cNvPicPr/>
                <p:nvPr/>
              </p:nvPicPr>
              <p:blipFill>
                <a:blip r:embed="rId47"/>
                <a:stretch>
                  <a:fillRect/>
                </a:stretch>
              </p:blipFill>
              <p:spPr>
                <a:xfrm>
                  <a:off x="8446769" y="4599476"/>
                  <a:ext cx="174960" cy="61200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4" name="Ink 33">
                  <a:extLst>
                    <a:ext uri="{FF2B5EF4-FFF2-40B4-BE49-F238E27FC236}">
                      <a16:creationId xmlns:a16="http://schemas.microsoft.com/office/drawing/2014/main" id="{FF38E069-5F43-9777-51F3-4BAE9422AEBA}"/>
                    </a:ext>
                  </a:extLst>
                </p14:cNvPr>
                <p14:cNvContentPartPr/>
                <p14:nvPr/>
              </p14:nvContentPartPr>
              <p14:xfrm>
                <a:off x="8596169" y="4740596"/>
                <a:ext cx="197280" cy="326160"/>
              </p14:xfrm>
            </p:contentPart>
          </mc:Choice>
          <mc:Fallback>
            <p:pic>
              <p:nvPicPr>
                <p:cNvPr id="34" name="Ink 33">
                  <a:extLst>
                    <a:ext uri="{FF2B5EF4-FFF2-40B4-BE49-F238E27FC236}">
                      <a16:creationId xmlns:a16="http://schemas.microsoft.com/office/drawing/2014/main" id="{FF38E069-5F43-9777-51F3-4BAE9422AEBA}"/>
                    </a:ext>
                  </a:extLst>
                </p:cNvPr>
                <p:cNvPicPr/>
                <p:nvPr/>
              </p:nvPicPr>
              <p:blipFill>
                <a:blip r:embed="rId49"/>
                <a:stretch>
                  <a:fillRect/>
                </a:stretch>
              </p:blipFill>
              <p:spPr>
                <a:xfrm>
                  <a:off x="8591849" y="4736276"/>
                  <a:ext cx="205920" cy="33480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5" name="Ink 34">
                  <a:extLst>
                    <a:ext uri="{FF2B5EF4-FFF2-40B4-BE49-F238E27FC236}">
                      <a16:creationId xmlns:a16="http://schemas.microsoft.com/office/drawing/2014/main" id="{64CAC67F-A492-B5A2-82E7-3C136271291C}"/>
                    </a:ext>
                  </a:extLst>
                </p14:cNvPr>
                <p14:cNvContentPartPr/>
                <p14:nvPr/>
              </p14:nvContentPartPr>
              <p14:xfrm>
                <a:off x="8650169" y="4903316"/>
                <a:ext cx="114840" cy="37080"/>
              </p14:xfrm>
            </p:contentPart>
          </mc:Choice>
          <mc:Fallback>
            <p:pic>
              <p:nvPicPr>
                <p:cNvPr id="35" name="Ink 34">
                  <a:extLst>
                    <a:ext uri="{FF2B5EF4-FFF2-40B4-BE49-F238E27FC236}">
                      <a16:creationId xmlns:a16="http://schemas.microsoft.com/office/drawing/2014/main" id="{64CAC67F-A492-B5A2-82E7-3C136271291C}"/>
                    </a:ext>
                  </a:extLst>
                </p:cNvPr>
                <p:cNvPicPr/>
                <p:nvPr/>
              </p:nvPicPr>
              <p:blipFill>
                <a:blip r:embed="rId51"/>
                <a:stretch>
                  <a:fillRect/>
                </a:stretch>
              </p:blipFill>
              <p:spPr>
                <a:xfrm>
                  <a:off x="8645849" y="4898996"/>
                  <a:ext cx="123480" cy="4572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6" name="Ink 35">
                  <a:extLst>
                    <a:ext uri="{FF2B5EF4-FFF2-40B4-BE49-F238E27FC236}">
                      <a16:creationId xmlns:a16="http://schemas.microsoft.com/office/drawing/2014/main" id="{08860946-2470-365A-11AF-AD55B649210F}"/>
                    </a:ext>
                  </a:extLst>
                </p14:cNvPr>
                <p14:cNvContentPartPr/>
                <p14:nvPr/>
              </p14:nvContentPartPr>
              <p14:xfrm>
                <a:off x="8887409" y="5126516"/>
                <a:ext cx="9720" cy="139680"/>
              </p14:xfrm>
            </p:contentPart>
          </mc:Choice>
          <mc:Fallback>
            <p:pic>
              <p:nvPicPr>
                <p:cNvPr id="36" name="Ink 35">
                  <a:extLst>
                    <a:ext uri="{FF2B5EF4-FFF2-40B4-BE49-F238E27FC236}">
                      <a16:creationId xmlns:a16="http://schemas.microsoft.com/office/drawing/2014/main" id="{08860946-2470-365A-11AF-AD55B649210F}"/>
                    </a:ext>
                  </a:extLst>
                </p:cNvPr>
                <p:cNvPicPr/>
                <p:nvPr/>
              </p:nvPicPr>
              <p:blipFill>
                <a:blip r:embed="rId53"/>
                <a:stretch>
                  <a:fillRect/>
                </a:stretch>
              </p:blipFill>
              <p:spPr>
                <a:xfrm>
                  <a:off x="8883089" y="5122196"/>
                  <a:ext cx="18360" cy="14832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7" name="Ink 36">
                  <a:extLst>
                    <a:ext uri="{FF2B5EF4-FFF2-40B4-BE49-F238E27FC236}">
                      <a16:creationId xmlns:a16="http://schemas.microsoft.com/office/drawing/2014/main" id="{C75A0BC2-F767-CEE7-1FE5-59797931C5AD}"/>
                    </a:ext>
                  </a:extLst>
                </p14:cNvPr>
                <p14:cNvContentPartPr/>
                <p14:nvPr/>
              </p14:nvContentPartPr>
              <p14:xfrm>
                <a:off x="8883809" y="4569596"/>
                <a:ext cx="145800" cy="897120"/>
              </p14:xfrm>
            </p:contentPart>
          </mc:Choice>
          <mc:Fallback>
            <p:pic>
              <p:nvPicPr>
                <p:cNvPr id="37" name="Ink 36">
                  <a:extLst>
                    <a:ext uri="{FF2B5EF4-FFF2-40B4-BE49-F238E27FC236}">
                      <a16:creationId xmlns:a16="http://schemas.microsoft.com/office/drawing/2014/main" id="{C75A0BC2-F767-CEE7-1FE5-59797931C5AD}"/>
                    </a:ext>
                  </a:extLst>
                </p:cNvPr>
                <p:cNvPicPr/>
                <p:nvPr/>
              </p:nvPicPr>
              <p:blipFill>
                <a:blip r:embed="rId55"/>
                <a:stretch>
                  <a:fillRect/>
                </a:stretch>
              </p:blipFill>
              <p:spPr>
                <a:xfrm>
                  <a:off x="8879489" y="4565276"/>
                  <a:ext cx="154440" cy="905760"/>
                </a:xfrm>
                <a:prstGeom prst="rect">
                  <a:avLst/>
                </a:prstGeom>
              </p:spPr>
            </p:pic>
          </mc:Fallback>
        </mc:AlternateContent>
      </p:grpSp>
      <p:grpSp>
        <p:nvGrpSpPr>
          <p:cNvPr id="45" name="Group 44">
            <a:extLst>
              <a:ext uri="{FF2B5EF4-FFF2-40B4-BE49-F238E27FC236}">
                <a16:creationId xmlns:a16="http://schemas.microsoft.com/office/drawing/2014/main" id="{B1D2FF21-147C-13A9-D4D9-BB3E25EC8B9B}"/>
              </a:ext>
            </a:extLst>
          </p:cNvPr>
          <p:cNvGrpSpPr/>
          <p:nvPr/>
        </p:nvGrpSpPr>
        <p:grpSpPr>
          <a:xfrm>
            <a:off x="9498689" y="4484636"/>
            <a:ext cx="963000" cy="1154160"/>
            <a:chOff x="9498689" y="4484636"/>
            <a:chExt cx="963000" cy="1154160"/>
          </a:xfrm>
        </p:grpSpPr>
        <mc:AlternateContent xmlns:mc="http://schemas.openxmlformats.org/markup-compatibility/2006">
          <mc:Choice xmlns:p14="http://schemas.microsoft.com/office/powerpoint/2010/main" Requires="p14">
            <p:contentPart p14:bwMode="auto" r:id="rId56">
              <p14:nvContentPartPr>
                <p14:cNvPr id="38" name="Ink 37">
                  <a:extLst>
                    <a:ext uri="{FF2B5EF4-FFF2-40B4-BE49-F238E27FC236}">
                      <a16:creationId xmlns:a16="http://schemas.microsoft.com/office/drawing/2014/main" id="{A4F16BA6-0EC6-295E-0ADF-BE152DAC0717}"/>
                    </a:ext>
                  </a:extLst>
                </p14:cNvPr>
                <p14:cNvContentPartPr/>
                <p14:nvPr/>
              </p14:nvContentPartPr>
              <p14:xfrm>
                <a:off x="9498689" y="4677596"/>
                <a:ext cx="193680" cy="450360"/>
              </p14:xfrm>
            </p:contentPart>
          </mc:Choice>
          <mc:Fallback>
            <p:pic>
              <p:nvPicPr>
                <p:cNvPr id="38" name="Ink 37">
                  <a:extLst>
                    <a:ext uri="{FF2B5EF4-FFF2-40B4-BE49-F238E27FC236}">
                      <a16:creationId xmlns:a16="http://schemas.microsoft.com/office/drawing/2014/main" id="{A4F16BA6-0EC6-295E-0ADF-BE152DAC0717}"/>
                    </a:ext>
                  </a:extLst>
                </p:cNvPr>
                <p:cNvPicPr/>
                <p:nvPr/>
              </p:nvPicPr>
              <p:blipFill>
                <a:blip r:embed="rId57"/>
                <a:stretch>
                  <a:fillRect/>
                </a:stretch>
              </p:blipFill>
              <p:spPr>
                <a:xfrm>
                  <a:off x="9494369" y="4673276"/>
                  <a:ext cx="202320" cy="45900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9" name="Ink 38">
                  <a:extLst>
                    <a:ext uri="{FF2B5EF4-FFF2-40B4-BE49-F238E27FC236}">
                      <a16:creationId xmlns:a16="http://schemas.microsoft.com/office/drawing/2014/main" id="{5BE6C5DB-5A09-1655-44BC-6CBDF9CE459D}"/>
                    </a:ext>
                  </a:extLst>
                </p14:cNvPr>
                <p14:cNvContentPartPr/>
                <p14:nvPr/>
              </p14:nvContentPartPr>
              <p14:xfrm>
                <a:off x="9522089" y="4904396"/>
                <a:ext cx="182160" cy="35640"/>
              </p14:xfrm>
            </p:contentPart>
          </mc:Choice>
          <mc:Fallback>
            <p:pic>
              <p:nvPicPr>
                <p:cNvPr id="39" name="Ink 38">
                  <a:extLst>
                    <a:ext uri="{FF2B5EF4-FFF2-40B4-BE49-F238E27FC236}">
                      <a16:creationId xmlns:a16="http://schemas.microsoft.com/office/drawing/2014/main" id="{5BE6C5DB-5A09-1655-44BC-6CBDF9CE459D}"/>
                    </a:ext>
                  </a:extLst>
                </p:cNvPr>
                <p:cNvPicPr/>
                <p:nvPr/>
              </p:nvPicPr>
              <p:blipFill>
                <a:blip r:embed="rId59"/>
                <a:stretch>
                  <a:fillRect/>
                </a:stretch>
              </p:blipFill>
              <p:spPr>
                <a:xfrm>
                  <a:off x="9517769" y="4900076"/>
                  <a:ext cx="190800" cy="4428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40" name="Ink 39">
                  <a:extLst>
                    <a:ext uri="{FF2B5EF4-FFF2-40B4-BE49-F238E27FC236}">
                      <a16:creationId xmlns:a16="http://schemas.microsoft.com/office/drawing/2014/main" id="{4F85DD40-89B5-800F-AA39-81863025AC45}"/>
                    </a:ext>
                  </a:extLst>
                </p14:cNvPr>
                <p14:cNvContentPartPr/>
                <p14:nvPr/>
              </p14:nvContentPartPr>
              <p14:xfrm>
                <a:off x="9839249" y="4484636"/>
                <a:ext cx="228240" cy="801360"/>
              </p14:xfrm>
            </p:contentPart>
          </mc:Choice>
          <mc:Fallback>
            <p:pic>
              <p:nvPicPr>
                <p:cNvPr id="40" name="Ink 39">
                  <a:extLst>
                    <a:ext uri="{FF2B5EF4-FFF2-40B4-BE49-F238E27FC236}">
                      <a16:creationId xmlns:a16="http://schemas.microsoft.com/office/drawing/2014/main" id="{4F85DD40-89B5-800F-AA39-81863025AC45}"/>
                    </a:ext>
                  </a:extLst>
                </p:cNvPr>
                <p:cNvPicPr/>
                <p:nvPr/>
              </p:nvPicPr>
              <p:blipFill>
                <a:blip r:embed="rId61"/>
                <a:stretch>
                  <a:fillRect/>
                </a:stretch>
              </p:blipFill>
              <p:spPr>
                <a:xfrm>
                  <a:off x="9834929" y="4480316"/>
                  <a:ext cx="236880" cy="81000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41" name="Ink 40">
                  <a:extLst>
                    <a:ext uri="{FF2B5EF4-FFF2-40B4-BE49-F238E27FC236}">
                      <a16:creationId xmlns:a16="http://schemas.microsoft.com/office/drawing/2014/main" id="{2248F84A-7C5D-208F-B294-5CC43B1ABAF9}"/>
                    </a:ext>
                  </a:extLst>
                </p14:cNvPr>
                <p14:cNvContentPartPr/>
                <p14:nvPr/>
              </p14:nvContentPartPr>
              <p14:xfrm>
                <a:off x="9974609" y="4675076"/>
                <a:ext cx="126000" cy="374400"/>
              </p14:xfrm>
            </p:contentPart>
          </mc:Choice>
          <mc:Fallback>
            <p:pic>
              <p:nvPicPr>
                <p:cNvPr id="41" name="Ink 40">
                  <a:extLst>
                    <a:ext uri="{FF2B5EF4-FFF2-40B4-BE49-F238E27FC236}">
                      <a16:creationId xmlns:a16="http://schemas.microsoft.com/office/drawing/2014/main" id="{2248F84A-7C5D-208F-B294-5CC43B1ABAF9}"/>
                    </a:ext>
                  </a:extLst>
                </p:cNvPr>
                <p:cNvPicPr/>
                <p:nvPr/>
              </p:nvPicPr>
              <p:blipFill>
                <a:blip r:embed="rId63"/>
                <a:stretch>
                  <a:fillRect/>
                </a:stretch>
              </p:blipFill>
              <p:spPr>
                <a:xfrm>
                  <a:off x="9970289" y="4670756"/>
                  <a:ext cx="134640" cy="38304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42" name="Ink 41">
                  <a:extLst>
                    <a:ext uri="{FF2B5EF4-FFF2-40B4-BE49-F238E27FC236}">
                      <a16:creationId xmlns:a16="http://schemas.microsoft.com/office/drawing/2014/main" id="{7D26BF1B-FB35-201A-CE94-62C9DF52E5AA}"/>
                    </a:ext>
                  </a:extLst>
                </p14:cNvPr>
                <p14:cNvContentPartPr/>
                <p14:nvPr/>
              </p14:nvContentPartPr>
              <p14:xfrm>
                <a:off x="9928169" y="4874876"/>
                <a:ext cx="191520" cy="39240"/>
              </p14:xfrm>
            </p:contentPart>
          </mc:Choice>
          <mc:Fallback>
            <p:pic>
              <p:nvPicPr>
                <p:cNvPr id="42" name="Ink 41">
                  <a:extLst>
                    <a:ext uri="{FF2B5EF4-FFF2-40B4-BE49-F238E27FC236}">
                      <a16:creationId xmlns:a16="http://schemas.microsoft.com/office/drawing/2014/main" id="{7D26BF1B-FB35-201A-CE94-62C9DF52E5AA}"/>
                    </a:ext>
                  </a:extLst>
                </p:cNvPr>
                <p:cNvPicPr/>
                <p:nvPr/>
              </p:nvPicPr>
              <p:blipFill>
                <a:blip r:embed="rId65"/>
                <a:stretch>
                  <a:fillRect/>
                </a:stretch>
              </p:blipFill>
              <p:spPr>
                <a:xfrm>
                  <a:off x="9923849" y="4870556"/>
                  <a:ext cx="200160" cy="4788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43" name="Ink 42">
                  <a:extLst>
                    <a:ext uri="{FF2B5EF4-FFF2-40B4-BE49-F238E27FC236}">
                      <a16:creationId xmlns:a16="http://schemas.microsoft.com/office/drawing/2014/main" id="{A08F113F-5E5A-1C56-9015-ACC46ABE22D3}"/>
                    </a:ext>
                  </a:extLst>
                </p14:cNvPr>
                <p14:cNvContentPartPr/>
                <p14:nvPr/>
              </p14:nvContentPartPr>
              <p14:xfrm>
                <a:off x="10211129" y="4990436"/>
                <a:ext cx="250560" cy="147240"/>
              </p14:xfrm>
            </p:contentPart>
          </mc:Choice>
          <mc:Fallback>
            <p:pic>
              <p:nvPicPr>
                <p:cNvPr id="43" name="Ink 42">
                  <a:extLst>
                    <a:ext uri="{FF2B5EF4-FFF2-40B4-BE49-F238E27FC236}">
                      <a16:creationId xmlns:a16="http://schemas.microsoft.com/office/drawing/2014/main" id="{A08F113F-5E5A-1C56-9015-ACC46ABE22D3}"/>
                    </a:ext>
                  </a:extLst>
                </p:cNvPr>
                <p:cNvPicPr/>
                <p:nvPr/>
              </p:nvPicPr>
              <p:blipFill>
                <a:blip r:embed="rId67"/>
                <a:stretch>
                  <a:fillRect/>
                </a:stretch>
              </p:blipFill>
              <p:spPr>
                <a:xfrm>
                  <a:off x="10206809" y="4986116"/>
                  <a:ext cx="259200" cy="15588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4" name="Ink 43">
                  <a:extLst>
                    <a:ext uri="{FF2B5EF4-FFF2-40B4-BE49-F238E27FC236}">
                      <a16:creationId xmlns:a16="http://schemas.microsoft.com/office/drawing/2014/main" id="{825816E6-C9C6-8DBA-96F0-FCB7FBFFE97E}"/>
                    </a:ext>
                  </a:extLst>
                </p14:cNvPr>
                <p14:cNvContentPartPr/>
                <p14:nvPr/>
              </p14:nvContentPartPr>
              <p14:xfrm>
                <a:off x="10194569" y="4491476"/>
                <a:ext cx="233280" cy="1147320"/>
              </p14:xfrm>
            </p:contentPart>
          </mc:Choice>
          <mc:Fallback>
            <p:pic>
              <p:nvPicPr>
                <p:cNvPr id="44" name="Ink 43">
                  <a:extLst>
                    <a:ext uri="{FF2B5EF4-FFF2-40B4-BE49-F238E27FC236}">
                      <a16:creationId xmlns:a16="http://schemas.microsoft.com/office/drawing/2014/main" id="{825816E6-C9C6-8DBA-96F0-FCB7FBFFE97E}"/>
                    </a:ext>
                  </a:extLst>
                </p:cNvPr>
                <p:cNvPicPr/>
                <p:nvPr/>
              </p:nvPicPr>
              <p:blipFill>
                <a:blip r:embed="rId69"/>
                <a:stretch>
                  <a:fillRect/>
                </a:stretch>
              </p:blipFill>
              <p:spPr>
                <a:xfrm>
                  <a:off x="10190249" y="4487156"/>
                  <a:ext cx="241920" cy="1155960"/>
                </a:xfrm>
                <a:prstGeom prst="rect">
                  <a:avLst/>
                </a:prstGeom>
              </p:spPr>
            </p:pic>
          </mc:Fallback>
        </mc:AlternateContent>
      </p:grpSp>
    </p:spTree>
    <p:extLst>
      <p:ext uri="{BB962C8B-B14F-4D97-AF65-F5344CB8AC3E}">
        <p14:creationId xmlns:p14="http://schemas.microsoft.com/office/powerpoint/2010/main" val="1774332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mn-lt"/>
              </a:rPr>
              <a:t>Correlation Vs Time Series</a:t>
            </a:r>
            <a:endParaRPr lang="en-IN" sz="3200" dirty="0">
              <a:latin typeface="+mn-lt"/>
            </a:endParaRPr>
          </a:p>
        </p:txBody>
      </p:sp>
      <p:pic>
        <p:nvPicPr>
          <p:cNvPr id="3" name="Picture 2"/>
          <p:cNvPicPr>
            <a:picLocks noChangeAspect="1"/>
          </p:cNvPicPr>
          <p:nvPr/>
        </p:nvPicPr>
        <p:blipFill>
          <a:blip r:embed="rId3"/>
          <a:stretch>
            <a:fillRect/>
          </a:stretch>
        </p:blipFill>
        <p:spPr>
          <a:xfrm>
            <a:off x="543999" y="1201271"/>
            <a:ext cx="10975648" cy="4975411"/>
          </a:xfrm>
          <a:prstGeom prst="rect">
            <a:avLst/>
          </a:prstGeom>
        </p:spPr>
      </p:pic>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3DD6A50C-18C5-6665-01FC-B73252CAAC6A}"/>
                  </a:ext>
                </a:extLst>
              </p14:cNvPr>
              <p14:cNvContentPartPr/>
              <p14:nvPr/>
            </p14:nvContentPartPr>
            <p14:xfrm>
              <a:off x="7169489" y="2391596"/>
              <a:ext cx="3355200" cy="1147320"/>
            </p14:xfrm>
          </p:contentPart>
        </mc:Choice>
        <mc:Fallback>
          <p:pic>
            <p:nvPicPr>
              <p:cNvPr id="4" name="Ink 3">
                <a:extLst>
                  <a:ext uri="{FF2B5EF4-FFF2-40B4-BE49-F238E27FC236}">
                    <a16:creationId xmlns:a16="http://schemas.microsoft.com/office/drawing/2014/main" id="{3DD6A50C-18C5-6665-01FC-B73252CAAC6A}"/>
                  </a:ext>
                </a:extLst>
              </p:cNvPr>
              <p:cNvPicPr/>
              <p:nvPr/>
            </p:nvPicPr>
            <p:blipFill>
              <a:blip r:embed="rId5"/>
              <a:stretch>
                <a:fillRect/>
              </a:stretch>
            </p:blipFill>
            <p:spPr>
              <a:xfrm>
                <a:off x="7165169" y="2387276"/>
                <a:ext cx="3363840" cy="11559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1D81D2D4-4C44-2A05-CEA9-000369C2B369}"/>
                  </a:ext>
                </a:extLst>
              </p14:cNvPr>
              <p14:cNvContentPartPr/>
              <p14:nvPr/>
            </p14:nvContentPartPr>
            <p14:xfrm>
              <a:off x="3537449" y="4450796"/>
              <a:ext cx="3576240" cy="987120"/>
            </p14:xfrm>
          </p:contentPart>
        </mc:Choice>
        <mc:Fallback>
          <p:pic>
            <p:nvPicPr>
              <p:cNvPr id="5" name="Ink 4">
                <a:extLst>
                  <a:ext uri="{FF2B5EF4-FFF2-40B4-BE49-F238E27FC236}">
                    <a16:creationId xmlns:a16="http://schemas.microsoft.com/office/drawing/2014/main" id="{1D81D2D4-4C44-2A05-CEA9-000369C2B369}"/>
                  </a:ext>
                </a:extLst>
              </p:cNvPr>
              <p:cNvPicPr/>
              <p:nvPr/>
            </p:nvPicPr>
            <p:blipFill>
              <a:blip r:embed="rId7"/>
              <a:stretch>
                <a:fillRect/>
              </a:stretch>
            </p:blipFill>
            <p:spPr>
              <a:xfrm>
                <a:off x="3533129" y="4446476"/>
                <a:ext cx="3584880" cy="995760"/>
              </a:xfrm>
              <a:prstGeom prst="rect">
                <a:avLst/>
              </a:prstGeom>
            </p:spPr>
          </p:pic>
        </mc:Fallback>
      </mc:AlternateContent>
      <p:grpSp>
        <p:nvGrpSpPr>
          <p:cNvPr id="10" name="Group 9">
            <a:extLst>
              <a:ext uri="{FF2B5EF4-FFF2-40B4-BE49-F238E27FC236}">
                <a16:creationId xmlns:a16="http://schemas.microsoft.com/office/drawing/2014/main" id="{AA1B55E3-894B-E184-C987-7965082D35D8}"/>
              </a:ext>
            </a:extLst>
          </p:cNvPr>
          <p:cNvGrpSpPr/>
          <p:nvPr/>
        </p:nvGrpSpPr>
        <p:grpSpPr>
          <a:xfrm>
            <a:off x="7496009" y="4938956"/>
            <a:ext cx="3792600" cy="128520"/>
            <a:chOff x="7496009" y="4938956"/>
            <a:chExt cx="3792600" cy="128520"/>
          </a:xfrm>
        </p:grpSpPr>
        <mc:AlternateContent xmlns:mc="http://schemas.openxmlformats.org/markup-compatibility/2006">
          <mc:Choice xmlns:p14="http://schemas.microsoft.com/office/powerpoint/2010/main" Requires="p14">
            <p:contentPart p14:bwMode="auto" r:id="rId8">
              <p14:nvContentPartPr>
                <p14:cNvPr id="6" name="Ink 5">
                  <a:extLst>
                    <a:ext uri="{FF2B5EF4-FFF2-40B4-BE49-F238E27FC236}">
                      <a16:creationId xmlns:a16="http://schemas.microsoft.com/office/drawing/2014/main" id="{D918B14A-99E1-371F-836A-5912BA08DEA2}"/>
                    </a:ext>
                  </a:extLst>
                </p14:cNvPr>
                <p14:cNvContentPartPr/>
                <p14:nvPr/>
              </p14:nvContentPartPr>
              <p14:xfrm>
                <a:off x="7496009" y="4938956"/>
                <a:ext cx="2204640" cy="128520"/>
              </p14:xfrm>
            </p:contentPart>
          </mc:Choice>
          <mc:Fallback>
            <p:pic>
              <p:nvPicPr>
                <p:cNvPr id="6" name="Ink 5">
                  <a:extLst>
                    <a:ext uri="{FF2B5EF4-FFF2-40B4-BE49-F238E27FC236}">
                      <a16:creationId xmlns:a16="http://schemas.microsoft.com/office/drawing/2014/main" id="{D918B14A-99E1-371F-836A-5912BA08DEA2}"/>
                    </a:ext>
                  </a:extLst>
                </p:cNvPr>
                <p:cNvPicPr/>
                <p:nvPr/>
              </p:nvPicPr>
              <p:blipFill>
                <a:blip r:embed="rId9"/>
                <a:stretch>
                  <a:fillRect/>
                </a:stretch>
              </p:blipFill>
              <p:spPr>
                <a:xfrm>
                  <a:off x="7491689" y="4934636"/>
                  <a:ext cx="2213280" cy="1371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7" name="Ink 6">
                  <a:extLst>
                    <a:ext uri="{FF2B5EF4-FFF2-40B4-BE49-F238E27FC236}">
                      <a16:creationId xmlns:a16="http://schemas.microsoft.com/office/drawing/2014/main" id="{D780AE43-8503-4CDC-3802-643E525BB496}"/>
                    </a:ext>
                  </a:extLst>
                </p14:cNvPr>
                <p14:cNvContentPartPr/>
                <p14:nvPr/>
              </p14:nvContentPartPr>
              <p14:xfrm>
                <a:off x="9912329" y="5007356"/>
                <a:ext cx="1376280" cy="26280"/>
              </p14:xfrm>
            </p:contentPart>
          </mc:Choice>
          <mc:Fallback>
            <p:pic>
              <p:nvPicPr>
                <p:cNvPr id="7" name="Ink 6">
                  <a:extLst>
                    <a:ext uri="{FF2B5EF4-FFF2-40B4-BE49-F238E27FC236}">
                      <a16:creationId xmlns:a16="http://schemas.microsoft.com/office/drawing/2014/main" id="{D780AE43-8503-4CDC-3802-643E525BB496}"/>
                    </a:ext>
                  </a:extLst>
                </p:cNvPr>
                <p:cNvPicPr/>
                <p:nvPr/>
              </p:nvPicPr>
              <p:blipFill>
                <a:blip r:embed="rId11"/>
                <a:stretch>
                  <a:fillRect/>
                </a:stretch>
              </p:blipFill>
              <p:spPr>
                <a:xfrm>
                  <a:off x="9908009" y="5003036"/>
                  <a:ext cx="1384920" cy="349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2">
            <p14:nvContentPartPr>
              <p14:cNvPr id="8" name="Ink 7">
                <a:extLst>
                  <a:ext uri="{FF2B5EF4-FFF2-40B4-BE49-F238E27FC236}">
                    <a16:creationId xmlns:a16="http://schemas.microsoft.com/office/drawing/2014/main" id="{9BB7B37A-0363-1B47-53F3-ACE187DEEA68}"/>
                  </a:ext>
                </a:extLst>
              </p14:cNvPr>
              <p14:cNvContentPartPr/>
              <p14:nvPr/>
            </p14:nvContentPartPr>
            <p14:xfrm>
              <a:off x="7534889" y="5273396"/>
              <a:ext cx="2168280" cy="48960"/>
            </p14:xfrm>
          </p:contentPart>
        </mc:Choice>
        <mc:Fallback>
          <p:pic>
            <p:nvPicPr>
              <p:cNvPr id="8" name="Ink 7">
                <a:extLst>
                  <a:ext uri="{FF2B5EF4-FFF2-40B4-BE49-F238E27FC236}">
                    <a16:creationId xmlns:a16="http://schemas.microsoft.com/office/drawing/2014/main" id="{9BB7B37A-0363-1B47-53F3-ACE187DEEA68}"/>
                  </a:ext>
                </a:extLst>
              </p:cNvPr>
              <p:cNvPicPr/>
              <p:nvPr/>
            </p:nvPicPr>
            <p:blipFill>
              <a:blip r:embed="rId13"/>
              <a:stretch>
                <a:fillRect/>
              </a:stretch>
            </p:blipFill>
            <p:spPr>
              <a:xfrm>
                <a:off x="7530569" y="5269076"/>
                <a:ext cx="2176920" cy="576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9" name="Ink 8">
                <a:extLst>
                  <a:ext uri="{FF2B5EF4-FFF2-40B4-BE49-F238E27FC236}">
                    <a16:creationId xmlns:a16="http://schemas.microsoft.com/office/drawing/2014/main" id="{95FF589D-26EE-E30E-8C76-FF89DEA478A4}"/>
                  </a:ext>
                </a:extLst>
              </p14:cNvPr>
              <p14:cNvContentPartPr/>
              <p14:nvPr/>
            </p14:nvContentPartPr>
            <p14:xfrm>
              <a:off x="7559369" y="5607836"/>
              <a:ext cx="3050640" cy="132480"/>
            </p14:xfrm>
          </p:contentPart>
        </mc:Choice>
        <mc:Fallback>
          <p:pic>
            <p:nvPicPr>
              <p:cNvPr id="9" name="Ink 8">
                <a:extLst>
                  <a:ext uri="{FF2B5EF4-FFF2-40B4-BE49-F238E27FC236}">
                    <a16:creationId xmlns:a16="http://schemas.microsoft.com/office/drawing/2014/main" id="{95FF589D-26EE-E30E-8C76-FF89DEA478A4}"/>
                  </a:ext>
                </a:extLst>
              </p:cNvPr>
              <p:cNvPicPr/>
              <p:nvPr/>
            </p:nvPicPr>
            <p:blipFill>
              <a:blip r:embed="rId15"/>
              <a:stretch>
                <a:fillRect/>
              </a:stretch>
            </p:blipFill>
            <p:spPr>
              <a:xfrm>
                <a:off x="7555049" y="5603516"/>
                <a:ext cx="3059280" cy="141120"/>
              </a:xfrm>
              <a:prstGeom prst="rect">
                <a:avLst/>
              </a:prstGeom>
            </p:spPr>
          </p:pic>
        </mc:Fallback>
      </mc:AlternateContent>
    </p:spTree>
    <p:extLst>
      <p:ext uri="{BB962C8B-B14F-4D97-AF65-F5344CB8AC3E}">
        <p14:creationId xmlns:p14="http://schemas.microsoft.com/office/powerpoint/2010/main" val="20088250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latin typeface="+mn-lt"/>
              </a:rPr>
              <a:t>Correlation Vs Time Series</a:t>
            </a:r>
            <a:endParaRPr lang="en-IN" sz="2800" dirty="0">
              <a:latin typeface="+mn-lt"/>
            </a:endParaRPr>
          </a:p>
        </p:txBody>
      </p:sp>
      <p:pic>
        <p:nvPicPr>
          <p:cNvPr id="5" name="Picture 4"/>
          <p:cNvPicPr>
            <a:picLocks noChangeAspect="1"/>
          </p:cNvPicPr>
          <p:nvPr/>
        </p:nvPicPr>
        <p:blipFill>
          <a:blip r:embed="rId3"/>
          <a:stretch>
            <a:fillRect/>
          </a:stretch>
        </p:blipFill>
        <p:spPr>
          <a:xfrm>
            <a:off x="277906" y="924933"/>
            <a:ext cx="11541760" cy="5547276"/>
          </a:xfrm>
          <a:prstGeom prst="rect">
            <a:avLst/>
          </a:prstGeom>
        </p:spPr>
      </p:pic>
      <mc:AlternateContent xmlns:mc="http://schemas.openxmlformats.org/markup-compatibility/2006">
        <mc:Choice xmlns:p14="http://schemas.microsoft.com/office/powerpoint/2010/main" Requires="p14">
          <p:contentPart p14:bwMode="auto" r:id="rId4">
            <p14:nvContentPartPr>
              <p14:cNvPr id="17" name="Ink 16">
                <a:extLst>
                  <a:ext uri="{FF2B5EF4-FFF2-40B4-BE49-F238E27FC236}">
                    <a16:creationId xmlns:a16="http://schemas.microsoft.com/office/drawing/2014/main" id="{B6C2E939-B4D6-0B52-E766-70EAE32210FB}"/>
                  </a:ext>
                </a:extLst>
              </p14:cNvPr>
              <p14:cNvContentPartPr/>
              <p14:nvPr/>
            </p14:nvContentPartPr>
            <p14:xfrm>
              <a:off x="4360409" y="4246316"/>
              <a:ext cx="2865600" cy="424800"/>
            </p14:xfrm>
          </p:contentPart>
        </mc:Choice>
        <mc:Fallback>
          <p:pic>
            <p:nvPicPr>
              <p:cNvPr id="17" name="Ink 16">
                <a:extLst>
                  <a:ext uri="{FF2B5EF4-FFF2-40B4-BE49-F238E27FC236}">
                    <a16:creationId xmlns:a16="http://schemas.microsoft.com/office/drawing/2014/main" id="{B6C2E939-B4D6-0B52-E766-70EAE32210FB}"/>
                  </a:ext>
                </a:extLst>
              </p:cNvPr>
              <p:cNvPicPr/>
              <p:nvPr/>
            </p:nvPicPr>
            <p:blipFill>
              <a:blip r:embed="rId5"/>
              <a:stretch>
                <a:fillRect/>
              </a:stretch>
            </p:blipFill>
            <p:spPr>
              <a:xfrm>
                <a:off x="4356089" y="4241996"/>
                <a:ext cx="2874240" cy="4334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8" name="Ink 17">
                <a:extLst>
                  <a:ext uri="{FF2B5EF4-FFF2-40B4-BE49-F238E27FC236}">
                    <a16:creationId xmlns:a16="http://schemas.microsoft.com/office/drawing/2014/main" id="{DF07CE94-C1DF-1DC4-919B-048CE35AFC63}"/>
                  </a:ext>
                </a:extLst>
              </p14:cNvPr>
              <p14:cNvContentPartPr/>
              <p14:nvPr/>
            </p14:nvContentPartPr>
            <p14:xfrm>
              <a:off x="6443729" y="5367356"/>
              <a:ext cx="1167120" cy="174960"/>
            </p14:xfrm>
          </p:contentPart>
        </mc:Choice>
        <mc:Fallback>
          <p:pic>
            <p:nvPicPr>
              <p:cNvPr id="18" name="Ink 17">
                <a:extLst>
                  <a:ext uri="{FF2B5EF4-FFF2-40B4-BE49-F238E27FC236}">
                    <a16:creationId xmlns:a16="http://schemas.microsoft.com/office/drawing/2014/main" id="{DF07CE94-C1DF-1DC4-919B-048CE35AFC63}"/>
                  </a:ext>
                </a:extLst>
              </p:cNvPr>
              <p:cNvPicPr/>
              <p:nvPr/>
            </p:nvPicPr>
            <p:blipFill>
              <a:blip r:embed="rId7"/>
              <a:stretch>
                <a:fillRect/>
              </a:stretch>
            </p:blipFill>
            <p:spPr>
              <a:xfrm>
                <a:off x="6439409" y="5363036"/>
                <a:ext cx="1175760" cy="183600"/>
              </a:xfrm>
              <a:prstGeom prst="rect">
                <a:avLst/>
              </a:prstGeom>
            </p:spPr>
          </p:pic>
        </mc:Fallback>
      </mc:AlternateContent>
      <p:grpSp>
        <p:nvGrpSpPr>
          <p:cNvPr id="21" name="Group 20">
            <a:extLst>
              <a:ext uri="{FF2B5EF4-FFF2-40B4-BE49-F238E27FC236}">
                <a16:creationId xmlns:a16="http://schemas.microsoft.com/office/drawing/2014/main" id="{690F8D95-2BA5-4B02-24EF-300ED7578DA3}"/>
              </a:ext>
            </a:extLst>
          </p:cNvPr>
          <p:cNvGrpSpPr/>
          <p:nvPr/>
        </p:nvGrpSpPr>
        <p:grpSpPr>
          <a:xfrm>
            <a:off x="4442129" y="6178436"/>
            <a:ext cx="2613240" cy="210600"/>
            <a:chOff x="4442129" y="6178436"/>
            <a:chExt cx="2613240" cy="210600"/>
          </a:xfrm>
        </p:grpSpPr>
        <mc:AlternateContent xmlns:mc="http://schemas.openxmlformats.org/markup-compatibility/2006">
          <mc:Choice xmlns:p14="http://schemas.microsoft.com/office/powerpoint/2010/main" Requires="p14">
            <p:contentPart p14:bwMode="auto" r:id="rId8">
              <p14:nvContentPartPr>
                <p14:cNvPr id="19" name="Ink 18">
                  <a:extLst>
                    <a:ext uri="{FF2B5EF4-FFF2-40B4-BE49-F238E27FC236}">
                      <a16:creationId xmlns:a16="http://schemas.microsoft.com/office/drawing/2014/main" id="{F2F6A20F-0109-C034-9DED-ACA4F353761D}"/>
                    </a:ext>
                  </a:extLst>
                </p14:cNvPr>
                <p14:cNvContentPartPr/>
                <p14:nvPr/>
              </p14:nvContentPartPr>
              <p14:xfrm>
                <a:off x="4540769" y="6335756"/>
                <a:ext cx="360" cy="360"/>
              </p14:xfrm>
            </p:contentPart>
          </mc:Choice>
          <mc:Fallback>
            <p:pic>
              <p:nvPicPr>
                <p:cNvPr id="19" name="Ink 18">
                  <a:extLst>
                    <a:ext uri="{FF2B5EF4-FFF2-40B4-BE49-F238E27FC236}">
                      <a16:creationId xmlns:a16="http://schemas.microsoft.com/office/drawing/2014/main" id="{F2F6A20F-0109-C034-9DED-ACA4F353761D}"/>
                    </a:ext>
                  </a:extLst>
                </p:cNvPr>
                <p:cNvPicPr/>
                <p:nvPr/>
              </p:nvPicPr>
              <p:blipFill>
                <a:blip r:embed="rId9"/>
                <a:stretch>
                  <a:fillRect/>
                </a:stretch>
              </p:blipFill>
              <p:spPr>
                <a:xfrm>
                  <a:off x="4536449" y="633143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20" name="Ink 19">
                  <a:extLst>
                    <a:ext uri="{FF2B5EF4-FFF2-40B4-BE49-F238E27FC236}">
                      <a16:creationId xmlns:a16="http://schemas.microsoft.com/office/drawing/2014/main" id="{BA7D0CF5-3498-E115-241F-1547BF51CFE2}"/>
                    </a:ext>
                  </a:extLst>
                </p14:cNvPr>
                <p14:cNvContentPartPr/>
                <p14:nvPr/>
              </p14:nvContentPartPr>
              <p14:xfrm>
                <a:off x="4442129" y="6178436"/>
                <a:ext cx="2613240" cy="210600"/>
              </p14:xfrm>
            </p:contentPart>
          </mc:Choice>
          <mc:Fallback>
            <p:pic>
              <p:nvPicPr>
                <p:cNvPr id="20" name="Ink 19">
                  <a:extLst>
                    <a:ext uri="{FF2B5EF4-FFF2-40B4-BE49-F238E27FC236}">
                      <a16:creationId xmlns:a16="http://schemas.microsoft.com/office/drawing/2014/main" id="{BA7D0CF5-3498-E115-241F-1547BF51CFE2}"/>
                    </a:ext>
                  </a:extLst>
                </p:cNvPr>
                <p:cNvPicPr/>
                <p:nvPr/>
              </p:nvPicPr>
              <p:blipFill>
                <a:blip r:embed="rId11"/>
                <a:stretch>
                  <a:fillRect/>
                </a:stretch>
              </p:blipFill>
              <p:spPr>
                <a:xfrm>
                  <a:off x="4437809" y="6174116"/>
                  <a:ext cx="2621880" cy="2192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2">
            <p14:nvContentPartPr>
              <p14:cNvPr id="23" name="Ink 22">
                <a:extLst>
                  <a:ext uri="{FF2B5EF4-FFF2-40B4-BE49-F238E27FC236}">
                    <a16:creationId xmlns:a16="http://schemas.microsoft.com/office/drawing/2014/main" id="{21CB7F7A-2CA0-2189-CA81-9E2366C16A6B}"/>
                  </a:ext>
                </a:extLst>
              </p14:cNvPr>
              <p14:cNvContentPartPr/>
              <p14:nvPr/>
            </p14:nvContentPartPr>
            <p14:xfrm>
              <a:off x="8027009" y="2470436"/>
              <a:ext cx="3376800" cy="720"/>
            </p14:xfrm>
          </p:contentPart>
        </mc:Choice>
        <mc:Fallback>
          <p:pic>
            <p:nvPicPr>
              <p:cNvPr id="23" name="Ink 22">
                <a:extLst>
                  <a:ext uri="{FF2B5EF4-FFF2-40B4-BE49-F238E27FC236}">
                    <a16:creationId xmlns:a16="http://schemas.microsoft.com/office/drawing/2014/main" id="{21CB7F7A-2CA0-2189-CA81-9E2366C16A6B}"/>
                  </a:ext>
                </a:extLst>
              </p:cNvPr>
              <p:cNvPicPr/>
              <p:nvPr/>
            </p:nvPicPr>
            <p:blipFill>
              <a:blip r:embed="rId13"/>
              <a:stretch>
                <a:fillRect/>
              </a:stretch>
            </p:blipFill>
            <p:spPr>
              <a:xfrm>
                <a:off x="8022689" y="2461076"/>
                <a:ext cx="338544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24" name="Ink 23">
                <a:extLst>
                  <a:ext uri="{FF2B5EF4-FFF2-40B4-BE49-F238E27FC236}">
                    <a16:creationId xmlns:a16="http://schemas.microsoft.com/office/drawing/2014/main" id="{D8A3A4E4-15E5-7367-0D10-7C60885ECE74}"/>
                  </a:ext>
                </a:extLst>
              </p14:cNvPr>
              <p14:cNvContentPartPr/>
              <p14:nvPr/>
            </p14:nvContentPartPr>
            <p14:xfrm>
              <a:off x="8318609" y="3136076"/>
              <a:ext cx="2893320" cy="91080"/>
            </p14:xfrm>
          </p:contentPart>
        </mc:Choice>
        <mc:Fallback>
          <p:pic>
            <p:nvPicPr>
              <p:cNvPr id="24" name="Ink 23">
                <a:extLst>
                  <a:ext uri="{FF2B5EF4-FFF2-40B4-BE49-F238E27FC236}">
                    <a16:creationId xmlns:a16="http://schemas.microsoft.com/office/drawing/2014/main" id="{D8A3A4E4-15E5-7367-0D10-7C60885ECE74}"/>
                  </a:ext>
                </a:extLst>
              </p:cNvPr>
              <p:cNvPicPr/>
              <p:nvPr/>
            </p:nvPicPr>
            <p:blipFill>
              <a:blip r:embed="rId15"/>
              <a:stretch>
                <a:fillRect/>
              </a:stretch>
            </p:blipFill>
            <p:spPr>
              <a:xfrm>
                <a:off x="8314289" y="3131756"/>
                <a:ext cx="2901960" cy="99720"/>
              </a:xfrm>
              <a:prstGeom prst="rect">
                <a:avLst/>
              </a:prstGeom>
            </p:spPr>
          </p:pic>
        </mc:Fallback>
      </mc:AlternateContent>
      <p:grpSp>
        <p:nvGrpSpPr>
          <p:cNvPr id="27" name="Group 26">
            <a:extLst>
              <a:ext uri="{FF2B5EF4-FFF2-40B4-BE49-F238E27FC236}">
                <a16:creationId xmlns:a16="http://schemas.microsoft.com/office/drawing/2014/main" id="{C0C231AE-03AA-25B3-9B4C-C00F0757AC6D}"/>
              </a:ext>
            </a:extLst>
          </p:cNvPr>
          <p:cNvGrpSpPr/>
          <p:nvPr/>
        </p:nvGrpSpPr>
        <p:grpSpPr>
          <a:xfrm>
            <a:off x="5765489" y="3200876"/>
            <a:ext cx="5526000" cy="806760"/>
            <a:chOff x="5765489" y="3200876"/>
            <a:chExt cx="5526000" cy="806760"/>
          </a:xfrm>
        </p:grpSpPr>
        <mc:AlternateContent xmlns:mc="http://schemas.openxmlformats.org/markup-compatibility/2006">
          <mc:Choice xmlns:p14="http://schemas.microsoft.com/office/powerpoint/2010/main" Requires="p14">
            <p:contentPart p14:bwMode="auto" r:id="rId16">
              <p14:nvContentPartPr>
                <p14:cNvPr id="3" name="Ink 2">
                  <a:extLst>
                    <a:ext uri="{FF2B5EF4-FFF2-40B4-BE49-F238E27FC236}">
                      <a16:creationId xmlns:a16="http://schemas.microsoft.com/office/drawing/2014/main" id="{30EA458B-C89C-E858-C5A9-F297DC4BC685}"/>
                    </a:ext>
                  </a:extLst>
                </p14:cNvPr>
                <p14:cNvContentPartPr/>
                <p14:nvPr/>
              </p14:nvContentPartPr>
              <p14:xfrm>
                <a:off x="5873849" y="3567716"/>
                <a:ext cx="1270440" cy="425520"/>
              </p14:xfrm>
            </p:contentPart>
          </mc:Choice>
          <mc:Fallback>
            <p:pic>
              <p:nvPicPr>
                <p:cNvPr id="3" name="Ink 2">
                  <a:extLst>
                    <a:ext uri="{FF2B5EF4-FFF2-40B4-BE49-F238E27FC236}">
                      <a16:creationId xmlns:a16="http://schemas.microsoft.com/office/drawing/2014/main" id="{30EA458B-C89C-E858-C5A9-F297DC4BC685}"/>
                    </a:ext>
                  </a:extLst>
                </p:cNvPr>
                <p:cNvPicPr/>
                <p:nvPr/>
              </p:nvPicPr>
              <p:blipFill>
                <a:blip r:embed="rId17"/>
                <a:stretch>
                  <a:fillRect/>
                </a:stretch>
              </p:blipFill>
              <p:spPr>
                <a:xfrm>
                  <a:off x="5869529" y="3563396"/>
                  <a:ext cx="1279080" cy="43416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4" name="Ink 3">
                  <a:extLst>
                    <a:ext uri="{FF2B5EF4-FFF2-40B4-BE49-F238E27FC236}">
                      <a16:creationId xmlns:a16="http://schemas.microsoft.com/office/drawing/2014/main" id="{469B2EC6-3A6B-4ED8-F0D2-3438DB4A9283}"/>
                    </a:ext>
                  </a:extLst>
                </p14:cNvPr>
                <p14:cNvContentPartPr/>
                <p14:nvPr/>
              </p14:nvContentPartPr>
              <p14:xfrm>
                <a:off x="5765489" y="3437036"/>
                <a:ext cx="203760" cy="236160"/>
              </p14:xfrm>
            </p:contentPart>
          </mc:Choice>
          <mc:Fallback>
            <p:pic>
              <p:nvPicPr>
                <p:cNvPr id="4" name="Ink 3">
                  <a:extLst>
                    <a:ext uri="{FF2B5EF4-FFF2-40B4-BE49-F238E27FC236}">
                      <a16:creationId xmlns:a16="http://schemas.microsoft.com/office/drawing/2014/main" id="{469B2EC6-3A6B-4ED8-F0D2-3438DB4A9283}"/>
                    </a:ext>
                  </a:extLst>
                </p:cNvPr>
                <p:cNvPicPr/>
                <p:nvPr/>
              </p:nvPicPr>
              <p:blipFill>
                <a:blip r:embed="rId19"/>
                <a:stretch>
                  <a:fillRect/>
                </a:stretch>
              </p:blipFill>
              <p:spPr>
                <a:xfrm>
                  <a:off x="5761169" y="3432716"/>
                  <a:ext cx="212400" cy="2448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6" name="Ink 5">
                  <a:extLst>
                    <a:ext uri="{FF2B5EF4-FFF2-40B4-BE49-F238E27FC236}">
                      <a16:creationId xmlns:a16="http://schemas.microsoft.com/office/drawing/2014/main" id="{4414DC6C-AEB5-5180-6946-839CF8C765F3}"/>
                    </a:ext>
                  </a:extLst>
                </p14:cNvPr>
                <p14:cNvContentPartPr/>
                <p14:nvPr/>
              </p14:nvContentPartPr>
              <p14:xfrm>
                <a:off x="6054209" y="3332636"/>
                <a:ext cx="460800" cy="252360"/>
              </p14:xfrm>
            </p:contentPart>
          </mc:Choice>
          <mc:Fallback>
            <p:pic>
              <p:nvPicPr>
                <p:cNvPr id="6" name="Ink 5">
                  <a:extLst>
                    <a:ext uri="{FF2B5EF4-FFF2-40B4-BE49-F238E27FC236}">
                      <a16:creationId xmlns:a16="http://schemas.microsoft.com/office/drawing/2014/main" id="{4414DC6C-AEB5-5180-6946-839CF8C765F3}"/>
                    </a:ext>
                  </a:extLst>
                </p:cNvPr>
                <p:cNvPicPr/>
                <p:nvPr/>
              </p:nvPicPr>
              <p:blipFill>
                <a:blip r:embed="rId21"/>
                <a:stretch>
                  <a:fillRect/>
                </a:stretch>
              </p:blipFill>
              <p:spPr>
                <a:xfrm>
                  <a:off x="6049889" y="3328316"/>
                  <a:ext cx="469440" cy="26100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7" name="Ink 6">
                  <a:extLst>
                    <a:ext uri="{FF2B5EF4-FFF2-40B4-BE49-F238E27FC236}">
                      <a16:creationId xmlns:a16="http://schemas.microsoft.com/office/drawing/2014/main" id="{7672FEFF-58E5-6D02-4E68-DC38B62428F2}"/>
                    </a:ext>
                  </a:extLst>
                </p14:cNvPr>
                <p14:cNvContentPartPr/>
                <p14:nvPr/>
              </p14:nvContentPartPr>
              <p14:xfrm>
                <a:off x="6554609" y="3338396"/>
                <a:ext cx="199800" cy="113400"/>
              </p14:xfrm>
            </p:contentPart>
          </mc:Choice>
          <mc:Fallback>
            <p:pic>
              <p:nvPicPr>
                <p:cNvPr id="7" name="Ink 6">
                  <a:extLst>
                    <a:ext uri="{FF2B5EF4-FFF2-40B4-BE49-F238E27FC236}">
                      <a16:creationId xmlns:a16="http://schemas.microsoft.com/office/drawing/2014/main" id="{7672FEFF-58E5-6D02-4E68-DC38B62428F2}"/>
                    </a:ext>
                  </a:extLst>
                </p:cNvPr>
                <p:cNvPicPr/>
                <p:nvPr/>
              </p:nvPicPr>
              <p:blipFill>
                <a:blip r:embed="rId23"/>
                <a:stretch>
                  <a:fillRect/>
                </a:stretch>
              </p:blipFill>
              <p:spPr>
                <a:xfrm>
                  <a:off x="6550289" y="3334076"/>
                  <a:ext cx="208440" cy="12204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8" name="Ink 7">
                  <a:extLst>
                    <a:ext uri="{FF2B5EF4-FFF2-40B4-BE49-F238E27FC236}">
                      <a16:creationId xmlns:a16="http://schemas.microsoft.com/office/drawing/2014/main" id="{A9E970DE-EA08-6E11-577B-959DC3134C26}"/>
                    </a:ext>
                  </a:extLst>
                </p14:cNvPr>
                <p14:cNvContentPartPr/>
                <p14:nvPr/>
              </p14:nvContentPartPr>
              <p14:xfrm>
                <a:off x="6923609" y="3429836"/>
                <a:ext cx="25560" cy="99360"/>
              </p14:xfrm>
            </p:contentPart>
          </mc:Choice>
          <mc:Fallback>
            <p:pic>
              <p:nvPicPr>
                <p:cNvPr id="8" name="Ink 7">
                  <a:extLst>
                    <a:ext uri="{FF2B5EF4-FFF2-40B4-BE49-F238E27FC236}">
                      <a16:creationId xmlns:a16="http://schemas.microsoft.com/office/drawing/2014/main" id="{A9E970DE-EA08-6E11-577B-959DC3134C26}"/>
                    </a:ext>
                  </a:extLst>
                </p:cNvPr>
                <p:cNvPicPr/>
                <p:nvPr/>
              </p:nvPicPr>
              <p:blipFill>
                <a:blip r:embed="rId25"/>
                <a:stretch>
                  <a:fillRect/>
                </a:stretch>
              </p:blipFill>
              <p:spPr>
                <a:xfrm>
                  <a:off x="6919289" y="3425516"/>
                  <a:ext cx="34200" cy="10800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9" name="Ink 8">
                  <a:extLst>
                    <a:ext uri="{FF2B5EF4-FFF2-40B4-BE49-F238E27FC236}">
                      <a16:creationId xmlns:a16="http://schemas.microsoft.com/office/drawing/2014/main" id="{EADA1231-ACE4-11A0-8CC1-C78786A4EF78}"/>
                    </a:ext>
                  </a:extLst>
                </p14:cNvPr>
                <p14:cNvContentPartPr/>
                <p14:nvPr/>
              </p14:nvContentPartPr>
              <p14:xfrm>
                <a:off x="6938369" y="3259916"/>
                <a:ext cx="7560" cy="25200"/>
              </p14:xfrm>
            </p:contentPart>
          </mc:Choice>
          <mc:Fallback>
            <p:pic>
              <p:nvPicPr>
                <p:cNvPr id="9" name="Ink 8">
                  <a:extLst>
                    <a:ext uri="{FF2B5EF4-FFF2-40B4-BE49-F238E27FC236}">
                      <a16:creationId xmlns:a16="http://schemas.microsoft.com/office/drawing/2014/main" id="{EADA1231-ACE4-11A0-8CC1-C78786A4EF78}"/>
                    </a:ext>
                  </a:extLst>
                </p:cNvPr>
                <p:cNvPicPr/>
                <p:nvPr/>
              </p:nvPicPr>
              <p:blipFill>
                <a:blip r:embed="rId27"/>
                <a:stretch>
                  <a:fillRect/>
                </a:stretch>
              </p:blipFill>
              <p:spPr>
                <a:xfrm>
                  <a:off x="6934049" y="3255596"/>
                  <a:ext cx="16200" cy="3384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0" name="Ink 9">
                  <a:extLst>
                    <a:ext uri="{FF2B5EF4-FFF2-40B4-BE49-F238E27FC236}">
                      <a16:creationId xmlns:a16="http://schemas.microsoft.com/office/drawing/2014/main" id="{27BEE4C9-0D21-64BD-A2AC-A7B23A1D67E3}"/>
                    </a:ext>
                  </a:extLst>
                </p14:cNvPr>
                <p14:cNvContentPartPr/>
                <p14:nvPr/>
              </p14:nvContentPartPr>
              <p14:xfrm>
                <a:off x="7002089" y="3380156"/>
                <a:ext cx="46440" cy="85320"/>
              </p14:xfrm>
            </p:contentPart>
          </mc:Choice>
          <mc:Fallback>
            <p:pic>
              <p:nvPicPr>
                <p:cNvPr id="10" name="Ink 9">
                  <a:extLst>
                    <a:ext uri="{FF2B5EF4-FFF2-40B4-BE49-F238E27FC236}">
                      <a16:creationId xmlns:a16="http://schemas.microsoft.com/office/drawing/2014/main" id="{27BEE4C9-0D21-64BD-A2AC-A7B23A1D67E3}"/>
                    </a:ext>
                  </a:extLst>
                </p:cNvPr>
                <p:cNvPicPr/>
                <p:nvPr/>
              </p:nvPicPr>
              <p:blipFill>
                <a:blip r:embed="rId29"/>
                <a:stretch>
                  <a:fillRect/>
                </a:stretch>
              </p:blipFill>
              <p:spPr>
                <a:xfrm>
                  <a:off x="6997769" y="3375836"/>
                  <a:ext cx="55080" cy="9396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1" name="Ink 10">
                  <a:extLst>
                    <a:ext uri="{FF2B5EF4-FFF2-40B4-BE49-F238E27FC236}">
                      <a16:creationId xmlns:a16="http://schemas.microsoft.com/office/drawing/2014/main" id="{CE1F0EC1-4BB8-F82C-0B03-3FEB3B5C55CF}"/>
                    </a:ext>
                  </a:extLst>
                </p14:cNvPr>
                <p14:cNvContentPartPr/>
                <p14:nvPr/>
              </p14:nvContentPartPr>
              <p14:xfrm>
                <a:off x="7002089" y="3425156"/>
                <a:ext cx="211680" cy="151560"/>
              </p14:xfrm>
            </p:contentPart>
          </mc:Choice>
          <mc:Fallback>
            <p:pic>
              <p:nvPicPr>
                <p:cNvPr id="11" name="Ink 10">
                  <a:extLst>
                    <a:ext uri="{FF2B5EF4-FFF2-40B4-BE49-F238E27FC236}">
                      <a16:creationId xmlns:a16="http://schemas.microsoft.com/office/drawing/2014/main" id="{CE1F0EC1-4BB8-F82C-0B03-3FEB3B5C55CF}"/>
                    </a:ext>
                  </a:extLst>
                </p:cNvPr>
                <p:cNvPicPr/>
                <p:nvPr/>
              </p:nvPicPr>
              <p:blipFill>
                <a:blip r:embed="rId31"/>
                <a:stretch>
                  <a:fillRect/>
                </a:stretch>
              </p:blipFill>
              <p:spPr>
                <a:xfrm>
                  <a:off x="6997769" y="3420836"/>
                  <a:ext cx="220320" cy="16020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2" name="Ink 11">
                  <a:extLst>
                    <a:ext uri="{FF2B5EF4-FFF2-40B4-BE49-F238E27FC236}">
                      <a16:creationId xmlns:a16="http://schemas.microsoft.com/office/drawing/2014/main" id="{7633E0C8-FFFF-D87D-8696-67E536A21719}"/>
                    </a:ext>
                  </a:extLst>
                </p14:cNvPr>
                <p14:cNvContentPartPr/>
                <p14:nvPr/>
              </p14:nvContentPartPr>
              <p14:xfrm>
                <a:off x="7232129" y="3357836"/>
                <a:ext cx="92520" cy="232920"/>
              </p14:xfrm>
            </p:contentPart>
          </mc:Choice>
          <mc:Fallback>
            <p:pic>
              <p:nvPicPr>
                <p:cNvPr id="12" name="Ink 11">
                  <a:extLst>
                    <a:ext uri="{FF2B5EF4-FFF2-40B4-BE49-F238E27FC236}">
                      <a16:creationId xmlns:a16="http://schemas.microsoft.com/office/drawing/2014/main" id="{7633E0C8-FFFF-D87D-8696-67E536A21719}"/>
                    </a:ext>
                  </a:extLst>
                </p:cNvPr>
                <p:cNvPicPr/>
                <p:nvPr/>
              </p:nvPicPr>
              <p:blipFill>
                <a:blip r:embed="rId33"/>
                <a:stretch>
                  <a:fillRect/>
                </a:stretch>
              </p:blipFill>
              <p:spPr>
                <a:xfrm>
                  <a:off x="7227809" y="3353516"/>
                  <a:ext cx="101160" cy="24156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13" name="Ink 12">
                  <a:extLst>
                    <a:ext uri="{FF2B5EF4-FFF2-40B4-BE49-F238E27FC236}">
                      <a16:creationId xmlns:a16="http://schemas.microsoft.com/office/drawing/2014/main" id="{B9EEA738-EF78-0230-5A35-C766808115FC}"/>
                    </a:ext>
                  </a:extLst>
                </p14:cNvPr>
                <p14:cNvContentPartPr/>
                <p14:nvPr/>
              </p14:nvContentPartPr>
              <p14:xfrm>
                <a:off x="7411409" y="3228956"/>
                <a:ext cx="80280" cy="312480"/>
              </p14:xfrm>
            </p:contentPart>
          </mc:Choice>
          <mc:Fallback>
            <p:pic>
              <p:nvPicPr>
                <p:cNvPr id="13" name="Ink 12">
                  <a:extLst>
                    <a:ext uri="{FF2B5EF4-FFF2-40B4-BE49-F238E27FC236}">
                      <a16:creationId xmlns:a16="http://schemas.microsoft.com/office/drawing/2014/main" id="{B9EEA738-EF78-0230-5A35-C766808115FC}"/>
                    </a:ext>
                  </a:extLst>
                </p:cNvPr>
                <p:cNvPicPr/>
                <p:nvPr/>
              </p:nvPicPr>
              <p:blipFill>
                <a:blip r:embed="rId35"/>
                <a:stretch>
                  <a:fillRect/>
                </a:stretch>
              </p:blipFill>
              <p:spPr>
                <a:xfrm>
                  <a:off x="7407089" y="3224636"/>
                  <a:ext cx="88920" cy="32112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14" name="Ink 13">
                  <a:extLst>
                    <a:ext uri="{FF2B5EF4-FFF2-40B4-BE49-F238E27FC236}">
                      <a16:creationId xmlns:a16="http://schemas.microsoft.com/office/drawing/2014/main" id="{C73CB099-0283-4F66-1852-85721856808B}"/>
                    </a:ext>
                  </a:extLst>
                </p14:cNvPr>
                <p14:cNvContentPartPr/>
                <p14:nvPr/>
              </p14:nvContentPartPr>
              <p14:xfrm>
                <a:off x="7442009" y="3200876"/>
                <a:ext cx="575640" cy="358920"/>
              </p14:xfrm>
            </p:contentPart>
          </mc:Choice>
          <mc:Fallback>
            <p:pic>
              <p:nvPicPr>
                <p:cNvPr id="14" name="Ink 13">
                  <a:extLst>
                    <a:ext uri="{FF2B5EF4-FFF2-40B4-BE49-F238E27FC236}">
                      <a16:creationId xmlns:a16="http://schemas.microsoft.com/office/drawing/2014/main" id="{C73CB099-0283-4F66-1852-85721856808B}"/>
                    </a:ext>
                  </a:extLst>
                </p:cNvPr>
                <p:cNvPicPr/>
                <p:nvPr/>
              </p:nvPicPr>
              <p:blipFill>
                <a:blip r:embed="rId37"/>
                <a:stretch>
                  <a:fillRect/>
                </a:stretch>
              </p:blipFill>
              <p:spPr>
                <a:xfrm>
                  <a:off x="7437689" y="3196556"/>
                  <a:ext cx="584280" cy="36756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15" name="Ink 14">
                  <a:extLst>
                    <a:ext uri="{FF2B5EF4-FFF2-40B4-BE49-F238E27FC236}">
                      <a16:creationId xmlns:a16="http://schemas.microsoft.com/office/drawing/2014/main" id="{93E66061-D88D-4BBF-1481-D0D564D3FE10}"/>
                    </a:ext>
                  </a:extLst>
                </p14:cNvPr>
                <p14:cNvContentPartPr/>
                <p14:nvPr/>
              </p14:nvContentPartPr>
              <p14:xfrm>
                <a:off x="7928009" y="3380156"/>
                <a:ext cx="135000" cy="20520"/>
              </p14:xfrm>
            </p:contentPart>
          </mc:Choice>
          <mc:Fallback>
            <p:pic>
              <p:nvPicPr>
                <p:cNvPr id="15" name="Ink 14">
                  <a:extLst>
                    <a:ext uri="{FF2B5EF4-FFF2-40B4-BE49-F238E27FC236}">
                      <a16:creationId xmlns:a16="http://schemas.microsoft.com/office/drawing/2014/main" id="{93E66061-D88D-4BBF-1481-D0D564D3FE10}"/>
                    </a:ext>
                  </a:extLst>
                </p:cNvPr>
                <p:cNvPicPr/>
                <p:nvPr/>
              </p:nvPicPr>
              <p:blipFill>
                <a:blip r:embed="rId39"/>
                <a:stretch>
                  <a:fillRect/>
                </a:stretch>
              </p:blipFill>
              <p:spPr>
                <a:xfrm>
                  <a:off x="7923689" y="3375836"/>
                  <a:ext cx="143640" cy="2916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5" name="Ink 24">
                  <a:extLst>
                    <a:ext uri="{FF2B5EF4-FFF2-40B4-BE49-F238E27FC236}">
                      <a16:creationId xmlns:a16="http://schemas.microsoft.com/office/drawing/2014/main" id="{2786023F-672D-9E7A-4E60-3DB0ED9129CC}"/>
                    </a:ext>
                  </a:extLst>
                </p14:cNvPr>
                <p14:cNvContentPartPr/>
                <p14:nvPr/>
              </p14:nvContentPartPr>
              <p14:xfrm>
                <a:off x="8217089" y="3438116"/>
                <a:ext cx="3074400" cy="569520"/>
              </p14:xfrm>
            </p:contentPart>
          </mc:Choice>
          <mc:Fallback>
            <p:pic>
              <p:nvPicPr>
                <p:cNvPr id="25" name="Ink 24">
                  <a:extLst>
                    <a:ext uri="{FF2B5EF4-FFF2-40B4-BE49-F238E27FC236}">
                      <a16:creationId xmlns:a16="http://schemas.microsoft.com/office/drawing/2014/main" id="{2786023F-672D-9E7A-4E60-3DB0ED9129CC}"/>
                    </a:ext>
                  </a:extLst>
                </p:cNvPr>
                <p:cNvPicPr/>
                <p:nvPr/>
              </p:nvPicPr>
              <p:blipFill>
                <a:blip r:embed="rId41"/>
                <a:stretch>
                  <a:fillRect/>
                </a:stretch>
              </p:blipFill>
              <p:spPr>
                <a:xfrm>
                  <a:off x="8212769" y="3433796"/>
                  <a:ext cx="3083040" cy="5781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42">
            <p14:nvContentPartPr>
              <p14:cNvPr id="26" name="Ink 25">
                <a:extLst>
                  <a:ext uri="{FF2B5EF4-FFF2-40B4-BE49-F238E27FC236}">
                    <a16:creationId xmlns:a16="http://schemas.microsoft.com/office/drawing/2014/main" id="{AF68F893-1F80-48E1-B6F2-7FB5D8B9CFF0}"/>
                  </a:ext>
                </a:extLst>
              </p14:cNvPr>
              <p14:cNvContentPartPr/>
              <p14:nvPr/>
            </p14:nvContentPartPr>
            <p14:xfrm>
              <a:off x="8484209" y="4209596"/>
              <a:ext cx="2605680" cy="587880"/>
            </p14:xfrm>
          </p:contentPart>
        </mc:Choice>
        <mc:Fallback>
          <p:pic>
            <p:nvPicPr>
              <p:cNvPr id="26" name="Ink 25">
                <a:extLst>
                  <a:ext uri="{FF2B5EF4-FFF2-40B4-BE49-F238E27FC236}">
                    <a16:creationId xmlns:a16="http://schemas.microsoft.com/office/drawing/2014/main" id="{AF68F893-1F80-48E1-B6F2-7FB5D8B9CFF0}"/>
                  </a:ext>
                </a:extLst>
              </p:cNvPr>
              <p:cNvPicPr/>
              <p:nvPr/>
            </p:nvPicPr>
            <p:blipFill>
              <a:blip r:embed="rId43"/>
              <a:stretch>
                <a:fillRect/>
              </a:stretch>
            </p:blipFill>
            <p:spPr>
              <a:xfrm>
                <a:off x="8479889" y="4205276"/>
                <a:ext cx="2614320" cy="596520"/>
              </a:xfrm>
              <a:prstGeom prst="rect">
                <a:avLst/>
              </a:prstGeom>
            </p:spPr>
          </p:pic>
        </mc:Fallback>
      </mc:AlternateContent>
      <p:grpSp>
        <p:nvGrpSpPr>
          <p:cNvPr id="30" name="Group 29">
            <a:extLst>
              <a:ext uri="{FF2B5EF4-FFF2-40B4-BE49-F238E27FC236}">
                <a16:creationId xmlns:a16="http://schemas.microsoft.com/office/drawing/2014/main" id="{C2B07A50-E29F-209D-9DC8-5EB853CA0652}"/>
              </a:ext>
            </a:extLst>
          </p:cNvPr>
          <p:cNvGrpSpPr/>
          <p:nvPr/>
        </p:nvGrpSpPr>
        <p:grpSpPr>
          <a:xfrm>
            <a:off x="8283689" y="4902236"/>
            <a:ext cx="2968560" cy="1511280"/>
            <a:chOff x="8283689" y="4902236"/>
            <a:chExt cx="2968560" cy="1511280"/>
          </a:xfrm>
        </p:grpSpPr>
        <mc:AlternateContent xmlns:mc="http://schemas.openxmlformats.org/markup-compatibility/2006">
          <mc:Choice xmlns:p14="http://schemas.microsoft.com/office/powerpoint/2010/main" Requires="p14">
            <p:contentPart p14:bwMode="auto" r:id="rId44">
              <p14:nvContentPartPr>
                <p14:cNvPr id="28" name="Ink 27">
                  <a:extLst>
                    <a:ext uri="{FF2B5EF4-FFF2-40B4-BE49-F238E27FC236}">
                      <a16:creationId xmlns:a16="http://schemas.microsoft.com/office/drawing/2014/main" id="{E87DF1DA-28C2-316D-C5F3-F9C31123936F}"/>
                    </a:ext>
                  </a:extLst>
                </p14:cNvPr>
                <p14:cNvContentPartPr/>
                <p14:nvPr/>
              </p14:nvContentPartPr>
              <p14:xfrm>
                <a:off x="8283689" y="4902236"/>
                <a:ext cx="2968560" cy="721080"/>
              </p14:xfrm>
            </p:contentPart>
          </mc:Choice>
          <mc:Fallback>
            <p:pic>
              <p:nvPicPr>
                <p:cNvPr id="28" name="Ink 27">
                  <a:extLst>
                    <a:ext uri="{FF2B5EF4-FFF2-40B4-BE49-F238E27FC236}">
                      <a16:creationId xmlns:a16="http://schemas.microsoft.com/office/drawing/2014/main" id="{E87DF1DA-28C2-316D-C5F3-F9C31123936F}"/>
                    </a:ext>
                  </a:extLst>
                </p:cNvPr>
                <p:cNvPicPr/>
                <p:nvPr/>
              </p:nvPicPr>
              <p:blipFill>
                <a:blip r:embed="rId45"/>
                <a:stretch>
                  <a:fillRect/>
                </a:stretch>
              </p:blipFill>
              <p:spPr>
                <a:xfrm>
                  <a:off x="8279369" y="4897916"/>
                  <a:ext cx="2977200" cy="72972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9" name="Ink 28">
                  <a:extLst>
                    <a:ext uri="{FF2B5EF4-FFF2-40B4-BE49-F238E27FC236}">
                      <a16:creationId xmlns:a16="http://schemas.microsoft.com/office/drawing/2014/main" id="{2100A7D7-E6EF-45C5-EF18-61F71B60022B}"/>
                    </a:ext>
                  </a:extLst>
                </p14:cNvPr>
                <p14:cNvContentPartPr/>
                <p14:nvPr/>
              </p14:nvContentPartPr>
              <p14:xfrm>
                <a:off x="8680049" y="5733476"/>
                <a:ext cx="2177280" cy="680040"/>
              </p14:xfrm>
            </p:contentPart>
          </mc:Choice>
          <mc:Fallback>
            <p:pic>
              <p:nvPicPr>
                <p:cNvPr id="29" name="Ink 28">
                  <a:extLst>
                    <a:ext uri="{FF2B5EF4-FFF2-40B4-BE49-F238E27FC236}">
                      <a16:creationId xmlns:a16="http://schemas.microsoft.com/office/drawing/2014/main" id="{2100A7D7-E6EF-45C5-EF18-61F71B60022B}"/>
                    </a:ext>
                  </a:extLst>
                </p:cNvPr>
                <p:cNvPicPr/>
                <p:nvPr/>
              </p:nvPicPr>
              <p:blipFill>
                <a:blip r:embed="rId47"/>
                <a:stretch>
                  <a:fillRect/>
                </a:stretch>
              </p:blipFill>
              <p:spPr>
                <a:xfrm>
                  <a:off x="8675729" y="5729156"/>
                  <a:ext cx="2185920" cy="688680"/>
                </a:xfrm>
                <a:prstGeom prst="rect">
                  <a:avLst/>
                </a:prstGeom>
              </p:spPr>
            </p:pic>
          </mc:Fallback>
        </mc:AlternateContent>
      </p:grpSp>
    </p:spTree>
    <p:extLst>
      <p:ext uri="{BB962C8B-B14F-4D97-AF65-F5344CB8AC3E}">
        <p14:creationId xmlns:p14="http://schemas.microsoft.com/office/powerpoint/2010/main" val="41976026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524000" y="160569"/>
            <a:ext cx="7620000" cy="764364"/>
          </a:xfrm>
        </p:spPr>
        <p:txBody>
          <a:bodyPr>
            <a:normAutofit fontScale="90000"/>
          </a:bodyPr>
          <a:lstStyle/>
          <a:p>
            <a:pPr algn="l"/>
            <a:br>
              <a:rPr lang="en-US" sz="3600" spc="-8" dirty="0">
                <a:latin typeface="Calibri"/>
                <a:cs typeface="Calibri"/>
              </a:rPr>
            </a:br>
            <a:r>
              <a:rPr lang="en-US" sz="3600" spc="-8" dirty="0">
                <a:latin typeface="Calibri"/>
                <a:cs typeface="Calibri"/>
              </a:rPr>
              <a:t>Agenda</a:t>
            </a:r>
            <a:br>
              <a:rPr lang="en-US" dirty="0">
                <a:latin typeface="Calibri"/>
                <a:cs typeface="Calibri"/>
              </a:rPr>
            </a:br>
            <a:endParaRPr lang="en-IN" dirty="0"/>
          </a:p>
        </p:txBody>
      </p:sp>
      <p:sp>
        <p:nvSpPr>
          <p:cNvPr id="17411" name="Content Placeholder 2"/>
          <p:cNvSpPr>
            <a:spLocks noGrp="1" noChangeArrowheads="1"/>
          </p:cNvSpPr>
          <p:nvPr>
            <p:ph idx="4294967295"/>
          </p:nvPr>
        </p:nvSpPr>
        <p:spPr>
          <a:xfrm>
            <a:off x="1683026" y="1251727"/>
            <a:ext cx="8229600" cy="2477591"/>
          </a:xfrm>
        </p:spPr>
        <p:txBody>
          <a:bodyPr/>
          <a:lstStyle/>
          <a:p>
            <a:pPr algn="just" fontAlgn="base">
              <a:spcAft>
                <a:spcPct val="0"/>
              </a:spcAft>
              <a:buFont typeface="Wingdings" panose="05000000000000000000" pitchFamily="2" charset="2"/>
              <a:buChar char="Ø"/>
            </a:pPr>
            <a:r>
              <a:rPr lang="en-IN" dirty="0">
                <a:solidFill>
                  <a:prstClr val="black"/>
                </a:solidFill>
                <a:cs typeface="Times New Roman" panose="02020603050405020304" pitchFamily="18" charset="0"/>
              </a:rPr>
              <a:t>Introduction to Time Series</a:t>
            </a:r>
          </a:p>
          <a:p>
            <a:pPr algn="just" fontAlgn="base">
              <a:spcAft>
                <a:spcPct val="0"/>
              </a:spcAft>
              <a:buFont typeface="Wingdings" panose="05000000000000000000" pitchFamily="2" charset="2"/>
              <a:buChar char="Ø"/>
            </a:pPr>
            <a:r>
              <a:rPr lang="en-US" dirty="0">
                <a:solidFill>
                  <a:prstClr val="black"/>
                </a:solidFill>
                <a:cs typeface="Times New Roman" panose="02020603050405020304" pitchFamily="18" charset="0"/>
              </a:rPr>
              <a:t>Components of Time Series</a:t>
            </a:r>
          </a:p>
          <a:p>
            <a:pPr algn="just" fontAlgn="base">
              <a:spcAft>
                <a:spcPct val="0"/>
              </a:spcAft>
              <a:buFont typeface="Wingdings" panose="05000000000000000000" pitchFamily="2" charset="2"/>
              <a:buChar char="Ø"/>
            </a:pPr>
            <a:r>
              <a:rPr lang="en-US" dirty="0">
                <a:solidFill>
                  <a:prstClr val="black"/>
                </a:solidFill>
                <a:cs typeface="Times New Roman" panose="02020603050405020304" pitchFamily="18" charset="0"/>
              </a:rPr>
              <a:t>Moving Average Model</a:t>
            </a:r>
          </a:p>
          <a:p>
            <a:pPr algn="just" fontAlgn="base">
              <a:spcAft>
                <a:spcPct val="0"/>
              </a:spcAft>
              <a:buFont typeface="Wingdings" panose="05000000000000000000" pitchFamily="2" charset="2"/>
              <a:buChar char="Ø"/>
            </a:pPr>
            <a:r>
              <a:rPr lang="en-US" dirty="0">
                <a:solidFill>
                  <a:prstClr val="black"/>
                </a:solidFill>
                <a:cs typeface="Times New Roman" panose="02020603050405020304" pitchFamily="18" charset="0"/>
              </a:rPr>
              <a:t>Weighted Moving Average Model</a:t>
            </a:r>
            <a:endParaRPr lang="en-IN" dirty="0">
              <a:solidFill>
                <a:prstClr val="black"/>
              </a:solidFill>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4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4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41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latin typeface="+mn-lt"/>
              </a:rPr>
              <a:t>Introduction to Time Series</a:t>
            </a:r>
          </a:p>
        </p:txBody>
      </p:sp>
      <p:sp>
        <p:nvSpPr>
          <p:cNvPr id="4" name="Text Placeholder 3"/>
          <p:cNvSpPr>
            <a:spLocks noGrp="1"/>
          </p:cNvSpPr>
          <p:nvPr>
            <p:ph type="body" sz="quarter" idx="14"/>
          </p:nvPr>
        </p:nvSpPr>
        <p:spPr>
          <a:xfrm>
            <a:off x="329247" y="1143003"/>
            <a:ext cx="4887732" cy="1680879"/>
          </a:xfrm>
        </p:spPr>
        <p:txBody>
          <a:bodyPr>
            <a:noAutofit/>
          </a:bodyPr>
          <a:lstStyle/>
          <a:p>
            <a:pPr algn="just"/>
            <a:r>
              <a:rPr lang="en-IN" sz="2000" dirty="0">
                <a:latin typeface="+mn-lt"/>
              </a:rPr>
              <a:t>Definition: </a:t>
            </a:r>
            <a:r>
              <a:rPr lang="en-US" sz="2000" b="0" dirty="0">
                <a:solidFill>
                  <a:schemeClr val="tx1"/>
                </a:solidFill>
                <a:latin typeface="+mn-lt"/>
              </a:rPr>
              <a:t>A sequence of data points or observations measured at successive, equally spaced intervals of time (t = 1, 2, …). It focuses on understanding how a variable changes over time.</a:t>
            </a:r>
            <a:endParaRPr lang="en-IN" sz="2000" dirty="0">
              <a:solidFill>
                <a:schemeClr val="tx1"/>
              </a:solidFill>
              <a:latin typeface="+mn-lt"/>
            </a:endParaRPr>
          </a:p>
        </p:txBody>
      </p:sp>
      <p:sp>
        <p:nvSpPr>
          <p:cNvPr id="5" name="Rectangle 4"/>
          <p:cNvSpPr/>
          <p:nvPr/>
        </p:nvSpPr>
        <p:spPr>
          <a:xfrm>
            <a:off x="403412" y="2954741"/>
            <a:ext cx="5874924" cy="2246769"/>
          </a:xfrm>
          <a:prstGeom prst="rect">
            <a:avLst/>
          </a:prstGeom>
        </p:spPr>
        <p:txBody>
          <a:bodyPr wrap="square">
            <a:spAutoFit/>
          </a:bodyPr>
          <a:lstStyle/>
          <a:p>
            <a:pPr algn="just"/>
            <a:r>
              <a:rPr lang="en-US" sz="2000" b="1" dirty="0">
                <a:solidFill>
                  <a:srgbClr val="1A237E"/>
                </a:solidFill>
                <a:latin typeface="+mn-lt"/>
              </a:rPr>
              <a:t>Primary Goals</a:t>
            </a:r>
          </a:p>
          <a:p>
            <a:pPr marL="285750" indent="-285750" algn="just">
              <a:buFont typeface="Arial" panose="020B0604020202020204" pitchFamily="34" charset="0"/>
              <a:buChar char="•"/>
            </a:pPr>
            <a:r>
              <a:rPr lang="en-US" sz="2000" b="1" dirty="0">
                <a:solidFill>
                  <a:srgbClr val="333333"/>
                </a:solidFill>
                <a:latin typeface="+mn-lt"/>
              </a:rPr>
              <a:t>Describe:</a:t>
            </a:r>
            <a:r>
              <a:rPr lang="en-US" sz="2000" dirty="0">
                <a:solidFill>
                  <a:srgbClr val="333333"/>
                </a:solidFill>
                <a:latin typeface="+mn-lt"/>
              </a:rPr>
              <a:t> Identify patterns like trends, cycles, and seasonality.</a:t>
            </a:r>
          </a:p>
          <a:p>
            <a:pPr marL="285750" indent="-285750" algn="just">
              <a:buFont typeface="Arial" panose="020B0604020202020204" pitchFamily="34" charset="0"/>
              <a:buChar char="•"/>
            </a:pPr>
            <a:r>
              <a:rPr lang="en-US" sz="2000" b="1" dirty="0">
                <a:solidFill>
                  <a:srgbClr val="333333"/>
                </a:solidFill>
                <a:latin typeface="+mn-lt"/>
              </a:rPr>
              <a:t>Smooth:</a:t>
            </a:r>
            <a:r>
              <a:rPr lang="en-US" sz="2000" dirty="0">
                <a:solidFill>
                  <a:srgbClr val="333333"/>
                </a:solidFill>
                <a:latin typeface="+mn-lt"/>
              </a:rPr>
              <a:t> Filter out random noise to reveal the underlying signal.</a:t>
            </a:r>
          </a:p>
          <a:p>
            <a:pPr marL="285750" indent="-285750" algn="just">
              <a:buFont typeface="Arial" panose="020B0604020202020204" pitchFamily="34" charset="0"/>
              <a:buChar char="•"/>
            </a:pPr>
            <a:r>
              <a:rPr lang="en-US" sz="2000" b="1" dirty="0">
                <a:solidFill>
                  <a:srgbClr val="333333"/>
                </a:solidFill>
                <a:latin typeface="+mn-lt"/>
              </a:rPr>
              <a:t>Forecast:</a:t>
            </a:r>
            <a:r>
              <a:rPr lang="en-US" sz="2000" dirty="0">
                <a:solidFill>
                  <a:srgbClr val="333333"/>
                </a:solidFill>
                <a:latin typeface="+mn-lt"/>
              </a:rPr>
              <a:t> Predict future values based on historical patterns.</a:t>
            </a:r>
            <a:endParaRPr lang="en-US" sz="2000" b="0" i="0" dirty="0">
              <a:solidFill>
                <a:srgbClr val="333333"/>
              </a:solidFill>
              <a:effectLst/>
              <a:latin typeface="+mn-lt"/>
            </a:endParaRPr>
          </a:p>
        </p:txBody>
      </p:sp>
      <p:sp>
        <p:nvSpPr>
          <p:cNvPr id="6" name="Rectangle 5"/>
          <p:cNvSpPr/>
          <p:nvPr/>
        </p:nvSpPr>
        <p:spPr>
          <a:xfrm>
            <a:off x="5399315" y="1143003"/>
            <a:ext cx="3761014" cy="1477328"/>
          </a:xfrm>
          <a:prstGeom prst="rect">
            <a:avLst/>
          </a:prstGeom>
        </p:spPr>
        <p:txBody>
          <a:bodyPr wrap="square">
            <a:spAutoFit/>
          </a:bodyPr>
          <a:lstStyle/>
          <a:p>
            <a:r>
              <a:rPr lang="en-US" b="1" dirty="0">
                <a:solidFill>
                  <a:srgbClr val="1A237E"/>
                </a:solidFill>
                <a:latin typeface="Montserrat"/>
              </a:rPr>
              <a:t>Key Terms</a:t>
            </a:r>
          </a:p>
          <a:p>
            <a:pPr marL="285750" indent="-285750">
              <a:buFont typeface="Wingdings" panose="05000000000000000000" pitchFamily="2" charset="2"/>
              <a:buChar char="Ø"/>
            </a:pPr>
            <a:r>
              <a:rPr lang="en-US" dirty="0">
                <a:solidFill>
                  <a:srgbClr val="333333"/>
                </a:solidFill>
                <a:latin typeface="Open Sans"/>
              </a:rPr>
              <a:t>Observation (</a:t>
            </a:r>
            <a:r>
              <a:rPr lang="en-US" dirty="0" err="1">
                <a:solidFill>
                  <a:srgbClr val="333333"/>
                </a:solidFill>
                <a:latin typeface="Open Sans"/>
              </a:rPr>
              <a:t>Y</a:t>
            </a:r>
            <a:r>
              <a:rPr lang="en-US" baseline="-25000" dirty="0" err="1">
                <a:solidFill>
                  <a:srgbClr val="333333"/>
                </a:solidFill>
                <a:latin typeface="Open Sans"/>
              </a:rPr>
              <a:t>t</a:t>
            </a:r>
            <a:r>
              <a:rPr lang="en-US" dirty="0">
                <a:solidFill>
                  <a:srgbClr val="333333"/>
                </a:solidFill>
                <a:latin typeface="Open Sans"/>
              </a:rPr>
              <a:t>)</a:t>
            </a:r>
          </a:p>
          <a:p>
            <a:pPr marL="285750" indent="-285750">
              <a:buFont typeface="Wingdings" panose="05000000000000000000" pitchFamily="2" charset="2"/>
              <a:buChar char="Ø"/>
            </a:pPr>
            <a:r>
              <a:rPr lang="en-US" dirty="0">
                <a:solidFill>
                  <a:srgbClr val="333333"/>
                </a:solidFill>
                <a:latin typeface="Open Sans"/>
              </a:rPr>
              <a:t>Time Index (t)</a:t>
            </a:r>
          </a:p>
          <a:p>
            <a:pPr marL="285750" indent="-285750">
              <a:buFont typeface="Wingdings" panose="05000000000000000000" pitchFamily="2" charset="2"/>
              <a:buChar char="Ø"/>
            </a:pPr>
            <a:r>
              <a:rPr lang="en-US" dirty="0">
                <a:solidFill>
                  <a:srgbClr val="333333"/>
                </a:solidFill>
                <a:latin typeface="Open Sans"/>
              </a:rPr>
              <a:t>Lag (k)</a:t>
            </a:r>
          </a:p>
          <a:p>
            <a:pPr marL="285750" indent="-285750">
              <a:buFont typeface="Wingdings" panose="05000000000000000000" pitchFamily="2" charset="2"/>
              <a:buChar char="Ø"/>
            </a:pPr>
            <a:r>
              <a:rPr lang="en-US" dirty="0">
                <a:solidFill>
                  <a:srgbClr val="333333"/>
                </a:solidFill>
                <a:latin typeface="Open Sans"/>
              </a:rPr>
              <a:t>Frequency (e.g., Daily)</a:t>
            </a:r>
            <a:endParaRPr lang="en-US" b="0" i="0" dirty="0">
              <a:solidFill>
                <a:srgbClr val="333333"/>
              </a:solidFill>
              <a:effectLst/>
              <a:latin typeface="Open Sans"/>
            </a:endParaRPr>
          </a:p>
        </p:txBody>
      </p:sp>
      <p:pic>
        <p:nvPicPr>
          <p:cNvPr id="7" name="Picture 6"/>
          <p:cNvPicPr>
            <a:picLocks noChangeAspect="1"/>
          </p:cNvPicPr>
          <p:nvPr/>
        </p:nvPicPr>
        <p:blipFill>
          <a:blip r:embed="rId2"/>
          <a:stretch>
            <a:fillRect/>
          </a:stretch>
        </p:blipFill>
        <p:spPr>
          <a:xfrm>
            <a:off x="8210345" y="2004210"/>
            <a:ext cx="3981655" cy="4743694"/>
          </a:xfrm>
          <a:prstGeom prst="rect">
            <a:avLst/>
          </a:prstGeom>
        </p:spPr>
      </p:pic>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C6487D51-AE3D-9969-7925-B33A82086DDB}"/>
                  </a:ext>
                </a:extLst>
              </p14:cNvPr>
              <p14:cNvContentPartPr/>
              <p14:nvPr/>
            </p14:nvContentPartPr>
            <p14:xfrm>
              <a:off x="428849" y="2096396"/>
              <a:ext cx="4194720" cy="85320"/>
            </p14:xfrm>
          </p:contentPart>
        </mc:Choice>
        <mc:Fallback>
          <p:pic>
            <p:nvPicPr>
              <p:cNvPr id="3" name="Ink 2">
                <a:extLst>
                  <a:ext uri="{FF2B5EF4-FFF2-40B4-BE49-F238E27FC236}">
                    <a16:creationId xmlns:a16="http://schemas.microsoft.com/office/drawing/2014/main" id="{C6487D51-AE3D-9969-7925-B33A82086DDB}"/>
                  </a:ext>
                </a:extLst>
              </p:cNvPr>
              <p:cNvPicPr/>
              <p:nvPr/>
            </p:nvPicPr>
            <p:blipFill>
              <a:blip r:embed="rId4"/>
              <a:stretch>
                <a:fillRect/>
              </a:stretch>
            </p:blipFill>
            <p:spPr>
              <a:xfrm>
                <a:off x="424529" y="2092076"/>
                <a:ext cx="4203360" cy="9396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8" name="Ink 7">
                <a:extLst>
                  <a:ext uri="{FF2B5EF4-FFF2-40B4-BE49-F238E27FC236}">
                    <a16:creationId xmlns:a16="http://schemas.microsoft.com/office/drawing/2014/main" id="{EB62F64B-1FB0-AC38-49C5-E9DFD3EFC870}"/>
                  </a:ext>
                </a:extLst>
              </p14:cNvPr>
              <p14:cNvContentPartPr/>
              <p14:nvPr/>
            </p14:nvContentPartPr>
            <p14:xfrm>
              <a:off x="4298849" y="1772036"/>
              <a:ext cx="906840" cy="54360"/>
            </p14:xfrm>
          </p:contentPart>
        </mc:Choice>
        <mc:Fallback>
          <p:pic>
            <p:nvPicPr>
              <p:cNvPr id="8" name="Ink 7">
                <a:extLst>
                  <a:ext uri="{FF2B5EF4-FFF2-40B4-BE49-F238E27FC236}">
                    <a16:creationId xmlns:a16="http://schemas.microsoft.com/office/drawing/2014/main" id="{EB62F64B-1FB0-AC38-49C5-E9DFD3EFC870}"/>
                  </a:ext>
                </a:extLst>
              </p:cNvPr>
              <p:cNvPicPr/>
              <p:nvPr/>
            </p:nvPicPr>
            <p:blipFill>
              <a:blip r:embed="rId6"/>
              <a:stretch>
                <a:fillRect/>
              </a:stretch>
            </p:blipFill>
            <p:spPr>
              <a:xfrm>
                <a:off x="4294529" y="1767716"/>
                <a:ext cx="915480" cy="630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9" name="Ink 8">
                <a:extLst>
                  <a:ext uri="{FF2B5EF4-FFF2-40B4-BE49-F238E27FC236}">
                    <a16:creationId xmlns:a16="http://schemas.microsoft.com/office/drawing/2014/main" id="{B23B8ECB-5050-4BEE-446D-73B8B2152E90}"/>
                  </a:ext>
                </a:extLst>
              </p14:cNvPr>
              <p14:cNvContentPartPr/>
              <p14:nvPr/>
            </p14:nvContentPartPr>
            <p14:xfrm>
              <a:off x="3047849" y="2530556"/>
              <a:ext cx="2251800" cy="67680"/>
            </p14:xfrm>
          </p:contentPart>
        </mc:Choice>
        <mc:Fallback>
          <p:pic>
            <p:nvPicPr>
              <p:cNvPr id="9" name="Ink 8">
                <a:extLst>
                  <a:ext uri="{FF2B5EF4-FFF2-40B4-BE49-F238E27FC236}">
                    <a16:creationId xmlns:a16="http://schemas.microsoft.com/office/drawing/2014/main" id="{B23B8ECB-5050-4BEE-446D-73B8B2152E90}"/>
                  </a:ext>
                </a:extLst>
              </p:cNvPr>
              <p:cNvPicPr/>
              <p:nvPr/>
            </p:nvPicPr>
            <p:blipFill>
              <a:blip r:embed="rId8"/>
              <a:stretch>
                <a:fillRect/>
              </a:stretch>
            </p:blipFill>
            <p:spPr>
              <a:xfrm>
                <a:off x="3043529" y="2526236"/>
                <a:ext cx="2260440" cy="7632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0" name="Ink 9">
                <a:extLst>
                  <a:ext uri="{FF2B5EF4-FFF2-40B4-BE49-F238E27FC236}">
                    <a16:creationId xmlns:a16="http://schemas.microsoft.com/office/drawing/2014/main" id="{2A2B0F8E-D17D-060D-867C-B37AA676AA01}"/>
                  </a:ext>
                </a:extLst>
              </p14:cNvPr>
              <p14:cNvContentPartPr/>
              <p14:nvPr/>
            </p14:nvContentPartPr>
            <p14:xfrm>
              <a:off x="438209" y="2792636"/>
              <a:ext cx="2129040" cy="125280"/>
            </p14:xfrm>
          </p:contentPart>
        </mc:Choice>
        <mc:Fallback>
          <p:pic>
            <p:nvPicPr>
              <p:cNvPr id="10" name="Ink 9">
                <a:extLst>
                  <a:ext uri="{FF2B5EF4-FFF2-40B4-BE49-F238E27FC236}">
                    <a16:creationId xmlns:a16="http://schemas.microsoft.com/office/drawing/2014/main" id="{2A2B0F8E-D17D-060D-867C-B37AA676AA01}"/>
                  </a:ext>
                </a:extLst>
              </p:cNvPr>
              <p:cNvPicPr/>
              <p:nvPr/>
            </p:nvPicPr>
            <p:blipFill>
              <a:blip r:embed="rId10"/>
              <a:stretch>
                <a:fillRect/>
              </a:stretch>
            </p:blipFill>
            <p:spPr>
              <a:xfrm>
                <a:off x="433889" y="2788316"/>
                <a:ext cx="2137680" cy="133920"/>
              </a:xfrm>
              <a:prstGeom prst="rect">
                <a:avLst/>
              </a:prstGeom>
            </p:spPr>
          </p:pic>
        </mc:Fallback>
      </mc:AlternateContent>
      <p:grpSp>
        <p:nvGrpSpPr>
          <p:cNvPr id="14" name="Group 13">
            <a:extLst>
              <a:ext uri="{FF2B5EF4-FFF2-40B4-BE49-F238E27FC236}">
                <a16:creationId xmlns:a16="http://schemas.microsoft.com/office/drawing/2014/main" id="{29F4F57C-F636-FE3B-796B-5243E9F2C6CF}"/>
              </a:ext>
            </a:extLst>
          </p:cNvPr>
          <p:cNvGrpSpPr/>
          <p:nvPr/>
        </p:nvGrpSpPr>
        <p:grpSpPr>
          <a:xfrm>
            <a:off x="8136089" y="2685356"/>
            <a:ext cx="2730600" cy="2028240"/>
            <a:chOff x="8136089" y="2685356"/>
            <a:chExt cx="2730600" cy="2028240"/>
          </a:xfrm>
        </p:grpSpPr>
        <mc:AlternateContent xmlns:mc="http://schemas.openxmlformats.org/markup-compatibility/2006">
          <mc:Choice xmlns:p14="http://schemas.microsoft.com/office/powerpoint/2010/main" Requires="p14">
            <p:contentPart p14:bwMode="auto" r:id="rId11">
              <p14:nvContentPartPr>
                <p14:cNvPr id="11" name="Ink 10">
                  <a:extLst>
                    <a:ext uri="{FF2B5EF4-FFF2-40B4-BE49-F238E27FC236}">
                      <a16:creationId xmlns:a16="http://schemas.microsoft.com/office/drawing/2014/main" id="{9BE20588-DD41-1519-9891-034A38B82B66}"/>
                    </a:ext>
                  </a:extLst>
                </p14:cNvPr>
                <p14:cNvContentPartPr/>
                <p14:nvPr/>
              </p14:nvContentPartPr>
              <p14:xfrm>
                <a:off x="8342009" y="2685356"/>
                <a:ext cx="2016360" cy="533880"/>
              </p14:xfrm>
            </p:contentPart>
          </mc:Choice>
          <mc:Fallback>
            <p:pic>
              <p:nvPicPr>
                <p:cNvPr id="11" name="Ink 10">
                  <a:extLst>
                    <a:ext uri="{FF2B5EF4-FFF2-40B4-BE49-F238E27FC236}">
                      <a16:creationId xmlns:a16="http://schemas.microsoft.com/office/drawing/2014/main" id="{9BE20588-DD41-1519-9891-034A38B82B66}"/>
                    </a:ext>
                  </a:extLst>
                </p:cNvPr>
                <p:cNvPicPr/>
                <p:nvPr/>
              </p:nvPicPr>
              <p:blipFill>
                <a:blip r:embed="rId12"/>
                <a:stretch>
                  <a:fillRect/>
                </a:stretch>
              </p:blipFill>
              <p:spPr>
                <a:xfrm>
                  <a:off x="8337689" y="2681036"/>
                  <a:ext cx="2025000" cy="54252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2" name="Ink 11">
                  <a:extLst>
                    <a:ext uri="{FF2B5EF4-FFF2-40B4-BE49-F238E27FC236}">
                      <a16:creationId xmlns:a16="http://schemas.microsoft.com/office/drawing/2014/main" id="{07FD4BAF-EEA9-761A-478C-4B0311BBD4F0}"/>
                    </a:ext>
                  </a:extLst>
                </p14:cNvPr>
                <p14:cNvContentPartPr/>
                <p14:nvPr/>
              </p14:nvContentPartPr>
              <p14:xfrm>
                <a:off x="8136089" y="3259916"/>
                <a:ext cx="2562120" cy="676440"/>
              </p14:xfrm>
            </p:contentPart>
          </mc:Choice>
          <mc:Fallback>
            <p:pic>
              <p:nvPicPr>
                <p:cNvPr id="12" name="Ink 11">
                  <a:extLst>
                    <a:ext uri="{FF2B5EF4-FFF2-40B4-BE49-F238E27FC236}">
                      <a16:creationId xmlns:a16="http://schemas.microsoft.com/office/drawing/2014/main" id="{07FD4BAF-EEA9-761A-478C-4B0311BBD4F0}"/>
                    </a:ext>
                  </a:extLst>
                </p:cNvPr>
                <p:cNvPicPr/>
                <p:nvPr/>
              </p:nvPicPr>
              <p:blipFill>
                <a:blip r:embed="rId14"/>
                <a:stretch>
                  <a:fillRect/>
                </a:stretch>
              </p:blipFill>
              <p:spPr>
                <a:xfrm>
                  <a:off x="8131769" y="3255596"/>
                  <a:ext cx="2570760" cy="68508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3" name="Ink 12">
                  <a:extLst>
                    <a:ext uri="{FF2B5EF4-FFF2-40B4-BE49-F238E27FC236}">
                      <a16:creationId xmlns:a16="http://schemas.microsoft.com/office/drawing/2014/main" id="{4625E829-7918-32AC-E2BF-C662F0544452}"/>
                    </a:ext>
                  </a:extLst>
                </p14:cNvPr>
                <p14:cNvContentPartPr/>
                <p14:nvPr/>
              </p14:nvContentPartPr>
              <p14:xfrm>
                <a:off x="8204849" y="3980636"/>
                <a:ext cx="2661840" cy="732960"/>
              </p14:xfrm>
            </p:contentPart>
          </mc:Choice>
          <mc:Fallback>
            <p:pic>
              <p:nvPicPr>
                <p:cNvPr id="13" name="Ink 12">
                  <a:extLst>
                    <a:ext uri="{FF2B5EF4-FFF2-40B4-BE49-F238E27FC236}">
                      <a16:creationId xmlns:a16="http://schemas.microsoft.com/office/drawing/2014/main" id="{4625E829-7918-32AC-E2BF-C662F0544452}"/>
                    </a:ext>
                  </a:extLst>
                </p:cNvPr>
                <p:cNvPicPr/>
                <p:nvPr/>
              </p:nvPicPr>
              <p:blipFill>
                <a:blip r:embed="rId16"/>
                <a:stretch>
                  <a:fillRect/>
                </a:stretch>
              </p:blipFill>
              <p:spPr>
                <a:xfrm>
                  <a:off x="8200529" y="3976316"/>
                  <a:ext cx="2670480" cy="7416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7">
            <p14:nvContentPartPr>
              <p14:cNvPr id="15" name="Ink 14">
                <a:extLst>
                  <a:ext uri="{FF2B5EF4-FFF2-40B4-BE49-F238E27FC236}">
                    <a16:creationId xmlns:a16="http://schemas.microsoft.com/office/drawing/2014/main" id="{9ED788F0-F3A0-E1E8-FA10-F3B02DAE6359}"/>
                  </a:ext>
                </a:extLst>
              </p14:cNvPr>
              <p14:cNvContentPartPr/>
              <p14:nvPr/>
            </p14:nvContentPartPr>
            <p14:xfrm>
              <a:off x="749969" y="3557996"/>
              <a:ext cx="993960" cy="38520"/>
            </p14:xfrm>
          </p:contentPart>
        </mc:Choice>
        <mc:Fallback>
          <p:pic>
            <p:nvPicPr>
              <p:cNvPr id="15" name="Ink 14">
                <a:extLst>
                  <a:ext uri="{FF2B5EF4-FFF2-40B4-BE49-F238E27FC236}">
                    <a16:creationId xmlns:a16="http://schemas.microsoft.com/office/drawing/2014/main" id="{9ED788F0-F3A0-E1E8-FA10-F3B02DAE6359}"/>
                  </a:ext>
                </a:extLst>
              </p:cNvPr>
              <p:cNvPicPr/>
              <p:nvPr/>
            </p:nvPicPr>
            <p:blipFill>
              <a:blip r:embed="rId18"/>
              <a:stretch>
                <a:fillRect/>
              </a:stretch>
            </p:blipFill>
            <p:spPr>
              <a:xfrm>
                <a:off x="745649" y="3553676"/>
                <a:ext cx="1002600" cy="4716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6" name="Ink 15">
                <a:extLst>
                  <a:ext uri="{FF2B5EF4-FFF2-40B4-BE49-F238E27FC236}">
                    <a16:creationId xmlns:a16="http://schemas.microsoft.com/office/drawing/2014/main" id="{047CC9CD-7577-ACFC-1EFC-A4108D963EA1}"/>
                  </a:ext>
                </a:extLst>
              </p14:cNvPr>
              <p14:cNvContentPartPr/>
              <p14:nvPr/>
            </p14:nvContentPartPr>
            <p14:xfrm>
              <a:off x="725849" y="4222196"/>
              <a:ext cx="5566320" cy="56160"/>
            </p14:xfrm>
          </p:contentPart>
        </mc:Choice>
        <mc:Fallback>
          <p:pic>
            <p:nvPicPr>
              <p:cNvPr id="16" name="Ink 15">
                <a:extLst>
                  <a:ext uri="{FF2B5EF4-FFF2-40B4-BE49-F238E27FC236}">
                    <a16:creationId xmlns:a16="http://schemas.microsoft.com/office/drawing/2014/main" id="{047CC9CD-7577-ACFC-1EFC-A4108D963EA1}"/>
                  </a:ext>
                </a:extLst>
              </p:cNvPr>
              <p:cNvPicPr/>
              <p:nvPr/>
            </p:nvPicPr>
            <p:blipFill>
              <a:blip r:embed="rId20"/>
              <a:stretch>
                <a:fillRect/>
              </a:stretch>
            </p:blipFill>
            <p:spPr>
              <a:xfrm>
                <a:off x="721529" y="4217876"/>
                <a:ext cx="5574960" cy="6480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7" name="Ink 16">
                <a:extLst>
                  <a:ext uri="{FF2B5EF4-FFF2-40B4-BE49-F238E27FC236}">
                    <a16:creationId xmlns:a16="http://schemas.microsoft.com/office/drawing/2014/main" id="{5F294CE1-FDD6-B917-E344-518E4C78F935}"/>
                  </a:ext>
                </a:extLst>
              </p14:cNvPr>
              <p14:cNvContentPartPr/>
              <p14:nvPr/>
            </p14:nvContentPartPr>
            <p14:xfrm>
              <a:off x="712529" y="4465556"/>
              <a:ext cx="2064600" cy="97200"/>
            </p14:xfrm>
          </p:contentPart>
        </mc:Choice>
        <mc:Fallback>
          <p:pic>
            <p:nvPicPr>
              <p:cNvPr id="17" name="Ink 16">
                <a:extLst>
                  <a:ext uri="{FF2B5EF4-FFF2-40B4-BE49-F238E27FC236}">
                    <a16:creationId xmlns:a16="http://schemas.microsoft.com/office/drawing/2014/main" id="{5F294CE1-FDD6-B917-E344-518E4C78F935}"/>
                  </a:ext>
                </a:extLst>
              </p:cNvPr>
              <p:cNvPicPr/>
              <p:nvPr/>
            </p:nvPicPr>
            <p:blipFill>
              <a:blip r:embed="rId22"/>
              <a:stretch>
                <a:fillRect/>
              </a:stretch>
            </p:blipFill>
            <p:spPr>
              <a:xfrm>
                <a:off x="708209" y="4461236"/>
                <a:ext cx="2073240" cy="105840"/>
              </a:xfrm>
              <a:prstGeom prst="rect">
                <a:avLst/>
              </a:prstGeom>
            </p:spPr>
          </p:pic>
        </mc:Fallback>
      </mc:AlternateContent>
    </p:spTree>
    <p:extLst>
      <p:ext uri="{BB962C8B-B14F-4D97-AF65-F5344CB8AC3E}">
        <p14:creationId xmlns:p14="http://schemas.microsoft.com/office/powerpoint/2010/main" val="2499518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Introduction to Time Series</a:t>
            </a:r>
          </a:p>
        </p:txBody>
      </p:sp>
      <p:sp>
        <p:nvSpPr>
          <p:cNvPr id="3" name="Rectangle 3"/>
          <p:cNvSpPr txBox="1">
            <a:spLocks noChangeArrowheads="1"/>
          </p:cNvSpPr>
          <p:nvPr/>
        </p:nvSpPr>
        <p:spPr>
          <a:xfrm>
            <a:off x="591670" y="924932"/>
            <a:ext cx="11132243" cy="5639153"/>
          </a:xfrm>
          <a:prstGeom prst="rect">
            <a:avLst/>
          </a:prstGeom>
        </p:spPr>
        <p:txBody>
          <a:bodyPr lIns="79050" tIns="39525" rIns="79050" bIns="39525"/>
          <a:lstStyle/>
          <a:p>
            <a:pPr marL="342900" indent="-342900" algn="just">
              <a:lnSpc>
                <a:spcPct val="150000"/>
              </a:lnSpc>
              <a:spcBef>
                <a:spcPts val="0"/>
              </a:spcBef>
              <a:buFont typeface="Courier New" panose="02070309020205020404" pitchFamily="49" charset="0"/>
              <a:buChar char="o"/>
              <a:defRPr/>
            </a:pPr>
            <a:r>
              <a:rPr lang="en-US" sz="2400" kern="0" dirty="0">
                <a:latin typeface="+mn-lt"/>
              </a:rPr>
              <a:t>A time series is defined as a </a:t>
            </a:r>
            <a:r>
              <a:rPr lang="en-US" sz="2400" b="1" i="1" kern="0" dirty="0">
                <a:latin typeface="+mn-lt"/>
              </a:rPr>
              <a:t>set of observations on a variable generated sequentially in time</a:t>
            </a:r>
            <a:r>
              <a:rPr lang="en-US" sz="2400" kern="0" dirty="0">
                <a:latin typeface="+mn-lt"/>
              </a:rPr>
              <a:t>. The measurement of the variable are made at </a:t>
            </a:r>
            <a:r>
              <a:rPr lang="en-US" sz="2400" b="1" kern="0" dirty="0">
                <a:latin typeface="+mn-lt"/>
              </a:rPr>
              <a:t>discrete</a:t>
            </a:r>
            <a:r>
              <a:rPr lang="en-US" sz="2400" kern="0" dirty="0">
                <a:latin typeface="+mn-lt"/>
              </a:rPr>
              <a:t> (equally spaced) </a:t>
            </a:r>
            <a:r>
              <a:rPr lang="en-US" sz="2400" b="1" kern="0" dirty="0">
                <a:latin typeface="+mn-lt"/>
              </a:rPr>
              <a:t>intervals</a:t>
            </a:r>
            <a:r>
              <a:rPr lang="en-US" sz="2400" kern="0" dirty="0">
                <a:latin typeface="+mn-lt"/>
              </a:rPr>
              <a:t>.</a:t>
            </a:r>
          </a:p>
          <a:p>
            <a:pPr marL="800100" lvl="1" indent="-342900" algn="just">
              <a:lnSpc>
                <a:spcPct val="150000"/>
              </a:lnSpc>
              <a:spcBef>
                <a:spcPts val="0"/>
              </a:spcBef>
              <a:buFont typeface="Courier New" panose="02070309020205020404" pitchFamily="49" charset="0"/>
              <a:buChar char="o"/>
              <a:defRPr/>
            </a:pPr>
            <a:r>
              <a:rPr lang="en-US" sz="2400" kern="0" dirty="0">
                <a:latin typeface="+mn-lt"/>
              </a:rPr>
              <a:t>Often a variable continuous in time is measured at regular intervals and this produces a discrete series of data. </a:t>
            </a:r>
            <a:r>
              <a:rPr lang="en-US" sz="2400" dirty="0">
                <a:latin typeface="+mn-lt"/>
              </a:rPr>
              <a:t>Such data may be collected at regular time intervals such as, monthly, weekly, quarterly or annually.</a:t>
            </a:r>
          </a:p>
          <a:p>
            <a:pPr marL="342900" indent="-342900" algn="just">
              <a:lnSpc>
                <a:spcPct val="150000"/>
              </a:lnSpc>
              <a:spcBef>
                <a:spcPts val="0"/>
              </a:spcBef>
              <a:buFont typeface="Courier New" panose="02070309020205020404" pitchFamily="49" charset="0"/>
              <a:buChar char="o"/>
            </a:pPr>
            <a:r>
              <a:rPr lang="en-US" sz="2400" dirty="0">
                <a:latin typeface="+mn-lt"/>
              </a:rPr>
              <a:t>Time series are used in statistics, econometrics, mathematical finance, weather forecasting, earthquake prediction and many other applications.</a:t>
            </a:r>
            <a:endParaRPr lang="en-IN" sz="2400" dirty="0">
              <a:latin typeface="+mn-lt"/>
            </a:endParaRPr>
          </a:p>
          <a:p>
            <a:pPr marL="342900" indent="-342900" algn="just">
              <a:lnSpc>
                <a:spcPct val="150000"/>
              </a:lnSpc>
              <a:spcBef>
                <a:spcPts val="0"/>
              </a:spcBef>
              <a:buFont typeface="Courier New" panose="02070309020205020404" pitchFamily="49" charset="0"/>
              <a:buChar char="o"/>
              <a:defRPr/>
            </a:pPr>
            <a:endParaRPr lang="en-US" sz="2400" kern="0" dirty="0">
              <a:latin typeface="+mn-lt"/>
            </a:endParaRP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10A0D8A0-91CA-2A61-5F83-7E6E025EE121}"/>
                  </a:ext>
                </a:extLst>
              </p14:cNvPr>
              <p14:cNvContentPartPr/>
              <p14:nvPr/>
            </p14:nvContentPartPr>
            <p14:xfrm>
              <a:off x="4837049" y="2083796"/>
              <a:ext cx="6882840" cy="48960"/>
            </p14:xfrm>
          </p:contentPart>
        </mc:Choice>
        <mc:Fallback>
          <p:pic>
            <p:nvPicPr>
              <p:cNvPr id="4" name="Ink 3">
                <a:extLst>
                  <a:ext uri="{FF2B5EF4-FFF2-40B4-BE49-F238E27FC236}">
                    <a16:creationId xmlns:a16="http://schemas.microsoft.com/office/drawing/2014/main" id="{10A0D8A0-91CA-2A61-5F83-7E6E025EE121}"/>
                  </a:ext>
                </a:extLst>
              </p:cNvPr>
              <p:cNvPicPr/>
              <p:nvPr/>
            </p:nvPicPr>
            <p:blipFill>
              <a:blip r:embed="rId3"/>
              <a:stretch>
                <a:fillRect/>
              </a:stretch>
            </p:blipFill>
            <p:spPr>
              <a:xfrm>
                <a:off x="4832729" y="2079476"/>
                <a:ext cx="6891480" cy="576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C948E2EF-4DD1-3B61-7973-5F1F9A413513}"/>
                  </a:ext>
                </a:extLst>
              </p14:cNvPr>
              <p14:cNvContentPartPr/>
              <p14:nvPr/>
            </p14:nvContentPartPr>
            <p14:xfrm>
              <a:off x="1027169" y="2555396"/>
              <a:ext cx="1706040" cy="90000"/>
            </p14:xfrm>
          </p:contentPart>
        </mc:Choice>
        <mc:Fallback>
          <p:pic>
            <p:nvPicPr>
              <p:cNvPr id="5" name="Ink 4">
                <a:extLst>
                  <a:ext uri="{FF2B5EF4-FFF2-40B4-BE49-F238E27FC236}">
                    <a16:creationId xmlns:a16="http://schemas.microsoft.com/office/drawing/2014/main" id="{C948E2EF-4DD1-3B61-7973-5F1F9A413513}"/>
                  </a:ext>
                </a:extLst>
              </p:cNvPr>
              <p:cNvPicPr/>
              <p:nvPr/>
            </p:nvPicPr>
            <p:blipFill>
              <a:blip r:embed="rId5"/>
              <a:stretch>
                <a:fillRect/>
              </a:stretch>
            </p:blipFill>
            <p:spPr>
              <a:xfrm>
                <a:off x="1022849" y="2551076"/>
                <a:ext cx="1714680" cy="986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1E85BC0F-C122-D73A-26EC-373CDC92160A}"/>
                  </a:ext>
                </a:extLst>
              </p14:cNvPr>
              <p14:cNvContentPartPr/>
              <p14:nvPr/>
            </p14:nvContentPartPr>
            <p14:xfrm>
              <a:off x="2518289" y="3110156"/>
              <a:ext cx="3797280" cy="86760"/>
            </p14:xfrm>
          </p:contentPart>
        </mc:Choice>
        <mc:Fallback>
          <p:pic>
            <p:nvPicPr>
              <p:cNvPr id="6" name="Ink 5">
                <a:extLst>
                  <a:ext uri="{FF2B5EF4-FFF2-40B4-BE49-F238E27FC236}">
                    <a16:creationId xmlns:a16="http://schemas.microsoft.com/office/drawing/2014/main" id="{1E85BC0F-C122-D73A-26EC-373CDC92160A}"/>
                  </a:ext>
                </a:extLst>
              </p:cNvPr>
              <p:cNvPicPr/>
              <p:nvPr/>
            </p:nvPicPr>
            <p:blipFill>
              <a:blip r:embed="rId7"/>
              <a:stretch>
                <a:fillRect/>
              </a:stretch>
            </p:blipFill>
            <p:spPr>
              <a:xfrm>
                <a:off x="2513969" y="3105836"/>
                <a:ext cx="3805920" cy="954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 name="Ink 6">
                <a:extLst>
                  <a:ext uri="{FF2B5EF4-FFF2-40B4-BE49-F238E27FC236}">
                    <a16:creationId xmlns:a16="http://schemas.microsoft.com/office/drawing/2014/main" id="{CF3AFADD-B106-5E70-5C6C-F581C2FBA43D}"/>
                  </a:ext>
                </a:extLst>
              </p14:cNvPr>
              <p14:cNvContentPartPr/>
              <p14:nvPr/>
            </p14:nvContentPartPr>
            <p14:xfrm>
              <a:off x="5809769" y="3078476"/>
              <a:ext cx="5904720" cy="78840"/>
            </p14:xfrm>
          </p:contentPart>
        </mc:Choice>
        <mc:Fallback>
          <p:pic>
            <p:nvPicPr>
              <p:cNvPr id="7" name="Ink 6">
                <a:extLst>
                  <a:ext uri="{FF2B5EF4-FFF2-40B4-BE49-F238E27FC236}">
                    <a16:creationId xmlns:a16="http://schemas.microsoft.com/office/drawing/2014/main" id="{CF3AFADD-B106-5E70-5C6C-F581C2FBA43D}"/>
                  </a:ext>
                </a:extLst>
              </p:cNvPr>
              <p:cNvPicPr/>
              <p:nvPr/>
            </p:nvPicPr>
            <p:blipFill>
              <a:blip r:embed="rId9"/>
              <a:stretch>
                <a:fillRect/>
              </a:stretch>
            </p:blipFill>
            <p:spPr>
              <a:xfrm>
                <a:off x="5805449" y="3074156"/>
                <a:ext cx="5913360" cy="874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8" name="Ink 7">
                <a:extLst>
                  <a:ext uri="{FF2B5EF4-FFF2-40B4-BE49-F238E27FC236}">
                    <a16:creationId xmlns:a16="http://schemas.microsoft.com/office/drawing/2014/main" id="{CBA4BFDF-696A-D58F-D5FE-4ADD332D75EE}"/>
                  </a:ext>
                </a:extLst>
              </p14:cNvPr>
              <p14:cNvContentPartPr/>
              <p14:nvPr/>
            </p14:nvContentPartPr>
            <p14:xfrm>
              <a:off x="1432889" y="3652676"/>
              <a:ext cx="4570920" cy="66600"/>
            </p14:xfrm>
          </p:contentPart>
        </mc:Choice>
        <mc:Fallback>
          <p:pic>
            <p:nvPicPr>
              <p:cNvPr id="8" name="Ink 7">
                <a:extLst>
                  <a:ext uri="{FF2B5EF4-FFF2-40B4-BE49-F238E27FC236}">
                    <a16:creationId xmlns:a16="http://schemas.microsoft.com/office/drawing/2014/main" id="{CBA4BFDF-696A-D58F-D5FE-4ADD332D75EE}"/>
                  </a:ext>
                </a:extLst>
              </p:cNvPr>
              <p:cNvPicPr/>
              <p:nvPr/>
            </p:nvPicPr>
            <p:blipFill>
              <a:blip r:embed="rId11"/>
              <a:stretch>
                <a:fillRect/>
              </a:stretch>
            </p:blipFill>
            <p:spPr>
              <a:xfrm>
                <a:off x="1428569" y="3648356"/>
                <a:ext cx="4579560" cy="75240"/>
              </a:xfrm>
              <a:prstGeom prst="rect">
                <a:avLst/>
              </a:prstGeom>
            </p:spPr>
          </p:pic>
        </mc:Fallback>
      </mc:AlternateContent>
    </p:spTree>
    <p:extLst>
      <p:ext uri="{BB962C8B-B14F-4D97-AF65-F5344CB8AC3E}">
        <p14:creationId xmlns:p14="http://schemas.microsoft.com/office/powerpoint/2010/main" val="3891124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Introduction to Time Series</a:t>
            </a:r>
          </a:p>
        </p:txBody>
      </p:sp>
      <p:sp>
        <p:nvSpPr>
          <p:cNvPr id="3" name="Rectangle 2"/>
          <p:cNvSpPr/>
          <p:nvPr/>
        </p:nvSpPr>
        <p:spPr>
          <a:xfrm>
            <a:off x="231322" y="924933"/>
            <a:ext cx="11590564" cy="5826210"/>
          </a:xfrm>
          <a:prstGeom prst="rect">
            <a:avLst/>
          </a:prstGeom>
        </p:spPr>
        <p:txBody>
          <a:bodyPr wrap="square">
            <a:spAutoFit/>
          </a:bodyPr>
          <a:lstStyle/>
          <a:p>
            <a:pPr marL="342900" indent="-342900">
              <a:spcBef>
                <a:spcPct val="20000"/>
              </a:spcBef>
              <a:buFont typeface="Courier New" panose="02070309020205020404" pitchFamily="49" charset="0"/>
              <a:buChar char="o"/>
              <a:defRPr/>
            </a:pPr>
            <a:r>
              <a:rPr lang="en-US" sz="2300" kern="0" dirty="0">
                <a:latin typeface="+mn-lt"/>
              </a:rPr>
              <a:t>Time series may be represented as a set of data (Y</a:t>
            </a:r>
            <a:r>
              <a:rPr lang="en-US" sz="2300" kern="0" baseline="-25000" dirty="0">
                <a:latin typeface="+mn-lt"/>
              </a:rPr>
              <a:t>1</a:t>
            </a:r>
            <a:r>
              <a:rPr lang="en-US" sz="2300" kern="0" dirty="0">
                <a:latin typeface="+mn-lt"/>
              </a:rPr>
              <a:t>, Y</a:t>
            </a:r>
            <a:r>
              <a:rPr lang="en-US" sz="2300" kern="0" baseline="-25000" dirty="0">
                <a:latin typeface="+mn-lt"/>
              </a:rPr>
              <a:t>2</a:t>
            </a:r>
            <a:r>
              <a:rPr lang="en-US" sz="2300" kern="0" dirty="0">
                <a:latin typeface="+mn-lt"/>
              </a:rPr>
              <a:t>, Y</a:t>
            </a:r>
            <a:r>
              <a:rPr lang="en-US" sz="2300" kern="0" baseline="-25000" dirty="0">
                <a:latin typeface="+mn-lt"/>
              </a:rPr>
              <a:t>3</a:t>
            </a:r>
            <a:r>
              <a:rPr lang="en-US" sz="2300" kern="0" dirty="0">
                <a:latin typeface="+mn-lt"/>
              </a:rPr>
              <a:t>, …, </a:t>
            </a:r>
            <a:r>
              <a:rPr lang="en-US" sz="2300" kern="0" dirty="0" err="1">
                <a:latin typeface="+mn-lt"/>
              </a:rPr>
              <a:t>Y</a:t>
            </a:r>
            <a:r>
              <a:rPr lang="en-US" sz="2300" kern="0" baseline="-25000" dirty="0" err="1">
                <a:latin typeface="+mn-lt"/>
              </a:rPr>
              <a:t>n</a:t>
            </a:r>
            <a:r>
              <a:rPr lang="en-US" sz="2300" kern="0" dirty="0">
                <a:latin typeface="+mn-lt"/>
              </a:rPr>
              <a:t>), </a:t>
            </a:r>
            <a:r>
              <a:rPr lang="en-US" sz="2300" kern="0" dirty="0" err="1">
                <a:latin typeface="+mn-lt"/>
              </a:rPr>
              <a:t>Y</a:t>
            </a:r>
            <a:r>
              <a:rPr lang="en-US" sz="2300" kern="0" baseline="-25000" dirty="0" err="1">
                <a:latin typeface="+mn-lt"/>
              </a:rPr>
              <a:t>t</a:t>
            </a:r>
            <a:r>
              <a:rPr lang="en-US" sz="2300" kern="0" dirty="0">
                <a:latin typeface="+mn-lt"/>
              </a:rPr>
              <a:t> denoting the value of the variable </a:t>
            </a:r>
            <a:r>
              <a:rPr lang="en-US" sz="2300" b="1" i="1" kern="0" dirty="0">
                <a:latin typeface="+mn-lt"/>
              </a:rPr>
              <a:t>Y</a:t>
            </a:r>
            <a:r>
              <a:rPr lang="en-US" sz="2300" kern="0" dirty="0">
                <a:latin typeface="+mn-lt"/>
              </a:rPr>
              <a:t> at time </a:t>
            </a:r>
            <a:r>
              <a:rPr lang="en-US" sz="2300" b="1" i="1" kern="0" dirty="0">
                <a:latin typeface="+mn-lt"/>
              </a:rPr>
              <a:t>t</a:t>
            </a:r>
            <a:r>
              <a:rPr lang="en-US" sz="2300" kern="0" dirty="0">
                <a:latin typeface="+mn-lt"/>
              </a:rPr>
              <a:t>.</a:t>
            </a:r>
          </a:p>
          <a:p>
            <a:pPr marL="800100" lvl="1" indent="-342900">
              <a:spcBef>
                <a:spcPct val="20000"/>
              </a:spcBef>
              <a:buFont typeface="Courier New" panose="02070309020205020404" pitchFamily="49" charset="0"/>
              <a:buChar char="o"/>
              <a:defRPr/>
            </a:pPr>
            <a:r>
              <a:rPr lang="en-US" sz="2300" kern="0" dirty="0">
                <a:latin typeface="+mn-lt"/>
              </a:rPr>
              <a:t>A discrete time series data may be generated from the accumulation of data over a period of time.</a:t>
            </a:r>
          </a:p>
          <a:p>
            <a:pPr>
              <a:spcBef>
                <a:spcPct val="20000"/>
              </a:spcBef>
              <a:defRPr/>
            </a:pPr>
            <a:r>
              <a:rPr lang="en-US" sz="2300" b="1" kern="0" dirty="0">
                <a:latin typeface="+mn-lt"/>
              </a:rPr>
              <a:t>Example of continuous variable:</a:t>
            </a:r>
            <a:r>
              <a:rPr lang="en-US" sz="2300" kern="0" dirty="0">
                <a:latin typeface="+mn-lt"/>
              </a:rPr>
              <a:t> </a:t>
            </a:r>
          </a:p>
          <a:p>
            <a:pPr marL="800100" lvl="1" indent="-342900">
              <a:spcBef>
                <a:spcPct val="20000"/>
              </a:spcBef>
              <a:buFont typeface="Courier New" panose="02070309020205020404" pitchFamily="49" charset="0"/>
              <a:buChar char="o"/>
              <a:defRPr/>
            </a:pPr>
            <a:r>
              <a:rPr lang="en-US" sz="2300" kern="0" dirty="0">
                <a:latin typeface="+mn-lt"/>
              </a:rPr>
              <a:t>Temperature on a chemical reactor</a:t>
            </a:r>
          </a:p>
          <a:p>
            <a:pPr marL="800100" lvl="1" indent="-342900">
              <a:spcBef>
                <a:spcPct val="20000"/>
              </a:spcBef>
              <a:buFont typeface="Courier New" panose="02070309020205020404" pitchFamily="49" charset="0"/>
              <a:buChar char="o"/>
              <a:defRPr/>
            </a:pPr>
            <a:r>
              <a:rPr lang="en-US" sz="2300" kern="0" dirty="0">
                <a:latin typeface="+mn-lt"/>
              </a:rPr>
              <a:t>Level of tide at a particular site </a:t>
            </a:r>
          </a:p>
          <a:p>
            <a:pPr marL="800100" lvl="1" indent="-342900">
              <a:spcBef>
                <a:spcPct val="20000"/>
              </a:spcBef>
              <a:buFont typeface="Courier New" panose="02070309020205020404" pitchFamily="49" charset="0"/>
              <a:buChar char="o"/>
              <a:defRPr/>
            </a:pPr>
            <a:r>
              <a:rPr lang="en-US" sz="2300" kern="0" dirty="0">
                <a:latin typeface="+mn-lt"/>
              </a:rPr>
              <a:t>Amplitude of an electrical signal</a:t>
            </a:r>
          </a:p>
          <a:p>
            <a:pPr>
              <a:spcBef>
                <a:spcPct val="20000"/>
              </a:spcBef>
              <a:defRPr/>
            </a:pPr>
            <a:r>
              <a:rPr lang="en-US" sz="2300" b="1" kern="0" dirty="0">
                <a:latin typeface="+mn-lt"/>
              </a:rPr>
              <a:t>Example of discrete variable:</a:t>
            </a:r>
            <a:r>
              <a:rPr lang="en-US" sz="2300" kern="0" dirty="0">
                <a:latin typeface="+mn-lt"/>
              </a:rPr>
              <a:t> </a:t>
            </a:r>
          </a:p>
          <a:p>
            <a:pPr marL="800100" lvl="1" indent="-342900">
              <a:spcBef>
                <a:spcPct val="20000"/>
              </a:spcBef>
              <a:buFont typeface="Courier New" panose="02070309020205020404" pitchFamily="49" charset="0"/>
              <a:buChar char="o"/>
              <a:defRPr/>
            </a:pPr>
            <a:r>
              <a:rPr lang="en-US" sz="2300" kern="0" dirty="0">
                <a:latin typeface="+mn-lt"/>
              </a:rPr>
              <a:t>Monthly sales</a:t>
            </a:r>
          </a:p>
          <a:p>
            <a:pPr marL="800100" lvl="1" indent="-342900">
              <a:spcBef>
                <a:spcPct val="20000"/>
              </a:spcBef>
              <a:buFont typeface="Courier New" panose="02070309020205020404" pitchFamily="49" charset="0"/>
              <a:buChar char="o"/>
              <a:defRPr/>
            </a:pPr>
            <a:r>
              <a:rPr lang="en-US" sz="2300" kern="0" dirty="0">
                <a:latin typeface="+mn-lt"/>
              </a:rPr>
              <a:t>Daily rainfall </a:t>
            </a:r>
          </a:p>
          <a:p>
            <a:pPr marL="800100" lvl="1" indent="-342900">
              <a:spcBef>
                <a:spcPct val="20000"/>
              </a:spcBef>
              <a:buFont typeface="Courier New" panose="02070309020205020404" pitchFamily="49" charset="0"/>
              <a:buChar char="o"/>
              <a:defRPr/>
            </a:pPr>
            <a:r>
              <a:rPr lang="en-US" sz="2300" kern="0" dirty="0">
                <a:latin typeface="+mn-lt"/>
              </a:rPr>
              <a:t>Production of a crop over different years in a country</a:t>
            </a:r>
          </a:p>
          <a:p>
            <a:pPr marL="342900" indent="-342900">
              <a:spcBef>
                <a:spcPct val="20000"/>
              </a:spcBef>
              <a:buFontTx/>
              <a:buChar char="-"/>
              <a:defRPr/>
            </a:pPr>
            <a:endParaRPr lang="en-US" sz="2300" kern="0" dirty="0">
              <a:latin typeface="Helvetica Neue"/>
            </a:endParaRPr>
          </a:p>
          <a:p>
            <a:pPr>
              <a:spcBef>
                <a:spcPct val="20000"/>
              </a:spcBef>
              <a:defRPr/>
            </a:pPr>
            <a:endParaRPr lang="en-US" sz="2300" kern="0" dirty="0">
              <a:latin typeface="Helvetica Neue"/>
            </a:endParaRP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DC1350D3-060F-6021-231C-B3461F2C7A2C}"/>
                  </a:ext>
                </a:extLst>
              </p14:cNvPr>
              <p14:cNvContentPartPr/>
              <p14:nvPr/>
            </p14:nvContentPartPr>
            <p14:xfrm>
              <a:off x="5256809" y="2133116"/>
              <a:ext cx="5767560" cy="66600"/>
            </p14:xfrm>
          </p:contentPart>
        </mc:Choice>
        <mc:Fallback>
          <p:pic>
            <p:nvPicPr>
              <p:cNvPr id="4" name="Ink 3">
                <a:extLst>
                  <a:ext uri="{FF2B5EF4-FFF2-40B4-BE49-F238E27FC236}">
                    <a16:creationId xmlns:a16="http://schemas.microsoft.com/office/drawing/2014/main" id="{DC1350D3-060F-6021-231C-B3461F2C7A2C}"/>
                  </a:ext>
                </a:extLst>
              </p:cNvPr>
              <p:cNvPicPr/>
              <p:nvPr/>
            </p:nvPicPr>
            <p:blipFill>
              <a:blip r:embed="rId3"/>
              <a:stretch>
                <a:fillRect/>
              </a:stretch>
            </p:blipFill>
            <p:spPr>
              <a:xfrm>
                <a:off x="5252489" y="2128796"/>
                <a:ext cx="5776200" cy="7524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AA09D5EF-9D93-09BC-2B7B-C868C5B82710}"/>
                  </a:ext>
                </a:extLst>
              </p14:cNvPr>
              <p14:cNvContentPartPr/>
              <p14:nvPr/>
            </p14:nvContentPartPr>
            <p14:xfrm>
              <a:off x="1126169" y="2444516"/>
              <a:ext cx="2171160" cy="55800"/>
            </p14:xfrm>
          </p:contentPart>
        </mc:Choice>
        <mc:Fallback>
          <p:pic>
            <p:nvPicPr>
              <p:cNvPr id="5" name="Ink 4">
                <a:extLst>
                  <a:ext uri="{FF2B5EF4-FFF2-40B4-BE49-F238E27FC236}">
                    <a16:creationId xmlns:a16="http://schemas.microsoft.com/office/drawing/2014/main" id="{AA09D5EF-9D93-09BC-2B7B-C868C5B82710}"/>
                  </a:ext>
                </a:extLst>
              </p:cNvPr>
              <p:cNvPicPr/>
              <p:nvPr/>
            </p:nvPicPr>
            <p:blipFill>
              <a:blip r:embed="rId5"/>
              <a:stretch>
                <a:fillRect/>
              </a:stretch>
            </p:blipFill>
            <p:spPr>
              <a:xfrm>
                <a:off x="1121849" y="2440196"/>
                <a:ext cx="2179800" cy="644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3B176CAC-9521-0CF6-FAFE-BB3D1779D1B7}"/>
                  </a:ext>
                </a:extLst>
              </p14:cNvPr>
              <p14:cNvContentPartPr/>
              <p14:nvPr/>
            </p14:nvContentPartPr>
            <p14:xfrm>
              <a:off x="5328449" y="2600396"/>
              <a:ext cx="501120" cy="1633320"/>
            </p14:xfrm>
          </p:contentPart>
        </mc:Choice>
        <mc:Fallback>
          <p:pic>
            <p:nvPicPr>
              <p:cNvPr id="6" name="Ink 5">
                <a:extLst>
                  <a:ext uri="{FF2B5EF4-FFF2-40B4-BE49-F238E27FC236}">
                    <a16:creationId xmlns:a16="http://schemas.microsoft.com/office/drawing/2014/main" id="{3B176CAC-9521-0CF6-FAFE-BB3D1779D1B7}"/>
                  </a:ext>
                </a:extLst>
              </p:cNvPr>
              <p:cNvPicPr/>
              <p:nvPr/>
            </p:nvPicPr>
            <p:blipFill>
              <a:blip r:embed="rId7"/>
              <a:stretch>
                <a:fillRect/>
              </a:stretch>
            </p:blipFill>
            <p:spPr>
              <a:xfrm>
                <a:off x="5324129" y="2596076"/>
                <a:ext cx="509760" cy="16419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8" name="Ink 7">
                <a:extLst>
                  <a:ext uri="{FF2B5EF4-FFF2-40B4-BE49-F238E27FC236}">
                    <a16:creationId xmlns:a16="http://schemas.microsoft.com/office/drawing/2014/main" id="{1884BEB2-D868-F6F3-E28B-9D6BA7804D27}"/>
                  </a:ext>
                </a:extLst>
              </p14:cNvPr>
              <p14:cNvContentPartPr/>
              <p14:nvPr/>
            </p14:nvContentPartPr>
            <p14:xfrm>
              <a:off x="3146129" y="3225716"/>
              <a:ext cx="2418120" cy="143280"/>
            </p14:xfrm>
          </p:contentPart>
        </mc:Choice>
        <mc:Fallback>
          <p:pic>
            <p:nvPicPr>
              <p:cNvPr id="8" name="Ink 7">
                <a:extLst>
                  <a:ext uri="{FF2B5EF4-FFF2-40B4-BE49-F238E27FC236}">
                    <a16:creationId xmlns:a16="http://schemas.microsoft.com/office/drawing/2014/main" id="{1884BEB2-D868-F6F3-E28B-9D6BA7804D27}"/>
                  </a:ext>
                </a:extLst>
              </p:cNvPr>
              <p:cNvPicPr/>
              <p:nvPr/>
            </p:nvPicPr>
            <p:blipFill>
              <a:blip r:embed="rId9"/>
              <a:stretch>
                <a:fillRect/>
              </a:stretch>
            </p:blipFill>
            <p:spPr>
              <a:xfrm>
                <a:off x="3141449" y="3221396"/>
                <a:ext cx="2426760" cy="1519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0" name="Ink 9">
                <a:extLst>
                  <a:ext uri="{FF2B5EF4-FFF2-40B4-BE49-F238E27FC236}">
                    <a16:creationId xmlns:a16="http://schemas.microsoft.com/office/drawing/2014/main" id="{DEA224BB-CDD6-CB05-7C0C-485F8E8FF821}"/>
                  </a:ext>
                </a:extLst>
              </p14:cNvPr>
              <p14:cNvContentPartPr/>
              <p14:nvPr/>
            </p14:nvContentPartPr>
            <p14:xfrm>
              <a:off x="2993849" y="3724676"/>
              <a:ext cx="1956960" cy="720"/>
            </p14:xfrm>
          </p:contentPart>
        </mc:Choice>
        <mc:Fallback>
          <p:pic>
            <p:nvPicPr>
              <p:cNvPr id="10" name="Ink 9">
                <a:extLst>
                  <a:ext uri="{FF2B5EF4-FFF2-40B4-BE49-F238E27FC236}">
                    <a16:creationId xmlns:a16="http://schemas.microsoft.com/office/drawing/2014/main" id="{DEA224BB-CDD6-CB05-7C0C-485F8E8FF821}"/>
                  </a:ext>
                </a:extLst>
              </p:cNvPr>
              <p:cNvPicPr/>
              <p:nvPr/>
            </p:nvPicPr>
            <p:blipFill>
              <a:blip r:embed="rId11"/>
              <a:stretch>
                <a:fillRect/>
              </a:stretch>
            </p:blipFill>
            <p:spPr>
              <a:xfrm>
                <a:off x="2989529" y="3715316"/>
                <a:ext cx="19656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2" name="Ink 11">
                <a:extLst>
                  <a:ext uri="{FF2B5EF4-FFF2-40B4-BE49-F238E27FC236}">
                    <a16:creationId xmlns:a16="http://schemas.microsoft.com/office/drawing/2014/main" id="{3E87E7F8-65AC-3DE7-4C22-3CEE01F4B519}"/>
                  </a:ext>
                </a:extLst>
              </p14:cNvPr>
              <p14:cNvContentPartPr/>
              <p14:nvPr/>
            </p14:nvContentPartPr>
            <p14:xfrm>
              <a:off x="3174209" y="4019516"/>
              <a:ext cx="1811520" cy="219600"/>
            </p14:xfrm>
          </p:contentPart>
        </mc:Choice>
        <mc:Fallback>
          <p:pic>
            <p:nvPicPr>
              <p:cNvPr id="12" name="Ink 11">
                <a:extLst>
                  <a:ext uri="{FF2B5EF4-FFF2-40B4-BE49-F238E27FC236}">
                    <a16:creationId xmlns:a16="http://schemas.microsoft.com/office/drawing/2014/main" id="{3E87E7F8-65AC-3DE7-4C22-3CEE01F4B519}"/>
                  </a:ext>
                </a:extLst>
              </p:cNvPr>
              <p:cNvPicPr/>
              <p:nvPr/>
            </p:nvPicPr>
            <p:blipFill>
              <a:blip r:embed="rId13"/>
              <a:stretch>
                <a:fillRect/>
              </a:stretch>
            </p:blipFill>
            <p:spPr>
              <a:xfrm>
                <a:off x="3169889" y="4015196"/>
                <a:ext cx="1820160" cy="22824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3" name="Ink 12">
                <a:extLst>
                  <a:ext uri="{FF2B5EF4-FFF2-40B4-BE49-F238E27FC236}">
                    <a16:creationId xmlns:a16="http://schemas.microsoft.com/office/drawing/2014/main" id="{83C00EA2-B50E-B149-5851-0B6D4E135618}"/>
                  </a:ext>
                </a:extLst>
              </p14:cNvPr>
              <p14:cNvContentPartPr/>
              <p14:nvPr/>
            </p14:nvContentPartPr>
            <p14:xfrm>
              <a:off x="1208249" y="4879916"/>
              <a:ext cx="1676160" cy="141840"/>
            </p14:xfrm>
          </p:contentPart>
        </mc:Choice>
        <mc:Fallback>
          <p:pic>
            <p:nvPicPr>
              <p:cNvPr id="13" name="Ink 12">
                <a:extLst>
                  <a:ext uri="{FF2B5EF4-FFF2-40B4-BE49-F238E27FC236}">
                    <a16:creationId xmlns:a16="http://schemas.microsoft.com/office/drawing/2014/main" id="{83C00EA2-B50E-B149-5851-0B6D4E135618}"/>
                  </a:ext>
                </a:extLst>
              </p:cNvPr>
              <p:cNvPicPr/>
              <p:nvPr/>
            </p:nvPicPr>
            <p:blipFill>
              <a:blip r:embed="rId15"/>
              <a:stretch>
                <a:fillRect/>
              </a:stretch>
            </p:blipFill>
            <p:spPr>
              <a:xfrm>
                <a:off x="1203929" y="4875596"/>
                <a:ext cx="1684800" cy="1504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4" name="Ink 13">
                <a:extLst>
                  <a:ext uri="{FF2B5EF4-FFF2-40B4-BE49-F238E27FC236}">
                    <a16:creationId xmlns:a16="http://schemas.microsoft.com/office/drawing/2014/main" id="{13B3E80B-693C-7888-E03C-46B197A99811}"/>
                  </a:ext>
                </a:extLst>
              </p14:cNvPr>
              <p14:cNvContentPartPr/>
              <p14:nvPr/>
            </p14:nvContentPartPr>
            <p14:xfrm>
              <a:off x="1143809" y="5322356"/>
              <a:ext cx="1658160" cy="136080"/>
            </p14:xfrm>
          </p:contentPart>
        </mc:Choice>
        <mc:Fallback>
          <p:pic>
            <p:nvPicPr>
              <p:cNvPr id="14" name="Ink 13">
                <a:extLst>
                  <a:ext uri="{FF2B5EF4-FFF2-40B4-BE49-F238E27FC236}">
                    <a16:creationId xmlns:a16="http://schemas.microsoft.com/office/drawing/2014/main" id="{13B3E80B-693C-7888-E03C-46B197A99811}"/>
                  </a:ext>
                </a:extLst>
              </p:cNvPr>
              <p:cNvPicPr/>
              <p:nvPr/>
            </p:nvPicPr>
            <p:blipFill>
              <a:blip r:embed="rId17"/>
              <a:stretch>
                <a:fillRect/>
              </a:stretch>
            </p:blipFill>
            <p:spPr>
              <a:xfrm>
                <a:off x="1139489" y="5318036"/>
                <a:ext cx="1666800" cy="144720"/>
              </a:xfrm>
              <a:prstGeom prst="rect">
                <a:avLst/>
              </a:prstGeom>
            </p:spPr>
          </p:pic>
        </mc:Fallback>
      </mc:AlternateContent>
    </p:spTree>
    <p:extLst>
      <p:ext uri="{BB962C8B-B14F-4D97-AF65-F5344CB8AC3E}">
        <p14:creationId xmlns:p14="http://schemas.microsoft.com/office/powerpoint/2010/main" val="28670990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Decomposition of Time Series</a:t>
            </a:r>
          </a:p>
        </p:txBody>
      </p:sp>
      <p:sp>
        <p:nvSpPr>
          <p:cNvPr id="3" name="Rectangle 2"/>
          <p:cNvSpPr/>
          <p:nvPr/>
        </p:nvSpPr>
        <p:spPr>
          <a:xfrm>
            <a:off x="421340" y="998570"/>
            <a:ext cx="11017625" cy="1938992"/>
          </a:xfrm>
          <a:prstGeom prst="rect">
            <a:avLst/>
          </a:prstGeom>
        </p:spPr>
        <p:txBody>
          <a:bodyPr wrap="square">
            <a:spAutoFit/>
          </a:bodyPr>
          <a:lstStyle/>
          <a:p>
            <a:pPr marL="342900" indent="-342900" algn="just" eaLnBrk="1" hangingPunct="1">
              <a:spcBef>
                <a:spcPct val="50000"/>
              </a:spcBef>
              <a:buFont typeface="Courier New" panose="02070309020205020404" pitchFamily="49" charset="0"/>
              <a:buChar char="o"/>
            </a:pPr>
            <a:r>
              <a:rPr lang="en-IN" sz="2400" dirty="0">
                <a:latin typeface="+mn-lt"/>
              </a:rPr>
              <a:t>Decomposition is an important technique for all types of </a:t>
            </a:r>
            <a:r>
              <a:rPr lang="en-IN" sz="2400" dirty="0">
                <a:latin typeface="+mn-lt"/>
                <a:hlinkClick r:id="rId2" tooltip="Time series analysis"/>
              </a:rPr>
              <a:t>time series analysis</a:t>
            </a:r>
            <a:r>
              <a:rPr lang="en-IN" sz="2400" dirty="0">
                <a:latin typeface="+mn-lt"/>
              </a:rPr>
              <a:t>.</a:t>
            </a:r>
          </a:p>
          <a:p>
            <a:pPr marL="342900" indent="-342900" algn="just" eaLnBrk="1" hangingPunct="1">
              <a:spcBef>
                <a:spcPct val="50000"/>
              </a:spcBef>
              <a:buFont typeface="Courier New" panose="02070309020205020404" pitchFamily="49" charset="0"/>
              <a:buChar char="o"/>
            </a:pPr>
            <a:r>
              <a:rPr lang="en-IN" sz="2400" dirty="0">
                <a:latin typeface="+mn-lt"/>
              </a:rPr>
              <a:t>It is used to reconstruct the original time series by additions or multiplications of component where each of these has a certain characteristic or type of behaviour. </a:t>
            </a:r>
          </a:p>
          <a:p>
            <a:pPr marL="342900" indent="-342900" algn="just" eaLnBrk="1" hangingPunct="1">
              <a:spcBef>
                <a:spcPct val="50000"/>
              </a:spcBef>
              <a:buFont typeface="Courier New" panose="02070309020205020404" pitchFamily="49" charset="0"/>
              <a:buChar char="o"/>
            </a:pPr>
            <a:r>
              <a:rPr lang="en-IN" sz="2400" dirty="0">
                <a:latin typeface="+mn-lt"/>
              </a:rPr>
              <a:t>Time series are usually decomposed into:</a:t>
            </a:r>
            <a:endParaRPr lang="en-US" sz="2400" dirty="0">
              <a:latin typeface="+mn-lt"/>
            </a:endParaRPr>
          </a:p>
        </p:txBody>
      </p:sp>
      <p:sp>
        <p:nvSpPr>
          <p:cNvPr id="4" name="Rectangle 3"/>
          <p:cNvSpPr>
            <a:spLocks noChangeArrowheads="1"/>
          </p:cNvSpPr>
          <p:nvPr/>
        </p:nvSpPr>
        <p:spPr bwMode="auto">
          <a:xfrm>
            <a:off x="4478781" y="707571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5" name="Group 4"/>
          <p:cNvGrpSpPr>
            <a:grpSpLocks/>
          </p:cNvGrpSpPr>
          <p:nvPr/>
        </p:nvGrpSpPr>
        <p:grpSpPr bwMode="auto">
          <a:xfrm>
            <a:off x="2276919" y="3083148"/>
            <a:ext cx="3644900" cy="1817687"/>
            <a:chOff x="581" y="1421"/>
            <a:chExt cx="2296" cy="1145"/>
          </a:xfrm>
        </p:grpSpPr>
        <p:sp>
          <p:nvSpPr>
            <p:cNvPr id="6" name="Rectangle 5"/>
            <p:cNvSpPr>
              <a:spLocks noChangeArrowheads="1"/>
            </p:cNvSpPr>
            <p:nvPr/>
          </p:nvSpPr>
          <p:spPr bwMode="auto">
            <a:xfrm>
              <a:off x="582" y="1422"/>
              <a:ext cx="1627" cy="641"/>
            </a:xfrm>
            <a:prstGeom prst="rect">
              <a:avLst/>
            </a:prstGeom>
            <a:solidFill>
              <a:srgbClr val="FF0000"/>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 name="Freeform 6"/>
            <p:cNvSpPr>
              <a:spLocks/>
            </p:cNvSpPr>
            <p:nvPr/>
          </p:nvSpPr>
          <p:spPr bwMode="auto">
            <a:xfrm>
              <a:off x="2220" y="1421"/>
              <a:ext cx="657" cy="1145"/>
            </a:xfrm>
            <a:custGeom>
              <a:avLst/>
              <a:gdLst>
                <a:gd name="T0" fmla="*/ 0 w 657"/>
                <a:gd name="T1" fmla="*/ 0 h 1145"/>
                <a:gd name="T2" fmla="*/ 656 w 657"/>
                <a:gd name="T3" fmla="*/ 1144 h 1145"/>
                <a:gd name="T4" fmla="*/ 0 w 657"/>
                <a:gd name="T5" fmla="*/ 653 h 1145"/>
                <a:gd name="T6" fmla="*/ 0 w 657"/>
                <a:gd name="T7" fmla="*/ 0 h 1145"/>
              </a:gdLst>
              <a:ahLst/>
              <a:cxnLst>
                <a:cxn ang="0">
                  <a:pos x="T0" y="T1"/>
                </a:cxn>
                <a:cxn ang="0">
                  <a:pos x="T2" y="T3"/>
                </a:cxn>
                <a:cxn ang="0">
                  <a:pos x="T4" y="T5"/>
                </a:cxn>
                <a:cxn ang="0">
                  <a:pos x="T6" y="T7"/>
                </a:cxn>
              </a:cxnLst>
              <a:rect l="0" t="0" r="r" b="b"/>
              <a:pathLst>
                <a:path w="657" h="1145">
                  <a:moveTo>
                    <a:pt x="0" y="0"/>
                  </a:moveTo>
                  <a:lnTo>
                    <a:pt x="656" y="1144"/>
                  </a:lnTo>
                  <a:lnTo>
                    <a:pt x="0" y="653"/>
                  </a:lnTo>
                  <a:lnTo>
                    <a:pt x="0" y="0"/>
                  </a:lnTo>
                </a:path>
              </a:pathLst>
            </a:custGeom>
            <a:solidFill>
              <a:srgbClr val="800000"/>
            </a:solidFill>
            <a:ln w="254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 name="Freeform 7"/>
            <p:cNvSpPr>
              <a:spLocks/>
            </p:cNvSpPr>
            <p:nvPr/>
          </p:nvSpPr>
          <p:spPr bwMode="auto">
            <a:xfrm>
              <a:off x="581" y="2074"/>
              <a:ext cx="2296" cy="492"/>
            </a:xfrm>
            <a:custGeom>
              <a:avLst/>
              <a:gdLst>
                <a:gd name="T0" fmla="*/ 0 w 2296"/>
                <a:gd name="T1" fmla="*/ 0 h 492"/>
                <a:gd name="T2" fmla="*/ 1639 w 2296"/>
                <a:gd name="T3" fmla="*/ 0 h 492"/>
                <a:gd name="T4" fmla="*/ 2295 w 2296"/>
                <a:gd name="T5" fmla="*/ 491 h 492"/>
                <a:gd name="T6" fmla="*/ 0 w 2296"/>
                <a:gd name="T7" fmla="*/ 0 h 492"/>
              </a:gdLst>
              <a:ahLst/>
              <a:cxnLst>
                <a:cxn ang="0">
                  <a:pos x="T0" y="T1"/>
                </a:cxn>
                <a:cxn ang="0">
                  <a:pos x="T2" y="T3"/>
                </a:cxn>
                <a:cxn ang="0">
                  <a:pos x="T4" y="T5"/>
                </a:cxn>
                <a:cxn ang="0">
                  <a:pos x="T6" y="T7"/>
                </a:cxn>
              </a:cxnLst>
              <a:rect l="0" t="0" r="r" b="b"/>
              <a:pathLst>
                <a:path w="2296" h="492">
                  <a:moveTo>
                    <a:pt x="0" y="0"/>
                  </a:moveTo>
                  <a:lnTo>
                    <a:pt x="1639" y="0"/>
                  </a:lnTo>
                  <a:lnTo>
                    <a:pt x="2295" y="491"/>
                  </a:lnTo>
                  <a:lnTo>
                    <a:pt x="0" y="0"/>
                  </a:lnTo>
                </a:path>
              </a:pathLst>
            </a:custGeom>
            <a:solidFill>
              <a:srgbClr val="400000"/>
            </a:solidFill>
            <a:ln w="254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9" name="Group 8"/>
          <p:cNvGrpSpPr>
            <a:grpSpLocks/>
          </p:cNvGrpSpPr>
          <p:nvPr/>
        </p:nvGrpSpPr>
        <p:grpSpPr bwMode="auto">
          <a:xfrm>
            <a:off x="2276919" y="4899248"/>
            <a:ext cx="3644900" cy="1814512"/>
            <a:chOff x="581" y="2565"/>
            <a:chExt cx="2296" cy="1143"/>
          </a:xfrm>
        </p:grpSpPr>
        <p:sp>
          <p:nvSpPr>
            <p:cNvPr id="10" name="Rectangle 9"/>
            <p:cNvSpPr>
              <a:spLocks noChangeArrowheads="1"/>
            </p:cNvSpPr>
            <p:nvPr/>
          </p:nvSpPr>
          <p:spPr bwMode="auto">
            <a:xfrm>
              <a:off x="582" y="3055"/>
              <a:ext cx="1627" cy="641"/>
            </a:xfrm>
            <a:prstGeom prst="rect">
              <a:avLst/>
            </a:prstGeom>
            <a:solidFill>
              <a:srgbClr val="990000"/>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 name="Freeform 10"/>
            <p:cNvSpPr>
              <a:spLocks/>
            </p:cNvSpPr>
            <p:nvPr/>
          </p:nvSpPr>
          <p:spPr bwMode="auto">
            <a:xfrm>
              <a:off x="581" y="2565"/>
              <a:ext cx="2296" cy="490"/>
            </a:xfrm>
            <a:custGeom>
              <a:avLst/>
              <a:gdLst>
                <a:gd name="T0" fmla="*/ 0 w 2296"/>
                <a:gd name="T1" fmla="*/ 489 h 490"/>
                <a:gd name="T2" fmla="*/ 2295 w 2296"/>
                <a:gd name="T3" fmla="*/ 0 h 490"/>
                <a:gd name="T4" fmla="*/ 1639 w 2296"/>
                <a:gd name="T5" fmla="*/ 489 h 490"/>
                <a:gd name="T6" fmla="*/ 0 w 2296"/>
                <a:gd name="T7" fmla="*/ 489 h 490"/>
              </a:gdLst>
              <a:ahLst/>
              <a:cxnLst>
                <a:cxn ang="0">
                  <a:pos x="T0" y="T1"/>
                </a:cxn>
                <a:cxn ang="0">
                  <a:pos x="T2" y="T3"/>
                </a:cxn>
                <a:cxn ang="0">
                  <a:pos x="T4" y="T5"/>
                </a:cxn>
                <a:cxn ang="0">
                  <a:pos x="T6" y="T7"/>
                </a:cxn>
              </a:cxnLst>
              <a:rect l="0" t="0" r="r" b="b"/>
              <a:pathLst>
                <a:path w="2296" h="490">
                  <a:moveTo>
                    <a:pt x="0" y="489"/>
                  </a:moveTo>
                  <a:lnTo>
                    <a:pt x="2295" y="0"/>
                  </a:lnTo>
                  <a:lnTo>
                    <a:pt x="1639" y="489"/>
                  </a:lnTo>
                  <a:lnTo>
                    <a:pt x="0" y="489"/>
                  </a:lnTo>
                </a:path>
              </a:pathLst>
            </a:custGeom>
            <a:solidFill>
              <a:srgbClr val="800080"/>
            </a:solidFill>
            <a:ln w="254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2" name="Freeform 11"/>
            <p:cNvSpPr>
              <a:spLocks/>
            </p:cNvSpPr>
            <p:nvPr/>
          </p:nvSpPr>
          <p:spPr bwMode="auto">
            <a:xfrm>
              <a:off x="2220" y="2565"/>
              <a:ext cx="657" cy="1143"/>
            </a:xfrm>
            <a:custGeom>
              <a:avLst/>
              <a:gdLst>
                <a:gd name="T0" fmla="*/ 0 w 657"/>
                <a:gd name="T1" fmla="*/ 1142 h 1143"/>
                <a:gd name="T2" fmla="*/ 0 w 657"/>
                <a:gd name="T3" fmla="*/ 489 h 1143"/>
                <a:gd name="T4" fmla="*/ 656 w 657"/>
                <a:gd name="T5" fmla="*/ 0 h 1143"/>
                <a:gd name="T6" fmla="*/ 0 w 657"/>
                <a:gd name="T7" fmla="*/ 1142 h 1143"/>
              </a:gdLst>
              <a:ahLst/>
              <a:cxnLst>
                <a:cxn ang="0">
                  <a:pos x="T0" y="T1"/>
                </a:cxn>
                <a:cxn ang="0">
                  <a:pos x="T2" y="T3"/>
                </a:cxn>
                <a:cxn ang="0">
                  <a:pos x="T4" y="T5"/>
                </a:cxn>
                <a:cxn ang="0">
                  <a:pos x="T6" y="T7"/>
                </a:cxn>
              </a:cxnLst>
              <a:rect l="0" t="0" r="r" b="b"/>
              <a:pathLst>
                <a:path w="657" h="1143">
                  <a:moveTo>
                    <a:pt x="0" y="1142"/>
                  </a:moveTo>
                  <a:lnTo>
                    <a:pt x="0" y="489"/>
                  </a:lnTo>
                  <a:lnTo>
                    <a:pt x="656" y="0"/>
                  </a:lnTo>
                  <a:lnTo>
                    <a:pt x="0" y="1142"/>
                  </a:lnTo>
                </a:path>
              </a:pathLst>
            </a:custGeom>
            <a:solidFill>
              <a:srgbClr val="C000C0"/>
            </a:solidFill>
            <a:ln w="254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3" name="Group 12"/>
          <p:cNvGrpSpPr>
            <a:grpSpLocks/>
          </p:cNvGrpSpPr>
          <p:nvPr/>
        </p:nvGrpSpPr>
        <p:grpSpPr bwMode="auto">
          <a:xfrm>
            <a:off x="5920231" y="3083148"/>
            <a:ext cx="3643313" cy="1817687"/>
            <a:chOff x="2876" y="1421"/>
            <a:chExt cx="2295" cy="1145"/>
          </a:xfrm>
        </p:grpSpPr>
        <p:sp>
          <p:nvSpPr>
            <p:cNvPr id="14" name="Rectangle 13"/>
            <p:cNvSpPr>
              <a:spLocks noChangeArrowheads="1"/>
            </p:cNvSpPr>
            <p:nvPr/>
          </p:nvSpPr>
          <p:spPr bwMode="auto">
            <a:xfrm>
              <a:off x="3532" y="1422"/>
              <a:ext cx="1627" cy="641"/>
            </a:xfrm>
            <a:prstGeom prst="rect">
              <a:avLst/>
            </a:prstGeom>
            <a:solidFill>
              <a:srgbClr val="0033CC"/>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 name="Freeform 14"/>
            <p:cNvSpPr>
              <a:spLocks/>
            </p:cNvSpPr>
            <p:nvPr/>
          </p:nvSpPr>
          <p:spPr bwMode="auto">
            <a:xfrm>
              <a:off x="2876" y="1421"/>
              <a:ext cx="656" cy="1145"/>
            </a:xfrm>
            <a:custGeom>
              <a:avLst/>
              <a:gdLst>
                <a:gd name="T0" fmla="*/ 655 w 656"/>
                <a:gd name="T1" fmla="*/ 0 h 1145"/>
                <a:gd name="T2" fmla="*/ 0 w 656"/>
                <a:gd name="T3" fmla="*/ 1144 h 1145"/>
                <a:gd name="T4" fmla="*/ 655 w 656"/>
                <a:gd name="T5" fmla="*/ 653 h 1145"/>
                <a:gd name="T6" fmla="*/ 655 w 656"/>
                <a:gd name="T7" fmla="*/ 0 h 1145"/>
              </a:gdLst>
              <a:ahLst/>
              <a:cxnLst>
                <a:cxn ang="0">
                  <a:pos x="T0" y="T1"/>
                </a:cxn>
                <a:cxn ang="0">
                  <a:pos x="T2" y="T3"/>
                </a:cxn>
                <a:cxn ang="0">
                  <a:pos x="T4" y="T5"/>
                </a:cxn>
                <a:cxn ang="0">
                  <a:pos x="T6" y="T7"/>
                </a:cxn>
              </a:cxnLst>
              <a:rect l="0" t="0" r="r" b="b"/>
              <a:pathLst>
                <a:path w="656" h="1145">
                  <a:moveTo>
                    <a:pt x="655" y="0"/>
                  </a:moveTo>
                  <a:lnTo>
                    <a:pt x="0" y="1144"/>
                  </a:lnTo>
                  <a:lnTo>
                    <a:pt x="655" y="653"/>
                  </a:lnTo>
                  <a:lnTo>
                    <a:pt x="655" y="0"/>
                  </a:lnTo>
                </a:path>
              </a:pathLst>
            </a:custGeom>
            <a:solidFill>
              <a:srgbClr val="804000"/>
            </a:solidFill>
            <a:ln w="254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6" name="Freeform 15"/>
            <p:cNvSpPr>
              <a:spLocks/>
            </p:cNvSpPr>
            <p:nvPr/>
          </p:nvSpPr>
          <p:spPr bwMode="auto">
            <a:xfrm>
              <a:off x="2876" y="2074"/>
              <a:ext cx="2295" cy="492"/>
            </a:xfrm>
            <a:custGeom>
              <a:avLst/>
              <a:gdLst>
                <a:gd name="T0" fmla="*/ 2294 w 2295"/>
                <a:gd name="T1" fmla="*/ 0 h 492"/>
                <a:gd name="T2" fmla="*/ 655 w 2295"/>
                <a:gd name="T3" fmla="*/ 0 h 492"/>
                <a:gd name="T4" fmla="*/ 0 w 2295"/>
                <a:gd name="T5" fmla="*/ 491 h 492"/>
                <a:gd name="T6" fmla="*/ 2294 w 2295"/>
                <a:gd name="T7" fmla="*/ 0 h 492"/>
              </a:gdLst>
              <a:ahLst/>
              <a:cxnLst>
                <a:cxn ang="0">
                  <a:pos x="T0" y="T1"/>
                </a:cxn>
                <a:cxn ang="0">
                  <a:pos x="T2" y="T3"/>
                </a:cxn>
                <a:cxn ang="0">
                  <a:pos x="T4" y="T5"/>
                </a:cxn>
                <a:cxn ang="0">
                  <a:pos x="T6" y="T7"/>
                </a:cxn>
              </a:cxnLst>
              <a:rect l="0" t="0" r="r" b="b"/>
              <a:pathLst>
                <a:path w="2295" h="492">
                  <a:moveTo>
                    <a:pt x="2294" y="0"/>
                  </a:moveTo>
                  <a:lnTo>
                    <a:pt x="655" y="0"/>
                  </a:lnTo>
                  <a:lnTo>
                    <a:pt x="0" y="491"/>
                  </a:lnTo>
                  <a:lnTo>
                    <a:pt x="2294" y="0"/>
                  </a:lnTo>
                </a:path>
              </a:pathLst>
            </a:custGeom>
            <a:solidFill>
              <a:srgbClr val="402000"/>
            </a:solidFill>
            <a:ln w="254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17" name="Rectangle 16"/>
          <p:cNvSpPr>
            <a:spLocks noChangeArrowheads="1"/>
          </p:cNvSpPr>
          <p:nvPr/>
        </p:nvSpPr>
        <p:spPr bwMode="auto">
          <a:xfrm>
            <a:off x="6961631" y="5677123"/>
            <a:ext cx="2582863" cy="1017587"/>
          </a:xfrm>
          <a:prstGeom prst="rect">
            <a:avLst/>
          </a:prstGeom>
          <a:solidFill>
            <a:srgbClr val="336600"/>
          </a:solidFill>
          <a:ln w="25400">
            <a:solidFill>
              <a:srgbClr val="000000"/>
            </a:solidFill>
            <a:miter lim="800000"/>
            <a:headEnd/>
            <a:tailEnd/>
          </a:ln>
          <a:effectLst/>
        </p:spPr>
        <p:txBody>
          <a:bodyPr wrap="none" anchor="ctr"/>
          <a:lstStyle/>
          <a:p>
            <a:endParaRPr lang="en-IN"/>
          </a:p>
        </p:txBody>
      </p:sp>
      <p:sp>
        <p:nvSpPr>
          <p:cNvPr id="18" name="Freeform 17"/>
          <p:cNvSpPr>
            <a:spLocks/>
          </p:cNvSpPr>
          <p:nvPr/>
        </p:nvSpPr>
        <p:spPr bwMode="auto">
          <a:xfrm>
            <a:off x="5920231" y="4899248"/>
            <a:ext cx="3643313" cy="777875"/>
          </a:xfrm>
          <a:custGeom>
            <a:avLst/>
            <a:gdLst>
              <a:gd name="T0" fmla="*/ 2294 w 2295"/>
              <a:gd name="T1" fmla="*/ 489 h 490"/>
              <a:gd name="T2" fmla="*/ 0 w 2295"/>
              <a:gd name="T3" fmla="*/ 0 h 490"/>
              <a:gd name="T4" fmla="*/ 655 w 2295"/>
              <a:gd name="T5" fmla="*/ 489 h 490"/>
              <a:gd name="T6" fmla="*/ 2294 w 2295"/>
              <a:gd name="T7" fmla="*/ 489 h 490"/>
            </a:gdLst>
            <a:ahLst/>
            <a:cxnLst>
              <a:cxn ang="0">
                <a:pos x="T0" y="T1"/>
              </a:cxn>
              <a:cxn ang="0">
                <a:pos x="T2" y="T3"/>
              </a:cxn>
              <a:cxn ang="0">
                <a:pos x="T4" y="T5"/>
              </a:cxn>
              <a:cxn ang="0">
                <a:pos x="T6" y="T7"/>
              </a:cxn>
            </a:cxnLst>
            <a:rect l="0" t="0" r="r" b="b"/>
            <a:pathLst>
              <a:path w="2295" h="490">
                <a:moveTo>
                  <a:pt x="2294" y="489"/>
                </a:moveTo>
                <a:lnTo>
                  <a:pt x="0" y="0"/>
                </a:lnTo>
                <a:lnTo>
                  <a:pt x="655" y="489"/>
                </a:lnTo>
                <a:lnTo>
                  <a:pt x="2294" y="489"/>
                </a:lnTo>
              </a:path>
            </a:pathLst>
          </a:custGeom>
          <a:solidFill>
            <a:srgbClr val="006000"/>
          </a:solidFill>
          <a:ln w="254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 name="Freeform 18"/>
          <p:cNvSpPr>
            <a:spLocks/>
          </p:cNvSpPr>
          <p:nvPr/>
        </p:nvSpPr>
        <p:spPr bwMode="auto">
          <a:xfrm>
            <a:off x="5920231" y="4899248"/>
            <a:ext cx="1041400" cy="1814512"/>
          </a:xfrm>
          <a:custGeom>
            <a:avLst/>
            <a:gdLst>
              <a:gd name="T0" fmla="*/ 655 w 656"/>
              <a:gd name="T1" fmla="*/ 1142 h 1143"/>
              <a:gd name="T2" fmla="*/ 655 w 656"/>
              <a:gd name="T3" fmla="*/ 489 h 1143"/>
              <a:gd name="T4" fmla="*/ 0 w 656"/>
              <a:gd name="T5" fmla="*/ 0 h 1143"/>
              <a:gd name="T6" fmla="*/ 655 w 656"/>
              <a:gd name="T7" fmla="*/ 1142 h 1143"/>
            </a:gdLst>
            <a:ahLst/>
            <a:cxnLst>
              <a:cxn ang="0">
                <a:pos x="T0" y="T1"/>
              </a:cxn>
              <a:cxn ang="0">
                <a:pos x="T2" y="T3"/>
              </a:cxn>
              <a:cxn ang="0">
                <a:pos x="T4" y="T5"/>
              </a:cxn>
              <a:cxn ang="0">
                <a:pos x="T6" y="T7"/>
              </a:cxn>
            </a:cxnLst>
            <a:rect l="0" t="0" r="r" b="b"/>
            <a:pathLst>
              <a:path w="656" h="1143">
                <a:moveTo>
                  <a:pt x="655" y="1142"/>
                </a:moveTo>
                <a:lnTo>
                  <a:pt x="655" y="489"/>
                </a:lnTo>
                <a:lnTo>
                  <a:pt x="0" y="0"/>
                </a:lnTo>
                <a:lnTo>
                  <a:pt x="655" y="1142"/>
                </a:lnTo>
              </a:path>
            </a:pathLst>
          </a:custGeom>
          <a:solidFill>
            <a:srgbClr val="00A000"/>
          </a:solidFill>
          <a:ln w="254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0" name="Rectangle 20"/>
          <p:cNvSpPr>
            <a:spLocks noChangeArrowheads="1"/>
          </p:cNvSpPr>
          <p:nvPr/>
        </p:nvSpPr>
        <p:spPr bwMode="auto">
          <a:xfrm>
            <a:off x="2438050" y="3248806"/>
            <a:ext cx="2263775"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a:spcBef>
                <a:spcPct val="20000"/>
              </a:spcBef>
            </a:pPr>
            <a:r>
              <a:rPr lang="en-US" sz="4000" b="1" dirty="0">
                <a:solidFill>
                  <a:schemeClr val="bg1"/>
                </a:solidFill>
                <a:latin typeface="Helvetica Neue"/>
              </a:rPr>
              <a:t>Trend</a:t>
            </a:r>
          </a:p>
        </p:txBody>
      </p:sp>
      <p:sp>
        <p:nvSpPr>
          <p:cNvPr id="21" name="Rectangle 21"/>
          <p:cNvSpPr>
            <a:spLocks noChangeArrowheads="1"/>
          </p:cNvSpPr>
          <p:nvPr/>
        </p:nvSpPr>
        <p:spPr bwMode="auto">
          <a:xfrm>
            <a:off x="2348200" y="5804266"/>
            <a:ext cx="2370930" cy="674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a:spcBef>
                <a:spcPct val="20000"/>
              </a:spcBef>
            </a:pPr>
            <a:r>
              <a:rPr lang="en-US" sz="3800" b="1" dirty="0">
                <a:solidFill>
                  <a:schemeClr val="bg1"/>
                </a:solidFill>
                <a:latin typeface="Helvetica Neue"/>
              </a:rPr>
              <a:t>Cyclical</a:t>
            </a:r>
          </a:p>
        </p:txBody>
      </p:sp>
      <p:sp>
        <p:nvSpPr>
          <p:cNvPr id="22" name="Rectangle 22"/>
          <p:cNvSpPr>
            <a:spLocks noChangeArrowheads="1"/>
          </p:cNvSpPr>
          <p:nvPr/>
        </p:nvSpPr>
        <p:spPr bwMode="auto">
          <a:xfrm>
            <a:off x="7077519" y="3198564"/>
            <a:ext cx="2466975"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a:spcBef>
                <a:spcPct val="20000"/>
              </a:spcBef>
            </a:pPr>
            <a:r>
              <a:rPr lang="en-US" sz="4000" b="1" dirty="0">
                <a:solidFill>
                  <a:schemeClr val="bg1"/>
                </a:solidFill>
                <a:latin typeface="Helvetica Neue"/>
              </a:rPr>
              <a:t>Seasonal</a:t>
            </a:r>
          </a:p>
        </p:txBody>
      </p:sp>
      <p:sp>
        <p:nvSpPr>
          <p:cNvPr id="23" name="Rectangle 23"/>
          <p:cNvSpPr>
            <a:spLocks noChangeArrowheads="1"/>
          </p:cNvSpPr>
          <p:nvPr/>
        </p:nvSpPr>
        <p:spPr bwMode="auto">
          <a:xfrm>
            <a:off x="7077519" y="5833256"/>
            <a:ext cx="2466975"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a:spcBef>
                <a:spcPct val="20000"/>
              </a:spcBef>
            </a:pPr>
            <a:r>
              <a:rPr lang="en-US" sz="4000" b="1" dirty="0">
                <a:solidFill>
                  <a:schemeClr val="bg1"/>
                </a:solidFill>
                <a:effectLst>
                  <a:outerShdw blurRad="38100" dist="38100" dir="2700000" algn="tl">
                    <a:srgbClr val="000000"/>
                  </a:outerShdw>
                </a:effectLst>
                <a:latin typeface="Helvetica Neue"/>
              </a:rPr>
              <a:t>Irregular</a:t>
            </a:r>
          </a:p>
        </p:txBody>
      </p:sp>
    </p:spTree>
    <p:extLst>
      <p:ext uri="{BB962C8B-B14F-4D97-AF65-F5344CB8AC3E}">
        <p14:creationId xmlns:p14="http://schemas.microsoft.com/office/powerpoint/2010/main" val="581703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par>
                                <p:cTn id="9" presetID="2" presetClass="entr" presetSubtype="9"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0-#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3"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500" fill="hold"/>
                                        <p:tgtEl>
                                          <p:spTgt spid="13"/>
                                        </p:tgtEl>
                                        <p:attrNameLst>
                                          <p:attrName>ppt_x</p:attrName>
                                        </p:attrNameLst>
                                      </p:cBhvr>
                                      <p:tavLst>
                                        <p:tav tm="0">
                                          <p:val>
                                            <p:strVal val="1+#ppt_w/2"/>
                                          </p:val>
                                        </p:tav>
                                        <p:tav tm="100000">
                                          <p:val>
                                            <p:strVal val="#ppt_x"/>
                                          </p:val>
                                        </p:tav>
                                      </p:tavLst>
                                    </p:anim>
                                    <p:anim calcmode="lin" valueType="num">
                                      <p:cBhvr additive="base">
                                        <p:cTn id="18" dur="500" fill="hold"/>
                                        <p:tgtEl>
                                          <p:spTgt spid="13"/>
                                        </p:tgtEl>
                                        <p:attrNameLst>
                                          <p:attrName>ppt_y</p:attrName>
                                        </p:attrNameLst>
                                      </p:cBhvr>
                                      <p:tavLst>
                                        <p:tav tm="0">
                                          <p:val>
                                            <p:strVal val="0-#ppt_h/2"/>
                                          </p:val>
                                        </p:tav>
                                        <p:tav tm="100000">
                                          <p:val>
                                            <p:strVal val="#ppt_y"/>
                                          </p:val>
                                        </p:tav>
                                      </p:tavLst>
                                    </p:anim>
                                  </p:childTnLst>
                                </p:cTn>
                              </p:par>
                              <p:par>
                                <p:cTn id="19" presetID="2" presetClass="entr" presetSubtype="3"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 calcmode="lin" valueType="num">
                                      <p:cBhvr additive="base">
                                        <p:cTn id="21" dur="500" fill="hold"/>
                                        <p:tgtEl>
                                          <p:spTgt spid="22"/>
                                        </p:tgtEl>
                                        <p:attrNameLst>
                                          <p:attrName>ppt_x</p:attrName>
                                        </p:attrNameLst>
                                      </p:cBhvr>
                                      <p:tavLst>
                                        <p:tav tm="0">
                                          <p:val>
                                            <p:strVal val="1+#ppt_w/2"/>
                                          </p:val>
                                        </p:tav>
                                        <p:tav tm="100000">
                                          <p:val>
                                            <p:strVal val="#ppt_x"/>
                                          </p:val>
                                        </p:tav>
                                      </p:tavLst>
                                    </p:anim>
                                    <p:anim calcmode="lin" valueType="num">
                                      <p:cBhvr additive="base">
                                        <p:cTn id="22" dur="500" fill="hold"/>
                                        <p:tgtEl>
                                          <p:spTgt spid="22"/>
                                        </p:tgtEl>
                                        <p:attrNameLst>
                                          <p:attrName>ppt_y</p:attrName>
                                        </p:attrNameLst>
                                      </p:cBhvr>
                                      <p:tavLst>
                                        <p:tav tm="0">
                                          <p:val>
                                            <p:strVal val="0-#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12"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0-#ppt_w/2"/>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par>
                                <p:cTn id="29" presetID="2" presetClass="entr" presetSubtype="12"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 calcmode="lin" valueType="num">
                                      <p:cBhvr additive="base">
                                        <p:cTn id="31" dur="500" fill="hold"/>
                                        <p:tgtEl>
                                          <p:spTgt spid="21"/>
                                        </p:tgtEl>
                                        <p:attrNameLst>
                                          <p:attrName>ppt_x</p:attrName>
                                        </p:attrNameLst>
                                      </p:cBhvr>
                                      <p:tavLst>
                                        <p:tav tm="0">
                                          <p:val>
                                            <p:strVal val="0-#ppt_w/2"/>
                                          </p:val>
                                        </p:tav>
                                        <p:tav tm="100000">
                                          <p:val>
                                            <p:strVal val="#ppt_x"/>
                                          </p:val>
                                        </p:tav>
                                      </p:tavLst>
                                    </p:anim>
                                    <p:anim calcmode="lin" valueType="num">
                                      <p:cBhvr additive="base">
                                        <p:cTn id="32"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6"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 calcmode="lin" valueType="num">
                                      <p:cBhvr additive="base">
                                        <p:cTn id="37" dur="500" fill="hold"/>
                                        <p:tgtEl>
                                          <p:spTgt spid="17"/>
                                        </p:tgtEl>
                                        <p:attrNameLst>
                                          <p:attrName>ppt_x</p:attrName>
                                        </p:attrNameLst>
                                      </p:cBhvr>
                                      <p:tavLst>
                                        <p:tav tm="0">
                                          <p:val>
                                            <p:strVal val="1+#ppt_w/2"/>
                                          </p:val>
                                        </p:tav>
                                        <p:tav tm="100000">
                                          <p:val>
                                            <p:strVal val="#ppt_x"/>
                                          </p:val>
                                        </p:tav>
                                      </p:tavLst>
                                    </p:anim>
                                    <p:anim calcmode="lin" valueType="num">
                                      <p:cBhvr additive="base">
                                        <p:cTn id="38" dur="500" fill="hold"/>
                                        <p:tgtEl>
                                          <p:spTgt spid="17"/>
                                        </p:tgtEl>
                                        <p:attrNameLst>
                                          <p:attrName>ppt_y</p:attrName>
                                        </p:attrNameLst>
                                      </p:cBhvr>
                                      <p:tavLst>
                                        <p:tav tm="0">
                                          <p:val>
                                            <p:strVal val="1+#ppt_h/2"/>
                                          </p:val>
                                        </p:tav>
                                        <p:tav tm="100000">
                                          <p:val>
                                            <p:strVal val="#ppt_y"/>
                                          </p:val>
                                        </p:tav>
                                      </p:tavLst>
                                    </p:anim>
                                  </p:childTnLst>
                                </p:cTn>
                              </p:par>
                              <p:par>
                                <p:cTn id="39" presetID="2" presetClass="entr" presetSubtype="6"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1+#ppt_w/2"/>
                                          </p:val>
                                        </p:tav>
                                        <p:tav tm="100000">
                                          <p:val>
                                            <p:strVal val="#ppt_x"/>
                                          </p:val>
                                        </p:tav>
                                      </p:tavLst>
                                    </p:anim>
                                    <p:anim calcmode="lin" valueType="num">
                                      <p:cBhvr additive="base">
                                        <p:cTn id="42" dur="500" fill="hold"/>
                                        <p:tgtEl>
                                          <p:spTgt spid="18"/>
                                        </p:tgtEl>
                                        <p:attrNameLst>
                                          <p:attrName>ppt_y</p:attrName>
                                        </p:attrNameLst>
                                      </p:cBhvr>
                                      <p:tavLst>
                                        <p:tav tm="0">
                                          <p:val>
                                            <p:strVal val="1+#ppt_h/2"/>
                                          </p:val>
                                        </p:tav>
                                        <p:tav tm="100000">
                                          <p:val>
                                            <p:strVal val="#ppt_y"/>
                                          </p:val>
                                        </p:tav>
                                      </p:tavLst>
                                    </p:anim>
                                  </p:childTnLst>
                                </p:cTn>
                              </p:par>
                              <p:par>
                                <p:cTn id="43" presetID="2" presetClass="entr" presetSubtype="6"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anim calcmode="lin" valueType="num">
                                      <p:cBhvr additive="base">
                                        <p:cTn id="45" dur="500" fill="hold"/>
                                        <p:tgtEl>
                                          <p:spTgt spid="19"/>
                                        </p:tgtEl>
                                        <p:attrNameLst>
                                          <p:attrName>ppt_x</p:attrName>
                                        </p:attrNameLst>
                                      </p:cBhvr>
                                      <p:tavLst>
                                        <p:tav tm="0">
                                          <p:val>
                                            <p:strVal val="1+#ppt_w/2"/>
                                          </p:val>
                                        </p:tav>
                                        <p:tav tm="100000">
                                          <p:val>
                                            <p:strVal val="#ppt_x"/>
                                          </p:val>
                                        </p:tav>
                                      </p:tavLst>
                                    </p:anim>
                                    <p:anim calcmode="lin" valueType="num">
                                      <p:cBhvr additive="base">
                                        <p:cTn id="46" dur="500" fill="hold"/>
                                        <p:tgtEl>
                                          <p:spTgt spid="19"/>
                                        </p:tgtEl>
                                        <p:attrNameLst>
                                          <p:attrName>ppt_y</p:attrName>
                                        </p:attrNameLst>
                                      </p:cBhvr>
                                      <p:tavLst>
                                        <p:tav tm="0">
                                          <p:val>
                                            <p:strVal val="1+#ppt_h/2"/>
                                          </p:val>
                                        </p:tav>
                                        <p:tav tm="100000">
                                          <p:val>
                                            <p:strVal val="#ppt_y"/>
                                          </p:val>
                                        </p:tav>
                                      </p:tavLst>
                                    </p:anim>
                                  </p:childTnLst>
                                </p:cTn>
                              </p:par>
                              <p:par>
                                <p:cTn id="47" presetID="2" presetClass="entr" presetSubtype="6"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anim calcmode="lin" valueType="num">
                                      <p:cBhvr additive="base">
                                        <p:cTn id="49" dur="500" fill="hold"/>
                                        <p:tgtEl>
                                          <p:spTgt spid="23"/>
                                        </p:tgtEl>
                                        <p:attrNameLst>
                                          <p:attrName>ppt_x</p:attrName>
                                        </p:attrNameLst>
                                      </p:cBhvr>
                                      <p:tavLst>
                                        <p:tav tm="0">
                                          <p:val>
                                            <p:strVal val="1+#ppt_w/2"/>
                                          </p:val>
                                        </p:tav>
                                        <p:tav tm="100000">
                                          <p:val>
                                            <p:strVal val="#ppt_x"/>
                                          </p:val>
                                        </p:tav>
                                      </p:tavLst>
                                    </p:anim>
                                    <p:anim calcmode="lin" valueType="num">
                                      <p:cBhvr additive="base">
                                        <p:cTn id="50"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p:bldP spid="21" grpId="0"/>
      <p:bldP spid="22" grpId="0"/>
      <p:bldP spid="2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Decomposition/Components of Time Series</a:t>
            </a:r>
          </a:p>
        </p:txBody>
      </p:sp>
      <p:pic>
        <p:nvPicPr>
          <p:cNvPr id="5" name="Picture 4"/>
          <p:cNvPicPr>
            <a:picLocks noChangeAspect="1"/>
          </p:cNvPicPr>
          <p:nvPr/>
        </p:nvPicPr>
        <p:blipFill>
          <a:blip r:embed="rId2"/>
          <a:stretch>
            <a:fillRect/>
          </a:stretch>
        </p:blipFill>
        <p:spPr>
          <a:xfrm>
            <a:off x="0" y="1043617"/>
            <a:ext cx="6065244" cy="2189440"/>
          </a:xfrm>
          <a:prstGeom prst="rect">
            <a:avLst/>
          </a:prstGeom>
        </p:spPr>
      </p:pic>
      <p:pic>
        <p:nvPicPr>
          <p:cNvPr id="6" name="Picture 5"/>
          <p:cNvPicPr>
            <a:picLocks noChangeAspect="1"/>
          </p:cNvPicPr>
          <p:nvPr/>
        </p:nvPicPr>
        <p:blipFill>
          <a:blip r:embed="rId3"/>
          <a:stretch>
            <a:fillRect/>
          </a:stretch>
        </p:blipFill>
        <p:spPr>
          <a:xfrm>
            <a:off x="6065244" y="1043617"/>
            <a:ext cx="5861602" cy="2189440"/>
          </a:xfrm>
          <a:prstGeom prst="rect">
            <a:avLst/>
          </a:prstGeom>
        </p:spPr>
      </p:pic>
      <p:pic>
        <p:nvPicPr>
          <p:cNvPr id="7" name="Picture 6"/>
          <p:cNvPicPr>
            <a:picLocks noChangeAspect="1"/>
          </p:cNvPicPr>
          <p:nvPr/>
        </p:nvPicPr>
        <p:blipFill>
          <a:blip r:embed="rId4"/>
          <a:stretch>
            <a:fillRect/>
          </a:stretch>
        </p:blipFill>
        <p:spPr>
          <a:xfrm>
            <a:off x="101323" y="3351740"/>
            <a:ext cx="5858606" cy="2115991"/>
          </a:xfrm>
          <a:prstGeom prst="rect">
            <a:avLst/>
          </a:prstGeom>
        </p:spPr>
      </p:pic>
      <p:pic>
        <p:nvPicPr>
          <p:cNvPr id="8" name="Picture 7"/>
          <p:cNvPicPr>
            <a:picLocks noChangeAspect="1"/>
          </p:cNvPicPr>
          <p:nvPr/>
        </p:nvPicPr>
        <p:blipFill>
          <a:blip r:embed="rId5"/>
          <a:stretch>
            <a:fillRect/>
          </a:stretch>
        </p:blipFill>
        <p:spPr>
          <a:xfrm>
            <a:off x="6065243" y="3351739"/>
            <a:ext cx="5789300" cy="2109660"/>
          </a:xfrm>
          <a:prstGeom prst="rect">
            <a:avLst/>
          </a:prstGeom>
        </p:spPr>
      </p:pic>
      <p:pic>
        <p:nvPicPr>
          <p:cNvPr id="9" name="Picture 8"/>
          <p:cNvPicPr>
            <a:picLocks noChangeAspect="1"/>
          </p:cNvPicPr>
          <p:nvPr/>
        </p:nvPicPr>
        <p:blipFill>
          <a:blip r:embed="rId6"/>
          <a:stretch>
            <a:fillRect/>
          </a:stretch>
        </p:blipFill>
        <p:spPr>
          <a:xfrm>
            <a:off x="546276" y="5643761"/>
            <a:ext cx="10827306" cy="1073205"/>
          </a:xfrm>
          <a:prstGeom prst="rect">
            <a:avLst/>
          </a:prstGeom>
        </p:spPr>
      </p:pic>
      <mc:AlternateContent xmlns:mc="http://schemas.openxmlformats.org/markup-compatibility/2006">
        <mc:Choice xmlns:p14="http://schemas.microsoft.com/office/powerpoint/2010/main" Requires="p14">
          <p:contentPart p14:bwMode="auto" r:id="rId7">
            <p14:nvContentPartPr>
              <p14:cNvPr id="3" name="Ink 2">
                <a:extLst>
                  <a:ext uri="{FF2B5EF4-FFF2-40B4-BE49-F238E27FC236}">
                    <a16:creationId xmlns:a16="http://schemas.microsoft.com/office/drawing/2014/main" id="{459D0041-D714-C3F2-6180-2E1EC31DA852}"/>
                  </a:ext>
                </a:extLst>
              </p14:cNvPr>
              <p14:cNvContentPartPr/>
              <p14:nvPr/>
            </p14:nvContentPartPr>
            <p14:xfrm>
              <a:off x="1193129" y="1949876"/>
              <a:ext cx="4399200" cy="139680"/>
            </p14:xfrm>
          </p:contentPart>
        </mc:Choice>
        <mc:Fallback>
          <p:pic>
            <p:nvPicPr>
              <p:cNvPr id="3" name="Ink 2">
                <a:extLst>
                  <a:ext uri="{FF2B5EF4-FFF2-40B4-BE49-F238E27FC236}">
                    <a16:creationId xmlns:a16="http://schemas.microsoft.com/office/drawing/2014/main" id="{459D0041-D714-C3F2-6180-2E1EC31DA852}"/>
                  </a:ext>
                </a:extLst>
              </p:cNvPr>
              <p:cNvPicPr/>
              <p:nvPr/>
            </p:nvPicPr>
            <p:blipFill>
              <a:blip r:embed="rId8"/>
              <a:stretch>
                <a:fillRect/>
              </a:stretch>
            </p:blipFill>
            <p:spPr>
              <a:xfrm>
                <a:off x="1188809" y="1945556"/>
                <a:ext cx="4407840" cy="14832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4" name="Ink 3">
                <a:extLst>
                  <a:ext uri="{FF2B5EF4-FFF2-40B4-BE49-F238E27FC236}">
                    <a16:creationId xmlns:a16="http://schemas.microsoft.com/office/drawing/2014/main" id="{1258F536-9781-4F16-4C5A-F4FDE3760CF8}"/>
                  </a:ext>
                </a:extLst>
              </p14:cNvPr>
              <p14:cNvContentPartPr/>
              <p14:nvPr/>
            </p14:nvContentPartPr>
            <p14:xfrm>
              <a:off x="1131569" y="2213756"/>
              <a:ext cx="3358440" cy="92520"/>
            </p14:xfrm>
          </p:contentPart>
        </mc:Choice>
        <mc:Fallback>
          <p:pic>
            <p:nvPicPr>
              <p:cNvPr id="4" name="Ink 3">
                <a:extLst>
                  <a:ext uri="{FF2B5EF4-FFF2-40B4-BE49-F238E27FC236}">
                    <a16:creationId xmlns:a16="http://schemas.microsoft.com/office/drawing/2014/main" id="{1258F536-9781-4F16-4C5A-F4FDE3760CF8}"/>
                  </a:ext>
                </a:extLst>
              </p:cNvPr>
              <p:cNvPicPr/>
              <p:nvPr/>
            </p:nvPicPr>
            <p:blipFill>
              <a:blip r:embed="rId10"/>
              <a:stretch>
                <a:fillRect/>
              </a:stretch>
            </p:blipFill>
            <p:spPr>
              <a:xfrm>
                <a:off x="1127249" y="2209436"/>
                <a:ext cx="3367080" cy="10116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0" name="Ink 9">
                <a:extLst>
                  <a:ext uri="{FF2B5EF4-FFF2-40B4-BE49-F238E27FC236}">
                    <a16:creationId xmlns:a16="http://schemas.microsoft.com/office/drawing/2014/main" id="{435D3AA5-F102-BD3D-0DF4-8E40F9B4862F}"/>
                  </a:ext>
                </a:extLst>
              </p14:cNvPr>
              <p14:cNvContentPartPr/>
              <p14:nvPr/>
            </p14:nvContentPartPr>
            <p14:xfrm>
              <a:off x="7217369" y="1946276"/>
              <a:ext cx="4423680" cy="106200"/>
            </p14:xfrm>
          </p:contentPart>
        </mc:Choice>
        <mc:Fallback>
          <p:pic>
            <p:nvPicPr>
              <p:cNvPr id="10" name="Ink 9">
                <a:extLst>
                  <a:ext uri="{FF2B5EF4-FFF2-40B4-BE49-F238E27FC236}">
                    <a16:creationId xmlns:a16="http://schemas.microsoft.com/office/drawing/2014/main" id="{435D3AA5-F102-BD3D-0DF4-8E40F9B4862F}"/>
                  </a:ext>
                </a:extLst>
              </p:cNvPr>
              <p:cNvPicPr/>
              <p:nvPr/>
            </p:nvPicPr>
            <p:blipFill>
              <a:blip r:embed="rId12"/>
              <a:stretch>
                <a:fillRect/>
              </a:stretch>
            </p:blipFill>
            <p:spPr>
              <a:xfrm>
                <a:off x="7213049" y="1941956"/>
                <a:ext cx="4432320" cy="114840"/>
              </a:xfrm>
              <a:prstGeom prst="rect">
                <a:avLst/>
              </a:prstGeom>
            </p:spPr>
          </p:pic>
        </mc:Fallback>
      </mc:AlternateContent>
      <p:grpSp>
        <p:nvGrpSpPr>
          <p:cNvPr id="13" name="Group 12">
            <a:extLst>
              <a:ext uri="{FF2B5EF4-FFF2-40B4-BE49-F238E27FC236}">
                <a16:creationId xmlns:a16="http://schemas.microsoft.com/office/drawing/2014/main" id="{F4825D77-265C-AD0A-55F5-F78596B1AB98}"/>
              </a:ext>
            </a:extLst>
          </p:cNvPr>
          <p:cNvGrpSpPr/>
          <p:nvPr/>
        </p:nvGrpSpPr>
        <p:grpSpPr>
          <a:xfrm>
            <a:off x="7109369" y="1626596"/>
            <a:ext cx="1415880" cy="407520"/>
            <a:chOff x="7109369" y="1626596"/>
            <a:chExt cx="1415880" cy="407520"/>
          </a:xfrm>
        </p:grpSpPr>
        <mc:AlternateContent xmlns:mc="http://schemas.openxmlformats.org/markup-compatibility/2006">
          <mc:Choice xmlns:p14="http://schemas.microsoft.com/office/powerpoint/2010/main" Requires="p14">
            <p:contentPart p14:bwMode="auto" r:id="rId13">
              <p14:nvContentPartPr>
                <p14:cNvPr id="11" name="Ink 10">
                  <a:extLst>
                    <a:ext uri="{FF2B5EF4-FFF2-40B4-BE49-F238E27FC236}">
                      <a16:creationId xmlns:a16="http://schemas.microsoft.com/office/drawing/2014/main" id="{9660E688-EDAF-4229-4C40-43790BDC3197}"/>
                    </a:ext>
                  </a:extLst>
                </p14:cNvPr>
                <p14:cNvContentPartPr/>
                <p14:nvPr/>
              </p14:nvContentPartPr>
              <p14:xfrm>
                <a:off x="7109369" y="1690316"/>
                <a:ext cx="866520" cy="343800"/>
              </p14:xfrm>
            </p:contentPart>
          </mc:Choice>
          <mc:Fallback>
            <p:pic>
              <p:nvPicPr>
                <p:cNvPr id="11" name="Ink 10">
                  <a:extLst>
                    <a:ext uri="{FF2B5EF4-FFF2-40B4-BE49-F238E27FC236}">
                      <a16:creationId xmlns:a16="http://schemas.microsoft.com/office/drawing/2014/main" id="{9660E688-EDAF-4229-4C40-43790BDC3197}"/>
                    </a:ext>
                  </a:extLst>
                </p:cNvPr>
                <p:cNvPicPr/>
                <p:nvPr/>
              </p:nvPicPr>
              <p:blipFill>
                <a:blip r:embed="rId14"/>
                <a:stretch>
                  <a:fillRect/>
                </a:stretch>
              </p:blipFill>
              <p:spPr>
                <a:xfrm>
                  <a:off x="7105049" y="1685996"/>
                  <a:ext cx="875160" cy="35244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2" name="Ink 11">
                  <a:extLst>
                    <a:ext uri="{FF2B5EF4-FFF2-40B4-BE49-F238E27FC236}">
                      <a16:creationId xmlns:a16="http://schemas.microsoft.com/office/drawing/2014/main" id="{8F561875-BA7B-51D3-FA97-37431E7D2B90}"/>
                    </a:ext>
                  </a:extLst>
                </p14:cNvPr>
                <p14:cNvContentPartPr/>
                <p14:nvPr/>
              </p14:nvContentPartPr>
              <p14:xfrm>
                <a:off x="7905689" y="1626596"/>
                <a:ext cx="619560" cy="381240"/>
              </p14:xfrm>
            </p:contentPart>
          </mc:Choice>
          <mc:Fallback>
            <p:pic>
              <p:nvPicPr>
                <p:cNvPr id="12" name="Ink 11">
                  <a:extLst>
                    <a:ext uri="{FF2B5EF4-FFF2-40B4-BE49-F238E27FC236}">
                      <a16:creationId xmlns:a16="http://schemas.microsoft.com/office/drawing/2014/main" id="{8F561875-BA7B-51D3-FA97-37431E7D2B90}"/>
                    </a:ext>
                  </a:extLst>
                </p:cNvPr>
                <p:cNvPicPr/>
                <p:nvPr/>
              </p:nvPicPr>
              <p:blipFill>
                <a:blip r:embed="rId16"/>
                <a:stretch>
                  <a:fillRect/>
                </a:stretch>
              </p:blipFill>
              <p:spPr>
                <a:xfrm>
                  <a:off x="7901369" y="1622276"/>
                  <a:ext cx="628200" cy="3898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7">
            <p14:nvContentPartPr>
              <p14:cNvPr id="14" name="Ink 13">
                <a:extLst>
                  <a:ext uri="{FF2B5EF4-FFF2-40B4-BE49-F238E27FC236}">
                    <a16:creationId xmlns:a16="http://schemas.microsoft.com/office/drawing/2014/main" id="{F239A37D-8093-8F09-4995-F89CFD08BEA7}"/>
                  </a:ext>
                </a:extLst>
              </p14:cNvPr>
              <p14:cNvContentPartPr/>
              <p14:nvPr/>
            </p14:nvContentPartPr>
            <p14:xfrm>
              <a:off x="7166609" y="2229236"/>
              <a:ext cx="447480" cy="18000"/>
            </p14:xfrm>
          </p:contentPart>
        </mc:Choice>
        <mc:Fallback>
          <p:pic>
            <p:nvPicPr>
              <p:cNvPr id="14" name="Ink 13">
                <a:extLst>
                  <a:ext uri="{FF2B5EF4-FFF2-40B4-BE49-F238E27FC236}">
                    <a16:creationId xmlns:a16="http://schemas.microsoft.com/office/drawing/2014/main" id="{F239A37D-8093-8F09-4995-F89CFD08BEA7}"/>
                  </a:ext>
                </a:extLst>
              </p:cNvPr>
              <p:cNvPicPr/>
              <p:nvPr/>
            </p:nvPicPr>
            <p:blipFill>
              <a:blip r:embed="rId18"/>
              <a:stretch>
                <a:fillRect/>
              </a:stretch>
            </p:blipFill>
            <p:spPr>
              <a:xfrm>
                <a:off x="7162289" y="2224916"/>
                <a:ext cx="456120" cy="2664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5" name="Ink 14">
                <a:extLst>
                  <a:ext uri="{FF2B5EF4-FFF2-40B4-BE49-F238E27FC236}">
                    <a16:creationId xmlns:a16="http://schemas.microsoft.com/office/drawing/2014/main" id="{E6D58029-1426-5E40-3F7E-1302FA7FFE12}"/>
                  </a:ext>
                </a:extLst>
              </p14:cNvPr>
              <p14:cNvContentPartPr/>
              <p14:nvPr/>
            </p14:nvContentPartPr>
            <p14:xfrm>
              <a:off x="1149569" y="3981716"/>
              <a:ext cx="1256400" cy="93240"/>
            </p14:xfrm>
          </p:contentPart>
        </mc:Choice>
        <mc:Fallback>
          <p:pic>
            <p:nvPicPr>
              <p:cNvPr id="15" name="Ink 14">
                <a:extLst>
                  <a:ext uri="{FF2B5EF4-FFF2-40B4-BE49-F238E27FC236}">
                    <a16:creationId xmlns:a16="http://schemas.microsoft.com/office/drawing/2014/main" id="{E6D58029-1426-5E40-3F7E-1302FA7FFE12}"/>
                  </a:ext>
                </a:extLst>
              </p:cNvPr>
              <p:cNvPicPr/>
              <p:nvPr/>
            </p:nvPicPr>
            <p:blipFill>
              <a:blip r:embed="rId20"/>
              <a:stretch>
                <a:fillRect/>
              </a:stretch>
            </p:blipFill>
            <p:spPr>
              <a:xfrm>
                <a:off x="1145249" y="3977396"/>
                <a:ext cx="1265040" cy="10188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6" name="Ink 15">
                <a:extLst>
                  <a:ext uri="{FF2B5EF4-FFF2-40B4-BE49-F238E27FC236}">
                    <a16:creationId xmlns:a16="http://schemas.microsoft.com/office/drawing/2014/main" id="{3E9638CD-5EC3-B851-BAA3-AAF60EC6925E}"/>
                  </a:ext>
                </a:extLst>
              </p14:cNvPr>
              <p14:cNvContentPartPr/>
              <p14:nvPr/>
            </p14:nvContentPartPr>
            <p14:xfrm>
              <a:off x="2363489" y="4391036"/>
              <a:ext cx="2834280" cy="102960"/>
            </p14:xfrm>
          </p:contentPart>
        </mc:Choice>
        <mc:Fallback>
          <p:pic>
            <p:nvPicPr>
              <p:cNvPr id="16" name="Ink 15">
                <a:extLst>
                  <a:ext uri="{FF2B5EF4-FFF2-40B4-BE49-F238E27FC236}">
                    <a16:creationId xmlns:a16="http://schemas.microsoft.com/office/drawing/2014/main" id="{3E9638CD-5EC3-B851-BAA3-AAF60EC6925E}"/>
                  </a:ext>
                </a:extLst>
              </p:cNvPr>
              <p:cNvPicPr/>
              <p:nvPr/>
            </p:nvPicPr>
            <p:blipFill>
              <a:blip r:embed="rId22"/>
              <a:stretch>
                <a:fillRect/>
              </a:stretch>
            </p:blipFill>
            <p:spPr>
              <a:xfrm>
                <a:off x="2359169" y="4386716"/>
                <a:ext cx="2842920" cy="11160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7" name="Ink 16">
                <a:extLst>
                  <a:ext uri="{FF2B5EF4-FFF2-40B4-BE49-F238E27FC236}">
                    <a16:creationId xmlns:a16="http://schemas.microsoft.com/office/drawing/2014/main" id="{B5008C6F-1868-B3F5-2745-61B7FC25605D}"/>
                  </a:ext>
                </a:extLst>
              </p14:cNvPr>
              <p14:cNvContentPartPr/>
              <p14:nvPr/>
            </p14:nvContentPartPr>
            <p14:xfrm>
              <a:off x="2670209" y="6492356"/>
              <a:ext cx="1891800" cy="38160"/>
            </p14:xfrm>
          </p:contentPart>
        </mc:Choice>
        <mc:Fallback>
          <p:pic>
            <p:nvPicPr>
              <p:cNvPr id="17" name="Ink 16">
                <a:extLst>
                  <a:ext uri="{FF2B5EF4-FFF2-40B4-BE49-F238E27FC236}">
                    <a16:creationId xmlns:a16="http://schemas.microsoft.com/office/drawing/2014/main" id="{B5008C6F-1868-B3F5-2745-61B7FC25605D}"/>
                  </a:ext>
                </a:extLst>
              </p:cNvPr>
              <p:cNvPicPr/>
              <p:nvPr/>
            </p:nvPicPr>
            <p:blipFill>
              <a:blip r:embed="rId24"/>
              <a:stretch>
                <a:fillRect/>
              </a:stretch>
            </p:blipFill>
            <p:spPr>
              <a:xfrm>
                <a:off x="2665889" y="6488036"/>
                <a:ext cx="1900440" cy="4680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8" name="Ink 17">
                <a:extLst>
                  <a:ext uri="{FF2B5EF4-FFF2-40B4-BE49-F238E27FC236}">
                    <a16:creationId xmlns:a16="http://schemas.microsoft.com/office/drawing/2014/main" id="{15BA0C49-7307-100F-57E7-B11A053390F1}"/>
                  </a:ext>
                </a:extLst>
              </p14:cNvPr>
              <p14:cNvContentPartPr/>
              <p14:nvPr/>
            </p14:nvContentPartPr>
            <p14:xfrm>
              <a:off x="7465769" y="6130196"/>
              <a:ext cx="2055960" cy="336600"/>
            </p14:xfrm>
          </p:contentPart>
        </mc:Choice>
        <mc:Fallback>
          <p:pic>
            <p:nvPicPr>
              <p:cNvPr id="18" name="Ink 17">
                <a:extLst>
                  <a:ext uri="{FF2B5EF4-FFF2-40B4-BE49-F238E27FC236}">
                    <a16:creationId xmlns:a16="http://schemas.microsoft.com/office/drawing/2014/main" id="{15BA0C49-7307-100F-57E7-B11A053390F1}"/>
                  </a:ext>
                </a:extLst>
              </p:cNvPr>
              <p:cNvPicPr/>
              <p:nvPr/>
            </p:nvPicPr>
            <p:blipFill>
              <a:blip r:embed="rId26"/>
              <a:stretch>
                <a:fillRect/>
              </a:stretch>
            </p:blipFill>
            <p:spPr>
              <a:xfrm>
                <a:off x="7461449" y="6125876"/>
                <a:ext cx="2064600" cy="34524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9" name="Ink 18">
                <a:extLst>
                  <a:ext uri="{FF2B5EF4-FFF2-40B4-BE49-F238E27FC236}">
                    <a16:creationId xmlns:a16="http://schemas.microsoft.com/office/drawing/2014/main" id="{B1B63CC4-BA58-0389-FD2D-AB122BE68B10}"/>
                  </a:ext>
                </a:extLst>
              </p14:cNvPr>
              <p14:cNvContentPartPr/>
              <p14:nvPr/>
            </p14:nvContentPartPr>
            <p14:xfrm>
              <a:off x="2276009" y="5775956"/>
              <a:ext cx="2460600" cy="910800"/>
            </p14:xfrm>
          </p:contentPart>
        </mc:Choice>
        <mc:Fallback>
          <p:pic>
            <p:nvPicPr>
              <p:cNvPr id="19" name="Ink 18">
                <a:extLst>
                  <a:ext uri="{FF2B5EF4-FFF2-40B4-BE49-F238E27FC236}">
                    <a16:creationId xmlns:a16="http://schemas.microsoft.com/office/drawing/2014/main" id="{B1B63CC4-BA58-0389-FD2D-AB122BE68B10}"/>
                  </a:ext>
                </a:extLst>
              </p:cNvPr>
              <p:cNvPicPr/>
              <p:nvPr/>
            </p:nvPicPr>
            <p:blipFill>
              <a:blip r:embed="rId28"/>
              <a:stretch>
                <a:fillRect/>
              </a:stretch>
            </p:blipFill>
            <p:spPr>
              <a:xfrm>
                <a:off x="2271689" y="5771636"/>
                <a:ext cx="2469240" cy="919440"/>
              </a:xfrm>
              <a:prstGeom prst="rect">
                <a:avLst/>
              </a:prstGeom>
            </p:spPr>
          </p:pic>
        </mc:Fallback>
      </mc:AlternateContent>
      <p:grpSp>
        <p:nvGrpSpPr>
          <p:cNvPr id="37" name="Group 36">
            <a:extLst>
              <a:ext uri="{FF2B5EF4-FFF2-40B4-BE49-F238E27FC236}">
                <a16:creationId xmlns:a16="http://schemas.microsoft.com/office/drawing/2014/main" id="{0EBF2DAE-8A28-4504-C5DB-AF7625587259}"/>
              </a:ext>
            </a:extLst>
          </p:cNvPr>
          <p:cNvGrpSpPr/>
          <p:nvPr/>
        </p:nvGrpSpPr>
        <p:grpSpPr>
          <a:xfrm>
            <a:off x="6774929" y="5287436"/>
            <a:ext cx="4761000" cy="636120"/>
            <a:chOff x="6774929" y="5287436"/>
            <a:chExt cx="4761000" cy="636120"/>
          </a:xfrm>
        </p:grpSpPr>
        <mc:AlternateContent xmlns:mc="http://schemas.openxmlformats.org/markup-compatibility/2006">
          <mc:Choice xmlns:p14="http://schemas.microsoft.com/office/powerpoint/2010/main" Requires="p14">
            <p:contentPart p14:bwMode="auto" r:id="rId29">
              <p14:nvContentPartPr>
                <p14:cNvPr id="20" name="Ink 19">
                  <a:extLst>
                    <a:ext uri="{FF2B5EF4-FFF2-40B4-BE49-F238E27FC236}">
                      <a16:creationId xmlns:a16="http://schemas.microsoft.com/office/drawing/2014/main" id="{767858F2-91DD-1319-611C-BAA069CCA36C}"/>
                    </a:ext>
                  </a:extLst>
                </p14:cNvPr>
                <p14:cNvContentPartPr/>
                <p14:nvPr/>
              </p14:nvContentPartPr>
              <p14:xfrm>
                <a:off x="7236449" y="5473916"/>
                <a:ext cx="41760" cy="283680"/>
              </p14:xfrm>
            </p:contentPart>
          </mc:Choice>
          <mc:Fallback>
            <p:pic>
              <p:nvPicPr>
                <p:cNvPr id="20" name="Ink 19">
                  <a:extLst>
                    <a:ext uri="{FF2B5EF4-FFF2-40B4-BE49-F238E27FC236}">
                      <a16:creationId xmlns:a16="http://schemas.microsoft.com/office/drawing/2014/main" id="{767858F2-91DD-1319-611C-BAA069CCA36C}"/>
                    </a:ext>
                  </a:extLst>
                </p:cNvPr>
                <p:cNvPicPr/>
                <p:nvPr/>
              </p:nvPicPr>
              <p:blipFill>
                <a:blip r:embed="rId30"/>
                <a:stretch>
                  <a:fillRect/>
                </a:stretch>
              </p:blipFill>
              <p:spPr>
                <a:xfrm>
                  <a:off x="7232129" y="5469596"/>
                  <a:ext cx="50400" cy="29232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1" name="Ink 20">
                  <a:extLst>
                    <a:ext uri="{FF2B5EF4-FFF2-40B4-BE49-F238E27FC236}">
                      <a16:creationId xmlns:a16="http://schemas.microsoft.com/office/drawing/2014/main" id="{2EE30140-7C1E-CAB5-CE98-B09B10C78988}"/>
                    </a:ext>
                  </a:extLst>
                </p14:cNvPr>
                <p14:cNvContentPartPr/>
                <p14:nvPr/>
              </p14:nvContentPartPr>
              <p14:xfrm>
                <a:off x="7044209" y="5400836"/>
                <a:ext cx="425160" cy="55800"/>
              </p14:xfrm>
            </p:contentPart>
          </mc:Choice>
          <mc:Fallback>
            <p:pic>
              <p:nvPicPr>
                <p:cNvPr id="21" name="Ink 20">
                  <a:extLst>
                    <a:ext uri="{FF2B5EF4-FFF2-40B4-BE49-F238E27FC236}">
                      <a16:creationId xmlns:a16="http://schemas.microsoft.com/office/drawing/2014/main" id="{2EE30140-7C1E-CAB5-CE98-B09B10C78988}"/>
                    </a:ext>
                  </a:extLst>
                </p:cNvPr>
                <p:cNvPicPr/>
                <p:nvPr/>
              </p:nvPicPr>
              <p:blipFill>
                <a:blip r:embed="rId32"/>
                <a:stretch>
                  <a:fillRect/>
                </a:stretch>
              </p:blipFill>
              <p:spPr>
                <a:xfrm>
                  <a:off x="7039889" y="5396516"/>
                  <a:ext cx="433800" cy="6444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2" name="Ink 21">
                  <a:extLst>
                    <a:ext uri="{FF2B5EF4-FFF2-40B4-BE49-F238E27FC236}">
                      <a16:creationId xmlns:a16="http://schemas.microsoft.com/office/drawing/2014/main" id="{AF511E93-69D8-9263-B669-ED9E8FFD1D62}"/>
                    </a:ext>
                  </a:extLst>
                </p14:cNvPr>
                <p14:cNvContentPartPr/>
                <p14:nvPr/>
              </p14:nvContentPartPr>
              <p14:xfrm>
                <a:off x="7512569" y="5498396"/>
                <a:ext cx="298440" cy="42120"/>
              </p14:xfrm>
            </p:contentPart>
          </mc:Choice>
          <mc:Fallback>
            <p:pic>
              <p:nvPicPr>
                <p:cNvPr id="22" name="Ink 21">
                  <a:extLst>
                    <a:ext uri="{FF2B5EF4-FFF2-40B4-BE49-F238E27FC236}">
                      <a16:creationId xmlns:a16="http://schemas.microsoft.com/office/drawing/2014/main" id="{AF511E93-69D8-9263-B669-ED9E8FFD1D62}"/>
                    </a:ext>
                  </a:extLst>
                </p:cNvPr>
                <p:cNvPicPr/>
                <p:nvPr/>
              </p:nvPicPr>
              <p:blipFill>
                <a:blip r:embed="rId34"/>
                <a:stretch>
                  <a:fillRect/>
                </a:stretch>
              </p:blipFill>
              <p:spPr>
                <a:xfrm>
                  <a:off x="7508249" y="5494076"/>
                  <a:ext cx="307080" cy="5076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3" name="Ink 22">
                  <a:extLst>
                    <a:ext uri="{FF2B5EF4-FFF2-40B4-BE49-F238E27FC236}">
                      <a16:creationId xmlns:a16="http://schemas.microsoft.com/office/drawing/2014/main" id="{0D8EE853-B56E-8D6C-3927-3D577B1F887B}"/>
                    </a:ext>
                  </a:extLst>
                </p14:cNvPr>
                <p14:cNvContentPartPr/>
                <p14:nvPr/>
              </p14:nvContentPartPr>
              <p14:xfrm>
                <a:off x="7645409" y="5406596"/>
                <a:ext cx="25560" cy="373320"/>
              </p14:xfrm>
            </p:contentPart>
          </mc:Choice>
          <mc:Fallback>
            <p:pic>
              <p:nvPicPr>
                <p:cNvPr id="23" name="Ink 22">
                  <a:extLst>
                    <a:ext uri="{FF2B5EF4-FFF2-40B4-BE49-F238E27FC236}">
                      <a16:creationId xmlns:a16="http://schemas.microsoft.com/office/drawing/2014/main" id="{0D8EE853-B56E-8D6C-3927-3D577B1F887B}"/>
                    </a:ext>
                  </a:extLst>
                </p:cNvPr>
                <p:cNvPicPr/>
                <p:nvPr/>
              </p:nvPicPr>
              <p:blipFill>
                <a:blip r:embed="rId36"/>
                <a:stretch>
                  <a:fillRect/>
                </a:stretch>
              </p:blipFill>
              <p:spPr>
                <a:xfrm>
                  <a:off x="7641089" y="5402276"/>
                  <a:ext cx="34200" cy="38196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4" name="Ink 23">
                  <a:extLst>
                    <a:ext uri="{FF2B5EF4-FFF2-40B4-BE49-F238E27FC236}">
                      <a16:creationId xmlns:a16="http://schemas.microsoft.com/office/drawing/2014/main" id="{8E9E1BB6-3D1F-FA8B-FE58-C894D7D47338}"/>
                    </a:ext>
                  </a:extLst>
                </p14:cNvPr>
                <p14:cNvContentPartPr/>
                <p14:nvPr/>
              </p14:nvContentPartPr>
              <p14:xfrm>
                <a:off x="8123849" y="5373836"/>
                <a:ext cx="237600" cy="337320"/>
              </p14:xfrm>
            </p:contentPart>
          </mc:Choice>
          <mc:Fallback>
            <p:pic>
              <p:nvPicPr>
                <p:cNvPr id="24" name="Ink 23">
                  <a:extLst>
                    <a:ext uri="{FF2B5EF4-FFF2-40B4-BE49-F238E27FC236}">
                      <a16:creationId xmlns:a16="http://schemas.microsoft.com/office/drawing/2014/main" id="{8E9E1BB6-3D1F-FA8B-FE58-C894D7D47338}"/>
                    </a:ext>
                  </a:extLst>
                </p:cNvPr>
                <p:cNvPicPr/>
                <p:nvPr/>
              </p:nvPicPr>
              <p:blipFill>
                <a:blip r:embed="rId38"/>
                <a:stretch>
                  <a:fillRect/>
                </a:stretch>
              </p:blipFill>
              <p:spPr>
                <a:xfrm>
                  <a:off x="8119529" y="5369516"/>
                  <a:ext cx="246240" cy="34596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6" name="Ink 25">
                  <a:extLst>
                    <a:ext uri="{FF2B5EF4-FFF2-40B4-BE49-F238E27FC236}">
                      <a16:creationId xmlns:a16="http://schemas.microsoft.com/office/drawing/2014/main" id="{A6895840-4A8A-71A0-FD26-3FAD7EB70E3C}"/>
                    </a:ext>
                  </a:extLst>
                </p14:cNvPr>
                <p14:cNvContentPartPr/>
                <p14:nvPr/>
              </p14:nvContentPartPr>
              <p14:xfrm>
                <a:off x="8484569" y="5443316"/>
                <a:ext cx="200880" cy="220680"/>
              </p14:xfrm>
            </p:contentPart>
          </mc:Choice>
          <mc:Fallback>
            <p:pic>
              <p:nvPicPr>
                <p:cNvPr id="26" name="Ink 25">
                  <a:extLst>
                    <a:ext uri="{FF2B5EF4-FFF2-40B4-BE49-F238E27FC236}">
                      <a16:creationId xmlns:a16="http://schemas.microsoft.com/office/drawing/2014/main" id="{A6895840-4A8A-71A0-FD26-3FAD7EB70E3C}"/>
                    </a:ext>
                  </a:extLst>
                </p:cNvPr>
                <p:cNvPicPr/>
                <p:nvPr/>
              </p:nvPicPr>
              <p:blipFill>
                <a:blip r:embed="rId40"/>
                <a:stretch>
                  <a:fillRect/>
                </a:stretch>
              </p:blipFill>
              <p:spPr>
                <a:xfrm>
                  <a:off x="8480249" y="5438996"/>
                  <a:ext cx="209520" cy="22932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7" name="Ink 26">
                  <a:extLst>
                    <a:ext uri="{FF2B5EF4-FFF2-40B4-BE49-F238E27FC236}">
                      <a16:creationId xmlns:a16="http://schemas.microsoft.com/office/drawing/2014/main" id="{DAF70DE8-121B-79A1-4B91-B880FF43C575}"/>
                    </a:ext>
                  </a:extLst>
                </p14:cNvPr>
                <p14:cNvContentPartPr/>
                <p14:nvPr/>
              </p14:nvContentPartPr>
              <p14:xfrm>
                <a:off x="8883449" y="5471756"/>
                <a:ext cx="266040" cy="294480"/>
              </p14:xfrm>
            </p:contentPart>
          </mc:Choice>
          <mc:Fallback>
            <p:pic>
              <p:nvPicPr>
                <p:cNvPr id="27" name="Ink 26">
                  <a:extLst>
                    <a:ext uri="{FF2B5EF4-FFF2-40B4-BE49-F238E27FC236}">
                      <a16:creationId xmlns:a16="http://schemas.microsoft.com/office/drawing/2014/main" id="{DAF70DE8-121B-79A1-4B91-B880FF43C575}"/>
                    </a:ext>
                  </a:extLst>
                </p:cNvPr>
                <p:cNvPicPr/>
                <p:nvPr/>
              </p:nvPicPr>
              <p:blipFill>
                <a:blip r:embed="rId42"/>
                <a:stretch>
                  <a:fillRect/>
                </a:stretch>
              </p:blipFill>
              <p:spPr>
                <a:xfrm>
                  <a:off x="8879129" y="5467436"/>
                  <a:ext cx="274680" cy="30312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28" name="Ink 27">
                  <a:extLst>
                    <a:ext uri="{FF2B5EF4-FFF2-40B4-BE49-F238E27FC236}">
                      <a16:creationId xmlns:a16="http://schemas.microsoft.com/office/drawing/2014/main" id="{CE46391B-155B-7863-7A50-D2832B10806B}"/>
                    </a:ext>
                  </a:extLst>
                </p14:cNvPr>
                <p14:cNvContentPartPr/>
                <p14:nvPr/>
              </p14:nvContentPartPr>
              <p14:xfrm>
                <a:off x="9407249" y="5545916"/>
                <a:ext cx="316440" cy="51120"/>
              </p14:xfrm>
            </p:contentPart>
          </mc:Choice>
          <mc:Fallback>
            <p:pic>
              <p:nvPicPr>
                <p:cNvPr id="28" name="Ink 27">
                  <a:extLst>
                    <a:ext uri="{FF2B5EF4-FFF2-40B4-BE49-F238E27FC236}">
                      <a16:creationId xmlns:a16="http://schemas.microsoft.com/office/drawing/2014/main" id="{CE46391B-155B-7863-7A50-D2832B10806B}"/>
                    </a:ext>
                  </a:extLst>
                </p:cNvPr>
                <p:cNvPicPr/>
                <p:nvPr/>
              </p:nvPicPr>
              <p:blipFill>
                <a:blip r:embed="rId44"/>
                <a:stretch>
                  <a:fillRect/>
                </a:stretch>
              </p:blipFill>
              <p:spPr>
                <a:xfrm>
                  <a:off x="9402929" y="5541596"/>
                  <a:ext cx="325080" cy="5976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29" name="Ink 28">
                  <a:extLst>
                    <a:ext uri="{FF2B5EF4-FFF2-40B4-BE49-F238E27FC236}">
                      <a16:creationId xmlns:a16="http://schemas.microsoft.com/office/drawing/2014/main" id="{003ED970-2BC3-2226-9CBF-01A3025EFA9B}"/>
                    </a:ext>
                  </a:extLst>
                </p14:cNvPr>
                <p14:cNvContentPartPr/>
                <p14:nvPr/>
              </p14:nvContentPartPr>
              <p14:xfrm>
                <a:off x="9536489" y="5439716"/>
                <a:ext cx="72000" cy="384120"/>
              </p14:xfrm>
            </p:contentPart>
          </mc:Choice>
          <mc:Fallback>
            <p:pic>
              <p:nvPicPr>
                <p:cNvPr id="29" name="Ink 28">
                  <a:extLst>
                    <a:ext uri="{FF2B5EF4-FFF2-40B4-BE49-F238E27FC236}">
                      <a16:creationId xmlns:a16="http://schemas.microsoft.com/office/drawing/2014/main" id="{003ED970-2BC3-2226-9CBF-01A3025EFA9B}"/>
                    </a:ext>
                  </a:extLst>
                </p:cNvPr>
                <p:cNvPicPr/>
                <p:nvPr/>
              </p:nvPicPr>
              <p:blipFill>
                <a:blip r:embed="rId46"/>
                <a:stretch>
                  <a:fillRect/>
                </a:stretch>
              </p:blipFill>
              <p:spPr>
                <a:xfrm>
                  <a:off x="9532169" y="5435396"/>
                  <a:ext cx="80640" cy="39276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30" name="Ink 29">
                  <a:extLst>
                    <a:ext uri="{FF2B5EF4-FFF2-40B4-BE49-F238E27FC236}">
                      <a16:creationId xmlns:a16="http://schemas.microsoft.com/office/drawing/2014/main" id="{92AB2A54-3A8E-5EE2-55B8-72BE9AEB6C51}"/>
                    </a:ext>
                  </a:extLst>
                </p14:cNvPr>
                <p14:cNvContentPartPr/>
                <p14:nvPr/>
              </p14:nvContentPartPr>
              <p14:xfrm>
                <a:off x="10114289" y="5460956"/>
                <a:ext cx="18000" cy="219960"/>
              </p14:xfrm>
            </p:contentPart>
          </mc:Choice>
          <mc:Fallback>
            <p:pic>
              <p:nvPicPr>
                <p:cNvPr id="30" name="Ink 29">
                  <a:extLst>
                    <a:ext uri="{FF2B5EF4-FFF2-40B4-BE49-F238E27FC236}">
                      <a16:creationId xmlns:a16="http://schemas.microsoft.com/office/drawing/2014/main" id="{92AB2A54-3A8E-5EE2-55B8-72BE9AEB6C51}"/>
                    </a:ext>
                  </a:extLst>
                </p:cNvPr>
                <p:cNvPicPr/>
                <p:nvPr/>
              </p:nvPicPr>
              <p:blipFill>
                <a:blip r:embed="rId48"/>
                <a:stretch>
                  <a:fillRect/>
                </a:stretch>
              </p:blipFill>
              <p:spPr>
                <a:xfrm>
                  <a:off x="10109969" y="5456636"/>
                  <a:ext cx="26640" cy="22860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31" name="Ink 30">
                  <a:extLst>
                    <a:ext uri="{FF2B5EF4-FFF2-40B4-BE49-F238E27FC236}">
                      <a16:creationId xmlns:a16="http://schemas.microsoft.com/office/drawing/2014/main" id="{2B4588A9-7AA4-1257-9D47-46D6F78534B4}"/>
                    </a:ext>
                  </a:extLst>
                </p14:cNvPr>
                <p14:cNvContentPartPr/>
                <p14:nvPr/>
              </p14:nvContentPartPr>
              <p14:xfrm>
                <a:off x="9956969" y="5421356"/>
                <a:ext cx="380160" cy="44280"/>
              </p14:xfrm>
            </p:contentPart>
          </mc:Choice>
          <mc:Fallback>
            <p:pic>
              <p:nvPicPr>
                <p:cNvPr id="31" name="Ink 30">
                  <a:extLst>
                    <a:ext uri="{FF2B5EF4-FFF2-40B4-BE49-F238E27FC236}">
                      <a16:creationId xmlns:a16="http://schemas.microsoft.com/office/drawing/2014/main" id="{2B4588A9-7AA4-1257-9D47-46D6F78534B4}"/>
                    </a:ext>
                  </a:extLst>
                </p:cNvPr>
                <p:cNvPicPr/>
                <p:nvPr/>
              </p:nvPicPr>
              <p:blipFill>
                <a:blip r:embed="rId50"/>
                <a:stretch>
                  <a:fillRect/>
                </a:stretch>
              </p:blipFill>
              <p:spPr>
                <a:xfrm>
                  <a:off x="9952649" y="5417036"/>
                  <a:ext cx="388800" cy="5292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32" name="Ink 31">
                  <a:extLst>
                    <a:ext uri="{FF2B5EF4-FFF2-40B4-BE49-F238E27FC236}">
                      <a16:creationId xmlns:a16="http://schemas.microsoft.com/office/drawing/2014/main" id="{5B8C8985-2548-F1DA-AD78-D3EBBA547DF9}"/>
                    </a:ext>
                  </a:extLst>
                </p14:cNvPr>
                <p14:cNvContentPartPr/>
                <p14:nvPr/>
              </p14:nvContentPartPr>
              <p14:xfrm>
                <a:off x="9965249" y="5618996"/>
                <a:ext cx="373320" cy="78120"/>
              </p14:xfrm>
            </p:contentPart>
          </mc:Choice>
          <mc:Fallback>
            <p:pic>
              <p:nvPicPr>
                <p:cNvPr id="32" name="Ink 31">
                  <a:extLst>
                    <a:ext uri="{FF2B5EF4-FFF2-40B4-BE49-F238E27FC236}">
                      <a16:creationId xmlns:a16="http://schemas.microsoft.com/office/drawing/2014/main" id="{5B8C8985-2548-F1DA-AD78-D3EBBA547DF9}"/>
                    </a:ext>
                  </a:extLst>
                </p:cNvPr>
                <p:cNvPicPr/>
                <p:nvPr/>
              </p:nvPicPr>
              <p:blipFill>
                <a:blip r:embed="rId52"/>
                <a:stretch>
                  <a:fillRect/>
                </a:stretch>
              </p:blipFill>
              <p:spPr>
                <a:xfrm>
                  <a:off x="9960929" y="5614676"/>
                  <a:ext cx="381960" cy="8676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33" name="Ink 32">
                  <a:extLst>
                    <a:ext uri="{FF2B5EF4-FFF2-40B4-BE49-F238E27FC236}">
                      <a16:creationId xmlns:a16="http://schemas.microsoft.com/office/drawing/2014/main" id="{67270443-F111-4AC4-3C4C-4889CB507C40}"/>
                    </a:ext>
                  </a:extLst>
                </p14:cNvPr>
                <p14:cNvContentPartPr/>
                <p14:nvPr/>
              </p14:nvContentPartPr>
              <p14:xfrm>
                <a:off x="10747529" y="5287436"/>
                <a:ext cx="207360" cy="257760"/>
              </p14:xfrm>
            </p:contentPart>
          </mc:Choice>
          <mc:Fallback>
            <p:pic>
              <p:nvPicPr>
                <p:cNvPr id="33" name="Ink 32">
                  <a:extLst>
                    <a:ext uri="{FF2B5EF4-FFF2-40B4-BE49-F238E27FC236}">
                      <a16:creationId xmlns:a16="http://schemas.microsoft.com/office/drawing/2014/main" id="{67270443-F111-4AC4-3C4C-4889CB507C40}"/>
                    </a:ext>
                  </a:extLst>
                </p:cNvPr>
                <p:cNvPicPr/>
                <p:nvPr/>
              </p:nvPicPr>
              <p:blipFill>
                <a:blip r:embed="rId54"/>
                <a:stretch>
                  <a:fillRect/>
                </a:stretch>
              </p:blipFill>
              <p:spPr>
                <a:xfrm>
                  <a:off x="10743209" y="5283116"/>
                  <a:ext cx="216000" cy="26640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34" name="Ink 33">
                  <a:extLst>
                    <a:ext uri="{FF2B5EF4-FFF2-40B4-BE49-F238E27FC236}">
                      <a16:creationId xmlns:a16="http://schemas.microsoft.com/office/drawing/2014/main" id="{B10F1CD4-0E00-B933-1D39-33781F2EE7AD}"/>
                    </a:ext>
                  </a:extLst>
                </p14:cNvPr>
                <p14:cNvContentPartPr/>
                <p14:nvPr/>
              </p14:nvContentPartPr>
              <p14:xfrm>
                <a:off x="10814849" y="5715836"/>
                <a:ext cx="85680" cy="46440"/>
              </p14:xfrm>
            </p:contentPart>
          </mc:Choice>
          <mc:Fallback>
            <p:pic>
              <p:nvPicPr>
                <p:cNvPr id="34" name="Ink 33">
                  <a:extLst>
                    <a:ext uri="{FF2B5EF4-FFF2-40B4-BE49-F238E27FC236}">
                      <a16:creationId xmlns:a16="http://schemas.microsoft.com/office/drawing/2014/main" id="{B10F1CD4-0E00-B933-1D39-33781F2EE7AD}"/>
                    </a:ext>
                  </a:extLst>
                </p:cNvPr>
                <p:cNvPicPr/>
                <p:nvPr/>
              </p:nvPicPr>
              <p:blipFill>
                <a:blip r:embed="rId56"/>
                <a:stretch>
                  <a:fillRect/>
                </a:stretch>
              </p:blipFill>
              <p:spPr>
                <a:xfrm>
                  <a:off x="10810529" y="5711516"/>
                  <a:ext cx="94320" cy="5508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36" name="Ink 35">
                  <a:extLst>
                    <a:ext uri="{FF2B5EF4-FFF2-40B4-BE49-F238E27FC236}">
                      <a16:creationId xmlns:a16="http://schemas.microsoft.com/office/drawing/2014/main" id="{880783F2-0B64-255F-8DBA-1348279BC652}"/>
                    </a:ext>
                  </a:extLst>
                </p14:cNvPr>
                <p14:cNvContentPartPr/>
                <p14:nvPr/>
              </p14:nvContentPartPr>
              <p14:xfrm>
                <a:off x="6774929" y="5822036"/>
                <a:ext cx="4761000" cy="101520"/>
              </p14:xfrm>
            </p:contentPart>
          </mc:Choice>
          <mc:Fallback>
            <p:pic>
              <p:nvPicPr>
                <p:cNvPr id="36" name="Ink 35">
                  <a:extLst>
                    <a:ext uri="{FF2B5EF4-FFF2-40B4-BE49-F238E27FC236}">
                      <a16:creationId xmlns:a16="http://schemas.microsoft.com/office/drawing/2014/main" id="{880783F2-0B64-255F-8DBA-1348279BC652}"/>
                    </a:ext>
                  </a:extLst>
                </p:cNvPr>
                <p:cNvPicPr/>
                <p:nvPr/>
              </p:nvPicPr>
              <p:blipFill>
                <a:blip r:embed="rId58"/>
                <a:stretch>
                  <a:fillRect/>
                </a:stretch>
              </p:blipFill>
              <p:spPr>
                <a:xfrm>
                  <a:off x="6770609" y="5817716"/>
                  <a:ext cx="4769640" cy="110160"/>
                </a:xfrm>
                <a:prstGeom prst="rect">
                  <a:avLst/>
                </a:prstGeom>
              </p:spPr>
            </p:pic>
          </mc:Fallback>
        </mc:AlternateContent>
      </p:grpSp>
    </p:spTree>
    <p:extLst>
      <p:ext uri="{BB962C8B-B14F-4D97-AF65-F5344CB8AC3E}">
        <p14:creationId xmlns:p14="http://schemas.microsoft.com/office/powerpoint/2010/main" val="2776635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Trend component</a:t>
            </a:r>
          </a:p>
        </p:txBody>
      </p:sp>
      <p:sp>
        <p:nvSpPr>
          <p:cNvPr id="3" name="Rectangle 2"/>
          <p:cNvSpPr/>
          <p:nvPr/>
        </p:nvSpPr>
        <p:spPr>
          <a:xfrm>
            <a:off x="394451" y="1029052"/>
            <a:ext cx="11223327" cy="1754326"/>
          </a:xfrm>
          <a:prstGeom prst="rect">
            <a:avLst/>
          </a:prstGeom>
        </p:spPr>
        <p:txBody>
          <a:bodyPr wrap="square">
            <a:spAutoFit/>
          </a:bodyPr>
          <a:lstStyle/>
          <a:p>
            <a:pPr marL="342900" indent="-342900" algn="just" eaLnBrk="1" hangingPunct="1">
              <a:spcBef>
                <a:spcPct val="50000"/>
              </a:spcBef>
              <a:buFont typeface="Courier New" panose="02070309020205020404" pitchFamily="49" charset="0"/>
              <a:buChar char="o"/>
            </a:pPr>
            <a:r>
              <a:rPr lang="en-IN" sz="2400" dirty="0">
                <a:latin typeface="+mn-lt"/>
              </a:rPr>
              <a:t>T</a:t>
            </a:r>
            <a:r>
              <a:rPr lang="en-IN" sz="2400" baseline="-25000" dirty="0">
                <a:latin typeface="+mn-lt"/>
              </a:rPr>
              <a:t>t</a:t>
            </a:r>
            <a:r>
              <a:rPr lang="en-IN" sz="2400" dirty="0">
                <a:latin typeface="+mn-lt"/>
              </a:rPr>
              <a:t>: the </a:t>
            </a:r>
            <a:r>
              <a:rPr lang="en-IN" sz="2400" dirty="0">
                <a:latin typeface="+mn-lt"/>
                <a:hlinkClick r:id="rId2" tooltip="Trend estimation"/>
              </a:rPr>
              <a:t>trend component</a:t>
            </a:r>
            <a:r>
              <a:rPr lang="en-IN" sz="2400" dirty="0">
                <a:latin typeface="+mn-lt"/>
              </a:rPr>
              <a:t> at time </a:t>
            </a:r>
            <a:r>
              <a:rPr lang="en-IN" sz="2400" i="1" dirty="0">
                <a:latin typeface="+mn-lt"/>
              </a:rPr>
              <a:t>t</a:t>
            </a:r>
            <a:r>
              <a:rPr lang="en-IN" sz="2400" dirty="0">
                <a:latin typeface="+mn-lt"/>
              </a:rPr>
              <a:t>, which reflects the long-term progression of the series (</a:t>
            </a:r>
            <a:r>
              <a:rPr lang="en-IN" sz="2400" dirty="0">
                <a:latin typeface="+mn-lt"/>
                <a:hlinkClick r:id="rId3" tooltip="Secular variation"/>
              </a:rPr>
              <a:t>secular variation</a:t>
            </a:r>
            <a:r>
              <a:rPr lang="en-IN" sz="2400" dirty="0">
                <a:latin typeface="+mn-lt"/>
              </a:rPr>
              <a:t>). </a:t>
            </a:r>
          </a:p>
          <a:p>
            <a:pPr marL="342900" indent="-342900" algn="just" eaLnBrk="1" hangingPunct="1">
              <a:spcBef>
                <a:spcPct val="50000"/>
              </a:spcBef>
              <a:buFont typeface="Courier New" panose="02070309020205020404" pitchFamily="49" charset="0"/>
              <a:buChar char="o"/>
            </a:pPr>
            <a:r>
              <a:rPr lang="en-IN" sz="2400" dirty="0">
                <a:latin typeface="+mn-lt"/>
              </a:rPr>
              <a:t>A trend exists when there is a persistent increasing or decreasing direction in the data. </a:t>
            </a:r>
            <a:r>
              <a:rPr lang="en-IN" sz="2400" b="1" dirty="0">
                <a:solidFill>
                  <a:srgbClr val="FF0000"/>
                </a:solidFill>
                <a:latin typeface="+mn-lt"/>
              </a:rPr>
              <a:t>The trend component does not have to be linear</a:t>
            </a:r>
          </a:p>
        </p:txBody>
      </p:sp>
      <p:sp>
        <p:nvSpPr>
          <p:cNvPr id="4" name="Rectangle 3"/>
          <p:cNvSpPr/>
          <p:nvPr/>
        </p:nvSpPr>
        <p:spPr>
          <a:xfrm>
            <a:off x="537886" y="3261864"/>
            <a:ext cx="5925646" cy="2677656"/>
          </a:xfrm>
          <a:prstGeom prst="rect">
            <a:avLst/>
          </a:prstGeom>
        </p:spPr>
        <p:txBody>
          <a:bodyPr wrap="square">
            <a:spAutoFit/>
          </a:bodyPr>
          <a:lstStyle/>
          <a:p>
            <a:pPr marL="342900" indent="-342900" algn="just">
              <a:buFont typeface="Wingdings" panose="05000000000000000000" pitchFamily="2" charset="2"/>
              <a:buChar char="§"/>
            </a:pPr>
            <a:r>
              <a:rPr lang="en-US" sz="2400" dirty="0">
                <a:latin typeface="+mn-lt"/>
              </a:rPr>
              <a:t>Trend measure the change  in the mean level of the time series.</a:t>
            </a:r>
          </a:p>
          <a:p>
            <a:pPr marL="342900" indent="-342900" algn="just">
              <a:buFont typeface="Wingdings" panose="05000000000000000000" pitchFamily="2" charset="2"/>
              <a:buChar char="§"/>
            </a:pPr>
            <a:r>
              <a:rPr lang="en-US" sz="2400" dirty="0">
                <a:latin typeface="+mn-lt"/>
              </a:rPr>
              <a:t>Persistent, overall upward or downward pattern </a:t>
            </a:r>
          </a:p>
          <a:p>
            <a:pPr marL="342900" indent="-342900" algn="just">
              <a:buFont typeface="Wingdings" panose="05000000000000000000" pitchFamily="2" charset="2"/>
              <a:buChar char="§"/>
            </a:pPr>
            <a:r>
              <a:rPr lang="en-US" sz="2400" dirty="0">
                <a:latin typeface="+mn-lt"/>
              </a:rPr>
              <a:t>Several years duration </a:t>
            </a:r>
          </a:p>
          <a:p>
            <a:pPr marL="342900" indent="-342900" algn="just">
              <a:buFont typeface="Wingdings" panose="05000000000000000000" pitchFamily="2" charset="2"/>
              <a:buChar char="§"/>
            </a:pPr>
            <a:r>
              <a:rPr lang="en-US" sz="2400" dirty="0">
                <a:latin typeface="+mn-lt"/>
              </a:rPr>
              <a:t>Indicates long term movements in the level of the series.</a:t>
            </a:r>
          </a:p>
        </p:txBody>
      </p:sp>
      <p:grpSp>
        <p:nvGrpSpPr>
          <p:cNvPr id="36" name="Group 4"/>
          <p:cNvGrpSpPr>
            <a:grpSpLocks/>
          </p:cNvGrpSpPr>
          <p:nvPr/>
        </p:nvGrpSpPr>
        <p:grpSpPr bwMode="auto">
          <a:xfrm>
            <a:off x="6629399" y="3192236"/>
            <a:ext cx="4988379" cy="2469378"/>
            <a:chOff x="1847" y="2784"/>
            <a:chExt cx="2043" cy="1147"/>
          </a:xfrm>
        </p:grpSpPr>
        <p:sp>
          <p:nvSpPr>
            <p:cNvPr id="37" name="Rectangle 5"/>
            <p:cNvSpPr>
              <a:spLocks noChangeArrowheads="1"/>
            </p:cNvSpPr>
            <p:nvPr/>
          </p:nvSpPr>
          <p:spPr bwMode="auto">
            <a:xfrm>
              <a:off x="1847" y="2789"/>
              <a:ext cx="2033" cy="1124"/>
            </a:xfrm>
            <a:prstGeom prst="rect">
              <a:avLst/>
            </a:prstGeom>
            <a:solidFill>
              <a:srgbClr val="C0C0C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38" name="Group 6"/>
            <p:cNvGrpSpPr>
              <a:grpSpLocks/>
            </p:cNvGrpSpPr>
            <p:nvPr/>
          </p:nvGrpSpPr>
          <p:grpSpPr bwMode="auto">
            <a:xfrm>
              <a:off x="1960" y="2784"/>
              <a:ext cx="1815" cy="1147"/>
              <a:chOff x="1960" y="2784"/>
              <a:chExt cx="1815" cy="1147"/>
            </a:xfrm>
          </p:grpSpPr>
          <p:sp>
            <p:nvSpPr>
              <p:cNvPr id="49" name="Line 7"/>
              <p:cNvSpPr>
                <a:spLocks noChangeShapeType="1"/>
              </p:cNvSpPr>
              <p:nvPr/>
            </p:nvSpPr>
            <p:spPr bwMode="auto">
              <a:xfrm>
                <a:off x="2868" y="2792"/>
                <a:ext cx="0" cy="1131"/>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0" name="Line 8"/>
              <p:cNvSpPr>
                <a:spLocks noChangeShapeType="1"/>
              </p:cNvSpPr>
              <p:nvPr/>
            </p:nvSpPr>
            <p:spPr bwMode="auto">
              <a:xfrm>
                <a:off x="2754" y="2792"/>
                <a:ext cx="0" cy="1131"/>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1" name="Line 9"/>
              <p:cNvSpPr>
                <a:spLocks noChangeShapeType="1"/>
              </p:cNvSpPr>
              <p:nvPr/>
            </p:nvSpPr>
            <p:spPr bwMode="auto">
              <a:xfrm>
                <a:off x="2641" y="2792"/>
                <a:ext cx="0" cy="1131"/>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2" name="Line 10"/>
              <p:cNvSpPr>
                <a:spLocks noChangeShapeType="1"/>
              </p:cNvSpPr>
              <p:nvPr/>
            </p:nvSpPr>
            <p:spPr bwMode="auto">
              <a:xfrm flipV="1">
                <a:off x="2528" y="2784"/>
                <a:ext cx="0" cy="1147"/>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3" name="Line 11"/>
              <p:cNvSpPr>
                <a:spLocks noChangeShapeType="1"/>
              </p:cNvSpPr>
              <p:nvPr/>
            </p:nvSpPr>
            <p:spPr bwMode="auto">
              <a:xfrm>
                <a:off x="2414" y="2792"/>
                <a:ext cx="0" cy="1131"/>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4" name="Line 12"/>
              <p:cNvSpPr>
                <a:spLocks noChangeShapeType="1"/>
              </p:cNvSpPr>
              <p:nvPr/>
            </p:nvSpPr>
            <p:spPr bwMode="auto">
              <a:xfrm flipV="1">
                <a:off x="2300" y="2784"/>
                <a:ext cx="0" cy="1147"/>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5" name="Line 13"/>
              <p:cNvSpPr>
                <a:spLocks noChangeShapeType="1"/>
              </p:cNvSpPr>
              <p:nvPr/>
            </p:nvSpPr>
            <p:spPr bwMode="auto">
              <a:xfrm>
                <a:off x="2187" y="2792"/>
                <a:ext cx="0" cy="1131"/>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6" name="Line 14"/>
              <p:cNvSpPr>
                <a:spLocks noChangeShapeType="1"/>
              </p:cNvSpPr>
              <p:nvPr/>
            </p:nvSpPr>
            <p:spPr bwMode="auto">
              <a:xfrm flipV="1">
                <a:off x="2074" y="2784"/>
                <a:ext cx="0" cy="1147"/>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7" name="Line 15"/>
              <p:cNvSpPr>
                <a:spLocks noChangeShapeType="1"/>
              </p:cNvSpPr>
              <p:nvPr/>
            </p:nvSpPr>
            <p:spPr bwMode="auto">
              <a:xfrm>
                <a:off x="1960" y="2792"/>
                <a:ext cx="0" cy="1131"/>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8" name="Line 16"/>
              <p:cNvSpPr>
                <a:spLocks noChangeShapeType="1"/>
              </p:cNvSpPr>
              <p:nvPr/>
            </p:nvSpPr>
            <p:spPr bwMode="auto">
              <a:xfrm>
                <a:off x="3775" y="2793"/>
                <a:ext cx="0" cy="1129"/>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9" name="Line 17"/>
              <p:cNvSpPr>
                <a:spLocks noChangeShapeType="1"/>
              </p:cNvSpPr>
              <p:nvPr/>
            </p:nvSpPr>
            <p:spPr bwMode="auto">
              <a:xfrm>
                <a:off x="3662" y="2793"/>
                <a:ext cx="0" cy="1129"/>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0" name="Line 18"/>
              <p:cNvSpPr>
                <a:spLocks noChangeShapeType="1"/>
              </p:cNvSpPr>
              <p:nvPr/>
            </p:nvSpPr>
            <p:spPr bwMode="auto">
              <a:xfrm>
                <a:off x="3548" y="2793"/>
                <a:ext cx="0" cy="1129"/>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1" name="Line 19"/>
              <p:cNvSpPr>
                <a:spLocks noChangeShapeType="1"/>
              </p:cNvSpPr>
              <p:nvPr/>
            </p:nvSpPr>
            <p:spPr bwMode="auto">
              <a:xfrm flipV="1">
                <a:off x="3435" y="2785"/>
                <a:ext cx="0" cy="1145"/>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2" name="Line 20"/>
              <p:cNvSpPr>
                <a:spLocks noChangeShapeType="1"/>
              </p:cNvSpPr>
              <p:nvPr/>
            </p:nvSpPr>
            <p:spPr bwMode="auto">
              <a:xfrm>
                <a:off x="3321" y="2793"/>
                <a:ext cx="0" cy="1129"/>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3" name="Line 21"/>
              <p:cNvSpPr>
                <a:spLocks noChangeShapeType="1"/>
              </p:cNvSpPr>
              <p:nvPr/>
            </p:nvSpPr>
            <p:spPr bwMode="auto">
              <a:xfrm flipV="1">
                <a:off x="3208" y="2785"/>
                <a:ext cx="0" cy="1145"/>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4" name="Line 22"/>
              <p:cNvSpPr>
                <a:spLocks noChangeShapeType="1"/>
              </p:cNvSpPr>
              <p:nvPr/>
            </p:nvSpPr>
            <p:spPr bwMode="auto">
              <a:xfrm>
                <a:off x="3094" y="2793"/>
                <a:ext cx="0" cy="1129"/>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5" name="Line 23"/>
              <p:cNvSpPr>
                <a:spLocks noChangeShapeType="1"/>
              </p:cNvSpPr>
              <p:nvPr/>
            </p:nvSpPr>
            <p:spPr bwMode="auto">
              <a:xfrm>
                <a:off x="2981" y="2793"/>
                <a:ext cx="0" cy="1129"/>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39" name="Group 24"/>
            <p:cNvGrpSpPr>
              <a:grpSpLocks/>
            </p:cNvGrpSpPr>
            <p:nvPr/>
          </p:nvGrpSpPr>
          <p:grpSpPr bwMode="auto">
            <a:xfrm>
              <a:off x="1850" y="2902"/>
              <a:ext cx="2040" cy="908"/>
              <a:chOff x="1850" y="2902"/>
              <a:chExt cx="2040" cy="908"/>
            </a:xfrm>
          </p:grpSpPr>
          <p:sp>
            <p:nvSpPr>
              <p:cNvPr id="40" name="Line 25"/>
              <p:cNvSpPr>
                <a:spLocks noChangeShapeType="1"/>
              </p:cNvSpPr>
              <p:nvPr/>
            </p:nvSpPr>
            <p:spPr bwMode="auto">
              <a:xfrm>
                <a:off x="1850" y="3356"/>
                <a:ext cx="2039"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1" name="Line 26"/>
              <p:cNvSpPr>
                <a:spLocks noChangeShapeType="1"/>
              </p:cNvSpPr>
              <p:nvPr/>
            </p:nvSpPr>
            <p:spPr bwMode="auto">
              <a:xfrm>
                <a:off x="1850" y="3242"/>
                <a:ext cx="204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2" name="Line 27"/>
              <p:cNvSpPr>
                <a:spLocks noChangeShapeType="1"/>
              </p:cNvSpPr>
              <p:nvPr/>
            </p:nvSpPr>
            <p:spPr bwMode="auto">
              <a:xfrm>
                <a:off x="1850" y="3129"/>
                <a:ext cx="204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3" name="Line 28"/>
              <p:cNvSpPr>
                <a:spLocks noChangeShapeType="1"/>
              </p:cNvSpPr>
              <p:nvPr/>
            </p:nvSpPr>
            <p:spPr bwMode="auto">
              <a:xfrm>
                <a:off x="1850" y="3015"/>
                <a:ext cx="204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4" name="Line 29"/>
              <p:cNvSpPr>
                <a:spLocks noChangeShapeType="1"/>
              </p:cNvSpPr>
              <p:nvPr/>
            </p:nvSpPr>
            <p:spPr bwMode="auto">
              <a:xfrm>
                <a:off x="1850" y="2902"/>
                <a:ext cx="204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5" name="Line 30"/>
              <p:cNvSpPr>
                <a:spLocks noChangeShapeType="1"/>
              </p:cNvSpPr>
              <p:nvPr/>
            </p:nvSpPr>
            <p:spPr bwMode="auto">
              <a:xfrm>
                <a:off x="1850" y="3810"/>
                <a:ext cx="204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6" name="Line 31"/>
              <p:cNvSpPr>
                <a:spLocks noChangeShapeType="1"/>
              </p:cNvSpPr>
              <p:nvPr/>
            </p:nvSpPr>
            <p:spPr bwMode="auto">
              <a:xfrm>
                <a:off x="1850" y="3696"/>
                <a:ext cx="204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7" name="Line 32"/>
              <p:cNvSpPr>
                <a:spLocks noChangeShapeType="1"/>
              </p:cNvSpPr>
              <p:nvPr/>
            </p:nvSpPr>
            <p:spPr bwMode="auto">
              <a:xfrm>
                <a:off x="1850" y="3583"/>
                <a:ext cx="204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8" name="Line 33"/>
              <p:cNvSpPr>
                <a:spLocks noChangeShapeType="1"/>
              </p:cNvSpPr>
              <p:nvPr/>
            </p:nvSpPr>
            <p:spPr bwMode="auto">
              <a:xfrm>
                <a:off x="1850" y="3469"/>
                <a:ext cx="204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grpSp>
        <p:nvGrpSpPr>
          <p:cNvPr id="66" name="Group 34"/>
          <p:cNvGrpSpPr>
            <a:grpSpLocks/>
          </p:cNvGrpSpPr>
          <p:nvPr/>
        </p:nvGrpSpPr>
        <p:grpSpPr bwMode="auto">
          <a:xfrm>
            <a:off x="6876803" y="3597870"/>
            <a:ext cx="4151594" cy="1305496"/>
            <a:chOff x="1845" y="2883"/>
            <a:chExt cx="2002" cy="916"/>
          </a:xfrm>
        </p:grpSpPr>
        <p:sp>
          <p:nvSpPr>
            <p:cNvPr id="67" name="Freeform 35"/>
            <p:cNvSpPr>
              <a:spLocks/>
            </p:cNvSpPr>
            <p:nvPr/>
          </p:nvSpPr>
          <p:spPr bwMode="auto">
            <a:xfrm>
              <a:off x="1845" y="2904"/>
              <a:ext cx="2000" cy="895"/>
            </a:xfrm>
            <a:custGeom>
              <a:avLst/>
              <a:gdLst>
                <a:gd name="T0" fmla="*/ 0 w 2000"/>
                <a:gd name="T1" fmla="*/ 805 h 895"/>
                <a:gd name="T2" fmla="*/ 339 w 2000"/>
                <a:gd name="T3" fmla="*/ 581 h 895"/>
                <a:gd name="T4" fmla="*/ 530 w 2000"/>
                <a:gd name="T5" fmla="*/ 796 h 895"/>
                <a:gd name="T6" fmla="*/ 791 w 2000"/>
                <a:gd name="T7" fmla="*/ 468 h 895"/>
                <a:gd name="T8" fmla="*/ 1015 w 2000"/>
                <a:gd name="T9" fmla="*/ 679 h 895"/>
                <a:gd name="T10" fmla="*/ 1345 w 2000"/>
                <a:gd name="T11" fmla="*/ 272 h 895"/>
                <a:gd name="T12" fmla="*/ 1582 w 2000"/>
                <a:gd name="T13" fmla="*/ 468 h 895"/>
                <a:gd name="T14" fmla="*/ 1920 w 2000"/>
                <a:gd name="T15" fmla="*/ 56 h 895"/>
                <a:gd name="T16" fmla="*/ 1883 w 2000"/>
                <a:gd name="T17" fmla="*/ 19 h 895"/>
                <a:gd name="T18" fmla="*/ 1999 w 2000"/>
                <a:gd name="T19" fmla="*/ 0 h 895"/>
                <a:gd name="T20" fmla="*/ 1995 w 2000"/>
                <a:gd name="T21" fmla="*/ 131 h 895"/>
                <a:gd name="T22" fmla="*/ 1957 w 2000"/>
                <a:gd name="T23" fmla="*/ 94 h 895"/>
                <a:gd name="T24" fmla="*/ 1585 w 2000"/>
                <a:gd name="T25" fmla="*/ 553 h 895"/>
                <a:gd name="T26" fmla="*/ 1357 w 2000"/>
                <a:gd name="T27" fmla="*/ 356 h 895"/>
                <a:gd name="T28" fmla="*/ 1017 w 2000"/>
                <a:gd name="T29" fmla="*/ 768 h 895"/>
                <a:gd name="T30" fmla="*/ 799 w 2000"/>
                <a:gd name="T31" fmla="*/ 562 h 895"/>
                <a:gd name="T32" fmla="*/ 530 w 2000"/>
                <a:gd name="T33" fmla="*/ 894 h 895"/>
                <a:gd name="T34" fmla="*/ 324 w 2000"/>
                <a:gd name="T35" fmla="*/ 661 h 895"/>
                <a:gd name="T36" fmla="*/ 0 w 2000"/>
                <a:gd name="T37" fmla="*/ 880 h 895"/>
                <a:gd name="T38" fmla="*/ 0 w 2000"/>
                <a:gd name="T39" fmla="*/ 805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00" h="895">
                  <a:moveTo>
                    <a:pt x="0" y="805"/>
                  </a:moveTo>
                  <a:lnTo>
                    <a:pt x="339" y="581"/>
                  </a:lnTo>
                  <a:lnTo>
                    <a:pt x="530" y="796"/>
                  </a:lnTo>
                  <a:lnTo>
                    <a:pt x="791" y="468"/>
                  </a:lnTo>
                  <a:lnTo>
                    <a:pt x="1015" y="679"/>
                  </a:lnTo>
                  <a:lnTo>
                    <a:pt x="1345" y="272"/>
                  </a:lnTo>
                  <a:lnTo>
                    <a:pt x="1582" y="468"/>
                  </a:lnTo>
                  <a:lnTo>
                    <a:pt x="1920" y="56"/>
                  </a:lnTo>
                  <a:lnTo>
                    <a:pt x="1883" y="19"/>
                  </a:lnTo>
                  <a:lnTo>
                    <a:pt x="1999" y="0"/>
                  </a:lnTo>
                  <a:lnTo>
                    <a:pt x="1995" y="131"/>
                  </a:lnTo>
                  <a:lnTo>
                    <a:pt x="1957" y="94"/>
                  </a:lnTo>
                  <a:lnTo>
                    <a:pt x="1585" y="553"/>
                  </a:lnTo>
                  <a:lnTo>
                    <a:pt x="1357" y="356"/>
                  </a:lnTo>
                  <a:lnTo>
                    <a:pt x="1017" y="768"/>
                  </a:lnTo>
                  <a:lnTo>
                    <a:pt x="799" y="562"/>
                  </a:lnTo>
                  <a:lnTo>
                    <a:pt x="530" y="894"/>
                  </a:lnTo>
                  <a:lnTo>
                    <a:pt x="324" y="661"/>
                  </a:lnTo>
                  <a:lnTo>
                    <a:pt x="0" y="880"/>
                  </a:lnTo>
                  <a:lnTo>
                    <a:pt x="0" y="805"/>
                  </a:lnTo>
                </a:path>
              </a:pathLst>
            </a:custGeom>
            <a:solidFill>
              <a:srgbClr val="00000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68" name="Freeform 36"/>
            <p:cNvSpPr>
              <a:spLocks/>
            </p:cNvSpPr>
            <p:nvPr/>
          </p:nvSpPr>
          <p:spPr bwMode="auto">
            <a:xfrm>
              <a:off x="1846" y="2883"/>
              <a:ext cx="2001" cy="895"/>
            </a:xfrm>
            <a:custGeom>
              <a:avLst/>
              <a:gdLst>
                <a:gd name="T0" fmla="*/ 0 w 2001"/>
                <a:gd name="T1" fmla="*/ 805 h 895"/>
                <a:gd name="T2" fmla="*/ 340 w 2001"/>
                <a:gd name="T3" fmla="*/ 581 h 895"/>
                <a:gd name="T4" fmla="*/ 531 w 2001"/>
                <a:gd name="T5" fmla="*/ 796 h 895"/>
                <a:gd name="T6" fmla="*/ 792 w 2001"/>
                <a:gd name="T7" fmla="*/ 468 h 895"/>
                <a:gd name="T8" fmla="*/ 1016 w 2001"/>
                <a:gd name="T9" fmla="*/ 678 h 895"/>
                <a:gd name="T10" fmla="*/ 1346 w 2001"/>
                <a:gd name="T11" fmla="*/ 272 h 895"/>
                <a:gd name="T12" fmla="*/ 1583 w 2001"/>
                <a:gd name="T13" fmla="*/ 468 h 895"/>
                <a:gd name="T14" fmla="*/ 1921 w 2001"/>
                <a:gd name="T15" fmla="*/ 56 h 895"/>
                <a:gd name="T16" fmla="*/ 1883 w 2001"/>
                <a:gd name="T17" fmla="*/ 19 h 895"/>
                <a:gd name="T18" fmla="*/ 2000 w 2001"/>
                <a:gd name="T19" fmla="*/ 0 h 895"/>
                <a:gd name="T20" fmla="*/ 1995 w 2001"/>
                <a:gd name="T21" fmla="*/ 131 h 895"/>
                <a:gd name="T22" fmla="*/ 1957 w 2001"/>
                <a:gd name="T23" fmla="*/ 94 h 895"/>
                <a:gd name="T24" fmla="*/ 1586 w 2001"/>
                <a:gd name="T25" fmla="*/ 552 h 895"/>
                <a:gd name="T26" fmla="*/ 1357 w 2001"/>
                <a:gd name="T27" fmla="*/ 356 h 895"/>
                <a:gd name="T28" fmla="*/ 1018 w 2001"/>
                <a:gd name="T29" fmla="*/ 768 h 895"/>
                <a:gd name="T30" fmla="*/ 799 w 2001"/>
                <a:gd name="T31" fmla="*/ 562 h 895"/>
                <a:gd name="T32" fmla="*/ 531 w 2001"/>
                <a:gd name="T33" fmla="*/ 894 h 895"/>
                <a:gd name="T34" fmla="*/ 324 w 2001"/>
                <a:gd name="T35" fmla="*/ 660 h 895"/>
                <a:gd name="T36" fmla="*/ 0 w 2001"/>
                <a:gd name="T37" fmla="*/ 880 h 895"/>
                <a:gd name="T38" fmla="*/ 0 w 2001"/>
                <a:gd name="T39" fmla="*/ 805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01" h="895">
                  <a:moveTo>
                    <a:pt x="0" y="805"/>
                  </a:moveTo>
                  <a:lnTo>
                    <a:pt x="340" y="581"/>
                  </a:lnTo>
                  <a:lnTo>
                    <a:pt x="531" y="796"/>
                  </a:lnTo>
                  <a:lnTo>
                    <a:pt x="792" y="468"/>
                  </a:lnTo>
                  <a:lnTo>
                    <a:pt x="1016" y="678"/>
                  </a:lnTo>
                  <a:lnTo>
                    <a:pt x="1346" y="272"/>
                  </a:lnTo>
                  <a:lnTo>
                    <a:pt x="1583" y="468"/>
                  </a:lnTo>
                  <a:lnTo>
                    <a:pt x="1921" y="56"/>
                  </a:lnTo>
                  <a:lnTo>
                    <a:pt x="1883" y="19"/>
                  </a:lnTo>
                  <a:lnTo>
                    <a:pt x="2000" y="0"/>
                  </a:lnTo>
                  <a:lnTo>
                    <a:pt x="1995" y="131"/>
                  </a:lnTo>
                  <a:lnTo>
                    <a:pt x="1957" y="94"/>
                  </a:lnTo>
                  <a:lnTo>
                    <a:pt x="1586" y="552"/>
                  </a:lnTo>
                  <a:lnTo>
                    <a:pt x="1357" y="356"/>
                  </a:lnTo>
                  <a:lnTo>
                    <a:pt x="1018" y="768"/>
                  </a:lnTo>
                  <a:lnTo>
                    <a:pt x="799" y="562"/>
                  </a:lnTo>
                  <a:lnTo>
                    <a:pt x="531" y="894"/>
                  </a:lnTo>
                  <a:lnTo>
                    <a:pt x="324" y="660"/>
                  </a:lnTo>
                  <a:lnTo>
                    <a:pt x="0" y="880"/>
                  </a:lnTo>
                  <a:lnTo>
                    <a:pt x="0" y="805"/>
                  </a:lnTo>
                </a:path>
              </a:pathLst>
            </a:custGeom>
            <a:solidFill>
              <a:srgbClr val="00FF0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69" name="Rectangle 39"/>
          <p:cNvSpPr>
            <a:spLocks noChangeArrowheads="1"/>
          </p:cNvSpPr>
          <p:nvPr/>
        </p:nvSpPr>
        <p:spPr bwMode="auto">
          <a:xfrm>
            <a:off x="7735486" y="5866138"/>
            <a:ext cx="2828221"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a:spcBef>
                <a:spcPct val="50000"/>
              </a:spcBef>
            </a:pPr>
            <a:r>
              <a:rPr lang="en-US" sz="2400" b="1" dirty="0">
                <a:latin typeface="Helvetica Neue"/>
              </a:rPr>
              <a:t>Mo., Qtr., Yr.</a:t>
            </a:r>
          </a:p>
        </p:txBody>
      </p:sp>
      <p:sp>
        <p:nvSpPr>
          <p:cNvPr id="70" name="Line 1032"/>
          <p:cNvSpPr>
            <a:spLocks noChangeShapeType="1"/>
          </p:cNvSpPr>
          <p:nvPr/>
        </p:nvSpPr>
        <p:spPr bwMode="auto">
          <a:xfrm flipV="1">
            <a:off x="6644372" y="3793100"/>
            <a:ext cx="4948799" cy="1084120"/>
          </a:xfrm>
          <a:prstGeom prst="line">
            <a:avLst/>
          </a:prstGeom>
          <a:noFill/>
          <a:ln w="508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38721D7C-E908-414A-ED7F-7BC832B45F59}"/>
                  </a:ext>
                </a:extLst>
              </p14:cNvPr>
              <p14:cNvContentPartPr/>
              <p14:nvPr/>
            </p14:nvContentPartPr>
            <p14:xfrm>
              <a:off x="4524209" y="2326436"/>
              <a:ext cx="6796080" cy="139680"/>
            </p14:xfrm>
          </p:contentPart>
        </mc:Choice>
        <mc:Fallback>
          <p:pic>
            <p:nvPicPr>
              <p:cNvPr id="5" name="Ink 4">
                <a:extLst>
                  <a:ext uri="{FF2B5EF4-FFF2-40B4-BE49-F238E27FC236}">
                    <a16:creationId xmlns:a16="http://schemas.microsoft.com/office/drawing/2014/main" id="{38721D7C-E908-414A-ED7F-7BC832B45F59}"/>
                  </a:ext>
                </a:extLst>
              </p:cNvPr>
              <p:cNvPicPr/>
              <p:nvPr/>
            </p:nvPicPr>
            <p:blipFill>
              <a:blip r:embed="rId5"/>
              <a:stretch>
                <a:fillRect/>
              </a:stretch>
            </p:blipFill>
            <p:spPr>
              <a:xfrm>
                <a:off x="4519889" y="2322116"/>
                <a:ext cx="6804720" cy="1483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0" name="Ink 9">
                <a:extLst>
                  <a:ext uri="{FF2B5EF4-FFF2-40B4-BE49-F238E27FC236}">
                    <a16:creationId xmlns:a16="http://schemas.microsoft.com/office/drawing/2014/main" id="{176C6E12-3CC0-14CF-7DA1-BAEF218B5F63}"/>
                  </a:ext>
                </a:extLst>
              </p14:cNvPr>
              <p14:cNvContentPartPr/>
              <p14:nvPr/>
            </p14:nvContentPartPr>
            <p14:xfrm>
              <a:off x="6752609" y="3739796"/>
              <a:ext cx="5083200" cy="1126080"/>
            </p14:xfrm>
          </p:contentPart>
        </mc:Choice>
        <mc:Fallback>
          <p:pic>
            <p:nvPicPr>
              <p:cNvPr id="10" name="Ink 9">
                <a:extLst>
                  <a:ext uri="{FF2B5EF4-FFF2-40B4-BE49-F238E27FC236}">
                    <a16:creationId xmlns:a16="http://schemas.microsoft.com/office/drawing/2014/main" id="{176C6E12-3CC0-14CF-7DA1-BAEF218B5F63}"/>
                  </a:ext>
                </a:extLst>
              </p:cNvPr>
              <p:cNvPicPr/>
              <p:nvPr/>
            </p:nvPicPr>
            <p:blipFill>
              <a:blip r:embed="rId7"/>
              <a:stretch>
                <a:fillRect/>
              </a:stretch>
            </p:blipFill>
            <p:spPr>
              <a:xfrm>
                <a:off x="6748289" y="3735476"/>
                <a:ext cx="5091840" cy="113472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2" name="Ink 11">
                <a:extLst>
                  <a:ext uri="{FF2B5EF4-FFF2-40B4-BE49-F238E27FC236}">
                    <a16:creationId xmlns:a16="http://schemas.microsoft.com/office/drawing/2014/main" id="{E35DF086-7947-64F3-05EE-145EBC0FE672}"/>
                  </a:ext>
                </a:extLst>
              </p14:cNvPr>
              <p14:cNvContentPartPr/>
              <p14:nvPr/>
            </p14:nvContentPartPr>
            <p14:xfrm>
              <a:off x="4299569" y="3656996"/>
              <a:ext cx="2126160" cy="83160"/>
            </p14:xfrm>
          </p:contentPart>
        </mc:Choice>
        <mc:Fallback>
          <p:pic>
            <p:nvPicPr>
              <p:cNvPr id="12" name="Ink 11">
                <a:extLst>
                  <a:ext uri="{FF2B5EF4-FFF2-40B4-BE49-F238E27FC236}">
                    <a16:creationId xmlns:a16="http://schemas.microsoft.com/office/drawing/2014/main" id="{E35DF086-7947-64F3-05EE-145EBC0FE672}"/>
                  </a:ext>
                </a:extLst>
              </p:cNvPr>
              <p:cNvPicPr/>
              <p:nvPr/>
            </p:nvPicPr>
            <p:blipFill>
              <a:blip r:embed="rId9"/>
              <a:stretch>
                <a:fillRect/>
              </a:stretch>
            </p:blipFill>
            <p:spPr>
              <a:xfrm>
                <a:off x="4295249" y="3652676"/>
                <a:ext cx="2134800" cy="918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3" name="Ink 12">
                <a:extLst>
                  <a:ext uri="{FF2B5EF4-FFF2-40B4-BE49-F238E27FC236}">
                    <a16:creationId xmlns:a16="http://schemas.microsoft.com/office/drawing/2014/main" id="{DC28359F-ABA2-2C14-9BD2-7B54D7935F4E}"/>
                  </a:ext>
                </a:extLst>
              </p14:cNvPr>
              <p14:cNvContentPartPr/>
              <p14:nvPr/>
            </p14:nvContentPartPr>
            <p14:xfrm>
              <a:off x="845009" y="3990356"/>
              <a:ext cx="2894760" cy="99000"/>
            </p14:xfrm>
          </p:contentPart>
        </mc:Choice>
        <mc:Fallback>
          <p:pic>
            <p:nvPicPr>
              <p:cNvPr id="13" name="Ink 12">
                <a:extLst>
                  <a:ext uri="{FF2B5EF4-FFF2-40B4-BE49-F238E27FC236}">
                    <a16:creationId xmlns:a16="http://schemas.microsoft.com/office/drawing/2014/main" id="{DC28359F-ABA2-2C14-9BD2-7B54D7935F4E}"/>
                  </a:ext>
                </a:extLst>
              </p:cNvPr>
              <p:cNvPicPr/>
              <p:nvPr/>
            </p:nvPicPr>
            <p:blipFill>
              <a:blip r:embed="rId11"/>
              <a:stretch>
                <a:fillRect/>
              </a:stretch>
            </p:blipFill>
            <p:spPr>
              <a:xfrm>
                <a:off x="840689" y="3986036"/>
                <a:ext cx="2903400" cy="107640"/>
              </a:xfrm>
              <a:prstGeom prst="rect">
                <a:avLst/>
              </a:prstGeom>
            </p:spPr>
          </p:pic>
        </mc:Fallback>
      </mc:AlternateContent>
      <p:grpSp>
        <p:nvGrpSpPr>
          <p:cNvPr id="15" name="Group 14">
            <a:extLst>
              <a:ext uri="{FF2B5EF4-FFF2-40B4-BE49-F238E27FC236}">
                <a16:creationId xmlns:a16="http://schemas.microsoft.com/office/drawing/2014/main" id="{4353F0DF-1002-37B9-376C-064B69389B35}"/>
              </a:ext>
            </a:extLst>
          </p:cNvPr>
          <p:cNvGrpSpPr/>
          <p:nvPr/>
        </p:nvGrpSpPr>
        <p:grpSpPr>
          <a:xfrm>
            <a:off x="6965009" y="4355396"/>
            <a:ext cx="2004840" cy="456840"/>
            <a:chOff x="6965009" y="4355396"/>
            <a:chExt cx="2004840" cy="456840"/>
          </a:xfrm>
        </p:grpSpPr>
        <mc:AlternateContent xmlns:mc="http://schemas.openxmlformats.org/markup-compatibility/2006">
          <mc:Choice xmlns:p14="http://schemas.microsoft.com/office/powerpoint/2010/main" Requires="p14">
            <p:contentPart p14:bwMode="auto" r:id="rId12">
              <p14:nvContentPartPr>
                <p14:cNvPr id="6" name="Ink 5">
                  <a:extLst>
                    <a:ext uri="{FF2B5EF4-FFF2-40B4-BE49-F238E27FC236}">
                      <a16:creationId xmlns:a16="http://schemas.microsoft.com/office/drawing/2014/main" id="{89715C61-4328-AE14-8F30-79537B5246B7}"/>
                    </a:ext>
                  </a:extLst>
                </p14:cNvPr>
                <p14:cNvContentPartPr/>
                <p14:nvPr/>
              </p14:nvContentPartPr>
              <p14:xfrm>
                <a:off x="6965009" y="4499756"/>
                <a:ext cx="801360" cy="312480"/>
              </p14:xfrm>
            </p:contentPart>
          </mc:Choice>
          <mc:Fallback>
            <p:pic>
              <p:nvPicPr>
                <p:cNvPr id="6" name="Ink 5">
                  <a:extLst>
                    <a:ext uri="{FF2B5EF4-FFF2-40B4-BE49-F238E27FC236}">
                      <a16:creationId xmlns:a16="http://schemas.microsoft.com/office/drawing/2014/main" id="{89715C61-4328-AE14-8F30-79537B5246B7}"/>
                    </a:ext>
                  </a:extLst>
                </p:cNvPr>
                <p:cNvPicPr/>
                <p:nvPr/>
              </p:nvPicPr>
              <p:blipFill>
                <a:blip r:embed="rId13"/>
                <a:stretch>
                  <a:fillRect/>
                </a:stretch>
              </p:blipFill>
              <p:spPr>
                <a:xfrm>
                  <a:off x="6960689" y="4495436"/>
                  <a:ext cx="810000" cy="32112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7" name="Ink 6">
                  <a:extLst>
                    <a:ext uri="{FF2B5EF4-FFF2-40B4-BE49-F238E27FC236}">
                      <a16:creationId xmlns:a16="http://schemas.microsoft.com/office/drawing/2014/main" id="{E32DCC36-5967-A513-4737-65099D0DF7A7}"/>
                    </a:ext>
                  </a:extLst>
                </p14:cNvPr>
                <p14:cNvContentPartPr/>
                <p14:nvPr/>
              </p14:nvContentPartPr>
              <p14:xfrm>
                <a:off x="8130689" y="4680116"/>
                <a:ext cx="47520" cy="42840"/>
              </p14:xfrm>
            </p:contentPart>
          </mc:Choice>
          <mc:Fallback>
            <p:pic>
              <p:nvPicPr>
                <p:cNvPr id="7" name="Ink 6">
                  <a:extLst>
                    <a:ext uri="{FF2B5EF4-FFF2-40B4-BE49-F238E27FC236}">
                      <a16:creationId xmlns:a16="http://schemas.microsoft.com/office/drawing/2014/main" id="{E32DCC36-5967-A513-4737-65099D0DF7A7}"/>
                    </a:ext>
                  </a:extLst>
                </p:cNvPr>
                <p:cNvPicPr/>
                <p:nvPr/>
              </p:nvPicPr>
              <p:blipFill>
                <a:blip r:embed="rId15"/>
                <a:stretch>
                  <a:fillRect/>
                </a:stretch>
              </p:blipFill>
              <p:spPr>
                <a:xfrm>
                  <a:off x="8126369" y="4675796"/>
                  <a:ext cx="56160" cy="514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8" name="Ink 7">
                  <a:extLst>
                    <a:ext uri="{FF2B5EF4-FFF2-40B4-BE49-F238E27FC236}">
                      <a16:creationId xmlns:a16="http://schemas.microsoft.com/office/drawing/2014/main" id="{66A22BF4-6819-5A16-5149-13A610CCC5D9}"/>
                    </a:ext>
                  </a:extLst>
                </p14:cNvPr>
                <p14:cNvContentPartPr/>
                <p14:nvPr/>
              </p14:nvContentPartPr>
              <p14:xfrm>
                <a:off x="8514089" y="4365476"/>
                <a:ext cx="455760" cy="307800"/>
              </p14:xfrm>
            </p:contentPart>
          </mc:Choice>
          <mc:Fallback>
            <p:pic>
              <p:nvPicPr>
                <p:cNvPr id="8" name="Ink 7">
                  <a:extLst>
                    <a:ext uri="{FF2B5EF4-FFF2-40B4-BE49-F238E27FC236}">
                      <a16:creationId xmlns:a16="http://schemas.microsoft.com/office/drawing/2014/main" id="{66A22BF4-6819-5A16-5149-13A610CCC5D9}"/>
                    </a:ext>
                  </a:extLst>
                </p:cNvPr>
                <p:cNvPicPr/>
                <p:nvPr/>
              </p:nvPicPr>
              <p:blipFill>
                <a:blip r:embed="rId17"/>
                <a:stretch>
                  <a:fillRect/>
                </a:stretch>
              </p:blipFill>
              <p:spPr>
                <a:xfrm>
                  <a:off x="8509769" y="4361156"/>
                  <a:ext cx="464400" cy="31644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4" name="Ink 13">
                  <a:extLst>
                    <a:ext uri="{FF2B5EF4-FFF2-40B4-BE49-F238E27FC236}">
                      <a16:creationId xmlns:a16="http://schemas.microsoft.com/office/drawing/2014/main" id="{8284808A-BD9D-F9AF-98CC-0683544386F7}"/>
                    </a:ext>
                  </a:extLst>
                </p14:cNvPr>
                <p14:cNvContentPartPr/>
                <p14:nvPr/>
              </p14:nvContentPartPr>
              <p14:xfrm>
                <a:off x="7547489" y="4355396"/>
                <a:ext cx="12600" cy="301320"/>
              </p14:xfrm>
            </p:contentPart>
          </mc:Choice>
          <mc:Fallback>
            <p:pic>
              <p:nvPicPr>
                <p:cNvPr id="14" name="Ink 13">
                  <a:extLst>
                    <a:ext uri="{FF2B5EF4-FFF2-40B4-BE49-F238E27FC236}">
                      <a16:creationId xmlns:a16="http://schemas.microsoft.com/office/drawing/2014/main" id="{8284808A-BD9D-F9AF-98CC-0683544386F7}"/>
                    </a:ext>
                  </a:extLst>
                </p:cNvPr>
                <p:cNvPicPr/>
                <p:nvPr/>
              </p:nvPicPr>
              <p:blipFill>
                <a:blip r:embed="rId19"/>
                <a:stretch>
                  <a:fillRect/>
                </a:stretch>
              </p:blipFill>
              <p:spPr>
                <a:xfrm>
                  <a:off x="7543169" y="4351076"/>
                  <a:ext cx="21240" cy="3099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0">
            <p14:nvContentPartPr>
              <p14:cNvPr id="16" name="Ink 15">
                <a:extLst>
                  <a:ext uri="{FF2B5EF4-FFF2-40B4-BE49-F238E27FC236}">
                    <a16:creationId xmlns:a16="http://schemas.microsoft.com/office/drawing/2014/main" id="{B052C80D-37CC-18B8-DBC2-CF7CF0E18639}"/>
                  </a:ext>
                </a:extLst>
              </p14:cNvPr>
              <p14:cNvContentPartPr/>
              <p14:nvPr/>
            </p14:nvContentPartPr>
            <p14:xfrm>
              <a:off x="7522289" y="4728356"/>
              <a:ext cx="20520" cy="130320"/>
            </p14:xfrm>
          </p:contentPart>
        </mc:Choice>
        <mc:Fallback>
          <p:pic>
            <p:nvPicPr>
              <p:cNvPr id="16" name="Ink 15">
                <a:extLst>
                  <a:ext uri="{FF2B5EF4-FFF2-40B4-BE49-F238E27FC236}">
                    <a16:creationId xmlns:a16="http://schemas.microsoft.com/office/drawing/2014/main" id="{B052C80D-37CC-18B8-DBC2-CF7CF0E18639}"/>
                  </a:ext>
                </a:extLst>
              </p:cNvPr>
              <p:cNvPicPr/>
              <p:nvPr/>
            </p:nvPicPr>
            <p:blipFill>
              <a:blip r:embed="rId21"/>
              <a:stretch>
                <a:fillRect/>
              </a:stretch>
            </p:blipFill>
            <p:spPr>
              <a:xfrm>
                <a:off x="7517969" y="4724036"/>
                <a:ext cx="29160" cy="138960"/>
              </a:xfrm>
              <a:prstGeom prst="rect">
                <a:avLst/>
              </a:prstGeom>
            </p:spPr>
          </p:pic>
        </mc:Fallback>
      </mc:AlternateContent>
      <p:grpSp>
        <p:nvGrpSpPr>
          <p:cNvPr id="75" name="Group 74">
            <a:extLst>
              <a:ext uri="{FF2B5EF4-FFF2-40B4-BE49-F238E27FC236}">
                <a16:creationId xmlns:a16="http://schemas.microsoft.com/office/drawing/2014/main" id="{6464296A-FD4E-9201-7AB1-67E10BA12315}"/>
              </a:ext>
            </a:extLst>
          </p:cNvPr>
          <p:cNvGrpSpPr/>
          <p:nvPr/>
        </p:nvGrpSpPr>
        <p:grpSpPr>
          <a:xfrm>
            <a:off x="7170209" y="5022116"/>
            <a:ext cx="500400" cy="894960"/>
            <a:chOff x="7170209" y="5022116"/>
            <a:chExt cx="500400" cy="894960"/>
          </a:xfrm>
        </p:grpSpPr>
        <mc:AlternateContent xmlns:mc="http://schemas.openxmlformats.org/markup-compatibility/2006">
          <mc:Choice xmlns:p14="http://schemas.microsoft.com/office/powerpoint/2010/main" Requires="p14">
            <p:contentPart p14:bwMode="auto" r:id="rId22">
              <p14:nvContentPartPr>
                <p14:cNvPr id="17" name="Ink 16">
                  <a:extLst>
                    <a:ext uri="{FF2B5EF4-FFF2-40B4-BE49-F238E27FC236}">
                      <a16:creationId xmlns:a16="http://schemas.microsoft.com/office/drawing/2014/main" id="{C882A6CE-4CFE-1BEF-73A0-F90427183B65}"/>
                    </a:ext>
                  </a:extLst>
                </p14:cNvPr>
                <p14:cNvContentPartPr/>
                <p14:nvPr/>
              </p14:nvContentPartPr>
              <p14:xfrm>
                <a:off x="7500689" y="5022116"/>
                <a:ext cx="8640" cy="99360"/>
              </p14:xfrm>
            </p:contentPart>
          </mc:Choice>
          <mc:Fallback>
            <p:pic>
              <p:nvPicPr>
                <p:cNvPr id="17" name="Ink 16">
                  <a:extLst>
                    <a:ext uri="{FF2B5EF4-FFF2-40B4-BE49-F238E27FC236}">
                      <a16:creationId xmlns:a16="http://schemas.microsoft.com/office/drawing/2014/main" id="{C882A6CE-4CFE-1BEF-73A0-F90427183B65}"/>
                    </a:ext>
                  </a:extLst>
                </p:cNvPr>
                <p:cNvPicPr/>
                <p:nvPr/>
              </p:nvPicPr>
              <p:blipFill>
                <a:blip r:embed="rId23"/>
                <a:stretch>
                  <a:fillRect/>
                </a:stretch>
              </p:blipFill>
              <p:spPr>
                <a:xfrm>
                  <a:off x="7496369" y="5017796"/>
                  <a:ext cx="17280" cy="1080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8" name="Ink 17">
                  <a:extLst>
                    <a:ext uri="{FF2B5EF4-FFF2-40B4-BE49-F238E27FC236}">
                      <a16:creationId xmlns:a16="http://schemas.microsoft.com/office/drawing/2014/main" id="{02511528-14CF-4E10-74FC-32C17EF05EB1}"/>
                    </a:ext>
                  </a:extLst>
                </p14:cNvPr>
                <p14:cNvContentPartPr/>
                <p14:nvPr/>
              </p14:nvContentPartPr>
              <p14:xfrm>
                <a:off x="7505369" y="5161436"/>
                <a:ext cx="18000" cy="55800"/>
              </p14:xfrm>
            </p:contentPart>
          </mc:Choice>
          <mc:Fallback>
            <p:pic>
              <p:nvPicPr>
                <p:cNvPr id="18" name="Ink 17">
                  <a:extLst>
                    <a:ext uri="{FF2B5EF4-FFF2-40B4-BE49-F238E27FC236}">
                      <a16:creationId xmlns:a16="http://schemas.microsoft.com/office/drawing/2014/main" id="{02511528-14CF-4E10-74FC-32C17EF05EB1}"/>
                    </a:ext>
                  </a:extLst>
                </p:cNvPr>
                <p:cNvPicPr/>
                <p:nvPr/>
              </p:nvPicPr>
              <p:blipFill>
                <a:blip r:embed="rId25"/>
                <a:stretch>
                  <a:fillRect/>
                </a:stretch>
              </p:blipFill>
              <p:spPr>
                <a:xfrm>
                  <a:off x="7501049" y="5157116"/>
                  <a:ext cx="26640" cy="6444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9" name="Ink 18">
                  <a:extLst>
                    <a:ext uri="{FF2B5EF4-FFF2-40B4-BE49-F238E27FC236}">
                      <a16:creationId xmlns:a16="http://schemas.microsoft.com/office/drawing/2014/main" id="{E2897CF9-5CD4-4AB9-AC8F-C17A38001230}"/>
                    </a:ext>
                  </a:extLst>
                </p14:cNvPr>
                <p14:cNvContentPartPr/>
                <p14:nvPr/>
              </p14:nvContentPartPr>
              <p14:xfrm>
                <a:off x="7510049" y="5293556"/>
                <a:ext cx="13320" cy="84240"/>
              </p14:xfrm>
            </p:contentPart>
          </mc:Choice>
          <mc:Fallback>
            <p:pic>
              <p:nvPicPr>
                <p:cNvPr id="19" name="Ink 18">
                  <a:extLst>
                    <a:ext uri="{FF2B5EF4-FFF2-40B4-BE49-F238E27FC236}">
                      <a16:creationId xmlns:a16="http://schemas.microsoft.com/office/drawing/2014/main" id="{E2897CF9-5CD4-4AB9-AC8F-C17A38001230}"/>
                    </a:ext>
                  </a:extLst>
                </p:cNvPr>
                <p:cNvPicPr/>
                <p:nvPr/>
              </p:nvPicPr>
              <p:blipFill>
                <a:blip r:embed="rId27"/>
                <a:stretch>
                  <a:fillRect/>
                </a:stretch>
              </p:blipFill>
              <p:spPr>
                <a:xfrm>
                  <a:off x="7505729" y="5289236"/>
                  <a:ext cx="21960" cy="9288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20" name="Ink 19">
                  <a:extLst>
                    <a:ext uri="{FF2B5EF4-FFF2-40B4-BE49-F238E27FC236}">
                      <a16:creationId xmlns:a16="http://schemas.microsoft.com/office/drawing/2014/main" id="{59B25F93-DA9E-E263-6163-08257FA87427}"/>
                    </a:ext>
                  </a:extLst>
                </p14:cNvPr>
                <p14:cNvContentPartPr/>
                <p14:nvPr/>
              </p14:nvContentPartPr>
              <p14:xfrm>
                <a:off x="7517249" y="5414876"/>
                <a:ext cx="14400" cy="111240"/>
              </p14:xfrm>
            </p:contentPart>
          </mc:Choice>
          <mc:Fallback>
            <p:pic>
              <p:nvPicPr>
                <p:cNvPr id="20" name="Ink 19">
                  <a:extLst>
                    <a:ext uri="{FF2B5EF4-FFF2-40B4-BE49-F238E27FC236}">
                      <a16:creationId xmlns:a16="http://schemas.microsoft.com/office/drawing/2014/main" id="{59B25F93-DA9E-E263-6163-08257FA87427}"/>
                    </a:ext>
                  </a:extLst>
                </p:cNvPr>
                <p:cNvPicPr/>
                <p:nvPr/>
              </p:nvPicPr>
              <p:blipFill>
                <a:blip r:embed="rId29"/>
                <a:stretch>
                  <a:fillRect/>
                </a:stretch>
              </p:blipFill>
              <p:spPr>
                <a:xfrm>
                  <a:off x="7512929" y="5410556"/>
                  <a:ext cx="23040" cy="11988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1" name="Ink 20">
                  <a:extLst>
                    <a:ext uri="{FF2B5EF4-FFF2-40B4-BE49-F238E27FC236}">
                      <a16:creationId xmlns:a16="http://schemas.microsoft.com/office/drawing/2014/main" id="{A86693A7-2E17-E734-0E7E-6A1AA13CBFE5}"/>
                    </a:ext>
                  </a:extLst>
                </p14:cNvPr>
                <p14:cNvContentPartPr/>
                <p14:nvPr/>
              </p14:nvContentPartPr>
              <p14:xfrm>
                <a:off x="7546769" y="5463476"/>
                <a:ext cx="9720" cy="105480"/>
              </p14:xfrm>
            </p:contentPart>
          </mc:Choice>
          <mc:Fallback>
            <p:pic>
              <p:nvPicPr>
                <p:cNvPr id="21" name="Ink 20">
                  <a:extLst>
                    <a:ext uri="{FF2B5EF4-FFF2-40B4-BE49-F238E27FC236}">
                      <a16:creationId xmlns:a16="http://schemas.microsoft.com/office/drawing/2014/main" id="{A86693A7-2E17-E734-0E7E-6A1AA13CBFE5}"/>
                    </a:ext>
                  </a:extLst>
                </p:cNvPr>
                <p:cNvPicPr/>
                <p:nvPr/>
              </p:nvPicPr>
              <p:blipFill>
                <a:blip r:embed="rId31"/>
                <a:stretch>
                  <a:fillRect/>
                </a:stretch>
              </p:blipFill>
              <p:spPr>
                <a:xfrm>
                  <a:off x="7542449" y="5459156"/>
                  <a:ext cx="18360" cy="11412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2" name="Ink 21">
                  <a:extLst>
                    <a:ext uri="{FF2B5EF4-FFF2-40B4-BE49-F238E27FC236}">
                      <a16:creationId xmlns:a16="http://schemas.microsoft.com/office/drawing/2014/main" id="{F8642728-FA35-05E8-7535-18CEE2B03E4D}"/>
                    </a:ext>
                  </a:extLst>
                </p14:cNvPr>
                <p14:cNvContentPartPr/>
                <p14:nvPr/>
              </p14:nvContentPartPr>
              <p14:xfrm>
                <a:off x="7508249" y="5663996"/>
                <a:ext cx="154440" cy="246960"/>
              </p14:xfrm>
            </p:contentPart>
          </mc:Choice>
          <mc:Fallback>
            <p:pic>
              <p:nvPicPr>
                <p:cNvPr id="22" name="Ink 21">
                  <a:extLst>
                    <a:ext uri="{FF2B5EF4-FFF2-40B4-BE49-F238E27FC236}">
                      <a16:creationId xmlns:a16="http://schemas.microsoft.com/office/drawing/2014/main" id="{F8642728-FA35-05E8-7535-18CEE2B03E4D}"/>
                    </a:ext>
                  </a:extLst>
                </p:cNvPr>
                <p:cNvPicPr/>
                <p:nvPr/>
              </p:nvPicPr>
              <p:blipFill>
                <a:blip r:embed="rId33"/>
                <a:stretch>
                  <a:fillRect/>
                </a:stretch>
              </p:blipFill>
              <p:spPr>
                <a:xfrm>
                  <a:off x="7503929" y="5659676"/>
                  <a:ext cx="163080" cy="25560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3" name="Ink 22">
                  <a:extLst>
                    <a:ext uri="{FF2B5EF4-FFF2-40B4-BE49-F238E27FC236}">
                      <a16:creationId xmlns:a16="http://schemas.microsoft.com/office/drawing/2014/main" id="{0E1CE2DA-615A-4657-CA57-78AA27F39A7D}"/>
                    </a:ext>
                  </a:extLst>
                </p14:cNvPr>
                <p14:cNvContentPartPr/>
                <p14:nvPr/>
              </p14:nvContentPartPr>
              <p14:xfrm>
                <a:off x="7424009" y="5755436"/>
                <a:ext cx="246600" cy="88200"/>
              </p14:xfrm>
            </p:contentPart>
          </mc:Choice>
          <mc:Fallback>
            <p:pic>
              <p:nvPicPr>
                <p:cNvPr id="23" name="Ink 22">
                  <a:extLst>
                    <a:ext uri="{FF2B5EF4-FFF2-40B4-BE49-F238E27FC236}">
                      <a16:creationId xmlns:a16="http://schemas.microsoft.com/office/drawing/2014/main" id="{0E1CE2DA-615A-4657-CA57-78AA27F39A7D}"/>
                    </a:ext>
                  </a:extLst>
                </p:cNvPr>
                <p:cNvPicPr/>
                <p:nvPr/>
              </p:nvPicPr>
              <p:blipFill>
                <a:blip r:embed="rId35"/>
                <a:stretch>
                  <a:fillRect/>
                </a:stretch>
              </p:blipFill>
              <p:spPr>
                <a:xfrm>
                  <a:off x="7419689" y="5751116"/>
                  <a:ext cx="255240" cy="9684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4" name="Ink 23">
                  <a:extLst>
                    <a:ext uri="{FF2B5EF4-FFF2-40B4-BE49-F238E27FC236}">
                      <a16:creationId xmlns:a16="http://schemas.microsoft.com/office/drawing/2014/main" id="{03C37296-4DE7-9707-10BA-A5D3F38B2474}"/>
                    </a:ext>
                  </a:extLst>
                </p14:cNvPr>
                <p14:cNvContentPartPr/>
                <p14:nvPr/>
              </p14:nvContentPartPr>
              <p14:xfrm>
                <a:off x="7170209" y="5614316"/>
                <a:ext cx="112320" cy="140760"/>
              </p14:xfrm>
            </p:contentPart>
          </mc:Choice>
          <mc:Fallback>
            <p:pic>
              <p:nvPicPr>
                <p:cNvPr id="24" name="Ink 23">
                  <a:extLst>
                    <a:ext uri="{FF2B5EF4-FFF2-40B4-BE49-F238E27FC236}">
                      <a16:creationId xmlns:a16="http://schemas.microsoft.com/office/drawing/2014/main" id="{03C37296-4DE7-9707-10BA-A5D3F38B2474}"/>
                    </a:ext>
                  </a:extLst>
                </p:cNvPr>
                <p:cNvPicPr/>
                <p:nvPr/>
              </p:nvPicPr>
              <p:blipFill>
                <a:blip r:embed="rId37"/>
                <a:stretch>
                  <a:fillRect/>
                </a:stretch>
              </p:blipFill>
              <p:spPr>
                <a:xfrm>
                  <a:off x="7165889" y="5609996"/>
                  <a:ext cx="120960" cy="14940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5" name="Ink 24">
                  <a:extLst>
                    <a:ext uri="{FF2B5EF4-FFF2-40B4-BE49-F238E27FC236}">
                      <a16:creationId xmlns:a16="http://schemas.microsoft.com/office/drawing/2014/main" id="{76F6A811-547D-FF4F-7B80-CA772E0B6D6B}"/>
                    </a:ext>
                  </a:extLst>
                </p14:cNvPr>
                <p14:cNvContentPartPr/>
                <p14:nvPr/>
              </p14:nvContentPartPr>
              <p14:xfrm>
                <a:off x="7271729" y="5568596"/>
                <a:ext cx="41760" cy="348480"/>
              </p14:xfrm>
            </p:contentPart>
          </mc:Choice>
          <mc:Fallback>
            <p:pic>
              <p:nvPicPr>
                <p:cNvPr id="25" name="Ink 24">
                  <a:extLst>
                    <a:ext uri="{FF2B5EF4-FFF2-40B4-BE49-F238E27FC236}">
                      <a16:creationId xmlns:a16="http://schemas.microsoft.com/office/drawing/2014/main" id="{76F6A811-547D-FF4F-7B80-CA772E0B6D6B}"/>
                    </a:ext>
                  </a:extLst>
                </p:cNvPr>
                <p:cNvPicPr/>
                <p:nvPr/>
              </p:nvPicPr>
              <p:blipFill>
                <a:blip r:embed="rId39"/>
                <a:stretch>
                  <a:fillRect/>
                </a:stretch>
              </p:blipFill>
              <p:spPr>
                <a:xfrm>
                  <a:off x="7267409" y="5564276"/>
                  <a:ext cx="50400" cy="357120"/>
                </a:xfrm>
                <a:prstGeom prst="rect">
                  <a:avLst/>
                </a:prstGeom>
              </p:spPr>
            </p:pic>
          </mc:Fallback>
        </mc:AlternateContent>
      </p:grpSp>
      <p:grpSp>
        <p:nvGrpSpPr>
          <p:cNvPr id="74" name="Group 73">
            <a:extLst>
              <a:ext uri="{FF2B5EF4-FFF2-40B4-BE49-F238E27FC236}">
                <a16:creationId xmlns:a16="http://schemas.microsoft.com/office/drawing/2014/main" id="{DC20ED3B-2686-F6B9-E2CB-DCBD7F89545D}"/>
              </a:ext>
            </a:extLst>
          </p:cNvPr>
          <p:cNvGrpSpPr/>
          <p:nvPr/>
        </p:nvGrpSpPr>
        <p:grpSpPr>
          <a:xfrm>
            <a:off x="3764609" y="5767676"/>
            <a:ext cx="2199240" cy="977400"/>
            <a:chOff x="3764609" y="5767676"/>
            <a:chExt cx="2199240" cy="977400"/>
          </a:xfrm>
        </p:grpSpPr>
        <mc:AlternateContent xmlns:mc="http://schemas.openxmlformats.org/markup-compatibility/2006">
          <mc:Choice xmlns:p14="http://schemas.microsoft.com/office/powerpoint/2010/main" Requires="p14">
            <p:contentPart p14:bwMode="auto" r:id="rId40">
              <p14:nvContentPartPr>
                <p14:cNvPr id="26" name="Ink 25">
                  <a:extLst>
                    <a:ext uri="{FF2B5EF4-FFF2-40B4-BE49-F238E27FC236}">
                      <a16:creationId xmlns:a16="http://schemas.microsoft.com/office/drawing/2014/main" id="{6B69286C-8104-099E-B6FE-26AB4AB90191}"/>
                    </a:ext>
                  </a:extLst>
                </p14:cNvPr>
                <p14:cNvContentPartPr/>
                <p14:nvPr/>
              </p14:nvContentPartPr>
              <p14:xfrm>
                <a:off x="3764609" y="6009596"/>
                <a:ext cx="198720" cy="348840"/>
              </p14:xfrm>
            </p:contentPart>
          </mc:Choice>
          <mc:Fallback>
            <p:pic>
              <p:nvPicPr>
                <p:cNvPr id="26" name="Ink 25">
                  <a:extLst>
                    <a:ext uri="{FF2B5EF4-FFF2-40B4-BE49-F238E27FC236}">
                      <a16:creationId xmlns:a16="http://schemas.microsoft.com/office/drawing/2014/main" id="{6B69286C-8104-099E-B6FE-26AB4AB90191}"/>
                    </a:ext>
                  </a:extLst>
                </p:cNvPr>
                <p:cNvPicPr/>
                <p:nvPr/>
              </p:nvPicPr>
              <p:blipFill>
                <a:blip r:embed="rId41"/>
                <a:stretch>
                  <a:fillRect/>
                </a:stretch>
              </p:blipFill>
              <p:spPr>
                <a:xfrm>
                  <a:off x="3760289" y="6005276"/>
                  <a:ext cx="207360" cy="35748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7" name="Ink 26">
                  <a:extLst>
                    <a:ext uri="{FF2B5EF4-FFF2-40B4-BE49-F238E27FC236}">
                      <a16:creationId xmlns:a16="http://schemas.microsoft.com/office/drawing/2014/main" id="{EA88ACFB-F5CF-1915-4DC2-802E76235DBF}"/>
                    </a:ext>
                  </a:extLst>
                </p14:cNvPr>
                <p14:cNvContentPartPr/>
                <p14:nvPr/>
              </p14:nvContentPartPr>
              <p14:xfrm>
                <a:off x="3794849" y="6164396"/>
                <a:ext cx="205920" cy="24120"/>
              </p14:xfrm>
            </p:contentPart>
          </mc:Choice>
          <mc:Fallback>
            <p:pic>
              <p:nvPicPr>
                <p:cNvPr id="27" name="Ink 26">
                  <a:extLst>
                    <a:ext uri="{FF2B5EF4-FFF2-40B4-BE49-F238E27FC236}">
                      <a16:creationId xmlns:a16="http://schemas.microsoft.com/office/drawing/2014/main" id="{EA88ACFB-F5CF-1915-4DC2-802E76235DBF}"/>
                    </a:ext>
                  </a:extLst>
                </p:cNvPr>
                <p:cNvPicPr/>
                <p:nvPr/>
              </p:nvPicPr>
              <p:blipFill>
                <a:blip r:embed="rId43"/>
                <a:stretch>
                  <a:fillRect/>
                </a:stretch>
              </p:blipFill>
              <p:spPr>
                <a:xfrm>
                  <a:off x="3790529" y="6160076"/>
                  <a:ext cx="214560" cy="3276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8" name="Ink 27">
                  <a:extLst>
                    <a:ext uri="{FF2B5EF4-FFF2-40B4-BE49-F238E27FC236}">
                      <a16:creationId xmlns:a16="http://schemas.microsoft.com/office/drawing/2014/main" id="{CE47EDCF-85CD-37FB-1B40-E8DE510E62E7}"/>
                    </a:ext>
                  </a:extLst>
                </p14:cNvPr>
                <p14:cNvContentPartPr/>
                <p14:nvPr/>
              </p14:nvContentPartPr>
              <p14:xfrm>
                <a:off x="3807809" y="6016796"/>
                <a:ext cx="159480" cy="15120"/>
              </p14:xfrm>
            </p:contentPart>
          </mc:Choice>
          <mc:Fallback>
            <p:pic>
              <p:nvPicPr>
                <p:cNvPr id="28" name="Ink 27">
                  <a:extLst>
                    <a:ext uri="{FF2B5EF4-FFF2-40B4-BE49-F238E27FC236}">
                      <a16:creationId xmlns:a16="http://schemas.microsoft.com/office/drawing/2014/main" id="{CE47EDCF-85CD-37FB-1B40-E8DE510E62E7}"/>
                    </a:ext>
                  </a:extLst>
                </p:cNvPr>
                <p:cNvPicPr/>
                <p:nvPr/>
              </p:nvPicPr>
              <p:blipFill>
                <a:blip r:embed="rId45"/>
                <a:stretch>
                  <a:fillRect/>
                </a:stretch>
              </p:blipFill>
              <p:spPr>
                <a:xfrm>
                  <a:off x="3803489" y="6012476"/>
                  <a:ext cx="168120" cy="2376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9" name="Ink 28">
                  <a:extLst>
                    <a:ext uri="{FF2B5EF4-FFF2-40B4-BE49-F238E27FC236}">
                      <a16:creationId xmlns:a16="http://schemas.microsoft.com/office/drawing/2014/main" id="{C2FD3FEE-ED56-78E6-3DA3-E17FE45BF185}"/>
                    </a:ext>
                  </a:extLst>
                </p14:cNvPr>
                <p14:cNvContentPartPr/>
                <p14:nvPr/>
              </p14:nvContentPartPr>
              <p14:xfrm>
                <a:off x="4054049" y="5767676"/>
                <a:ext cx="343800" cy="691560"/>
              </p14:xfrm>
            </p:contentPart>
          </mc:Choice>
          <mc:Fallback>
            <p:pic>
              <p:nvPicPr>
                <p:cNvPr id="29" name="Ink 28">
                  <a:extLst>
                    <a:ext uri="{FF2B5EF4-FFF2-40B4-BE49-F238E27FC236}">
                      <a16:creationId xmlns:a16="http://schemas.microsoft.com/office/drawing/2014/main" id="{C2FD3FEE-ED56-78E6-3DA3-E17FE45BF185}"/>
                    </a:ext>
                  </a:extLst>
                </p:cNvPr>
                <p:cNvPicPr/>
                <p:nvPr/>
              </p:nvPicPr>
              <p:blipFill>
                <a:blip r:embed="rId47"/>
                <a:stretch>
                  <a:fillRect/>
                </a:stretch>
              </p:blipFill>
              <p:spPr>
                <a:xfrm>
                  <a:off x="4049729" y="5763356"/>
                  <a:ext cx="352440" cy="70020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0" name="Ink 29">
                  <a:extLst>
                    <a:ext uri="{FF2B5EF4-FFF2-40B4-BE49-F238E27FC236}">
                      <a16:creationId xmlns:a16="http://schemas.microsoft.com/office/drawing/2014/main" id="{25AA64DB-35DB-EBC7-E280-945AF42DED1C}"/>
                    </a:ext>
                  </a:extLst>
                </p14:cNvPr>
                <p14:cNvContentPartPr/>
                <p14:nvPr/>
              </p14:nvContentPartPr>
              <p14:xfrm>
                <a:off x="4274729" y="6021476"/>
                <a:ext cx="108720" cy="102240"/>
              </p14:xfrm>
            </p:contentPart>
          </mc:Choice>
          <mc:Fallback>
            <p:pic>
              <p:nvPicPr>
                <p:cNvPr id="30" name="Ink 29">
                  <a:extLst>
                    <a:ext uri="{FF2B5EF4-FFF2-40B4-BE49-F238E27FC236}">
                      <a16:creationId xmlns:a16="http://schemas.microsoft.com/office/drawing/2014/main" id="{25AA64DB-35DB-EBC7-E280-945AF42DED1C}"/>
                    </a:ext>
                  </a:extLst>
                </p:cNvPr>
                <p:cNvPicPr/>
                <p:nvPr/>
              </p:nvPicPr>
              <p:blipFill>
                <a:blip r:embed="rId49"/>
                <a:stretch>
                  <a:fillRect/>
                </a:stretch>
              </p:blipFill>
              <p:spPr>
                <a:xfrm>
                  <a:off x="4270409" y="6017156"/>
                  <a:ext cx="117360" cy="11088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1" name="Ink 30">
                  <a:extLst>
                    <a:ext uri="{FF2B5EF4-FFF2-40B4-BE49-F238E27FC236}">
                      <a16:creationId xmlns:a16="http://schemas.microsoft.com/office/drawing/2014/main" id="{5E9447E4-D584-B10D-8F7D-D1726CDC7959}"/>
                    </a:ext>
                  </a:extLst>
                </p14:cNvPr>
                <p14:cNvContentPartPr/>
                <p14:nvPr/>
              </p14:nvContentPartPr>
              <p14:xfrm>
                <a:off x="4341689" y="5972876"/>
                <a:ext cx="93240" cy="354600"/>
              </p14:xfrm>
            </p:contentPart>
          </mc:Choice>
          <mc:Fallback>
            <p:pic>
              <p:nvPicPr>
                <p:cNvPr id="31" name="Ink 30">
                  <a:extLst>
                    <a:ext uri="{FF2B5EF4-FFF2-40B4-BE49-F238E27FC236}">
                      <a16:creationId xmlns:a16="http://schemas.microsoft.com/office/drawing/2014/main" id="{5E9447E4-D584-B10D-8F7D-D1726CDC7959}"/>
                    </a:ext>
                  </a:extLst>
                </p:cNvPr>
                <p:cNvPicPr/>
                <p:nvPr/>
              </p:nvPicPr>
              <p:blipFill>
                <a:blip r:embed="rId51"/>
                <a:stretch>
                  <a:fillRect/>
                </a:stretch>
              </p:blipFill>
              <p:spPr>
                <a:xfrm>
                  <a:off x="4337369" y="5968556"/>
                  <a:ext cx="101880" cy="36324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2" name="Ink 31">
                  <a:extLst>
                    <a:ext uri="{FF2B5EF4-FFF2-40B4-BE49-F238E27FC236}">
                      <a16:creationId xmlns:a16="http://schemas.microsoft.com/office/drawing/2014/main" id="{7E6EBE78-770E-D9BF-4EC5-5750E38F8BB4}"/>
                    </a:ext>
                  </a:extLst>
                </p14:cNvPr>
                <p14:cNvContentPartPr/>
                <p14:nvPr/>
              </p14:nvContentPartPr>
              <p14:xfrm>
                <a:off x="4505129" y="6145316"/>
                <a:ext cx="177120" cy="203040"/>
              </p14:xfrm>
            </p:contentPart>
          </mc:Choice>
          <mc:Fallback>
            <p:pic>
              <p:nvPicPr>
                <p:cNvPr id="32" name="Ink 31">
                  <a:extLst>
                    <a:ext uri="{FF2B5EF4-FFF2-40B4-BE49-F238E27FC236}">
                      <a16:creationId xmlns:a16="http://schemas.microsoft.com/office/drawing/2014/main" id="{7E6EBE78-770E-D9BF-4EC5-5750E38F8BB4}"/>
                    </a:ext>
                  </a:extLst>
                </p:cNvPr>
                <p:cNvPicPr/>
                <p:nvPr/>
              </p:nvPicPr>
              <p:blipFill>
                <a:blip r:embed="rId53"/>
                <a:stretch>
                  <a:fillRect/>
                </a:stretch>
              </p:blipFill>
              <p:spPr>
                <a:xfrm>
                  <a:off x="4500809" y="6140996"/>
                  <a:ext cx="185760" cy="21168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3" name="Ink 32">
                  <a:extLst>
                    <a:ext uri="{FF2B5EF4-FFF2-40B4-BE49-F238E27FC236}">
                      <a16:creationId xmlns:a16="http://schemas.microsoft.com/office/drawing/2014/main" id="{E473856B-CDCF-E9C8-FD27-02BA65A6E8CA}"/>
                    </a:ext>
                  </a:extLst>
                </p14:cNvPr>
                <p14:cNvContentPartPr/>
                <p14:nvPr/>
              </p14:nvContentPartPr>
              <p14:xfrm>
                <a:off x="4535729" y="6236396"/>
                <a:ext cx="91080" cy="9720"/>
              </p14:xfrm>
            </p:contentPart>
          </mc:Choice>
          <mc:Fallback>
            <p:pic>
              <p:nvPicPr>
                <p:cNvPr id="33" name="Ink 32">
                  <a:extLst>
                    <a:ext uri="{FF2B5EF4-FFF2-40B4-BE49-F238E27FC236}">
                      <a16:creationId xmlns:a16="http://schemas.microsoft.com/office/drawing/2014/main" id="{E473856B-CDCF-E9C8-FD27-02BA65A6E8CA}"/>
                    </a:ext>
                  </a:extLst>
                </p:cNvPr>
                <p:cNvPicPr/>
                <p:nvPr/>
              </p:nvPicPr>
              <p:blipFill>
                <a:blip r:embed="rId55"/>
                <a:stretch>
                  <a:fillRect/>
                </a:stretch>
              </p:blipFill>
              <p:spPr>
                <a:xfrm>
                  <a:off x="4531409" y="6232076"/>
                  <a:ext cx="99720" cy="1836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4" name="Ink 33">
                  <a:extLst>
                    <a:ext uri="{FF2B5EF4-FFF2-40B4-BE49-F238E27FC236}">
                      <a16:creationId xmlns:a16="http://schemas.microsoft.com/office/drawing/2014/main" id="{02909AD8-C19B-A9C7-6E76-A493D4FBDE0F}"/>
                    </a:ext>
                  </a:extLst>
                </p14:cNvPr>
                <p14:cNvContentPartPr/>
                <p14:nvPr/>
              </p14:nvContentPartPr>
              <p14:xfrm>
                <a:off x="4382369" y="5803316"/>
                <a:ext cx="354960" cy="941760"/>
              </p14:xfrm>
            </p:contentPart>
          </mc:Choice>
          <mc:Fallback>
            <p:pic>
              <p:nvPicPr>
                <p:cNvPr id="34" name="Ink 33">
                  <a:extLst>
                    <a:ext uri="{FF2B5EF4-FFF2-40B4-BE49-F238E27FC236}">
                      <a16:creationId xmlns:a16="http://schemas.microsoft.com/office/drawing/2014/main" id="{02909AD8-C19B-A9C7-6E76-A493D4FBDE0F}"/>
                    </a:ext>
                  </a:extLst>
                </p:cNvPr>
                <p:cNvPicPr/>
                <p:nvPr/>
              </p:nvPicPr>
              <p:blipFill>
                <a:blip r:embed="rId57"/>
                <a:stretch>
                  <a:fillRect/>
                </a:stretch>
              </p:blipFill>
              <p:spPr>
                <a:xfrm>
                  <a:off x="4378049" y="5798996"/>
                  <a:ext cx="363600" cy="95040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5" name="Ink 34">
                  <a:extLst>
                    <a:ext uri="{FF2B5EF4-FFF2-40B4-BE49-F238E27FC236}">
                      <a16:creationId xmlns:a16="http://schemas.microsoft.com/office/drawing/2014/main" id="{F6647D9A-C008-3E20-168B-1AC1BBAEBD70}"/>
                    </a:ext>
                  </a:extLst>
                </p14:cNvPr>
                <p14:cNvContentPartPr/>
                <p14:nvPr/>
              </p14:nvContentPartPr>
              <p14:xfrm>
                <a:off x="5000489" y="6169436"/>
                <a:ext cx="179640" cy="20160"/>
              </p14:xfrm>
            </p:contentPart>
          </mc:Choice>
          <mc:Fallback>
            <p:pic>
              <p:nvPicPr>
                <p:cNvPr id="35" name="Ink 34">
                  <a:extLst>
                    <a:ext uri="{FF2B5EF4-FFF2-40B4-BE49-F238E27FC236}">
                      <a16:creationId xmlns:a16="http://schemas.microsoft.com/office/drawing/2014/main" id="{F6647D9A-C008-3E20-168B-1AC1BBAEBD70}"/>
                    </a:ext>
                  </a:extLst>
                </p:cNvPr>
                <p:cNvPicPr/>
                <p:nvPr/>
              </p:nvPicPr>
              <p:blipFill>
                <a:blip r:embed="rId59"/>
                <a:stretch>
                  <a:fillRect/>
                </a:stretch>
              </p:blipFill>
              <p:spPr>
                <a:xfrm>
                  <a:off x="4996169" y="6165116"/>
                  <a:ext cx="18828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71" name="Ink 70">
                  <a:extLst>
                    <a:ext uri="{FF2B5EF4-FFF2-40B4-BE49-F238E27FC236}">
                      <a16:creationId xmlns:a16="http://schemas.microsoft.com/office/drawing/2014/main" id="{96E648F6-50AF-9C97-9E66-A5FB53F7D462}"/>
                    </a:ext>
                  </a:extLst>
                </p14:cNvPr>
                <p14:cNvContentPartPr/>
                <p14:nvPr/>
              </p14:nvContentPartPr>
              <p14:xfrm>
                <a:off x="5015969" y="6209036"/>
                <a:ext cx="239760" cy="40320"/>
              </p14:xfrm>
            </p:contentPart>
          </mc:Choice>
          <mc:Fallback>
            <p:pic>
              <p:nvPicPr>
                <p:cNvPr id="71" name="Ink 70">
                  <a:extLst>
                    <a:ext uri="{FF2B5EF4-FFF2-40B4-BE49-F238E27FC236}">
                      <a16:creationId xmlns:a16="http://schemas.microsoft.com/office/drawing/2014/main" id="{96E648F6-50AF-9C97-9E66-A5FB53F7D462}"/>
                    </a:ext>
                  </a:extLst>
                </p:cNvPr>
                <p:cNvPicPr/>
                <p:nvPr/>
              </p:nvPicPr>
              <p:blipFill>
                <a:blip r:embed="rId61"/>
                <a:stretch>
                  <a:fillRect/>
                </a:stretch>
              </p:blipFill>
              <p:spPr>
                <a:xfrm>
                  <a:off x="5011649" y="6204716"/>
                  <a:ext cx="248400" cy="4896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72" name="Ink 71">
                  <a:extLst>
                    <a:ext uri="{FF2B5EF4-FFF2-40B4-BE49-F238E27FC236}">
                      <a16:creationId xmlns:a16="http://schemas.microsoft.com/office/drawing/2014/main" id="{29413EFB-FFED-18D8-AF08-2BE5FC72F651}"/>
                    </a:ext>
                  </a:extLst>
                </p14:cNvPr>
                <p14:cNvContentPartPr/>
                <p14:nvPr/>
              </p14:nvContentPartPr>
              <p14:xfrm>
                <a:off x="5441849" y="5995556"/>
                <a:ext cx="432360" cy="275400"/>
              </p14:xfrm>
            </p:contentPart>
          </mc:Choice>
          <mc:Fallback>
            <p:pic>
              <p:nvPicPr>
                <p:cNvPr id="72" name="Ink 71">
                  <a:extLst>
                    <a:ext uri="{FF2B5EF4-FFF2-40B4-BE49-F238E27FC236}">
                      <a16:creationId xmlns:a16="http://schemas.microsoft.com/office/drawing/2014/main" id="{29413EFB-FFED-18D8-AF08-2BE5FC72F651}"/>
                    </a:ext>
                  </a:extLst>
                </p:cNvPr>
                <p:cNvPicPr/>
                <p:nvPr/>
              </p:nvPicPr>
              <p:blipFill>
                <a:blip r:embed="rId63"/>
                <a:stretch>
                  <a:fillRect/>
                </a:stretch>
              </p:blipFill>
              <p:spPr>
                <a:xfrm>
                  <a:off x="5437529" y="5991236"/>
                  <a:ext cx="441000" cy="28404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73" name="Ink 72">
                  <a:extLst>
                    <a:ext uri="{FF2B5EF4-FFF2-40B4-BE49-F238E27FC236}">
                      <a16:creationId xmlns:a16="http://schemas.microsoft.com/office/drawing/2014/main" id="{79E36EC7-9F62-EB4C-0394-49CCFD013615}"/>
                    </a:ext>
                  </a:extLst>
                </p14:cNvPr>
                <p14:cNvContentPartPr/>
                <p14:nvPr/>
              </p14:nvContentPartPr>
              <p14:xfrm>
                <a:off x="5933609" y="6239636"/>
                <a:ext cx="30240" cy="154800"/>
              </p14:xfrm>
            </p:contentPart>
          </mc:Choice>
          <mc:Fallback>
            <p:pic>
              <p:nvPicPr>
                <p:cNvPr id="73" name="Ink 72">
                  <a:extLst>
                    <a:ext uri="{FF2B5EF4-FFF2-40B4-BE49-F238E27FC236}">
                      <a16:creationId xmlns:a16="http://schemas.microsoft.com/office/drawing/2014/main" id="{79E36EC7-9F62-EB4C-0394-49CCFD013615}"/>
                    </a:ext>
                  </a:extLst>
                </p:cNvPr>
                <p:cNvPicPr/>
                <p:nvPr/>
              </p:nvPicPr>
              <p:blipFill>
                <a:blip r:embed="rId65"/>
                <a:stretch>
                  <a:fillRect/>
                </a:stretch>
              </p:blipFill>
              <p:spPr>
                <a:xfrm>
                  <a:off x="5929289" y="6235316"/>
                  <a:ext cx="38880" cy="163440"/>
                </a:xfrm>
                <a:prstGeom prst="rect">
                  <a:avLst/>
                </a:prstGeom>
              </p:spPr>
            </p:pic>
          </mc:Fallback>
        </mc:AlternateContent>
      </p:grpSp>
      <p:grpSp>
        <p:nvGrpSpPr>
          <p:cNvPr id="95" name="Group 94">
            <a:extLst>
              <a:ext uri="{FF2B5EF4-FFF2-40B4-BE49-F238E27FC236}">
                <a16:creationId xmlns:a16="http://schemas.microsoft.com/office/drawing/2014/main" id="{ECAC0405-DB85-62B4-5887-C061AB964A5E}"/>
              </a:ext>
            </a:extLst>
          </p:cNvPr>
          <p:cNvGrpSpPr/>
          <p:nvPr/>
        </p:nvGrpSpPr>
        <p:grpSpPr>
          <a:xfrm>
            <a:off x="6975449" y="6066116"/>
            <a:ext cx="3990960" cy="1007706"/>
            <a:chOff x="6975449" y="6066116"/>
            <a:chExt cx="3990960" cy="1007706"/>
          </a:xfrm>
        </p:grpSpPr>
        <mc:AlternateContent xmlns:mc="http://schemas.openxmlformats.org/markup-compatibility/2006">
          <mc:Choice xmlns:p14="http://schemas.microsoft.com/office/powerpoint/2010/main" Requires="p14">
            <p:contentPart p14:bwMode="auto" r:id="rId66">
              <p14:nvContentPartPr>
                <p14:cNvPr id="76" name="Ink 75">
                  <a:extLst>
                    <a:ext uri="{FF2B5EF4-FFF2-40B4-BE49-F238E27FC236}">
                      <a16:creationId xmlns:a16="http://schemas.microsoft.com/office/drawing/2014/main" id="{BA5C504B-FA49-1F20-30C9-3192AB1F695F}"/>
                    </a:ext>
                  </a:extLst>
                </p14:cNvPr>
                <p14:cNvContentPartPr/>
                <p14:nvPr/>
              </p14:nvContentPartPr>
              <p14:xfrm>
                <a:off x="6975449" y="6199676"/>
                <a:ext cx="277560" cy="262440"/>
              </p14:xfrm>
            </p:contentPart>
          </mc:Choice>
          <mc:Fallback>
            <p:pic>
              <p:nvPicPr>
                <p:cNvPr id="76" name="Ink 75">
                  <a:extLst>
                    <a:ext uri="{FF2B5EF4-FFF2-40B4-BE49-F238E27FC236}">
                      <a16:creationId xmlns:a16="http://schemas.microsoft.com/office/drawing/2014/main" id="{BA5C504B-FA49-1F20-30C9-3192AB1F695F}"/>
                    </a:ext>
                  </a:extLst>
                </p:cNvPr>
                <p:cNvPicPr/>
                <p:nvPr/>
              </p:nvPicPr>
              <p:blipFill>
                <a:blip r:embed="rId67"/>
                <a:stretch>
                  <a:fillRect/>
                </a:stretch>
              </p:blipFill>
              <p:spPr>
                <a:xfrm>
                  <a:off x="6971129" y="6195356"/>
                  <a:ext cx="286200" cy="27108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77" name="Ink 76">
                  <a:extLst>
                    <a:ext uri="{FF2B5EF4-FFF2-40B4-BE49-F238E27FC236}">
                      <a16:creationId xmlns:a16="http://schemas.microsoft.com/office/drawing/2014/main" id="{76A1B5FB-F0E5-977E-0647-13EEFDD48A2B}"/>
                    </a:ext>
                  </a:extLst>
                </p14:cNvPr>
                <p14:cNvContentPartPr/>
                <p14:nvPr/>
              </p14:nvContentPartPr>
              <p14:xfrm>
                <a:off x="6998129" y="6322436"/>
                <a:ext cx="275400" cy="40320"/>
              </p14:xfrm>
            </p:contentPart>
          </mc:Choice>
          <mc:Fallback>
            <p:pic>
              <p:nvPicPr>
                <p:cNvPr id="77" name="Ink 76">
                  <a:extLst>
                    <a:ext uri="{FF2B5EF4-FFF2-40B4-BE49-F238E27FC236}">
                      <a16:creationId xmlns:a16="http://schemas.microsoft.com/office/drawing/2014/main" id="{76A1B5FB-F0E5-977E-0647-13EEFDD48A2B}"/>
                    </a:ext>
                  </a:extLst>
                </p:cNvPr>
                <p:cNvPicPr/>
                <p:nvPr/>
              </p:nvPicPr>
              <p:blipFill>
                <a:blip r:embed="rId69"/>
                <a:stretch>
                  <a:fillRect/>
                </a:stretch>
              </p:blipFill>
              <p:spPr>
                <a:xfrm>
                  <a:off x="6993809" y="6318116"/>
                  <a:ext cx="284040" cy="4896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78" name="Ink 77">
                  <a:extLst>
                    <a:ext uri="{FF2B5EF4-FFF2-40B4-BE49-F238E27FC236}">
                      <a16:creationId xmlns:a16="http://schemas.microsoft.com/office/drawing/2014/main" id="{E96A4E70-B1CA-A458-977C-478F1507976E}"/>
                    </a:ext>
                  </a:extLst>
                </p14:cNvPr>
                <p14:cNvContentPartPr/>
                <p14:nvPr/>
              </p14:nvContentPartPr>
              <p14:xfrm>
                <a:off x="7091369" y="6233876"/>
                <a:ext cx="100800" cy="28800"/>
              </p14:xfrm>
            </p:contentPart>
          </mc:Choice>
          <mc:Fallback>
            <p:pic>
              <p:nvPicPr>
                <p:cNvPr id="78" name="Ink 77">
                  <a:extLst>
                    <a:ext uri="{FF2B5EF4-FFF2-40B4-BE49-F238E27FC236}">
                      <a16:creationId xmlns:a16="http://schemas.microsoft.com/office/drawing/2014/main" id="{E96A4E70-B1CA-A458-977C-478F1507976E}"/>
                    </a:ext>
                  </a:extLst>
                </p:cNvPr>
                <p:cNvPicPr/>
                <p:nvPr/>
              </p:nvPicPr>
              <p:blipFill>
                <a:blip r:embed="rId71"/>
                <a:stretch>
                  <a:fillRect/>
                </a:stretch>
              </p:blipFill>
              <p:spPr>
                <a:xfrm>
                  <a:off x="7087049" y="6229556"/>
                  <a:ext cx="109440" cy="3744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79" name="Ink 78">
                  <a:extLst>
                    <a:ext uri="{FF2B5EF4-FFF2-40B4-BE49-F238E27FC236}">
                      <a16:creationId xmlns:a16="http://schemas.microsoft.com/office/drawing/2014/main" id="{5560FF1F-F0E9-5D90-0F65-12DDC2AEF547}"/>
                    </a:ext>
                  </a:extLst>
                </p14:cNvPr>
                <p14:cNvContentPartPr/>
                <p14:nvPr/>
              </p14:nvContentPartPr>
              <p14:xfrm>
                <a:off x="7462889" y="6066116"/>
                <a:ext cx="342720" cy="936720"/>
              </p14:xfrm>
            </p:contentPart>
          </mc:Choice>
          <mc:Fallback>
            <p:pic>
              <p:nvPicPr>
                <p:cNvPr id="79" name="Ink 78">
                  <a:extLst>
                    <a:ext uri="{FF2B5EF4-FFF2-40B4-BE49-F238E27FC236}">
                      <a16:creationId xmlns:a16="http://schemas.microsoft.com/office/drawing/2014/main" id="{5560FF1F-F0E9-5D90-0F65-12DDC2AEF547}"/>
                    </a:ext>
                  </a:extLst>
                </p:cNvPr>
                <p:cNvPicPr/>
                <p:nvPr/>
              </p:nvPicPr>
              <p:blipFill>
                <a:blip r:embed="rId73"/>
                <a:stretch>
                  <a:fillRect/>
                </a:stretch>
              </p:blipFill>
              <p:spPr>
                <a:xfrm>
                  <a:off x="7458569" y="6061796"/>
                  <a:ext cx="351360" cy="94536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80" name="Ink 79">
                  <a:extLst>
                    <a:ext uri="{FF2B5EF4-FFF2-40B4-BE49-F238E27FC236}">
                      <a16:creationId xmlns:a16="http://schemas.microsoft.com/office/drawing/2014/main" id="{2F46FC3C-F5B1-6AD4-7D19-1F88C36D515A}"/>
                    </a:ext>
                  </a:extLst>
                </p14:cNvPr>
                <p14:cNvContentPartPr/>
                <p14:nvPr/>
              </p14:nvContentPartPr>
              <p14:xfrm>
                <a:off x="7795169" y="6314582"/>
                <a:ext cx="129960" cy="114840"/>
              </p14:xfrm>
            </p:contentPart>
          </mc:Choice>
          <mc:Fallback>
            <p:pic>
              <p:nvPicPr>
                <p:cNvPr id="80" name="Ink 79">
                  <a:extLst>
                    <a:ext uri="{FF2B5EF4-FFF2-40B4-BE49-F238E27FC236}">
                      <a16:creationId xmlns:a16="http://schemas.microsoft.com/office/drawing/2014/main" id="{2F46FC3C-F5B1-6AD4-7D19-1F88C36D515A}"/>
                    </a:ext>
                  </a:extLst>
                </p:cNvPr>
                <p:cNvPicPr/>
                <p:nvPr/>
              </p:nvPicPr>
              <p:blipFill>
                <a:blip r:embed="rId75"/>
                <a:stretch>
                  <a:fillRect/>
                </a:stretch>
              </p:blipFill>
              <p:spPr>
                <a:xfrm>
                  <a:off x="7790849" y="6310262"/>
                  <a:ext cx="138600" cy="12348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81" name="Ink 80">
                  <a:extLst>
                    <a:ext uri="{FF2B5EF4-FFF2-40B4-BE49-F238E27FC236}">
                      <a16:creationId xmlns:a16="http://schemas.microsoft.com/office/drawing/2014/main" id="{B21114C3-3AAC-67C1-D50C-E132FDD29E09}"/>
                    </a:ext>
                  </a:extLst>
                </p14:cNvPr>
                <p14:cNvContentPartPr/>
                <p14:nvPr/>
              </p14:nvContentPartPr>
              <p14:xfrm>
                <a:off x="7865369" y="6231782"/>
                <a:ext cx="125280" cy="439200"/>
              </p14:xfrm>
            </p:contentPart>
          </mc:Choice>
          <mc:Fallback>
            <p:pic>
              <p:nvPicPr>
                <p:cNvPr id="81" name="Ink 80">
                  <a:extLst>
                    <a:ext uri="{FF2B5EF4-FFF2-40B4-BE49-F238E27FC236}">
                      <a16:creationId xmlns:a16="http://schemas.microsoft.com/office/drawing/2014/main" id="{B21114C3-3AAC-67C1-D50C-E132FDD29E09}"/>
                    </a:ext>
                  </a:extLst>
                </p:cNvPr>
                <p:cNvPicPr/>
                <p:nvPr/>
              </p:nvPicPr>
              <p:blipFill>
                <a:blip r:embed="rId77"/>
                <a:stretch>
                  <a:fillRect/>
                </a:stretch>
              </p:blipFill>
              <p:spPr>
                <a:xfrm>
                  <a:off x="7861049" y="6227462"/>
                  <a:ext cx="133920" cy="44784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82" name="Ink 81">
                  <a:extLst>
                    <a:ext uri="{FF2B5EF4-FFF2-40B4-BE49-F238E27FC236}">
                      <a16:creationId xmlns:a16="http://schemas.microsoft.com/office/drawing/2014/main" id="{FD183EAD-3CF0-72C2-498A-D747CA0C9F41}"/>
                    </a:ext>
                  </a:extLst>
                </p14:cNvPr>
                <p14:cNvContentPartPr/>
                <p14:nvPr/>
              </p14:nvContentPartPr>
              <p14:xfrm>
                <a:off x="8147609" y="6408902"/>
                <a:ext cx="168480" cy="303840"/>
              </p14:xfrm>
            </p:contentPart>
          </mc:Choice>
          <mc:Fallback>
            <p:pic>
              <p:nvPicPr>
                <p:cNvPr id="82" name="Ink 81">
                  <a:extLst>
                    <a:ext uri="{FF2B5EF4-FFF2-40B4-BE49-F238E27FC236}">
                      <a16:creationId xmlns:a16="http://schemas.microsoft.com/office/drawing/2014/main" id="{FD183EAD-3CF0-72C2-498A-D747CA0C9F41}"/>
                    </a:ext>
                  </a:extLst>
                </p:cNvPr>
                <p:cNvPicPr/>
                <p:nvPr/>
              </p:nvPicPr>
              <p:blipFill>
                <a:blip r:embed="rId79"/>
                <a:stretch>
                  <a:fillRect/>
                </a:stretch>
              </p:blipFill>
              <p:spPr>
                <a:xfrm>
                  <a:off x="8143289" y="6404582"/>
                  <a:ext cx="177120" cy="31248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83" name="Ink 82">
                  <a:extLst>
                    <a:ext uri="{FF2B5EF4-FFF2-40B4-BE49-F238E27FC236}">
                      <a16:creationId xmlns:a16="http://schemas.microsoft.com/office/drawing/2014/main" id="{4B66D335-34C7-74AC-11FD-31AA0808219E}"/>
                    </a:ext>
                  </a:extLst>
                </p14:cNvPr>
                <p14:cNvContentPartPr/>
                <p14:nvPr/>
              </p14:nvContentPartPr>
              <p14:xfrm>
                <a:off x="8173169" y="6580982"/>
                <a:ext cx="118440" cy="19080"/>
              </p14:xfrm>
            </p:contentPart>
          </mc:Choice>
          <mc:Fallback>
            <p:pic>
              <p:nvPicPr>
                <p:cNvPr id="83" name="Ink 82">
                  <a:extLst>
                    <a:ext uri="{FF2B5EF4-FFF2-40B4-BE49-F238E27FC236}">
                      <a16:creationId xmlns:a16="http://schemas.microsoft.com/office/drawing/2014/main" id="{4B66D335-34C7-74AC-11FD-31AA0808219E}"/>
                    </a:ext>
                  </a:extLst>
                </p:cNvPr>
                <p:cNvPicPr/>
                <p:nvPr/>
              </p:nvPicPr>
              <p:blipFill>
                <a:blip r:embed="rId81"/>
                <a:stretch>
                  <a:fillRect/>
                </a:stretch>
              </p:blipFill>
              <p:spPr>
                <a:xfrm>
                  <a:off x="8168849" y="6576662"/>
                  <a:ext cx="127080" cy="2772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84" name="Ink 83">
                  <a:extLst>
                    <a:ext uri="{FF2B5EF4-FFF2-40B4-BE49-F238E27FC236}">
                      <a16:creationId xmlns:a16="http://schemas.microsoft.com/office/drawing/2014/main" id="{9CD524A0-8B3B-D24F-218B-811B14F9E86F}"/>
                    </a:ext>
                  </a:extLst>
                </p14:cNvPr>
                <p14:cNvContentPartPr/>
                <p14:nvPr/>
              </p14:nvContentPartPr>
              <p14:xfrm>
                <a:off x="8398529" y="6616622"/>
                <a:ext cx="332280" cy="33480"/>
              </p14:xfrm>
            </p:contentPart>
          </mc:Choice>
          <mc:Fallback>
            <p:pic>
              <p:nvPicPr>
                <p:cNvPr id="84" name="Ink 83">
                  <a:extLst>
                    <a:ext uri="{FF2B5EF4-FFF2-40B4-BE49-F238E27FC236}">
                      <a16:creationId xmlns:a16="http://schemas.microsoft.com/office/drawing/2014/main" id="{9CD524A0-8B3B-D24F-218B-811B14F9E86F}"/>
                    </a:ext>
                  </a:extLst>
                </p:cNvPr>
                <p:cNvPicPr/>
                <p:nvPr/>
              </p:nvPicPr>
              <p:blipFill>
                <a:blip r:embed="rId83"/>
                <a:stretch>
                  <a:fillRect/>
                </a:stretch>
              </p:blipFill>
              <p:spPr>
                <a:xfrm>
                  <a:off x="8394209" y="6612302"/>
                  <a:ext cx="340920" cy="4212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85" name="Ink 84">
                  <a:extLst>
                    <a:ext uri="{FF2B5EF4-FFF2-40B4-BE49-F238E27FC236}">
                      <a16:creationId xmlns:a16="http://schemas.microsoft.com/office/drawing/2014/main" id="{704E55BB-2D09-1E37-81CA-A89BC51AB8BF}"/>
                    </a:ext>
                  </a:extLst>
                </p14:cNvPr>
                <p14:cNvContentPartPr/>
                <p14:nvPr/>
              </p14:nvContentPartPr>
              <p14:xfrm>
                <a:off x="8511929" y="6463262"/>
                <a:ext cx="49680" cy="327240"/>
              </p14:xfrm>
            </p:contentPart>
          </mc:Choice>
          <mc:Fallback>
            <p:pic>
              <p:nvPicPr>
                <p:cNvPr id="85" name="Ink 84">
                  <a:extLst>
                    <a:ext uri="{FF2B5EF4-FFF2-40B4-BE49-F238E27FC236}">
                      <a16:creationId xmlns:a16="http://schemas.microsoft.com/office/drawing/2014/main" id="{704E55BB-2D09-1E37-81CA-A89BC51AB8BF}"/>
                    </a:ext>
                  </a:extLst>
                </p:cNvPr>
                <p:cNvPicPr/>
                <p:nvPr/>
              </p:nvPicPr>
              <p:blipFill>
                <a:blip r:embed="rId85"/>
                <a:stretch>
                  <a:fillRect/>
                </a:stretch>
              </p:blipFill>
              <p:spPr>
                <a:xfrm>
                  <a:off x="8507609" y="6458942"/>
                  <a:ext cx="58320" cy="33588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86" name="Ink 85">
                  <a:extLst>
                    <a:ext uri="{FF2B5EF4-FFF2-40B4-BE49-F238E27FC236}">
                      <a16:creationId xmlns:a16="http://schemas.microsoft.com/office/drawing/2014/main" id="{48D6795F-ECDA-6DDB-68BB-D2C92D78FAA8}"/>
                    </a:ext>
                  </a:extLst>
                </p14:cNvPr>
                <p14:cNvContentPartPr/>
                <p14:nvPr/>
              </p14:nvContentPartPr>
              <p14:xfrm>
                <a:off x="8874089" y="6548222"/>
                <a:ext cx="75600" cy="157320"/>
              </p14:xfrm>
            </p:contentPart>
          </mc:Choice>
          <mc:Fallback>
            <p:pic>
              <p:nvPicPr>
                <p:cNvPr id="86" name="Ink 85">
                  <a:extLst>
                    <a:ext uri="{FF2B5EF4-FFF2-40B4-BE49-F238E27FC236}">
                      <a16:creationId xmlns:a16="http://schemas.microsoft.com/office/drawing/2014/main" id="{48D6795F-ECDA-6DDB-68BB-D2C92D78FAA8}"/>
                    </a:ext>
                  </a:extLst>
                </p:cNvPr>
                <p:cNvPicPr/>
                <p:nvPr/>
              </p:nvPicPr>
              <p:blipFill>
                <a:blip r:embed="rId87"/>
                <a:stretch>
                  <a:fillRect/>
                </a:stretch>
              </p:blipFill>
              <p:spPr>
                <a:xfrm>
                  <a:off x="8869769" y="6543902"/>
                  <a:ext cx="84240" cy="16596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87" name="Ink 86">
                  <a:extLst>
                    <a:ext uri="{FF2B5EF4-FFF2-40B4-BE49-F238E27FC236}">
                      <a16:creationId xmlns:a16="http://schemas.microsoft.com/office/drawing/2014/main" id="{87E2DAC7-2143-DCF8-1E22-1E214C1F56CD}"/>
                    </a:ext>
                  </a:extLst>
                </p14:cNvPr>
                <p14:cNvContentPartPr/>
                <p14:nvPr/>
              </p14:nvContentPartPr>
              <p14:xfrm>
                <a:off x="9005129" y="6499622"/>
                <a:ext cx="149040" cy="145800"/>
              </p14:xfrm>
            </p:contentPart>
          </mc:Choice>
          <mc:Fallback>
            <p:pic>
              <p:nvPicPr>
                <p:cNvPr id="87" name="Ink 86">
                  <a:extLst>
                    <a:ext uri="{FF2B5EF4-FFF2-40B4-BE49-F238E27FC236}">
                      <a16:creationId xmlns:a16="http://schemas.microsoft.com/office/drawing/2014/main" id="{87E2DAC7-2143-DCF8-1E22-1E214C1F56CD}"/>
                    </a:ext>
                  </a:extLst>
                </p:cNvPr>
                <p:cNvPicPr/>
                <p:nvPr/>
              </p:nvPicPr>
              <p:blipFill>
                <a:blip r:embed="rId89"/>
                <a:stretch>
                  <a:fillRect/>
                </a:stretch>
              </p:blipFill>
              <p:spPr>
                <a:xfrm>
                  <a:off x="9000809" y="6495302"/>
                  <a:ext cx="157680" cy="15444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89" name="Ink 88">
                  <a:extLst>
                    <a:ext uri="{FF2B5EF4-FFF2-40B4-BE49-F238E27FC236}">
                      <a16:creationId xmlns:a16="http://schemas.microsoft.com/office/drawing/2014/main" id="{C34DD66D-8137-0198-5FA6-64B733535347}"/>
                    </a:ext>
                  </a:extLst>
                </p14:cNvPr>
                <p14:cNvContentPartPr/>
                <p14:nvPr/>
              </p14:nvContentPartPr>
              <p14:xfrm>
                <a:off x="9014489" y="6130622"/>
                <a:ext cx="362520" cy="943200"/>
              </p14:xfrm>
            </p:contentPart>
          </mc:Choice>
          <mc:Fallback>
            <p:pic>
              <p:nvPicPr>
                <p:cNvPr id="89" name="Ink 88">
                  <a:extLst>
                    <a:ext uri="{FF2B5EF4-FFF2-40B4-BE49-F238E27FC236}">
                      <a16:creationId xmlns:a16="http://schemas.microsoft.com/office/drawing/2014/main" id="{C34DD66D-8137-0198-5FA6-64B733535347}"/>
                    </a:ext>
                  </a:extLst>
                </p:cNvPr>
                <p:cNvPicPr/>
                <p:nvPr/>
              </p:nvPicPr>
              <p:blipFill>
                <a:blip r:embed="rId91"/>
                <a:stretch>
                  <a:fillRect/>
                </a:stretch>
              </p:blipFill>
              <p:spPr>
                <a:xfrm>
                  <a:off x="9010169" y="6126302"/>
                  <a:ext cx="371160" cy="95184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90" name="Ink 89">
                  <a:extLst>
                    <a:ext uri="{FF2B5EF4-FFF2-40B4-BE49-F238E27FC236}">
                      <a16:creationId xmlns:a16="http://schemas.microsoft.com/office/drawing/2014/main" id="{7FF95579-8BAD-F73B-E097-370FC0E30125}"/>
                    </a:ext>
                  </a:extLst>
                </p14:cNvPr>
                <p14:cNvContentPartPr/>
                <p14:nvPr/>
              </p14:nvContentPartPr>
              <p14:xfrm>
                <a:off x="9670409" y="6470102"/>
                <a:ext cx="182880" cy="16920"/>
              </p14:xfrm>
            </p:contentPart>
          </mc:Choice>
          <mc:Fallback>
            <p:pic>
              <p:nvPicPr>
                <p:cNvPr id="90" name="Ink 89">
                  <a:extLst>
                    <a:ext uri="{FF2B5EF4-FFF2-40B4-BE49-F238E27FC236}">
                      <a16:creationId xmlns:a16="http://schemas.microsoft.com/office/drawing/2014/main" id="{7FF95579-8BAD-F73B-E097-370FC0E30125}"/>
                    </a:ext>
                  </a:extLst>
                </p:cNvPr>
                <p:cNvPicPr/>
                <p:nvPr/>
              </p:nvPicPr>
              <p:blipFill>
                <a:blip r:embed="rId93"/>
                <a:stretch>
                  <a:fillRect/>
                </a:stretch>
              </p:blipFill>
              <p:spPr>
                <a:xfrm>
                  <a:off x="9666089" y="6465782"/>
                  <a:ext cx="191520" cy="2556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91" name="Ink 90">
                  <a:extLst>
                    <a:ext uri="{FF2B5EF4-FFF2-40B4-BE49-F238E27FC236}">
                      <a16:creationId xmlns:a16="http://schemas.microsoft.com/office/drawing/2014/main" id="{65936EA5-8FC6-580F-52E8-451E82C1DA31}"/>
                    </a:ext>
                  </a:extLst>
                </p14:cNvPr>
                <p14:cNvContentPartPr/>
                <p14:nvPr/>
              </p14:nvContentPartPr>
              <p14:xfrm>
                <a:off x="9684449" y="6531662"/>
                <a:ext cx="246960" cy="28800"/>
              </p14:xfrm>
            </p:contentPart>
          </mc:Choice>
          <mc:Fallback>
            <p:pic>
              <p:nvPicPr>
                <p:cNvPr id="91" name="Ink 90">
                  <a:extLst>
                    <a:ext uri="{FF2B5EF4-FFF2-40B4-BE49-F238E27FC236}">
                      <a16:creationId xmlns:a16="http://schemas.microsoft.com/office/drawing/2014/main" id="{65936EA5-8FC6-580F-52E8-451E82C1DA31}"/>
                    </a:ext>
                  </a:extLst>
                </p:cNvPr>
                <p:cNvPicPr/>
                <p:nvPr/>
              </p:nvPicPr>
              <p:blipFill>
                <a:blip r:embed="rId95"/>
                <a:stretch>
                  <a:fillRect/>
                </a:stretch>
              </p:blipFill>
              <p:spPr>
                <a:xfrm>
                  <a:off x="9680129" y="6527342"/>
                  <a:ext cx="255600" cy="3744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92" name="Ink 91">
                  <a:extLst>
                    <a:ext uri="{FF2B5EF4-FFF2-40B4-BE49-F238E27FC236}">
                      <a16:creationId xmlns:a16="http://schemas.microsoft.com/office/drawing/2014/main" id="{C3DE26B0-F6F9-1C8C-A175-BA999F4CCBD5}"/>
                    </a:ext>
                  </a:extLst>
                </p14:cNvPr>
                <p14:cNvContentPartPr/>
                <p14:nvPr/>
              </p14:nvContentPartPr>
              <p14:xfrm>
                <a:off x="10202129" y="6225302"/>
                <a:ext cx="374760" cy="300960"/>
              </p14:xfrm>
            </p:contentPart>
          </mc:Choice>
          <mc:Fallback>
            <p:pic>
              <p:nvPicPr>
                <p:cNvPr id="92" name="Ink 91">
                  <a:extLst>
                    <a:ext uri="{FF2B5EF4-FFF2-40B4-BE49-F238E27FC236}">
                      <a16:creationId xmlns:a16="http://schemas.microsoft.com/office/drawing/2014/main" id="{C3DE26B0-F6F9-1C8C-A175-BA999F4CCBD5}"/>
                    </a:ext>
                  </a:extLst>
                </p:cNvPr>
                <p:cNvPicPr/>
                <p:nvPr/>
              </p:nvPicPr>
              <p:blipFill>
                <a:blip r:embed="rId97"/>
                <a:stretch>
                  <a:fillRect/>
                </a:stretch>
              </p:blipFill>
              <p:spPr>
                <a:xfrm>
                  <a:off x="10197809" y="6220982"/>
                  <a:ext cx="383400" cy="30960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93" name="Ink 92">
                  <a:extLst>
                    <a:ext uri="{FF2B5EF4-FFF2-40B4-BE49-F238E27FC236}">
                      <a16:creationId xmlns:a16="http://schemas.microsoft.com/office/drawing/2014/main" id="{3FB880BD-FE95-D706-3731-B2AD50342A56}"/>
                    </a:ext>
                  </a:extLst>
                </p14:cNvPr>
                <p14:cNvContentPartPr/>
                <p14:nvPr/>
              </p14:nvContentPartPr>
              <p14:xfrm>
                <a:off x="10619009" y="6528782"/>
                <a:ext cx="347400" cy="167040"/>
              </p14:xfrm>
            </p:contentPart>
          </mc:Choice>
          <mc:Fallback>
            <p:pic>
              <p:nvPicPr>
                <p:cNvPr id="93" name="Ink 92">
                  <a:extLst>
                    <a:ext uri="{FF2B5EF4-FFF2-40B4-BE49-F238E27FC236}">
                      <a16:creationId xmlns:a16="http://schemas.microsoft.com/office/drawing/2014/main" id="{3FB880BD-FE95-D706-3731-B2AD50342A56}"/>
                    </a:ext>
                  </a:extLst>
                </p:cNvPr>
                <p:cNvPicPr/>
                <p:nvPr/>
              </p:nvPicPr>
              <p:blipFill>
                <a:blip r:embed="rId99"/>
                <a:stretch>
                  <a:fillRect/>
                </a:stretch>
              </p:blipFill>
              <p:spPr>
                <a:xfrm>
                  <a:off x="10614689" y="6524462"/>
                  <a:ext cx="356040" cy="1756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00">
            <p14:nvContentPartPr>
              <p14:cNvPr id="96" name="Ink 95">
                <a:extLst>
                  <a:ext uri="{FF2B5EF4-FFF2-40B4-BE49-F238E27FC236}">
                    <a16:creationId xmlns:a16="http://schemas.microsoft.com/office/drawing/2014/main" id="{D1C2F4E3-6131-1141-F682-D66814B5012C}"/>
                  </a:ext>
                </a:extLst>
              </p14:cNvPr>
              <p14:cNvContentPartPr/>
              <p14:nvPr/>
            </p14:nvContentPartPr>
            <p14:xfrm>
              <a:off x="909809" y="4387502"/>
              <a:ext cx="5637960" cy="92520"/>
            </p14:xfrm>
          </p:contentPart>
        </mc:Choice>
        <mc:Fallback>
          <p:pic>
            <p:nvPicPr>
              <p:cNvPr id="96" name="Ink 95">
                <a:extLst>
                  <a:ext uri="{FF2B5EF4-FFF2-40B4-BE49-F238E27FC236}">
                    <a16:creationId xmlns:a16="http://schemas.microsoft.com/office/drawing/2014/main" id="{D1C2F4E3-6131-1141-F682-D66814B5012C}"/>
                  </a:ext>
                </a:extLst>
              </p:cNvPr>
              <p:cNvPicPr/>
              <p:nvPr/>
            </p:nvPicPr>
            <p:blipFill>
              <a:blip r:embed="rId101"/>
              <a:stretch>
                <a:fillRect/>
              </a:stretch>
            </p:blipFill>
            <p:spPr>
              <a:xfrm>
                <a:off x="905489" y="4383182"/>
                <a:ext cx="5646600" cy="101160"/>
              </a:xfrm>
              <a:prstGeom prst="rect">
                <a:avLst/>
              </a:prstGeom>
            </p:spPr>
          </p:pic>
        </mc:Fallback>
      </mc:AlternateContent>
      <p:grpSp>
        <p:nvGrpSpPr>
          <p:cNvPr id="99" name="Group 98">
            <a:extLst>
              <a:ext uri="{FF2B5EF4-FFF2-40B4-BE49-F238E27FC236}">
                <a16:creationId xmlns:a16="http://schemas.microsoft.com/office/drawing/2014/main" id="{09C00609-112A-E3C6-BCAD-958C089CFB73}"/>
              </a:ext>
            </a:extLst>
          </p:cNvPr>
          <p:cNvGrpSpPr/>
          <p:nvPr/>
        </p:nvGrpSpPr>
        <p:grpSpPr>
          <a:xfrm>
            <a:off x="918089" y="4681622"/>
            <a:ext cx="2873880" cy="464040"/>
            <a:chOff x="918089" y="4681622"/>
            <a:chExt cx="2873880" cy="464040"/>
          </a:xfrm>
        </p:grpSpPr>
        <mc:AlternateContent xmlns:mc="http://schemas.openxmlformats.org/markup-compatibility/2006">
          <mc:Choice xmlns:p14="http://schemas.microsoft.com/office/powerpoint/2010/main" Requires="p14">
            <p:contentPart p14:bwMode="auto" r:id="rId102">
              <p14:nvContentPartPr>
                <p14:cNvPr id="97" name="Ink 96">
                  <a:extLst>
                    <a:ext uri="{FF2B5EF4-FFF2-40B4-BE49-F238E27FC236}">
                      <a16:creationId xmlns:a16="http://schemas.microsoft.com/office/drawing/2014/main" id="{55464CD8-A4F5-8B54-FE49-D66D9482AF63}"/>
                    </a:ext>
                  </a:extLst>
                </p14:cNvPr>
                <p14:cNvContentPartPr/>
                <p14:nvPr/>
              </p14:nvContentPartPr>
              <p14:xfrm>
                <a:off x="1077209" y="4681622"/>
                <a:ext cx="1037880" cy="36000"/>
              </p14:xfrm>
            </p:contentPart>
          </mc:Choice>
          <mc:Fallback>
            <p:pic>
              <p:nvPicPr>
                <p:cNvPr id="97" name="Ink 96">
                  <a:extLst>
                    <a:ext uri="{FF2B5EF4-FFF2-40B4-BE49-F238E27FC236}">
                      <a16:creationId xmlns:a16="http://schemas.microsoft.com/office/drawing/2014/main" id="{55464CD8-A4F5-8B54-FE49-D66D9482AF63}"/>
                    </a:ext>
                  </a:extLst>
                </p:cNvPr>
                <p:cNvPicPr/>
                <p:nvPr/>
              </p:nvPicPr>
              <p:blipFill>
                <a:blip r:embed="rId103"/>
                <a:stretch>
                  <a:fillRect/>
                </a:stretch>
              </p:blipFill>
              <p:spPr>
                <a:xfrm>
                  <a:off x="1072889" y="4677302"/>
                  <a:ext cx="1046520" cy="4464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98" name="Ink 97">
                  <a:extLst>
                    <a:ext uri="{FF2B5EF4-FFF2-40B4-BE49-F238E27FC236}">
                      <a16:creationId xmlns:a16="http://schemas.microsoft.com/office/drawing/2014/main" id="{C2211878-1986-C95B-8A91-47D99075DE3C}"/>
                    </a:ext>
                  </a:extLst>
                </p14:cNvPr>
                <p14:cNvContentPartPr/>
                <p14:nvPr/>
              </p14:nvContentPartPr>
              <p14:xfrm>
                <a:off x="918089" y="4706102"/>
                <a:ext cx="2873880" cy="439560"/>
              </p14:xfrm>
            </p:contentPart>
          </mc:Choice>
          <mc:Fallback>
            <p:pic>
              <p:nvPicPr>
                <p:cNvPr id="98" name="Ink 97">
                  <a:extLst>
                    <a:ext uri="{FF2B5EF4-FFF2-40B4-BE49-F238E27FC236}">
                      <a16:creationId xmlns:a16="http://schemas.microsoft.com/office/drawing/2014/main" id="{C2211878-1986-C95B-8A91-47D99075DE3C}"/>
                    </a:ext>
                  </a:extLst>
                </p:cNvPr>
                <p:cNvPicPr/>
                <p:nvPr/>
              </p:nvPicPr>
              <p:blipFill>
                <a:blip r:embed="rId105"/>
                <a:stretch>
                  <a:fillRect/>
                </a:stretch>
              </p:blipFill>
              <p:spPr>
                <a:xfrm>
                  <a:off x="913769" y="4701782"/>
                  <a:ext cx="2882520" cy="4482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06">
            <p14:nvContentPartPr>
              <p14:cNvPr id="100" name="Ink 99">
                <a:extLst>
                  <a:ext uri="{FF2B5EF4-FFF2-40B4-BE49-F238E27FC236}">
                    <a16:creationId xmlns:a16="http://schemas.microsoft.com/office/drawing/2014/main" id="{DCD56D09-084F-2F80-3724-1A1975470BEB}"/>
                  </a:ext>
                </a:extLst>
              </p14:cNvPr>
              <p14:cNvContentPartPr/>
              <p14:nvPr/>
            </p14:nvContentPartPr>
            <p14:xfrm>
              <a:off x="979649" y="5866022"/>
              <a:ext cx="1905120" cy="209520"/>
            </p14:xfrm>
          </p:contentPart>
        </mc:Choice>
        <mc:Fallback>
          <p:pic>
            <p:nvPicPr>
              <p:cNvPr id="100" name="Ink 99">
                <a:extLst>
                  <a:ext uri="{FF2B5EF4-FFF2-40B4-BE49-F238E27FC236}">
                    <a16:creationId xmlns:a16="http://schemas.microsoft.com/office/drawing/2014/main" id="{DCD56D09-084F-2F80-3724-1A1975470BEB}"/>
                  </a:ext>
                </a:extLst>
              </p:cNvPr>
              <p:cNvPicPr/>
              <p:nvPr/>
            </p:nvPicPr>
            <p:blipFill>
              <a:blip r:embed="rId107"/>
              <a:stretch>
                <a:fillRect/>
              </a:stretch>
            </p:blipFill>
            <p:spPr>
              <a:xfrm>
                <a:off x="975329" y="5861702"/>
                <a:ext cx="1913760" cy="218160"/>
              </a:xfrm>
              <a:prstGeom prst="rect">
                <a:avLst/>
              </a:prstGeom>
            </p:spPr>
          </p:pic>
        </mc:Fallback>
      </mc:AlternateContent>
    </p:spTree>
    <p:extLst>
      <p:ext uri="{BB962C8B-B14F-4D97-AF65-F5344CB8AC3E}">
        <p14:creationId xmlns:p14="http://schemas.microsoft.com/office/powerpoint/2010/main" val="39001080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000" dirty="0">
                <a:latin typeface="+mn-lt"/>
              </a:rPr>
              <a:t>Seasonal component</a:t>
            </a:r>
          </a:p>
        </p:txBody>
      </p:sp>
      <p:sp>
        <p:nvSpPr>
          <p:cNvPr id="3" name="Rectangle 2"/>
          <p:cNvSpPr/>
          <p:nvPr/>
        </p:nvSpPr>
        <p:spPr>
          <a:xfrm>
            <a:off x="510988" y="1295455"/>
            <a:ext cx="10892117" cy="5170646"/>
          </a:xfrm>
          <a:prstGeom prst="rect">
            <a:avLst/>
          </a:prstGeom>
        </p:spPr>
        <p:txBody>
          <a:bodyPr wrap="square">
            <a:spAutoFit/>
          </a:bodyPr>
          <a:lstStyle/>
          <a:p>
            <a:pPr marL="342900" indent="-342900" algn="just" eaLnBrk="1" hangingPunct="1">
              <a:spcBef>
                <a:spcPct val="50000"/>
              </a:spcBef>
              <a:buFont typeface="Courier New" panose="02070309020205020404" pitchFamily="49" charset="0"/>
              <a:buChar char="o"/>
            </a:pPr>
            <a:r>
              <a:rPr lang="en-IN" sz="2000" dirty="0">
                <a:latin typeface="+mn-lt"/>
              </a:rPr>
              <a:t>S</a:t>
            </a:r>
            <a:r>
              <a:rPr lang="en-IN" sz="2000" baseline="-25000" dirty="0">
                <a:latin typeface="+mn-lt"/>
              </a:rPr>
              <a:t>t </a:t>
            </a:r>
            <a:r>
              <a:rPr lang="en-IN" sz="2000" dirty="0">
                <a:latin typeface="+mn-lt"/>
              </a:rPr>
              <a:t>(</a:t>
            </a:r>
            <a:r>
              <a:rPr lang="en-IN" sz="2000" dirty="0">
                <a:latin typeface="+mn-lt"/>
                <a:hlinkClick r:id="rId2" tooltip="Seasonality"/>
              </a:rPr>
              <a:t>seasonality</a:t>
            </a:r>
            <a:r>
              <a:rPr lang="en-IN" sz="2000" dirty="0">
                <a:latin typeface="+mn-lt"/>
              </a:rPr>
              <a:t>): the seasonal component at time </a:t>
            </a:r>
            <a:r>
              <a:rPr lang="en-IN" sz="2000" i="1" dirty="0">
                <a:latin typeface="+mn-lt"/>
              </a:rPr>
              <a:t>t</a:t>
            </a:r>
            <a:r>
              <a:rPr lang="en-IN" sz="2000" dirty="0">
                <a:latin typeface="+mn-lt"/>
              </a:rPr>
              <a:t>.</a:t>
            </a:r>
          </a:p>
          <a:p>
            <a:pPr marL="342900" indent="-342900" algn="just" eaLnBrk="1" hangingPunct="1">
              <a:spcBef>
                <a:spcPct val="50000"/>
              </a:spcBef>
              <a:buFont typeface="Courier New" panose="02070309020205020404" pitchFamily="49" charset="0"/>
              <a:buChar char="o"/>
            </a:pPr>
            <a:r>
              <a:rPr lang="en-IN" sz="2000" dirty="0">
                <a:latin typeface="+mn-lt"/>
              </a:rPr>
              <a:t>A seasonal pattern exists when a time series is influenced by seasonal factors. Seasonality occurs over a fixed and known period (e.g., the quarter of the year, the month, or day of the week). </a:t>
            </a:r>
          </a:p>
          <a:p>
            <a:pPr marL="342900" indent="-342900" algn="just" eaLnBrk="1" hangingPunct="1">
              <a:spcBef>
                <a:spcPct val="50000"/>
              </a:spcBef>
              <a:buFont typeface="Courier New" panose="02070309020205020404" pitchFamily="49" charset="0"/>
              <a:buChar char="o"/>
            </a:pPr>
            <a:r>
              <a:rPr lang="en-IN" sz="2000" dirty="0">
                <a:solidFill>
                  <a:srgbClr val="008000"/>
                </a:solidFill>
                <a:latin typeface="+mn-lt"/>
              </a:rPr>
              <a:t>Generally within a year or shorter </a:t>
            </a:r>
            <a:r>
              <a:rPr lang="en-IN" sz="2000" dirty="0">
                <a:latin typeface="+mn-lt"/>
              </a:rPr>
              <a:t>we get seasonal component in the series.</a:t>
            </a:r>
          </a:p>
          <a:p>
            <a:pPr marL="342900" indent="-342900">
              <a:lnSpc>
                <a:spcPct val="150000"/>
              </a:lnSpc>
              <a:buFont typeface="Courier New" panose="02070309020205020404" pitchFamily="49" charset="0"/>
              <a:buChar char="o"/>
              <a:defRPr/>
            </a:pPr>
            <a:r>
              <a:rPr lang="en-AU" sz="2000" dirty="0">
                <a:latin typeface="+mn-lt"/>
              </a:rPr>
              <a:t>The seasonal variation of a time series is a pattern of change that </a:t>
            </a:r>
            <a:r>
              <a:rPr lang="en-AU" sz="2000" b="1" dirty="0">
                <a:latin typeface="+mn-lt"/>
              </a:rPr>
              <a:t>recurs</a:t>
            </a:r>
            <a:r>
              <a:rPr lang="en-AU" sz="2000" dirty="0">
                <a:latin typeface="+mn-lt"/>
              </a:rPr>
              <a:t> regularly over time.</a:t>
            </a:r>
          </a:p>
          <a:p>
            <a:pPr marL="342900" indent="-342900">
              <a:lnSpc>
                <a:spcPct val="150000"/>
              </a:lnSpc>
              <a:buFont typeface="Courier New" panose="02070309020205020404" pitchFamily="49" charset="0"/>
              <a:buChar char="o"/>
              <a:defRPr/>
            </a:pPr>
            <a:r>
              <a:rPr lang="en-AU" sz="2000" dirty="0">
                <a:latin typeface="+mn-lt"/>
              </a:rPr>
              <a:t>Seasonal variations are  usually due to the differences between seasons and to festive occasions such as Hindu, Christian or Muslim festivals.</a:t>
            </a:r>
          </a:p>
          <a:p>
            <a:pPr marL="342900" indent="-342900">
              <a:lnSpc>
                <a:spcPct val="150000"/>
              </a:lnSpc>
              <a:buFont typeface="Courier New" panose="02070309020205020404" pitchFamily="49" charset="0"/>
              <a:buChar char="o"/>
              <a:defRPr/>
            </a:pPr>
            <a:r>
              <a:rPr lang="en-AU" sz="2000" dirty="0">
                <a:latin typeface="+mn-lt"/>
              </a:rPr>
              <a:t>Examples include:</a:t>
            </a:r>
          </a:p>
          <a:p>
            <a:pPr lvl="1">
              <a:buFont typeface="Arial" charset="0"/>
              <a:buChar char="•"/>
              <a:defRPr/>
            </a:pPr>
            <a:r>
              <a:rPr lang="en-AU" sz="2000" dirty="0">
                <a:latin typeface="+mn-lt"/>
              </a:rPr>
              <a:t> Air conditioner sales in Summer</a:t>
            </a:r>
          </a:p>
          <a:p>
            <a:pPr lvl="1">
              <a:buFont typeface="Arial" charset="0"/>
              <a:buChar char="•"/>
              <a:defRPr/>
            </a:pPr>
            <a:r>
              <a:rPr lang="en-AU" sz="2000" dirty="0">
                <a:latin typeface="+mn-lt"/>
              </a:rPr>
              <a:t> Heater sales in Winter</a:t>
            </a:r>
          </a:p>
          <a:p>
            <a:pPr lvl="1">
              <a:buFont typeface="Arial" charset="0"/>
              <a:buChar char="•"/>
              <a:defRPr/>
            </a:pPr>
            <a:r>
              <a:rPr lang="en-AU" sz="2000" dirty="0">
                <a:latin typeface="+mn-lt"/>
              </a:rPr>
              <a:t> Flu cases in Winter</a:t>
            </a:r>
          </a:p>
          <a:p>
            <a:pPr lvl="1">
              <a:buFont typeface="Arial" charset="0"/>
              <a:buChar char="•"/>
              <a:defRPr/>
            </a:pPr>
            <a:r>
              <a:rPr lang="en-AU" sz="2000" dirty="0">
                <a:latin typeface="+mn-lt"/>
              </a:rPr>
              <a:t> Airline tickets for flights during school vacations</a:t>
            </a:r>
          </a:p>
          <a:p>
            <a:pPr algn="just" eaLnBrk="1" hangingPunct="1">
              <a:spcBef>
                <a:spcPct val="50000"/>
              </a:spcBef>
            </a:pPr>
            <a:endParaRPr lang="en-US" sz="2000" dirty="0">
              <a:latin typeface="+mn-lt"/>
            </a:endParaRPr>
          </a:p>
        </p:txBody>
      </p:sp>
    </p:spTree>
    <p:extLst>
      <p:ext uri="{BB962C8B-B14F-4D97-AF65-F5344CB8AC3E}">
        <p14:creationId xmlns:p14="http://schemas.microsoft.com/office/powerpoint/2010/main" val="9223907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Seasonal Component</a:t>
            </a:r>
          </a:p>
        </p:txBody>
      </p:sp>
      <p:sp>
        <p:nvSpPr>
          <p:cNvPr id="3" name="Rectangle 2"/>
          <p:cNvSpPr/>
          <p:nvPr/>
        </p:nvSpPr>
        <p:spPr>
          <a:xfrm>
            <a:off x="510988" y="924933"/>
            <a:ext cx="11187953" cy="2677656"/>
          </a:xfrm>
          <a:prstGeom prst="rect">
            <a:avLst/>
          </a:prstGeom>
        </p:spPr>
        <p:txBody>
          <a:bodyPr wrap="square">
            <a:spAutoFit/>
          </a:bodyPr>
          <a:lstStyle/>
          <a:p>
            <a:pPr marL="342900" indent="-342900" algn="just" eaLnBrk="1" hangingPunct="1">
              <a:buFont typeface="Courier New" panose="02070309020205020404" pitchFamily="49" charset="0"/>
              <a:buChar char="o"/>
            </a:pPr>
            <a:r>
              <a:rPr lang="en-AU" altLang="en-US" sz="2400" dirty="0">
                <a:latin typeface="+mn-lt"/>
              </a:rPr>
              <a:t>Seasonality in a time series can be identified by </a:t>
            </a:r>
            <a:r>
              <a:rPr lang="en-AU" altLang="en-US" sz="2400" b="1" dirty="0">
                <a:solidFill>
                  <a:srgbClr val="FF0000"/>
                </a:solidFill>
                <a:latin typeface="+mn-lt"/>
              </a:rPr>
              <a:t>regularly spaced peaks and troughs</a:t>
            </a:r>
            <a:r>
              <a:rPr lang="en-AU" altLang="en-US" sz="2400" dirty="0">
                <a:latin typeface="+mn-lt"/>
              </a:rPr>
              <a:t> which have a consistent direction and approximately the same magnitude every year, relative to the trend. </a:t>
            </a:r>
          </a:p>
          <a:p>
            <a:pPr marL="342900" indent="-342900" algn="just" eaLnBrk="1" hangingPunct="1">
              <a:buFont typeface="Courier New" panose="02070309020205020404" pitchFamily="49" charset="0"/>
              <a:buChar char="o"/>
            </a:pPr>
            <a:r>
              <a:rPr lang="en-AU" altLang="en-US" sz="2400" dirty="0">
                <a:latin typeface="+mn-lt"/>
              </a:rPr>
              <a:t>The following diagram depicts a strongly seasonal series. There is an obvious large seasonal increase in December retail sales in New South Wales due to Christmas shopping. In this example, the magnitude of the seasonal component increases over time, as does the trend.</a:t>
            </a:r>
          </a:p>
        </p:txBody>
      </p:sp>
      <p:pic>
        <p:nvPicPr>
          <p:cNvPr id="5" name="Picture 4">
            <a:extLst>
              <a:ext uri="{FF2B5EF4-FFF2-40B4-BE49-F238E27FC236}">
                <a16:creationId xmlns:a16="http://schemas.microsoft.com/office/drawing/2014/main" id="{498F78CC-2F5B-4F0D-8C9A-34575B5E5C99}"/>
              </a:ext>
            </a:extLst>
          </p:cNvPr>
          <p:cNvPicPr>
            <a:picLocks noChangeAspect="1"/>
          </p:cNvPicPr>
          <p:nvPr/>
        </p:nvPicPr>
        <p:blipFill>
          <a:blip r:embed="rId2"/>
          <a:stretch>
            <a:fillRect/>
          </a:stretch>
        </p:blipFill>
        <p:spPr>
          <a:xfrm>
            <a:off x="4432297" y="3486048"/>
            <a:ext cx="6263162" cy="2983193"/>
          </a:xfrm>
          <a:prstGeom prst="rect">
            <a:avLst/>
          </a:prstGeom>
        </p:spPr>
      </p:pic>
    </p:spTree>
    <p:extLst>
      <p:ext uri="{BB962C8B-B14F-4D97-AF65-F5344CB8AC3E}">
        <p14:creationId xmlns:p14="http://schemas.microsoft.com/office/powerpoint/2010/main" val="39976352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Cyclic component</a:t>
            </a:r>
          </a:p>
        </p:txBody>
      </p:sp>
      <p:sp>
        <p:nvSpPr>
          <p:cNvPr id="3" name="Rectangle 2"/>
          <p:cNvSpPr/>
          <p:nvPr/>
        </p:nvSpPr>
        <p:spPr>
          <a:xfrm>
            <a:off x="439270" y="1053837"/>
            <a:ext cx="10990729" cy="5447645"/>
          </a:xfrm>
          <a:prstGeom prst="rect">
            <a:avLst/>
          </a:prstGeom>
        </p:spPr>
        <p:txBody>
          <a:bodyPr wrap="square">
            <a:spAutoFit/>
          </a:bodyPr>
          <a:lstStyle/>
          <a:p>
            <a:pPr marL="342900" indent="-342900" eaLnBrk="1" hangingPunct="1">
              <a:spcBef>
                <a:spcPts val="0"/>
              </a:spcBef>
              <a:buFont typeface="Courier New" panose="02070309020205020404" pitchFamily="49" charset="0"/>
              <a:buChar char="o"/>
            </a:pPr>
            <a:r>
              <a:rPr lang="en-IN" sz="2400" dirty="0">
                <a:latin typeface="+mn-lt"/>
              </a:rPr>
              <a:t>C</a:t>
            </a:r>
            <a:r>
              <a:rPr lang="en-IN" sz="2400" baseline="-25000" dirty="0">
                <a:latin typeface="+mn-lt"/>
              </a:rPr>
              <a:t>t</a:t>
            </a:r>
            <a:r>
              <a:rPr lang="en-IN" sz="2400" dirty="0">
                <a:latin typeface="+mn-lt"/>
              </a:rPr>
              <a:t>: the cyclical component at time </a:t>
            </a:r>
            <a:r>
              <a:rPr lang="en-IN" sz="2400" i="1" dirty="0">
                <a:latin typeface="+mn-lt"/>
              </a:rPr>
              <a:t>t</a:t>
            </a:r>
            <a:r>
              <a:rPr lang="en-IN" sz="2400" dirty="0">
                <a:latin typeface="+mn-lt"/>
              </a:rPr>
              <a:t>. </a:t>
            </a:r>
          </a:p>
          <a:p>
            <a:pPr eaLnBrk="1" hangingPunct="1">
              <a:spcBef>
                <a:spcPts val="0"/>
              </a:spcBef>
            </a:pPr>
            <a:r>
              <a:rPr lang="en-IN" sz="2400" dirty="0">
                <a:latin typeface="+mn-lt"/>
              </a:rPr>
              <a:t>           which reflects repeated but non-periodic fluctuations. </a:t>
            </a:r>
          </a:p>
          <a:p>
            <a:pPr eaLnBrk="1" hangingPunct="1">
              <a:spcBef>
                <a:spcPts val="0"/>
              </a:spcBef>
            </a:pPr>
            <a:r>
              <a:rPr lang="en-IN" sz="2400" dirty="0">
                <a:latin typeface="+mn-lt"/>
              </a:rPr>
              <a:t>           The duration of these fluctuations are extended over a long period. </a:t>
            </a:r>
            <a:r>
              <a:rPr lang="en-IN" sz="2400" dirty="0">
                <a:solidFill>
                  <a:srgbClr val="008000"/>
                </a:solidFill>
                <a:latin typeface="+mn-lt"/>
              </a:rPr>
              <a:t>Usually are 	longer than a year.</a:t>
            </a:r>
          </a:p>
          <a:p>
            <a:pPr eaLnBrk="1" hangingPunct="1">
              <a:spcBef>
                <a:spcPts val="0"/>
              </a:spcBef>
            </a:pPr>
            <a:endParaRPr lang="en-IN" sz="2400" dirty="0">
              <a:solidFill>
                <a:srgbClr val="008000"/>
              </a:solidFill>
              <a:latin typeface="+mn-lt"/>
            </a:endParaRPr>
          </a:p>
          <a:p>
            <a:pPr marL="342900" indent="-342900">
              <a:spcBef>
                <a:spcPts val="0"/>
              </a:spcBef>
              <a:buFont typeface="Courier New" panose="02070309020205020404" pitchFamily="49" charset="0"/>
              <a:buChar char="o"/>
            </a:pPr>
            <a:r>
              <a:rPr lang="en-AU" altLang="en-US" sz="2400" dirty="0">
                <a:latin typeface="+mn-lt"/>
              </a:rPr>
              <a:t>Cyclical variations also have recurring patterns but with a longer and more </a:t>
            </a:r>
            <a:r>
              <a:rPr lang="en-AU" altLang="en-US" sz="2400" b="1" dirty="0">
                <a:latin typeface="+mn-lt"/>
              </a:rPr>
              <a:t>erratic time scale </a:t>
            </a:r>
            <a:r>
              <a:rPr lang="en-AU" altLang="en-US" sz="2400" dirty="0">
                <a:latin typeface="+mn-lt"/>
              </a:rPr>
              <a:t>compared to Seasonal variations.</a:t>
            </a:r>
          </a:p>
          <a:p>
            <a:pPr>
              <a:spcBef>
                <a:spcPts val="0"/>
              </a:spcBef>
            </a:pPr>
            <a:endParaRPr lang="en-AU" altLang="en-US" sz="2400" dirty="0">
              <a:latin typeface="+mn-lt"/>
            </a:endParaRPr>
          </a:p>
          <a:p>
            <a:pPr marL="342900" indent="-342900">
              <a:spcBef>
                <a:spcPts val="0"/>
              </a:spcBef>
              <a:buFont typeface="Courier New" panose="02070309020205020404" pitchFamily="49" charset="0"/>
              <a:buChar char="o"/>
            </a:pPr>
            <a:r>
              <a:rPr lang="en-AU" altLang="en-US" sz="2400" dirty="0">
                <a:latin typeface="+mn-lt"/>
              </a:rPr>
              <a:t>The name is quite misleading because these cycles can be far from regular and it is usually impossible to predict just how long periods of expansion or contraction will be.</a:t>
            </a:r>
          </a:p>
          <a:p>
            <a:pPr>
              <a:spcBef>
                <a:spcPts val="0"/>
              </a:spcBef>
            </a:pPr>
            <a:endParaRPr lang="en-AU" altLang="en-US" sz="2400" dirty="0">
              <a:latin typeface="+mn-lt"/>
            </a:endParaRPr>
          </a:p>
          <a:p>
            <a:pPr marL="342900" indent="-342900">
              <a:spcBef>
                <a:spcPts val="0"/>
              </a:spcBef>
              <a:buFont typeface="Courier New" panose="02070309020205020404" pitchFamily="49" charset="0"/>
              <a:buChar char="o"/>
            </a:pPr>
            <a:r>
              <a:rPr lang="en-AU" altLang="en-US" sz="2400" dirty="0">
                <a:latin typeface="+mn-lt"/>
              </a:rPr>
              <a:t>There is no guarantee of a regularly returning pattern. </a:t>
            </a:r>
          </a:p>
          <a:p>
            <a:pPr eaLnBrk="1" hangingPunct="1">
              <a:spcBef>
                <a:spcPct val="50000"/>
              </a:spcBef>
            </a:pPr>
            <a:endParaRPr lang="en-US" sz="2400" dirty="0">
              <a:solidFill>
                <a:srgbClr val="008000"/>
              </a:solidFill>
              <a:latin typeface="+mn-lt"/>
            </a:endParaRPr>
          </a:p>
        </p:txBody>
      </p:sp>
    </p:spTree>
    <p:extLst>
      <p:ext uri="{BB962C8B-B14F-4D97-AF65-F5344CB8AC3E}">
        <p14:creationId xmlns:p14="http://schemas.microsoft.com/office/powerpoint/2010/main" val="28260618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Cyclic component</a:t>
            </a:r>
          </a:p>
        </p:txBody>
      </p:sp>
      <p:sp>
        <p:nvSpPr>
          <p:cNvPr id="3" name="Rectangle 2"/>
          <p:cNvSpPr/>
          <p:nvPr/>
        </p:nvSpPr>
        <p:spPr>
          <a:xfrm>
            <a:off x="860611" y="924933"/>
            <a:ext cx="5038165" cy="1938992"/>
          </a:xfrm>
          <a:prstGeom prst="rect">
            <a:avLst/>
          </a:prstGeom>
        </p:spPr>
        <p:txBody>
          <a:bodyPr wrap="square">
            <a:spAutoFit/>
          </a:bodyPr>
          <a:lstStyle/>
          <a:p>
            <a:pPr>
              <a:defRPr/>
            </a:pPr>
            <a:r>
              <a:rPr lang="en-AU" sz="2000" b="1" dirty="0"/>
              <a:t>Examples:</a:t>
            </a:r>
          </a:p>
          <a:p>
            <a:pPr marL="342900" indent="-342900">
              <a:buFont typeface="Courier New" panose="02070309020205020404" pitchFamily="49" charset="0"/>
              <a:buChar char="o"/>
              <a:defRPr/>
            </a:pPr>
            <a:r>
              <a:rPr lang="en-AU" sz="2000" dirty="0"/>
              <a:t> Floods</a:t>
            </a:r>
          </a:p>
          <a:p>
            <a:pPr marL="342900" indent="-342900">
              <a:buFont typeface="Courier New" panose="02070309020205020404" pitchFamily="49" charset="0"/>
              <a:buChar char="o"/>
              <a:defRPr/>
            </a:pPr>
            <a:r>
              <a:rPr lang="en-AU" sz="2000" dirty="0"/>
              <a:t> Wars</a:t>
            </a:r>
          </a:p>
          <a:p>
            <a:pPr marL="342900" indent="-342900">
              <a:buFont typeface="Courier New" panose="02070309020205020404" pitchFamily="49" charset="0"/>
              <a:buChar char="o"/>
              <a:defRPr/>
            </a:pPr>
            <a:r>
              <a:rPr lang="en-AU" sz="2000" dirty="0"/>
              <a:t> Changes in interest rates</a:t>
            </a:r>
          </a:p>
          <a:p>
            <a:pPr marL="342900" indent="-342900">
              <a:buFont typeface="Courier New" panose="02070309020205020404" pitchFamily="49" charset="0"/>
              <a:buChar char="o"/>
              <a:defRPr/>
            </a:pPr>
            <a:r>
              <a:rPr lang="en-AU" sz="2000" dirty="0"/>
              <a:t> Economic depressions or recessions</a:t>
            </a:r>
          </a:p>
          <a:p>
            <a:pPr marL="342900" indent="-342900">
              <a:buFont typeface="Courier New" panose="02070309020205020404" pitchFamily="49" charset="0"/>
              <a:buChar char="o"/>
              <a:defRPr/>
            </a:pPr>
            <a:r>
              <a:rPr lang="en-AU" sz="2000" dirty="0"/>
              <a:t> Changes in consumer spending</a:t>
            </a:r>
          </a:p>
        </p:txBody>
      </p:sp>
      <p:sp>
        <p:nvSpPr>
          <p:cNvPr id="4" name="Rectangle 3"/>
          <p:cNvSpPr/>
          <p:nvPr/>
        </p:nvSpPr>
        <p:spPr>
          <a:xfrm>
            <a:off x="5898776" y="1212231"/>
            <a:ext cx="5038165" cy="1323439"/>
          </a:xfrm>
          <a:prstGeom prst="rect">
            <a:avLst/>
          </a:prstGeom>
        </p:spPr>
        <p:txBody>
          <a:bodyPr wrap="square">
            <a:spAutoFit/>
          </a:bodyPr>
          <a:lstStyle/>
          <a:p>
            <a:pPr marL="0" indent="0" algn="just">
              <a:buFont typeface="Arial" panose="020B0604020202020204" pitchFamily="34" charset="0"/>
              <a:buNone/>
            </a:pPr>
            <a:r>
              <a:rPr lang="en-AU" altLang="en-US" sz="2000" dirty="0">
                <a:latin typeface="+mn-lt"/>
              </a:rPr>
              <a:t>This chart represents an economic cycle, but we know it doesn’t always go like this. The timing and length of each phase is not predictable.</a:t>
            </a:r>
          </a:p>
        </p:txBody>
      </p:sp>
      <p:pic>
        <p:nvPicPr>
          <p:cNvPr id="5" name="Picture 4">
            <a:extLst>
              <a:ext uri="{FF2B5EF4-FFF2-40B4-BE49-F238E27FC236}">
                <a16:creationId xmlns:a16="http://schemas.microsoft.com/office/drawing/2014/main" id="{2BE17D97-4962-0E96-E562-E0594F1510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3233" y="3233257"/>
            <a:ext cx="9551917" cy="352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72772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00000"/>
              </a:lnSpc>
            </a:pPr>
            <a:r>
              <a:rPr lang="en-US" dirty="0"/>
              <a:t>Difference Between Seasonal and Cyclic Components </a:t>
            </a:r>
            <a:endParaRPr lang="en-US" dirty="0">
              <a:latin typeface="Helvetica Neue"/>
              <a:cs typeface="Helvetica" panose="020B0604020202020204" pitchFamily="34" charset="0"/>
            </a:endParaRPr>
          </a:p>
        </p:txBody>
      </p:sp>
      <p:graphicFrame>
        <p:nvGraphicFramePr>
          <p:cNvPr id="3" name="Table 2"/>
          <p:cNvGraphicFramePr>
            <a:graphicFrameLocks noGrp="1"/>
          </p:cNvGraphicFramePr>
          <p:nvPr>
            <p:extLst>
              <p:ext uri="{D42A27DB-BD31-4B8C-83A1-F6EECF244321}">
                <p14:modId xmlns:p14="http://schemas.microsoft.com/office/powerpoint/2010/main" val="765774131"/>
              </p:ext>
            </p:extLst>
          </p:nvPr>
        </p:nvGraphicFramePr>
        <p:xfrm>
          <a:off x="538442" y="1173489"/>
          <a:ext cx="11003625" cy="4972558"/>
        </p:xfrm>
        <a:graphic>
          <a:graphicData uri="http://schemas.openxmlformats.org/drawingml/2006/table">
            <a:tbl>
              <a:tblPr/>
              <a:tblGrid>
                <a:gridCol w="1578920">
                  <a:extLst>
                    <a:ext uri="{9D8B030D-6E8A-4147-A177-3AD203B41FA5}">
                      <a16:colId xmlns:a16="http://schemas.microsoft.com/office/drawing/2014/main" val="955238452"/>
                    </a:ext>
                  </a:extLst>
                </a:gridCol>
                <a:gridCol w="4317501">
                  <a:extLst>
                    <a:ext uri="{9D8B030D-6E8A-4147-A177-3AD203B41FA5}">
                      <a16:colId xmlns:a16="http://schemas.microsoft.com/office/drawing/2014/main" val="625577384"/>
                    </a:ext>
                  </a:extLst>
                </a:gridCol>
                <a:gridCol w="5107204">
                  <a:extLst>
                    <a:ext uri="{9D8B030D-6E8A-4147-A177-3AD203B41FA5}">
                      <a16:colId xmlns:a16="http://schemas.microsoft.com/office/drawing/2014/main" val="182162099"/>
                    </a:ext>
                  </a:extLst>
                </a:gridCol>
              </a:tblGrid>
              <a:tr h="336733">
                <a:tc>
                  <a:txBody>
                    <a:bodyPr/>
                    <a:lstStyle/>
                    <a:p>
                      <a:r>
                        <a:rPr lang="en-IN" sz="2000" dirty="0"/>
                        <a:t>Feature</a:t>
                      </a:r>
                    </a:p>
                  </a:txBody>
                  <a:tcPr marL="60555" marR="60555" marT="30277" marB="30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1"/>
                        <a:t>Seasonal Component</a:t>
                      </a:r>
                      <a:endParaRPr lang="en-IN" sz="2000"/>
                    </a:p>
                  </a:txBody>
                  <a:tcPr marL="60555" marR="60555" marT="30277" marB="30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1"/>
                        <a:t>Cyclic Component</a:t>
                      </a:r>
                      <a:endParaRPr lang="en-IN" sz="2000"/>
                    </a:p>
                  </a:txBody>
                  <a:tcPr marL="60555" marR="60555" marT="30277" marB="30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03459590"/>
                  </a:ext>
                </a:extLst>
              </a:tr>
              <a:tr h="1145971">
                <a:tc>
                  <a:txBody>
                    <a:bodyPr/>
                    <a:lstStyle/>
                    <a:p>
                      <a:r>
                        <a:rPr lang="en-IN" sz="2000" b="1" dirty="0"/>
                        <a:t>Definition</a:t>
                      </a:r>
                      <a:endParaRPr lang="en-IN" sz="2000" dirty="0"/>
                    </a:p>
                  </a:txBody>
                  <a:tcPr marL="60555" marR="60555" marT="30277" marB="30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t>A repeating pattern that occurs at fixed, regular intervals (e.g., daily, monthly, yearly).</a:t>
                      </a:r>
                    </a:p>
                  </a:txBody>
                  <a:tcPr marL="60555" marR="60555" marT="30277" marB="30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t>A fluctuating pattern that occurs at irregular intervals and is influenced by external factors like economic cycles.</a:t>
                      </a:r>
                    </a:p>
                  </a:txBody>
                  <a:tcPr marL="60555" marR="60555" marT="30277" marB="30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0890790"/>
                  </a:ext>
                </a:extLst>
              </a:tr>
              <a:tr h="606479">
                <a:tc>
                  <a:txBody>
                    <a:bodyPr/>
                    <a:lstStyle/>
                    <a:p>
                      <a:r>
                        <a:rPr lang="en-IN" sz="2000" b="1"/>
                        <a:t>Periodicity</a:t>
                      </a:r>
                      <a:endParaRPr lang="en-IN" sz="2000"/>
                    </a:p>
                  </a:txBody>
                  <a:tcPr marL="60555" marR="60555" marT="30277" marB="30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t>Fixed and known (e.g., quarterly, annual, weekly).</a:t>
                      </a:r>
                    </a:p>
                  </a:txBody>
                  <a:tcPr marL="60555" marR="60555" marT="30277" marB="30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a:t>Variable and unpredictable (can last several years).</a:t>
                      </a:r>
                    </a:p>
                  </a:txBody>
                  <a:tcPr marL="60555" marR="60555" marT="30277" marB="30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3712148"/>
                  </a:ext>
                </a:extLst>
              </a:tr>
              <a:tr h="876225">
                <a:tc>
                  <a:txBody>
                    <a:bodyPr/>
                    <a:lstStyle/>
                    <a:p>
                      <a:r>
                        <a:rPr lang="en-IN" sz="2000" b="1"/>
                        <a:t>Cause</a:t>
                      </a:r>
                      <a:endParaRPr lang="en-IN" sz="2000"/>
                    </a:p>
                  </a:txBody>
                  <a:tcPr marL="60555" marR="60555" marT="30277" marB="30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t>Usually driven by natural, social, or institutional factors (e.g., weather, holidays).</a:t>
                      </a:r>
                    </a:p>
                  </a:txBody>
                  <a:tcPr marL="60555" marR="60555" marT="30277" marB="30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t>Driven by economic, political, or business cycles.</a:t>
                      </a:r>
                    </a:p>
                  </a:txBody>
                  <a:tcPr marL="60555" marR="60555" marT="30277" marB="30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67560652"/>
                  </a:ext>
                </a:extLst>
              </a:tr>
              <a:tr h="606479">
                <a:tc>
                  <a:txBody>
                    <a:bodyPr/>
                    <a:lstStyle/>
                    <a:p>
                      <a:r>
                        <a:rPr lang="en-IN" sz="2000" b="1"/>
                        <a:t>Duration</a:t>
                      </a:r>
                      <a:endParaRPr lang="en-IN" sz="2000"/>
                    </a:p>
                  </a:txBody>
                  <a:tcPr marL="60555" marR="60555" marT="30277" marB="30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t>Short-term and repeats within a fixed period.</a:t>
                      </a:r>
                    </a:p>
                  </a:txBody>
                  <a:tcPr marL="60555" marR="60555" marT="30277" marB="30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t>Long-term and may not have a fixed period.</a:t>
                      </a:r>
                    </a:p>
                  </a:txBody>
                  <a:tcPr marL="60555" marR="60555" marT="30277" marB="30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01186633"/>
                  </a:ext>
                </a:extLst>
              </a:tr>
              <a:tr h="1145971">
                <a:tc>
                  <a:txBody>
                    <a:bodyPr/>
                    <a:lstStyle/>
                    <a:p>
                      <a:r>
                        <a:rPr lang="en-IN" sz="2000" b="1"/>
                        <a:t>Examples</a:t>
                      </a:r>
                      <a:endParaRPr lang="en-IN" sz="2000"/>
                    </a:p>
                  </a:txBody>
                  <a:tcPr marL="60555" marR="60555" marT="30277" marB="30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a:t>- Higher ice cream sales in summer. </a:t>
                      </a:r>
                      <a:br>
                        <a:rPr lang="en-US" sz="2000"/>
                      </a:br>
                      <a:r>
                        <a:rPr lang="en-US" sz="2000"/>
                        <a:t>- Increased shopping in December (holiday season).</a:t>
                      </a:r>
                    </a:p>
                  </a:txBody>
                  <a:tcPr marL="60555" marR="60555" marT="30277" marB="30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t>- Stock market fluctuations. </a:t>
                      </a:r>
                      <a:br>
                        <a:rPr lang="en-US" sz="2000" dirty="0"/>
                      </a:br>
                      <a:r>
                        <a:rPr lang="en-US" sz="2000" dirty="0"/>
                        <a:t>- Economic recessions and expansions.</a:t>
                      </a:r>
                    </a:p>
                  </a:txBody>
                  <a:tcPr marL="60555" marR="60555" marT="30277" marB="302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2183360"/>
                  </a:ext>
                </a:extLst>
              </a:tr>
            </a:tbl>
          </a:graphicData>
        </a:graphic>
      </p:graphicFrame>
    </p:spTree>
    <p:extLst>
      <p:ext uri="{BB962C8B-B14F-4D97-AF65-F5344CB8AC3E}">
        <p14:creationId xmlns:p14="http://schemas.microsoft.com/office/powerpoint/2010/main" val="42139685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Irregular component</a:t>
            </a:r>
            <a:endParaRPr lang="en-IN" dirty="0"/>
          </a:p>
        </p:txBody>
      </p:sp>
      <p:sp>
        <p:nvSpPr>
          <p:cNvPr id="3" name="Rectangle 2"/>
          <p:cNvSpPr/>
          <p:nvPr/>
        </p:nvSpPr>
        <p:spPr>
          <a:xfrm>
            <a:off x="528918" y="1189762"/>
            <a:ext cx="5595657" cy="3046988"/>
          </a:xfrm>
          <a:prstGeom prst="rect">
            <a:avLst/>
          </a:prstGeom>
        </p:spPr>
        <p:txBody>
          <a:bodyPr wrap="square">
            <a:spAutoFit/>
          </a:bodyPr>
          <a:lstStyle/>
          <a:p>
            <a:pPr marL="342900" indent="-342900" algn="just" eaLnBrk="1" hangingPunct="1">
              <a:spcBef>
                <a:spcPts val="0"/>
              </a:spcBef>
              <a:buFont typeface="Courier New" panose="02070309020205020404" pitchFamily="49" charset="0"/>
              <a:buChar char="o"/>
            </a:pPr>
            <a:r>
              <a:rPr lang="en-IN" sz="2400" dirty="0">
                <a:latin typeface="+mn-lt"/>
              </a:rPr>
              <a:t>I</a:t>
            </a:r>
            <a:r>
              <a:rPr lang="en-IN" sz="2400" baseline="-25000" dirty="0">
                <a:latin typeface="+mn-lt"/>
              </a:rPr>
              <a:t>t</a:t>
            </a:r>
            <a:r>
              <a:rPr lang="en-IN" sz="2400" dirty="0">
                <a:latin typeface="+mn-lt"/>
              </a:rPr>
              <a:t>:  the irregular component (or "noise") at time </a:t>
            </a:r>
            <a:r>
              <a:rPr lang="en-IN" sz="2400" i="1" dirty="0">
                <a:latin typeface="+mn-lt"/>
              </a:rPr>
              <a:t>t</a:t>
            </a:r>
            <a:r>
              <a:rPr lang="en-IN" sz="2400" dirty="0">
                <a:latin typeface="+mn-lt"/>
              </a:rPr>
              <a:t>.</a:t>
            </a:r>
          </a:p>
          <a:p>
            <a:pPr marL="800100" lvl="1" indent="-342900" algn="just" eaLnBrk="1" hangingPunct="1">
              <a:spcBef>
                <a:spcPts val="0"/>
              </a:spcBef>
              <a:buFont typeface="Wingdings" panose="05000000000000000000" pitchFamily="2" charset="2"/>
              <a:buChar char="v"/>
            </a:pPr>
            <a:r>
              <a:rPr lang="en-IN" sz="2400" dirty="0">
                <a:latin typeface="+mn-lt"/>
              </a:rPr>
              <a:t>which describes random or short term unpredictable fluctuations. </a:t>
            </a:r>
          </a:p>
          <a:p>
            <a:pPr algn="just" eaLnBrk="1" hangingPunct="1">
              <a:spcBef>
                <a:spcPts val="0"/>
              </a:spcBef>
            </a:pPr>
            <a:endParaRPr lang="en-IN" sz="2400" dirty="0">
              <a:latin typeface="+mn-lt"/>
            </a:endParaRPr>
          </a:p>
          <a:p>
            <a:pPr marL="342900" indent="-342900" algn="just" eaLnBrk="1" hangingPunct="1">
              <a:spcBef>
                <a:spcPts val="0"/>
              </a:spcBef>
              <a:buFont typeface="Courier New" panose="02070309020205020404" pitchFamily="49" charset="0"/>
              <a:buChar char="o"/>
            </a:pPr>
            <a:r>
              <a:rPr lang="en-IN" sz="2400" dirty="0">
                <a:latin typeface="+mn-lt"/>
              </a:rPr>
              <a:t>It represents the residuals or remainder of the time series after the other components have been removed.</a:t>
            </a:r>
            <a:endParaRPr lang="en-US" sz="2400" dirty="0">
              <a:latin typeface="+mn-lt"/>
            </a:endParaRPr>
          </a:p>
        </p:txBody>
      </p:sp>
      <p:pic>
        <p:nvPicPr>
          <p:cNvPr id="4" name="Picture 3"/>
          <p:cNvPicPr>
            <a:picLocks noChangeAspect="1"/>
          </p:cNvPicPr>
          <p:nvPr/>
        </p:nvPicPr>
        <p:blipFill>
          <a:blip r:embed="rId2"/>
          <a:stretch>
            <a:fillRect/>
          </a:stretch>
        </p:blipFill>
        <p:spPr>
          <a:xfrm>
            <a:off x="6641363" y="924933"/>
            <a:ext cx="5369663" cy="5743575"/>
          </a:xfrm>
          <a:prstGeom prst="rect">
            <a:avLst/>
          </a:prstGeom>
        </p:spPr>
      </p:pic>
    </p:spTree>
    <p:extLst>
      <p:ext uri="{BB962C8B-B14F-4D97-AF65-F5344CB8AC3E}">
        <p14:creationId xmlns:p14="http://schemas.microsoft.com/office/powerpoint/2010/main" val="1991561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Irregular component</a:t>
            </a:r>
            <a:endParaRPr lang="en-IN" dirty="0"/>
          </a:p>
        </p:txBody>
      </p:sp>
      <p:sp>
        <p:nvSpPr>
          <p:cNvPr id="5" name="Rectangle 4"/>
          <p:cNvSpPr/>
          <p:nvPr/>
        </p:nvSpPr>
        <p:spPr>
          <a:xfrm>
            <a:off x="838200" y="924933"/>
            <a:ext cx="10572749" cy="5632311"/>
          </a:xfrm>
          <a:prstGeom prst="rect">
            <a:avLst/>
          </a:prstGeom>
        </p:spPr>
        <p:txBody>
          <a:bodyPr wrap="square">
            <a:spAutoFit/>
          </a:bodyPr>
          <a:lstStyle/>
          <a:p>
            <a:pPr marL="342900" indent="-342900" algn="just">
              <a:buFont typeface="Courier New" panose="02070309020205020404" pitchFamily="49" charset="0"/>
              <a:buChar char="o"/>
            </a:pPr>
            <a:r>
              <a:rPr lang="en-AU" altLang="en-US" sz="2400" dirty="0">
                <a:latin typeface="+mn-lt"/>
              </a:rPr>
              <a:t>An irregular (or random) variation in a time series occurs over varying (usually short) periods.</a:t>
            </a:r>
          </a:p>
          <a:p>
            <a:pPr algn="just"/>
            <a:endParaRPr lang="en-AU" altLang="en-US" sz="2400" dirty="0">
              <a:latin typeface="+mn-lt"/>
            </a:endParaRPr>
          </a:p>
          <a:p>
            <a:pPr marL="342900" indent="-342900" algn="just">
              <a:buFont typeface="Courier New" panose="02070309020205020404" pitchFamily="49" charset="0"/>
              <a:buChar char="o"/>
            </a:pPr>
            <a:r>
              <a:rPr lang="en-AU" altLang="en-US" sz="2400" dirty="0">
                <a:latin typeface="+mn-lt"/>
              </a:rPr>
              <a:t>It follows </a:t>
            </a:r>
            <a:r>
              <a:rPr lang="en-AU" altLang="en-US" sz="2400" b="1" dirty="0">
                <a:latin typeface="+mn-lt"/>
              </a:rPr>
              <a:t>no pattern </a:t>
            </a:r>
            <a:r>
              <a:rPr lang="en-AU" altLang="en-US" sz="2400" dirty="0">
                <a:latin typeface="+mn-lt"/>
              </a:rPr>
              <a:t>and is by nature </a:t>
            </a:r>
            <a:r>
              <a:rPr lang="en-AU" altLang="en-US" sz="2400" b="1" dirty="0">
                <a:latin typeface="+mn-lt"/>
              </a:rPr>
              <a:t>unpredictable</a:t>
            </a:r>
            <a:r>
              <a:rPr lang="en-AU" altLang="en-US" sz="2400" dirty="0">
                <a:latin typeface="+mn-lt"/>
              </a:rPr>
              <a:t>.</a:t>
            </a:r>
          </a:p>
          <a:p>
            <a:pPr marL="342900" indent="-342900" algn="just">
              <a:buFont typeface="Courier New" panose="02070309020205020404" pitchFamily="49" charset="0"/>
              <a:buChar char="o"/>
            </a:pPr>
            <a:r>
              <a:rPr lang="en-AU" altLang="en-US" sz="2400" dirty="0">
                <a:latin typeface="+mn-lt"/>
              </a:rPr>
              <a:t>It usually occurs </a:t>
            </a:r>
            <a:r>
              <a:rPr lang="en-AU" altLang="en-US" sz="2400" b="1" dirty="0">
                <a:latin typeface="+mn-lt"/>
              </a:rPr>
              <a:t>randomly</a:t>
            </a:r>
            <a:r>
              <a:rPr lang="en-AU" altLang="en-US" sz="2400" dirty="0">
                <a:latin typeface="+mn-lt"/>
              </a:rPr>
              <a:t> and may be linked to events that also occur randomly.</a:t>
            </a:r>
          </a:p>
          <a:p>
            <a:pPr marL="342900" indent="-342900" algn="just">
              <a:buFont typeface="Courier New" panose="02070309020205020404" pitchFamily="49" charset="0"/>
              <a:buChar char="o"/>
            </a:pPr>
            <a:r>
              <a:rPr lang="en-AU" altLang="en-US" sz="2400" dirty="0">
                <a:latin typeface="+mn-lt"/>
              </a:rPr>
              <a:t>Irregular variation </a:t>
            </a:r>
            <a:r>
              <a:rPr lang="en-AU" altLang="en-US" sz="2400" b="1" dirty="0">
                <a:latin typeface="+mn-lt"/>
              </a:rPr>
              <a:t>cannot be explained mathematically</a:t>
            </a:r>
            <a:r>
              <a:rPr lang="en-AU" altLang="en-US" sz="2400" dirty="0">
                <a:latin typeface="+mn-lt"/>
              </a:rPr>
              <a:t>. </a:t>
            </a:r>
          </a:p>
          <a:p>
            <a:pPr marL="342900" indent="-342900" algn="just">
              <a:buFont typeface="Courier New" panose="02070309020205020404" pitchFamily="49" charset="0"/>
              <a:buChar char="o"/>
            </a:pPr>
            <a:r>
              <a:rPr lang="en-AU" sz="2400" dirty="0">
                <a:latin typeface="+mn-lt"/>
              </a:rPr>
              <a:t>If the variation cannot be accounted for by secular trend, season or cyclical variation, then it is usually attributed to irregular variation. </a:t>
            </a:r>
          </a:p>
          <a:p>
            <a:pPr marL="342900" indent="-342900" algn="just">
              <a:buFont typeface="Courier New" panose="02070309020205020404" pitchFamily="49" charset="0"/>
              <a:buChar char="o"/>
            </a:pPr>
            <a:r>
              <a:rPr lang="en-AU" sz="2400" dirty="0">
                <a:latin typeface="+mn-lt"/>
              </a:rPr>
              <a:t>Examples:</a:t>
            </a:r>
          </a:p>
          <a:p>
            <a:pPr marL="800100" lvl="1" indent="-342900" algn="just">
              <a:buFont typeface="Wingdings" panose="05000000000000000000" pitchFamily="2" charset="2"/>
              <a:buChar char="v"/>
              <a:defRPr/>
            </a:pPr>
            <a:r>
              <a:rPr lang="en-AU" sz="2400" dirty="0">
                <a:latin typeface="+mn-lt"/>
              </a:rPr>
              <a:t>Sudden changes in interest rates</a:t>
            </a:r>
          </a:p>
          <a:p>
            <a:pPr marL="800100" lvl="1" indent="-342900" algn="just">
              <a:buFont typeface="Wingdings" panose="05000000000000000000" pitchFamily="2" charset="2"/>
              <a:buChar char="v"/>
              <a:defRPr/>
            </a:pPr>
            <a:r>
              <a:rPr lang="en-AU" sz="2400" dirty="0">
                <a:latin typeface="+mn-lt"/>
              </a:rPr>
              <a:t>Collapse of companies</a:t>
            </a:r>
          </a:p>
          <a:p>
            <a:pPr marL="800100" lvl="1" indent="-342900" algn="just">
              <a:buFont typeface="Wingdings" panose="05000000000000000000" pitchFamily="2" charset="2"/>
              <a:buChar char="v"/>
              <a:defRPr/>
            </a:pPr>
            <a:r>
              <a:rPr lang="en-AU" sz="2400" dirty="0">
                <a:latin typeface="+mn-lt"/>
              </a:rPr>
              <a:t>Natural disasters</a:t>
            </a:r>
          </a:p>
          <a:p>
            <a:pPr marL="800100" lvl="1" indent="-342900" algn="just">
              <a:buFont typeface="Wingdings" panose="05000000000000000000" pitchFamily="2" charset="2"/>
              <a:buChar char="v"/>
              <a:defRPr/>
            </a:pPr>
            <a:r>
              <a:rPr lang="en-AU" sz="2400" dirty="0">
                <a:latin typeface="+mn-lt"/>
              </a:rPr>
              <a:t>Sudden shift s in government policy</a:t>
            </a:r>
          </a:p>
          <a:p>
            <a:pPr marL="800100" lvl="1" indent="-342900" algn="just">
              <a:buFont typeface="Wingdings" panose="05000000000000000000" pitchFamily="2" charset="2"/>
              <a:buChar char="v"/>
              <a:defRPr/>
            </a:pPr>
            <a:r>
              <a:rPr lang="en-AU" sz="2400" dirty="0">
                <a:latin typeface="+mn-lt"/>
              </a:rPr>
              <a:t>Dramatic changes to the stock market</a:t>
            </a:r>
          </a:p>
          <a:p>
            <a:pPr marL="800100" lvl="1" indent="-342900" algn="just">
              <a:buFont typeface="Wingdings" panose="05000000000000000000" pitchFamily="2" charset="2"/>
              <a:buChar char="v"/>
              <a:defRPr/>
            </a:pPr>
            <a:r>
              <a:rPr lang="en-AU" sz="2400" dirty="0">
                <a:latin typeface="+mn-lt"/>
              </a:rPr>
              <a:t>Effect of Middle East unrest on petrol prices</a:t>
            </a:r>
            <a:r>
              <a:rPr lang="en-AU" altLang="en-US" sz="2400" dirty="0">
                <a:latin typeface="+mn-lt"/>
              </a:rPr>
              <a:t>. </a:t>
            </a:r>
          </a:p>
        </p:txBody>
      </p:sp>
    </p:spTree>
    <p:extLst>
      <p:ext uri="{BB962C8B-B14F-4D97-AF65-F5344CB8AC3E}">
        <p14:creationId xmlns:p14="http://schemas.microsoft.com/office/powerpoint/2010/main" val="20477428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Irregular component</a:t>
            </a:r>
            <a:endParaRPr lang="en-IN" dirty="0"/>
          </a:p>
        </p:txBody>
      </p:sp>
      <p:sp>
        <p:nvSpPr>
          <p:cNvPr id="2" name="Rectangle 1"/>
          <p:cNvSpPr/>
          <p:nvPr/>
        </p:nvSpPr>
        <p:spPr>
          <a:xfrm>
            <a:off x="609600" y="1274259"/>
            <a:ext cx="10954871" cy="4154984"/>
          </a:xfrm>
          <a:prstGeom prst="rect">
            <a:avLst/>
          </a:prstGeom>
        </p:spPr>
        <p:txBody>
          <a:bodyPr wrap="square">
            <a:spAutoFit/>
          </a:bodyPr>
          <a:lstStyle/>
          <a:p>
            <a:pPr marL="342900" indent="-342900" algn="just">
              <a:buFont typeface="Courier New" panose="02070309020205020404" pitchFamily="49" charset="0"/>
              <a:buChar char="o"/>
            </a:pPr>
            <a:r>
              <a:rPr lang="en-US" sz="2400" dirty="0">
                <a:latin typeface="+mn-lt"/>
              </a:rPr>
              <a:t>Erratic, unsystematic, ‘residual’ fluctuations</a:t>
            </a:r>
          </a:p>
          <a:p>
            <a:pPr marL="342900" indent="-342900" algn="just">
              <a:buFont typeface="Courier New" panose="02070309020205020404" pitchFamily="49" charset="0"/>
              <a:buChar char="o"/>
            </a:pPr>
            <a:r>
              <a:rPr lang="en-US" sz="2400" dirty="0">
                <a:latin typeface="+mn-lt"/>
              </a:rPr>
              <a:t>Due to random variation or unforeseen events like Union strike, War Short duration &amp; nonrepeating </a:t>
            </a:r>
          </a:p>
          <a:p>
            <a:pPr marL="342900" indent="-342900" algn="just">
              <a:buFont typeface="Courier New" panose="02070309020205020404" pitchFamily="49" charset="0"/>
              <a:buChar char="o"/>
            </a:pPr>
            <a:r>
              <a:rPr lang="en-IN" sz="2400" dirty="0">
                <a:latin typeface="+mn-lt"/>
              </a:rPr>
              <a:t>Rapid changes or bleeps in the data caused by short term unanticipated and non-recurring factors. Irregular fluctuations can happen as often as day to day</a:t>
            </a:r>
          </a:p>
          <a:p>
            <a:endParaRPr lang="en-US" sz="2400" dirty="0">
              <a:latin typeface="+mn-lt"/>
            </a:endParaRPr>
          </a:p>
          <a:p>
            <a:pPr marL="342900" indent="-342900">
              <a:buFont typeface="Courier New" panose="02070309020205020404" pitchFamily="49" charset="0"/>
              <a:buChar char="o"/>
            </a:pPr>
            <a:r>
              <a:rPr lang="en-AU" altLang="en-US" sz="2400" dirty="0">
                <a:latin typeface="+mn-lt"/>
              </a:rPr>
              <a:t>The irregular component results from short term fluctuations in the series which are neither systematic nor predictable. In a highly irregular series, these fluctuations can dominate movements, which will mask the trend and seasonality. </a:t>
            </a:r>
            <a:br>
              <a:rPr lang="en-AU" altLang="en-US" sz="2400" dirty="0">
                <a:latin typeface="+mn-lt"/>
              </a:rPr>
            </a:br>
            <a:endParaRPr lang="en-AU" altLang="en-US" sz="2400" dirty="0">
              <a:latin typeface="+mn-lt"/>
            </a:endParaRPr>
          </a:p>
          <a:p>
            <a:endParaRPr lang="en-US" sz="2400" dirty="0">
              <a:latin typeface="Helvetica Neue" panose="020005030000000200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160569"/>
            <a:ext cx="7543800" cy="764364"/>
          </a:xfrm>
        </p:spPr>
        <p:txBody>
          <a:bodyPr>
            <a:normAutofit/>
          </a:bodyPr>
          <a:lstStyle/>
          <a:p>
            <a:pPr algn="l"/>
            <a:r>
              <a:rPr lang="en-US" sz="3200" dirty="0"/>
              <a:t>Learning Check</a:t>
            </a:r>
            <a:endParaRPr lang="en-IN" sz="3200" dirty="0"/>
          </a:p>
        </p:txBody>
      </p:sp>
      <p:pic>
        <p:nvPicPr>
          <p:cNvPr id="4" name="Picture 3">
            <a:extLst>
              <a:ext uri="{FF2B5EF4-FFF2-40B4-BE49-F238E27FC236}">
                <a16:creationId xmlns:a16="http://schemas.microsoft.com/office/drawing/2014/main" id="{7B4F689B-E30F-4A75-A0D7-368CD9816990}"/>
              </a:ext>
            </a:extLst>
          </p:cNvPr>
          <p:cNvPicPr>
            <a:picLocks noChangeAspect="1"/>
          </p:cNvPicPr>
          <p:nvPr/>
        </p:nvPicPr>
        <p:blipFill>
          <a:blip r:embed="rId2"/>
          <a:stretch>
            <a:fillRect/>
          </a:stretch>
        </p:blipFill>
        <p:spPr>
          <a:xfrm>
            <a:off x="430805" y="1093284"/>
            <a:ext cx="11067236" cy="4714355"/>
          </a:xfrm>
          <a:prstGeom prst="rect">
            <a:avLst/>
          </a:prstGeom>
        </p:spPr>
      </p:pic>
      <p:sp>
        <p:nvSpPr>
          <p:cNvPr id="5" name="TextBox 4">
            <a:extLst>
              <a:ext uri="{FF2B5EF4-FFF2-40B4-BE49-F238E27FC236}">
                <a16:creationId xmlns:a16="http://schemas.microsoft.com/office/drawing/2014/main" id="{6B4679E9-6896-459E-BF70-DF73EA24DA25}"/>
              </a:ext>
            </a:extLst>
          </p:cNvPr>
          <p:cNvSpPr txBox="1"/>
          <p:nvPr/>
        </p:nvSpPr>
        <p:spPr>
          <a:xfrm>
            <a:off x="2760691" y="6208643"/>
            <a:ext cx="1221681" cy="385490"/>
          </a:xfrm>
          <a:prstGeom prst="rect">
            <a:avLst/>
          </a:prstGeom>
          <a:noFill/>
        </p:spPr>
        <p:txBody>
          <a:bodyPr wrap="none" rtlCol="0">
            <a:spAutoFit/>
          </a:bodyPr>
          <a:lstStyle/>
          <a:p>
            <a:r>
              <a:rPr lang="en-IN" dirty="0"/>
              <a:t>Answer:  E</a:t>
            </a:r>
          </a:p>
        </p:txBody>
      </p:sp>
    </p:spTree>
    <p:extLst>
      <p:ext uri="{BB962C8B-B14F-4D97-AF65-F5344CB8AC3E}">
        <p14:creationId xmlns:p14="http://schemas.microsoft.com/office/powerpoint/2010/main" val="3430848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160569"/>
            <a:ext cx="7543800" cy="764364"/>
          </a:xfrm>
        </p:spPr>
        <p:txBody>
          <a:bodyPr>
            <a:normAutofit/>
          </a:bodyPr>
          <a:lstStyle/>
          <a:p>
            <a:pPr algn="l"/>
            <a:r>
              <a:rPr lang="en-US" sz="3200" dirty="0"/>
              <a:t>Learning Check</a:t>
            </a:r>
            <a:endParaRPr lang="en-IN" sz="3200" dirty="0"/>
          </a:p>
        </p:txBody>
      </p:sp>
      <p:pic>
        <p:nvPicPr>
          <p:cNvPr id="4" name="Picture 3">
            <a:extLst>
              <a:ext uri="{FF2B5EF4-FFF2-40B4-BE49-F238E27FC236}">
                <a16:creationId xmlns:a16="http://schemas.microsoft.com/office/drawing/2014/main" id="{E504E10A-DB0F-4EFE-89E1-4C9FE118E036}"/>
              </a:ext>
            </a:extLst>
          </p:cNvPr>
          <p:cNvPicPr>
            <a:picLocks noChangeAspect="1"/>
          </p:cNvPicPr>
          <p:nvPr/>
        </p:nvPicPr>
        <p:blipFill>
          <a:blip r:embed="rId2"/>
          <a:stretch>
            <a:fillRect/>
          </a:stretch>
        </p:blipFill>
        <p:spPr>
          <a:xfrm>
            <a:off x="604852" y="988766"/>
            <a:ext cx="8691548" cy="5367585"/>
          </a:xfrm>
          <a:prstGeom prst="rect">
            <a:avLst/>
          </a:prstGeom>
        </p:spPr>
      </p:pic>
      <p:sp>
        <p:nvSpPr>
          <p:cNvPr id="5" name="TextBox 4">
            <a:extLst>
              <a:ext uri="{FF2B5EF4-FFF2-40B4-BE49-F238E27FC236}">
                <a16:creationId xmlns:a16="http://schemas.microsoft.com/office/drawing/2014/main" id="{2B1A4E07-C409-45A1-9DEC-92080D429C7A}"/>
              </a:ext>
            </a:extLst>
          </p:cNvPr>
          <p:cNvSpPr txBox="1"/>
          <p:nvPr/>
        </p:nvSpPr>
        <p:spPr>
          <a:xfrm>
            <a:off x="10115550" y="2386942"/>
            <a:ext cx="1366439" cy="369332"/>
          </a:xfrm>
          <a:prstGeom prst="rect">
            <a:avLst/>
          </a:prstGeom>
          <a:noFill/>
        </p:spPr>
        <p:txBody>
          <a:bodyPr wrap="square" rtlCol="0">
            <a:spAutoFit/>
          </a:bodyPr>
          <a:lstStyle/>
          <a:p>
            <a:r>
              <a:rPr lang="en-IN" dirty="0"/>
              <a:t>Answer: E</a:t>
            </a:r>
          </a:p>
        </p:txBody>
      </p:sp>
    </p:spTree>
    <p:extLst>
      <p:ext uri="{BB962C8B-B14F-4D97-AF65-F5344CB8AC3E}">
        <p14:creationId xmlns:p14="http://schemas.microsoft.com/office/powerpoint/2010/main" val="2573885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9144000" cy="764364"/>
          </a:xfrm>
        </p:spPr>
        <p:txBody>
          <a:bodyPr>
            <a:normAutofit/>
          </a:bodyPr>
          <a:lstStyle/>
          <a:p>
            <a:pPr algn="l"/>
            <a:r>
              <a:rPr lang="en-IN" sz="3200" dirty="0"/>
              <a:t>Additive model</a:t>
            </a:r>
          </a:p>
        </p:txBody>
      </p:sp>
      <p:sp>
        <p:nvSpPr>
          <p:cNvPr id="63491" name="Slide Number Placeholder 3"/>
          <p:cNvSpPr>
            <a:spLocks noGrp="1" noChangeArrowheads="1"/>
          </p:cNvSpPr>
          <p:nvPr>
            <p:ph type="sldNum" sz="quarter" idx="4294967295"/>
          </p:nvPr>
        </p:nvSpPr>
        <p:spPr bwMode="auto">
          <a:xfrm>
            <a:off x="8534400" y="6356351"/>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19D98BEF-A21D-416D-AC2C-4626795CBDB9}" type="slidenum">
              <a:rPr lang="en-US" altLang="en-US" sz="1800">
                <a:solidFill>
                  <a:srgbClr val="898989"/>
                </a:solidFill>
              </a:rPr>
              <a:pPr algn="l" eaLnBrk="0" hangingPunct="0">
                <a:spcBef>
                  <a:spcPct val="0"/>
                </a:spcBef>
                <a:buFontTx/>
                <a:buNone/>
              </a:pPr>
              <a:t>24</a:t>
            </a:fld>
            <a:endParaRPr lang="en-US" altLang="en-US" sz="1800" dirty="0">
              <a:solidFill>
                <a:srgbClr val="898989"/>
              </a:solidFill>
            </a:endParaRPr>
          </a:p>
        </p:txBody>
      </p:sp>
      <p:sp>
        <p:nvSpPr>
          <p:cNvPr id="4" name="Text Box 10"/>
          <p:cNvSpPr txBox="1">
            <a:spLocks noChangeArrowheads="1"/>
          </p:cNvSpPr>
          <p:nvPr/>
        </p:nvSpPr>
        <p:spPr bwMode="auto">
          <a:xfrm>
            <a:off x="394446" y="924933"/>
            <a:ext cx="1135828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IN" sz="3200" dirty="0" err="1">
                <a:latin typeface="+mn-lt"/>
              </a:rPr>
              <a:t>y</a:t>
            </a:r>
            <a:r>
              <a:rPr lang="en-IN" sz="3200" baseline="-25000" dirty="0" err="1">
                <a:latin typeface="+mn-lt"/>
              </a:rPr>
              <a:t>t</a:t>
            </a:r>
            <a:r>
              <a:rPr lang="en-IN" sz="3200" dirty="0">
                <a:latin typeface="+mn-lt"/>
              </a:rPr>
              <a:t> = T</a:t>
            </a:r>
            <a:r>
              <a:rPr lang="en-IN" sz="3200" baseline="-25000" dirty="0">
                <a:latin typeface="+mn-lt"/>
              </a:rPr>
              <a:t>t</a:t>
            </a:r>
            <a:r>
              <a:rPr lang="en-IN" sz="3200" dirty="0">
                <a:latin typeface="+mn-lt"/>
              </a:rPr>
              <a:t> + C</a:t>
            </a:r>
            <a:r>
              <a:rPr lang="en-IN" sz="3200" baseline="-25000" dirty="0">
                <a:latin typeface="+mn-lt"/>
              </a:rPr>
              <a:t>t</a:t>
            </a:r>
            <a:r>
              <a:rPr lang="en-IN" sz="3200" dirty="0">
                <a:latin typeface="+mn-lt"/>
              </a:rPr>
              <a:t> + S</a:t>
            </a:r>
            <a:r>
              <a:rPr lang="en-IN" sz="3200" baseline="-25000" dirty="0">
                <a:latin typeface="+mn-lt"/>
              </a:rPr>
              <a:t>t</a:t>
            </a:r>
            <a:r>
              <a:rPr lang="en-IN" sz="3200" dirty="0">
                <a:latin typeface="+mn-lt"/>
              </a:rPr>
              <a:t> + I</a:t>
            </a:r>
            <a:r>
              <a:rPr lang="en-IN" sz="3200" baseline="-25000" dirty="0">
                <a:latin typeface="+mn-lt"/>
              </a:rPr>
              <a:t>t</a:t>
            </a:r>
            <a:endParaRPr lang="en-US" sz="3200" baseline="-25000" dirty="0">
              <a:latin typeface="+mn-lt"/>
            </a:endParaRPr>
          </a:p>
        </p:txBody>
      </p:sp>
      <p:sp>
        <p:nvSpPr>
          <p:cNvPr id="5" name="Rectangle 4"/>
          <p:cNvSpPr/>
          <p:nvPr/>
        </p:nvSpPr>
        <p:spPr>
          <a:xfrm>
            <a:off x="394446" y="1553293"/>
            <a:ext cx="11783105" cy="3046988"/>
          </a:xfrm>
          <a:prstGeom prst="rect">
            <a:avLst/>
          </a:prstGeom>
        </p:spPr>
        <p:txBody>
          <a:bodyPr wrap="square">
            <a:spAutoFit/>
          </a:bodyPr>
          <a:lstStyle/>
          <a:p>
            <a:r>
              <a:rPr lang="en-US" sz="2400" b="1" dirty="0"/>
              <a:t>Characteristics:</a:t>
            </a:r>
            <a:endParaRPr lang="en-US" sz="2400" dirty="0"/>
          </a:p>
          <a:p>
            <a:pPr marL="342900" indent="-342900">
              <a:buFont typeface="Courier New" panose="02070309020205020404" pitchFamily="49" charset="0"/>
              <a:buChar char="o"/>
            </a:pPr>
            <a:r>
              <a:rPr lang="en-US" sz="2400" dirty="0"/>
              <a:t>The seasonal variations remain constant over time.</a:t>
            </a:r>
          </a:p>
          <a:p>
            <a:pPr marL="342900" indent="-342900">
              <a:buFont typeface="Courier New" panose="02070309020205020404" pitchFamily="49" charset="0"/>
              <a:buChar char="o"/>
            </a:pPr>
            <a:r>
              <a:rPr lang="en-US" sz="2400" dirty="0"/>
              <a:t>Suitable when seasonal fluctuations are of roughly equal magnitude, regardless of the trend level.</a:t>
            </a:r>
          </a:p>
          <a:p>
            <a:pPr marL="342900" indent="-342900">
              <a:buFont typeface="Courier New" panose="02070309020205020404" pitchFamily="49" charset="0"/>
              <a:buChar char="o"/>
            </a:pPr>
            <a:r>
              <a:rPr lang="en-US" sz="2400" dirty="0"/>
              <a:t>Used when data exhibits linear patterns.</a:t>
            </a:r>
          </a:p>
          <a:p>
            <a:pPr marL="342900" indent="-342900">
              <a:buFont typeface="Courier New" panose="02070309020205020404" pitchFamily="49" charset="0"/>
              <a:buChar char="o"/>
            </a:pPr>
            <a:r>
              <a:rPr lang="en-US" sz="2400" b="1" dirty="0"/>
              <a:t>Example:</a:t>
            </a:r>
          </a:p>
          <a:p>
            <a:pPr marL="800100" lvl="1" indent="-342900">
              <a:buFont typeface="Courier New" panose="02070309020205020404" pitchFamily="49" charset="0"/>
              <a:buChar char="o"/>
            </a:pPr>
            <a:r>
              <a:rPr lang="en-US" sz="2400" dirty="0"/>
              <a:t>If ice cream sales increase by 100 units every summer regardless of the overall trend, an additive model is appropriate.</a:t>
            </a:r>
          </a:p>
        </p:txBody>
      </p:sp>
      <p:pic>
        <p:nvPicPr>
          <p:cNvPr id="6" name="Picture 5"/>
          <p:cNvPicPr>
            <a:picLocks noChangeAspect="1"/>
          </p:cNvPicPr>
          <p:nvPr/>
        </p:nvPicPr>
        <p:blipFill>
          <a:blip r:embed="rId2"/>
          <a:stretch>
            <a:fillRect/>
          </a:stretch>
        </p:blipFill>
        <p:spPr>
          <a:xfrm>
            <a:off x="5165911" y="4123765"/>
            <a:ext cx="5662097" cy="2504959"/>
          </a:xfrm>
          <a:prstGeom prst="rect">
            <a:avLst/>
          </a:prstGeom>
        </p:spPr>
      </p:pic>
    </p:spTree>
    <p:extLst>
      <p:ext uri="{BB962C8B-B14F-4D97-AF65-F5344CB8AC3E}">
        <p14:creationId xmlns:p14="http://schemas.microsoft.com/office/powerpoint/2010/main" val="4157635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5">
                                            <p:txEl>
                                              <p:pRg st="1" end="1"/>
                                            </p:txEl>
                                          </p:spTgt>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5">
                                            <p:txEl>
                                              <p:pRg st="2" end="2"/>
                                            </p:txEl>
                                          </p:spTgt>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160569"/>
            <a:ext cx="7543800" cy="764364"/>
          </a:xfrm>
        </p:spPr>
        <p:txBody>
          <a:bodyPr>
            <a:normAutofit/>
          </a:bodyPr>
          <a:lstStyle/>
          <a:p>
            <a:pPr algn="l"/>
            <a:r>
              <a:rPr lang="en-IN" sz="3200" dirty="0"/>
              <a:t>Multiplicative model</a:t>
            </a:r>
          </a:p>
        </p:txBody>
      </p:sp>
      <p:sp>
        <p:nvSpPr>
          <p:cNvPr id="63491" name="Slide Number Placeholder 3"/>
          <p:cNvSpPr>
            <a:spLocks noGrp="1" noChangeArrowheads="1"/>
          </p:cNvSpPr>
          <p:nvPr>
            <p:ph type="sldNum" sz="quarter" idx="4294967295"/>
          </p:nvPr>
        </p:nvSpPr>
        <p:spPr bwMode="auto">
          <a:xfrm>
            <a:off x="8534400" y="6356351"/>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19D98BEF-A21D-416D-AC2C-4626795CBDB9}" type="slidenum">
              <a:rPr lang="en-US" altLang="en-US" sz="1800">
                <a:solidFill>
                  <a:srgbClr val="898989"/>
                </a:solidFill>
              </a:rPr>
              <a:pPr algn="l" eaLnBrk="0" hangingPunct="0">
                <a:spcBef>
                  <a:spcPct val="0"/>
                </a:spcBef>
                <a:buFontTx/>
                <a:buNone/>
              </a:pPr>
              <a:t>25</a:t>
            </a:fld>
            <a:endParaRPr lang="en-US" altLang="en-US" sz="1800">
              <a:solidFill>
                <a:srgbClr val="898989"/>
              </a:solidFill>
            </a:endParaRPr>
          </a:p>
        </p:txBody>
      </p:sp>
      <p:sp>
        <p:nvSpPr>
          <p:cNvPr id="4" name="Text Box 10"/>
          <p:cNvSpPr txBox="1">
            <a:spLocks noChangeArrowheads="1"/>
          </p:cNvSpPr>
          <p:nvPr/>
        </p:nvSpPr>
        <p:spPr bwMode="auto">
          <a:xfrm>
            <a:off x="304800" y="924933"/>
            <a:ext cx="1115209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50000"/>
              </a:spcBef>
            </a:pPr>
            <a:r>
              <a:rPr lang="en-IN" sz="2400" dirty="0">
                <a:latin typeface="+mn-lt"/>
              </a:rPr>
              <a:t> </a:t>
            </a:r>
            <a:r>
              <a:rPr lang="en-IN" sz="2400" dirty="0" err="1">
                <a:latin typeface="+mn-lt"/>
              </a:rPr>
              <a:t>y</a:t>
            </a:r>
            <a:r>
              <a:rPr lang="en-IN" sz="2400" baseline="-25000" dirty="0" err="1">
                <a:latin typeface="+mn-lt"/>
              </a:rPr>
              <a:t>t</a:t>
            </a:r>
            <a:r>
              <a:rPr lang="en-IN" sz="2400" dirty="0">
                <a:latin typeface="+mn-lt"/>
              </a:rPr>
              <a:t> = T</a:t>
            </a:r>
            <a:r>
              <a:rPr lang="en-IN" sz="2400" baseline="-25000" dirty="0">
                <a:latin typeface="+mn-lt"/>
              </a:rPr>
              <a:t>t</a:t>
            </a:r>
            <a:r>
              <a:rPr lang="en-IN" sz="2400" dirty="0">
                <a:latin typeface="+mn-lt"/>
              </a:rPr>
              <a:t> x C</a:t>
            </a:r>
            <a:r>
              <a:rPr lang="en-IN" sz="2400" baseline="-25000" dirty="0">
                <a:latin typeface="+mn-lt"/>
              </a:rPr>
              <a:t>t</a:t>
            </a:r>
            <a:r>
              <a:rPr lang="en-IN" sz="2400" dirty="0">
                <a:latin typeface="+mn-lt"/>
              </a:rPr>
              <a:t> x S</a:t>
            </a:r>
            <a:r>
              <a:rPr lang="en-IN" sz="2400" baseline="-25000" dirty="0">
                <a:latin typeface="+mn-lt"/>
              </a:rPr>
              <a:t>t</a:t>
            </a:r>
            <a:r>
              <a:rPr lang="en-IN" sz="2400" dirty="0">
                <a:latin typeface="+mn-lt"/>
              </a:rPr>
              <a:t> x I</a:t>
            </a:r>
            <a:r>
              <a:rPr lang="en-IN" sz="2400" baseline="-25000" dirty="0">
                <a:latin typeface="+mn-lt"/>
              </a:rPr>
              <a:t>t </a:t>
            </a:r>
            <a:r>
              <a:rPr lang="en-US" sz="2400" dirty="0">
                <a:latin typeface="+mn-lt"/>
              </a:rPr>
              <a:t>or equivalently, log⁡(</a:t>
            </a:r>
            <a:r>
              <a:rPr lang="en-US" sz="2400" dirty="0" err="1">
                <a:latin typeface="+mn-lt"/>
              </a:rPr>
              <a:t>y</a:t>
            </a:r>
            <a:r>
              <a:rPr lang="en-US" sz="2400" baseline="-25000" dirty="0" err="1">
                <a:latin typeface="+mn-lt"/>
              </a:rPr>
              <a:t>t</a:t>
            </a:r>
            <a:r>
              <a:rPr lang="en-US" sz="2400" dirty="0">
                <a:latin typeface="+mn-lt"/>
              </a:rPr>
              <a:t>)=log⁡(T</a:t>
            </a:r>
            <a:r>
              <a:rPr lang="en-US" sz="2400" baseline="-25000" dirty="0">
                <a:latin typeface="+mn-lt"/>
              </a:rPr>
              <a:t>t</a:t>
            </a:r>
            <a:r>
              <a:rPr lang="en-US" sz="2400" dirty="0">
                <a:latin typeface="+mn-lt"/>
              </a:rPr>
              <a:t>)+log⁡(C</a:t>
            </a:r>
            <a:r>
              <a:rPr lang="en-US" sz="2400" baseline="-25000" dirty="0">
                <a:latin typeface="+mn-lt"/>
              </a:rPr>
              <a:t>t</a:t>
            </a:r>
            <a:r>
              <a:rPr lang="en-US" sz="2400" dirty="0">
                <a:latin typeface="+mn-lt"/>
              </a:rPr>
              <a:t>)+log⁡(S</a:t>
            </a:r>
            <a:r>
              <a:rPr lang="en-US" sz="2400" baseline="-25000" dirty="0">
                <a:latin typeface="+mn-lt"/>
              </a:rPr>
              <a:t>t</a:t>
            </a:r>
            <a:r>
              <a:rPr lang="en-US" sz="2400" dirty="0">
                <a:latin typeface="+mn-lt"/>
              </a:rPr>
              <a:t>) +log⁡(I</a:t>
            </a:r>
            <a:r>
              <a:rPr lang="en-US" sz="2400" baseline="-25000" dirty="0">
                <a:latin typeface="+mn-lt"/>
              </a:rPr>
              <a:t>t</a:t>
            </a:r>
            <a:r>
              <a:rPr lang="en-US" sz="2400" dirty="0">
                <a:latin typeface="+mn-lt"/>
              </a:rPr>
              <a:t>)  (after taking logarithm, it transforms into an additive form).</a:t>
            </a:r>
            <a:endParaRPr lang="en-US" sz="2400" baseline="-25000" dirty="0">
              <a:latin typeface="+mn-lt"/>
            </a:endParaRPr>
          </a:p>
        </p:txBody>
      </p:sp>
      <p:sp>
        <p:nvSpPr>
          <p:cNvPr id="5" name="Rectangle 4"/>
          <p:cNvSpPr/>
          <p:nvPr/>
        </p:nvSpPr>
        <p:spPr>
          <a:xfrm>
            <a:off x="394446" y="1770693"/>
            <a:ext cx="11492753" cy="1938992"/>
          </a:xfrm>
          <a:prstGeom prst="rect">
            <a:avLst/>
          </a:prstGeom>
        </p:spPr>
        <p:txBody>
          <a:bodyPr wrap="square">
            <a:spAutoFit/>
          </a:bodyPr>
          <a:lstStyle/>
          <a:p>
            <a:r>
              <a:rPr lang="en-US" sz="2400" b="1" dirty="0"/>
              <a:t>Characteristics:</a:t>
            </a:r>
            <a:endParaRPr lang="en-US" sz="2400" dirty="0"/>
          </a:p>
          <a:p>
            <a:pPr marL="342900" indent="-342900">
              <a:buFont typeface="Courier New" panose="02070309020205020404" pitchFamily="49" charset="0"/>
              <a:buChar char="o"/>
            </a:pPr>
            <a:r>
              <a:rPr lang="en-US" sz="2400" dirty="0"/>
              <a:t>The seasonal variations change in proportion to the trend (i.e., they grow or shrink as the trend changes).</a:t>
            </a:r>
          </a:p>
          <a:p>
            <a:pPr marL="342900" indent="-342900">
              <a:buFont typeface="Courier New" panose="02070309020205020404" pitchFamily="49" charset="0"/>
              <a:buChar char="o"/>
            </a:pPr>
            <a:r>
              <a:rPr lang="en-US" sz="2400" dirty="0"/>
              <a:t>Suitable for data where seasonal effects increase or decrease with the level of the series.</a:t>
            </a:r>
          </a:p>
          <a:p>
            <a:pPr marL="342900" indent="-342900">
              <a:buFont typeface="Courier New" panose="02070309020205020404" pitchFamily="49" charset="0"/>
              <a:buChar char="o"/>
            </a:pPr>
            <a:r>
              <a:rPr lang="en-US" sz="2400" dirty="0"/>
              <a:t>Used when data exhibits exponential growth patterns.</a:t>
            </a:r>
          </a:p>
        </p:txBody>
      </p:sp>
      <p:pic>
        <p:nvPicPr>
          <p:cNvPr id="6" name="Picture 5"/>
          <p:cNvPicPr>
            <a:picLocks noChangeAspect="1"/>
          </p:cNvPicPr>
          <p:nvPr/>
        </p:nvPicPr>
        <p:blipFill>
          <a:blip r:embed="rId2"/>
          <a:stretch>
            <a:fillRect/>
          </a:stretch>
        </p:blipFill>
        <p:spPr>
          <a:xfrm>
            <a:off x="6833009" y="4281853"/>
            <a:ext cx="5358991" cy="2576147"/>
          </a:xfrm>
          <a:prstGeom prst="rect">
            <a:avLst/>
          </a:prstGeom>
        </p:spPr>
      </p:pic>
      <p:sp>
        <p:nvSpPr>
          <p:cNvPr id="3" name="Rectangle 2"/>
          <p:cNvSpPr/>
          <p:nvPr/>
        </p:nvSpPr>
        <p:spPr>
          <a:xfrm>
            <a:off x="561416" y="4039561"/>
            <a:ext cx="6096000" cy="1569660"/>
          </a:xfrm>
          <a:prstGeom prst="rect">
            <a:avLst/>
          </a:prstGeom>
        </p:spPr>
        <p:txBody>
          <a:bodyPr wrap="square">
            <a:spAutoFit/>
          </a:bodyPr>
          <a:lstStyle/>
          <a:p>
            <a:r>
              <a:rPr lang="en-US" sz="2400" b="1" dirty="0"/>
              <a:t>Example:</a:t>
            </a:r>
            <a:br>
              <a:rPr lang="en-US" sz="2400" dirty="0"/>
            </a:br>
            <a:r>
              <a:rPr lang="en-US" sz="2400" dirty="0"/>
              <a:t>If ice cream sales double every summer relative to the previous year’s sales, a multiplicative model is more suitable.</a:t>
            </a:r>
          </a:p>
        </p:txBody>
      </p:sp>
    </p:spTree>
    <p:extLst>
      <p:ext uri="{BB962C8B-B14F-4D97-AF65-F5344CB8AC3E}">
        <p14:creationId xmlns:p14="http://schemas.microsoft.com/office/powerpoint/2010/main" val="903319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5">
                                            <p:txEl>
                                              <p:pRg st="1" end="1"/>
                                            </p:txEl>
                                          </p:spTgt>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5">
                                            <p:txEl>
                                              <p:pRg st="2" end="2"/>
                                            </p:txEl>
                                          </p:spTgt>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160569"/>
            <a:ext cx="7543800" cy="764364"/>
          </a:xfrm>
        </p:spPr>
        <p:txBody>
          <a:bodyPr>
            <a:normAutofit/>
          </a:bodyPr>
          <a:lstStyle/>
          <a:p>
            <a:pPr lvl="0" eaLnBrk="0" fontAlgn="base" hangingPunct="0">
              <a:spcAft>
                <a:spcPct val="0"/>
              </a:spcAft>
            </a:pPr>
            <a:r>
              <a:rPr lang="en-US" altLang="en-US" sz="3200" dirty="0">
                <a:latin typeface="Arial" panose="020B0604020202020204" pitchFamily="34" charset="0"/>
              </a:rPr>
              <a:t>Key Differences</a:t>
            </a:r>
            <a:endParaRPr lang="en-US" altLang="en-US" sz="3200" b="0" dirty="0">
              <a:latin typeface="Arial" panose="020B0604020202020204" pitchFamily="34" charset="0"/>
            </a:endParaRPr>
          </a:p>
        </p:txBody>
      </p:sp>
      <p:graphicFrame>
        <p:nvGraphicFramePr>
          <p:cNvPr id="9" name="Table 8"/>
          <p:cNvGraphicFramePr>
            <a:graphicFrameLocks noGrp="1"/>
          </p:cNvGraphicFramePr>
          <p:nvPr>
            <p:extLst>
              <p:ext uri="{D42A27DB-BD31-4B8C-83A1-F6EECF244321}">
                <p14:modId xmlns:p14="http://schemas.microsoft.com/office/powerpoint/2010/main" val="3405543403"/>
              </p:ext>
            </p:extLst>
          </p:nvPr>
        </p:nvGraphicFramePr>
        <p:xfrm>
          <a:off x="619125" y="1065367"/>
          <a:ext cx="9765888" cy="2834640"/>
        </p:xfrm>
        <a:graphic>
          <a:graphicData uri="http://schemas.openxmlformats.org/drawingml/2006/table">
            <a:tbl>
              <a:tblPr/>
              <a:tblGrid>
                <a:gridCol w="3255296">
                  <a:extLst>
                    <a:ext uri="{9D8B030D-6E8A-4147-A177-3AD203B41FA5}">
                      <a16:colId xmlns:a16="http://schemas.microsoft.com/office/drawing/2014/main" val="2776246907"/>
                    </a:ext>
                  </a:extLst>
                </a:gridCol>
                <a:gridCol w="3255296">
                  <a:extLst>
                    <a:ext uri="{9D8B030D-6E8A-4147-A177-3AD203B41FA5}">
                      <a16:colId xmlns:a16="http://schemas.microsoft.com/office/drawing/2014/main" val="1508386947"/>
                    </a:ext>
                  </a:extLst>
                </a:gridCol>
                <a:gridCol w="3255296">
                  <a:extLst>
                    <a:ext uri="{9D8B030D-6E8A-4147-A177-3AD203B41FA5}">
                      <a16:colId xmlns:a16="http://schemas.microsoft.com/office/drawing/2014/main" val="1686046539"/>
                    </a:ext>
                  </a:extLst>
                </a:gridCol>
              </a:tblGrid>
              <a:tr h="349462">
                <a:tc>
                  <a:txBody>
                    <a:bodyPr/>
                    <a:lstStyle/>
                    <a:p>
                      <a:r>
                        <a:rPr lang="en-IN" dirty="0"/>
                        <a:t>Feature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Additive 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Multiplicative 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2168529"/>
                  </a:ext>
                </a:extLst>
              </a:tr>
              <a:tr h="353148">
                <a:tc>
                  <a:txBody>
                    <a:bodyPr/>
                    <a:lstStyle/>
                    <a:p>
                      <a:r>
                        <a:rPr lang="en-IN" b="1" dirty="0"/>
                        <a:t>Formula</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IN" sz="2400" dirty="0" err="1">
                          <a:latin typeface="Helvetica Neue"/>
                        </a:rPr>
                        <a:t>y</a:t>
                      </a:r>
                      <a:r>
                        <a:rPr lang="en-IN" sz="2400" baseline="-25000" dirty="0" err="1">
                          <a:latin typeface="Helvetica Neue"/>
                        </a:rPr>
                        <a:t>t</a:t>
                      </a:r>
                      <a:r>
                        <a:rPr lang="en-IN" sz="2400" dirty="0">
                          <a:latin typeface="Helvetica Neue"/>
                        </a:rPr>
                        <a:t> = T</a:t>
                      </a:r>
                      <a:r>
                        <a:rPr lang="en-IN" sz="2400" baseline="-25000" dirty="0">
                          <a:latin typeface="Helvetica Neue"/>
                        </a:rPr>
                        <a:t>t</a:t>
                      </a:r>
                      <a:r>
                        <a:rPr lang="en-IN" sz="2400" dirty="0">
                          <a:latin typeface="Helvetica Neue"/>
                        </a:rPr>
                        <a:t> + C</a:t>
                      </a:r>
                      <a:r>
                        <a:rPr lang="en-IN" sz="2400" baseline="-25000" dirty="0">
                          <a:latin typeface="Helvetica Neue"/>
                        </a:rPr>
                        <a:t>t</a:t>
                      </a:r>
                      <a:r>
                        <a:rPr lang="en-IN" sz="2400" dirty="0">
                          <a:latin typeface="Helvetica Neue"/>
                        </a:rPr>
                        <a:t> + S</a:t>
                      </a:r>
                      <a:r>
                        <a:rPr lang="en-IN" sz="2400" baseline="-25000" dirty="0">
                          <a:latin typeface="Helvetica Neue"/>
                        </a:rPr>
                        <a:t>t</a:t>
                      </a:r>
                      <a:r>
                        <a:rPr lang="en-IN" sz="2400" dirty="0">
                          <a:latin typeface="Helvetica Neue"/>
                        </a:rPr>
                        <a:t> + I</a:t>
                      </a:r>
                      <a:r>
                        <a:rPr lang="en-IN" sz="2400" baseline="-25000" dirty="0">
                          <a:latin typeface="Helvetica Neue"/>
                        </a:rPr>
                        <a:t>t</a:t>
                      </a:r>
                      <a:r>
                        <a:rPr lang="fr-FR" dirty="0"/>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eaLnBrk="1" hangingPunct="1">
                        <a:spcBef>
                          <a:spcPct val="50000"/>
                        </a:spcBef>
                      </a:pPr>
                      <a:r>
                        <a:rPr lang="en-IN" sz="2400" dirty="0" err="1">
                          <a:latin typeface="Helvetica Neue"/>
                        </a:rPr>
                        <a:t>y</a:t>
                      </a:r>
                      <a:r>
                        <a:rPr lang="en-IN" sz="2400" baseline="-25000" dirty="0" err="1">
                          <a:latin typeface="Helvetica Neue"/>
                        </a:rPr>
                        <a:t>t</a:t>
                      </a:r>
                      <a:r>
                        <a:rPr lang="en-IN" sz="2400" dirty="0">
                          <a:latin typeface="Helvetica Neue"/>
                        </a:rPr>
                        <a:t> = T</a:t>
                      </a:r>
                      <a:r>
                        <a:rPr lang="en-IN" sz="2400" baseline="-25000" dirty="0">
                          <a:latin typeface="Helvetica Neue"/>
                        </a:rPr>
                        <a:t>t</a:t>
                      </a:r>
                      <a:r>
                        <a:rPr lang="en-IN" sz="2400" dirty="0">
                          <a:latin typeface="Helvetica Neue"/>
                        </a:rPr>
                        <a:t> x C</a:t>
                      </a:r>
                      <a:r>
                        <a:rPr lang="en-IN" sz="2400" baseline="-25000" dirty="0">
                          <a:latin typeface="Helvetica Neue"/>
                        </a:rPr>
                        <a:t>t</a:t>
                      </a:r>
                      <a:r>
                        <a:rPr lang="en-IN" sz="2400" dirty="0">
                          <a:latin typeface="Helvetica Neue"/>
                        </a:rPr>
                        <a:t> x S</a:t>
                      </a:r>
                      <a:r>
                        <a:rPr lang="en-IN" sz="2400" baseline="-25000" dirty="0">
                          <a:latin typeface="Helvetica Neue"/>
                        </a:rPr>
                        <a:t>t</a:t>
                      </a:r>
                      <a:r>
                        <a:rPr lang="en-IN" sz="2400" dirty="0">
                          <a:latin typeface="Helvetica Neue"/>
                        </a:rPr>
                        <a:t> x I</a:t>
                      </a:r>
                      <a:r>
                        <a:rPr lang="en-IN" sz="2400" baseline="-25000" dirty="0">
                          <a:latin typeface="Helvetica Neue"/>
                        </a:rPr>
                        <a:t>t</a:t>
                      </a:r>
                      <a:endParaRPr lang="en-US" sz="2400" baseline="-25000" dirty="0">
                        <a:latin typeface="Helvetica Neue"/>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5804273"/>
                  </a:ext>
                </a:extLst>
              </a:tr>
              <a:tr h="282518">
                <a:tc>
                  <a:txBody>
                    <a:bodyPr/>
                    <a:lstStyle/>
                    <a:p>
                      <a:r>
                        <a:rPr lang="en-IN" b="1"/>
                        <a:t>Seasonality</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Constant magnitude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Varies with trend (proportional)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8256814"/>
                  </a:ext>
                </a:extLst>
              </a:tr>
              <a:tr h="282518">
                <a:tc>
                  <a:txBody>
                    <a:bodyPr/>
                    <a:lstStyle/>
                    <a:p>
                      <a:r>
                        <a:rPr lang="en-IN" b="1"/>
                        <a:t>Trend</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Linear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Exponential or non-linear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93268573"/>
                  </a:ext>
                </a:extLst>
              </a:tr>
              <a:tr h="282518">
                <a:tc>
                  <a:txBody>
                    <a:bodyPr/>
                    <a:lstStyle/>
                    <a:p>
                      <a:r>
                        <a:rPr lang="en-IN" b="1" dirty="0"/>
                        <a:t>When to Use</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Seasonal variations are stable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Seasonal variations change with trend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9550345"/>
                  </a:ext>
                </a:extLst>
              </a:tr>
              <a:tr h="494407">
                <a:tc>
                  <a:txBody>
                    <a:bodyPr/>
                    <a:lstStyle/>
                    <a:p>
                      <a:r>
                        <a:rPr lang="en-IN" b="1"/>
                        <a:t>Graph Behavior</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Seasonal pattern remains constant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Seasonal amplitude increases/decreases over 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73526388"/>
                  </a:ext>
                </a:extLst>
              </a:tr>
            </a:tbl>
          </a:graphicData>
        </a:graphic>
      </p:graphicFrame>
      <p:sp>
        <p:nvSpPr>
          <p:cNvPr id="11" name="Rectangle 10"/>
          <p:cNvSpPr/>
          <p:nvPr/>
        </p:nvSpPr>
        <p:spPr>
          <a:xfrm>
            <a:off x="390525" y="4040441"/>
            <a:ext cx="11164981" cy="2123658"/>
          </a:xfrm>
          <a:prstGeom prst="rect">
            <a:avLst/>
          </a:prstGeom>
        </p:spPr>
        <p:txBody>
          <a:bodyPr wrap="square">
            <a:spAutoFit/>
          </a:bodyPr>
          <a:lstStyle/>
          <a:p>
            <a:r>
              <a:rPr lang="en-US" sz="2200" b="1" dirty="0"/>
              <a:t>Choosing Between the Two: </a:t>
            </a:r>
          </a:p>
          <a:p>
            <a:pPr marL="342900" indent="-342900">
              <a:buFont typeface="Courier New" panose="02070309020205020404" pitchFamily="49" charset="0"/>
              <a:buChar char="o"/>
            </a:pPr>
            <a:r>
              <a:rPr lang="en-US" sz="2200" dirty="0"/>
              <a:t>Use the </a:t>
            </a:r>
            <a:r>
              <a:rPr lang="en-US" sz="2200" b="1" dirty="0"/>
              <a:t>additive model</a:t>
            </a:r>
            <a:r>
              <a:rPr lang="en-US" sz="2200" dirty="0"/>
              <a:t> when seasonal fluctuations are independent of trend magnitude.</a:t>
            </a:r>
          </a:p>
          <a:p>
            <a:pPr marL="342900" indent="-342900">
              <a:buFont typeface="Courier New" panose="02070309020205020404" pitchFamily="49" charset="0"/>
              <a:buChar char="o"/>
            </a:pPr>
            <a:r>
              <a:rPr lang="en-US" sz="2200" dirty="0"/>
              <a:t>Use the </a:t>
            </a:r>
            <a:r>
              <a:rPr lang="en-US" sz="2200" b="1" dirty="0"/>
              <a:t>multiplicative model</a:t>
            </a:r>
            <a:r>
              <a:rPr lang="en-US" sz="2200" dirty="0"/>
              <a:t> when seasonal variations increase or decrease as the trend changes.</a:t>
            </a:r>
          </a:p>
          <a:p>
            <a:pPr marL="342900" indent="-342900">
              <a:buFont typeface="Courier New" panose="02070309020205020404" pitchFamily="49" charset="0"/>
              <a:buChar char="o"/>
            </a:pPr>
            <a:r>
              <a:rPr lang="en-US" sz="2200" dirty="0"/>
              <a:t>If unsure, visualize the data: if seasonal patterns appear to grow with time, the multiplicative model is likely the better choice.</a:t>
            </a:r>
          </a:p>
        </p:txBody>
      </p:sp>
    </p:spTree>
    <p:extLst>
      <p:ext uri="{BB962C8B-B14F-4D97-AF65-F5344CB8AC3E}">
        <p14:creationId xmlns:p14="http://schemas.microsoft.com/office/powerpoint/2010/main" val="34400670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60569"/>
            <a:ext cx="8801100" cy="764364"/>
          </a:xfrm>
        </p:spPr>
        <p:txBody>
          <a:bodyPr>
            <a:normAutofit fontScale="90000"/>
          </a:bodyPr>
          <a:lstStyle/>
          <a:p>
            <a:pPr>
              <a:lnSpc>
                <a:spcPct val="100000"/>
              </a:lnSpc>
            </a:pPr>
            <a:r>
              <a:rPr lang="en-US" sz="3200" dirty="0"/>
              <a:t>Difference Between Forecasting and Prediction </a:t>
            </a:r>
            <a:endParaRPr lang="en-US" sz="3200" dirty="0">
              <a:latin typeface="Helvetica Neue"/>
              <a:cs typeface="Helvetica" panose="020B0604020202020204" pitchFamily="34" charset="0"/>
            </a:endParaRPr>
          </a:p>
        </p:txBody>
      </p:sp>
      <p:graphicFrame>
        <p:nvGraphicFramePr>
          <p:cNvPr id="4" name="Table 3"/>
          <p:cNvGraphicFramePr>
            <a:graphicFrameLocks noGrp="1"/>
          </p:cNvGraphicFramePr>
          <p:nvPr>
            <p:extLst>
              <p:ext uri="{D42A27DB-BD31-4B8C-83A1-F6EECF244321}">
                <p14:modId xmlns:p14="http://schemas.microsoft.com/office/powerpoint/2010/main" val="2610909625"/>
              </p:ext>
            </p:extLst>
          </p:nvPr>
        </p:nvGraphicFramePr>
        <p:xfrm>
          <a:off x="342901" y="1609724"/>
          <a:ext cx="11463618" cy="3750326"/>
        </p:xfrm>
        <a:graphic>
          <a:graphicData uri="http://schemas.openxmlformats.org/drawingml/2006/table">
            <a:tbl>
              <a:tblPr firstRow="1" firstCol="1" bandRow="1">
                <a:tableStyleId>{5C22544A-7EE6-4342-B048-85BDC9FD1C3A}</a:tableStyleId>
              </a:tblPr>
              <a:tblGrid>
                <a:gridCol w="2025471">
                  <a:extLst>
                    <a:ext uri="{9D8B030D-6E8A-4147-A177-3AD203B41FA5}">
                      <a16:colId xmlns:a16="http://schemas.microsoft.com/office/drawing/2014/main" val="3355932978"/>
                    </a:ext>
                  </a:extLst>
                </a:gridCol>
                <a:gridCol w="4159393">
                  <a:extLst>
                    <a:ext uri="{9D8B030D-6E8A-4147-A177-3AD203B41FA5}">
                      <a16:colId xmlns:a16="http://schemas.microsoft.com/office/drawing/2014/main" val="1351169634"/>
                    </a:ext>
                  </a:extLst>
                </a:gridCol>
                <a:gridCol w="5278754">
                  <a:extLst>
                    <a:ext uri="{9D8B030D-6E8A-4147-A177-3AD203B41FA5}">
                      <a16:colId xmlns:a16="http://schemas.microsoft.com/office/drawing/2014/main" val="2503007540"/>
                    </a:ext>
                  </a:extLst>
                </a:gridCol>
              </a:tblGrid>
              <a:tr h="835231">
                <a:tc>
                  <a:txBody>
                    <a:bodyPr/>
                    <a:lstStyle/>
                    <a:p>
                      <a:pPr>
                        <a:lnSpc>
                          <a:spcPct val="150000"/>
                        </a:lnSpc>
                        <a:spcBef>
                          <a:spcPts val="0"/>
                        </a:spcBef>
                        <a:spcAft>
                          <a:spcPts val="0"/>
                        </a:spcAft>
                      </a:pPr>
                      <a:r>
                        <a:rPr lang="en-IN" sz="2400" dirty="0">
                          <a:effectLst/>
                          <a:latin typeface="+mn-lt"/>
                        </a:rPr>
                        <a:t>Criteria </a:t>
                      </a:r>
                      <a:endParaRPr lang="en-IN" sz="2400" dirty="0">
                        <a:effectLst/>
                        <a:latin typeface="+mn-lt"/>
                        <a:ea typeface="Calibri" panose="020F0502020204030204" pitchFamily="34" charset="0"/>
                        <a:cs typeface="Times New Roman" panose="02020603050405020304" pitchFamily="18" charset="0"/>
                      </a:endParaRPr>
                    </a:p>
                  </a:txBody>
                  <a:tcPr marL="0" marR="152400" marT="76200" marB="76200"/>
                </a:tc>
                <a:tc>
                  <a:txBody>
                    <a:bodyPr/>
                    <a:lstStyle/>
                    <a:p>
                      <a:pPr>
                        <a:lnSpc>
                          <a:spcPct val="150000"/>
                        </a:lnSpc>
                        <a:spcBef>
                          <a:spcPts val="0"/>
                        </a:spcBef>
                        <a:spcAft>
                          <a:spcPts val="0"/>
                        </a:spcAft>
                      </a:pPr>
                      <a:r>
                        <a:rPr lang="en-IN" sz="2400">
                          <a:effectLst/>
                          <a:latin typeface="+mn-lt"/>
                        </a:rPr>
                        <a:t>Forecasting</a:t>
                      </a:r>
                      <a:endParaRPr lang="en-IN" sz="2400">
                        <a:effectLst/>
                        <a:latin typeface="+mn-lt"/>
                        <a:ea typeface="Calibri" panose="020F0502020204030204" pitchFamily="34" charset="0"/>
                        <a:cs typeface="Times New Roman" panose="02020603050405020304" pitchFamily="18" charset="0"/>
                      </a:endParaRPr>
                    </a:p>
                  </a:txBody>
                  <a:tcPr marL="0" marR="152400" marT="76200" marB="76200"/>
                </a:tc>
                <a:tc>
                  <a:txBody>
                    <a:bodyPr/>
                    <a:lstStyle/>
                    <a:p>
                      <a:pPr>
                        <a:lnSpc>
                          <a:spcPct val="150000"/>
                        </a:lnSpc>
                        <a:spcBef>
                          <a:spcPts val="0"/>
                        </a:spcBef>
                        <a:spcAft>
                          <a:spcPts val="0"/>
                        </a:spcAft>
                      </a:pPr>
                      <a:r>
                        <a:rPr lang="en-IN" sz="2400">
                          <a:effectLst/>
                          <a:latin typeface="+mn-lt"/>
                        </a:rPr>
                        <a:t>Prediction</a:t>
                      </a:r>
                      <a:endParaRPr lang="en-IN" sz="2400">
                        <a:effectLst/>
                        <a:latin typeface="+mn-lt"/>
                        <a:ea typeface="Calibri" panose="020F0502020204030204" pitchFamily="34" charset="0"/>
                        <a:cs typeface="Times New Roman" panose="02020603050405020304" pitchFamily="18" charset="0"/>
                      </a:endParaRPr>
                    </a:p>
                  </a:txBody>
                  <a:tcPr marL="0" marR="0" marT="76200" marB="76200"/>
                </a:tc>
                <a:extLst>
                  <a:ext uri="{0D108BD9-81ED-4DB2-BD59-A6C34878D82A}">
                    <a16:rowId xmlns:a16="http://schemas.microsoft.com/office/drawing/2014/main" val="3458444423"/>
                  </a:ext>
                </a:extLst>
              </a:tr>
              <a:tr h="1532852">
                <a:tc>
                  <a:txBody>
                    <a:bodyPr/>
                    <a:lstStyle/>
                    <a:p>
                      <a:pPr>
                        <a:lnSpc>
                          <a:spcPct val="150000"/>
                        </a:lnSpc>
                        <a:spcBef>
                          <a:spcPts val="0"/>
                        </a:spcBef>
                        <a:spcAft>
                          <a:spcPts val="0"/>
                        </a:spcAft>
                      </a:pPr>
                      <a:r>
                        <a:rPr lang="en-IN" sz="2400" dirty="0">
                          <a:effectLst/>
                          <a:latin typeface="+mn-lt"/>
                        </a:rPr>
                        <a:t>Definition</a:t>
                      </a:r>
                      <a:endParaRPr lang="en-IN" sz="2400" dirty="0">
                        <a:effectLst/>
                        <a:latin typeface="+mn-lt"/>
                        <a:ea typeface="Calibri" panose="020F0502020204030204" pitchFamily="34" charset="0"/>
                        <a:cs typeface="Times New Roman" panose="02020603050405020304" pitchFamily="18" charset="0"/>
                      </a:endParaRPr>
                    </a:p>
                  </a:txBody>
                  <a:tcPr marL="0" marR="152400" marT="114300" marB="114300"/>
                </a:tc>
                <a:tc>
                  <a:txBody>
                    <a:bodyPr/>
                    <a:lstStyle/>
                    <a:p>
                      <a:pPr marL="342900" indent="-342900" algn="just">
                        <a:lnSpc>
                          <a:spcPct val="150000"/>
                        </a:lnSpc>
                        <a:spcBef>
                          <a:spcPts val="0"/>
                        </a:spcBef>
                        <a:spcAft>
                          <a:spcPts val="0"/>
                        </a:spcAft>
                        <a:buFont typeface="Courier New" panose="02070309020205020404" pitchFamily="49" charset="0"/>
                        <a:buChar char="o"/>
                      </a:pPr>
                      <a:r>
                        <a:rPr lang="en-IN" sz="2400" dirty="0">
                          <a:effectLst/>
                          <a:latin typeface="+mn-lt"/>
                          <a:ea typeface="Verdana" panose="020B0604030504040204" pitchFamily="34" charset="0"/>
                        </a:rPr>
                        <a:t>Estimating future events based on past data, patterns, and trends using statistical models or quantitative analysis.</a:t>
                      </a:r>
                      <a:endParaRPr lang="en-IN" sz="2400" dirty="0">
                        <a:effectLst/>
                        <a:latin typeface="+mn-lt"/>
                        <a:ea typeface="Verdana" panose="020B0604030504040204" pitchFamily="34" charset="0"/>
                        <a:cs typeface="Times New Roman" panose="02020603050405020304" pitchFamily="18" charset="0"/>
                      </a:endParaRPr>
                    </a:p>
                  </a:txBody>
                  <a:tcPr marL="0" marR="152400" marT="114300" marB="114300"/>
                </a:tc>
                <a:tc>
                  <a:txBody>
                    <a:bodyPr/>
                    <a:lstStyle/>
                    <a:p>
                      <a:pPr marL="342900" indent="-342900">
                        <a:lnSpc>
                          <a:spcPct val="150000"/>
                        </a:lnSpc>
                        <a:spcBef>
                          <a:spcPts val="0"/>
                        </a:spcBef>
                        <a:spcAft>
                          <a:spcPts val="0"/>
                        </a:spcAft>
                        <a:buFont typeface="Courier New" panose="02070309020205020404" pitchFamily="49" charset="0"/>
                        <a:buChar char="o"/>
                      </a:pPr>
                      <a:r>
                        <a:rPr lang="en-IN" sz="2400" dirty="0">
                          <a:effectLst/>
                          <a:latin typeface="+mn-lt"/>
                          <a:ea typeface="Verdana" panose="020B0604030504040204" pitchFamily="34" charset="0"/>
                        </a:rPr>
                        <a:t>Making judgments or guesses about future events, often without relying heavily on historical data or models.</a:t>
                      </a:r>
                      <a:endParaRPr lang="en-IN" sz="2400" dirty="0">
                        <a:effectLst/>
                        <a:latin typeface="+mn-lt"/>
                        <a:ea typeface="Verdana" panose="020B0604030504040204" pitchFamily="34" charset="0"/>
                        <a:cs typeface="Times New Roman" panose="02020603050405020304" pitchFamily="18" charset="0"/>
                      </a:endParaRPr>
                    </a:p>
                  </a:txBody>
                  <a:tcPr marL="0" marR="0" marT="114300" marB="114300"/>
                </a:tc>
                <a:extLst>
                  <a:ext uri="{0D108BD9-81ED-4DB2-BD59-A6C34878D82A}">
                    <a16:rowId xmlns:a16="http://schemas.microsoft.com/office/drawing/2014/main" val="516064385"/>
                  </a:ext>
                </a:extLst>
              </a:tr>
            </a:tbl>
          </a:graphicData>
        </a:graphic>
      </p:graphicFrame>
    </p:spTree>
    <p:extLst>
      <p:ext uri="{BB962C8B-B14F-4D97-AF65-F5344CB8AC3E}">
        <p14:creationId xmlns:p14="http://schemas.microsoft.com/office/powerpoint/2010/main" val="1768582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160569"/>
            <a:ext cx="7543800" cy="764364"/>
          </a:xfrm>
        </p:spPr>
        <p:txBody>
          <a:bodyPr>
            <a:normAutofit/>
          </a:bodyPr>
          <a:lstStyle/>
          <a:p>
            <a:pPr>
              <a:lnSpc>
                <a:spcPct val="100000"/>
              </a:lnSpc>
            </a:pPr>
            <a:r>
              <a:rPr lang="en-US" sz="3200" dirty="0">
                <a:latin typeface="Helvetica Neue"/>
                <a:cs typeface="Helvetica" panose="020B0604020202020204" pitchFamily="34" charset="0"/>
              </a:rPr>
              <a:t>Forecasting</a:t>
            </a:r>
          </a:p>
        </p:txBody>
      </p:sp>
      <p:sp>
        <p:nvSpPr>
          <p:cNvPr id="3" name="Rectangle 2"/>
          <p:cNvSpPr/>
          <p:nvPr/>
        </p:nvSpPr>
        <p:spPr>
          <a:xfrm>
            <a:off x="537882" y="1073785"/>
            <a:ext cx="11178989" cy="5133713"/>
          </a:xfrm>
          <a:prstGeom prst="rect">
            <a:avLst/>
          </a:prstGeom>
        </p:spPr>
        <p:txBody>
          <a:bodyPr wrap="square">
            <a:spAutoFit/>
          </a:bodyPr>
          <a:lstStyle/>
          <a:p>
            <a:pPr marL="609600" indent="-609600" algn="just">
              <a:lnSpc>
                <a:spcPct val="90000"/>
              </a:lnSpc>
              <a:buFont typeface="Courier New" panose="02070309020205020404" pitchFamily="49" charset="0"/>
              <a:buChar char="o"/>
            </a:pPr>
            <a:r>
              <a:rPr lang="en-IN" sz="2800" b="1" dirty="0"/>
              <a:t>Forecasting</a:t>
            </a:r>
            <a:r>
              <a:rPr lang="en-IN" sz="2800" dirty="0"/>
              <a:t> is the process of making </a:t>
            </a:r>
            <a:r>
              <a:rPr lang="en-IN" sz="2800" b="1" dirty="0">
                <a:solidFill>
                  <a:srgbClr val="FF0000"/>
                </a:solidFill>
              </a:rPr>
              <a:t>predictions of the future</a:t>
            </a:r>
            <a:r>
              <a:rPr lang="en-IN" sz="2800" dirty="0"/>
              <a:t> based on </a:t>
            </a:r>
            <a:r>
              <a:rPr lang="en-IN" sz="2800" b="1" dirty="0">
                <a:solidFill>
                  <a:srgbClr val="FF0000"/>
                </a:solidFill>
              </a:rPr>
              <a:t>past and present data</a:t>
            </a:r>
            <a:r>
              <a:rPr lang="en-IN" sz="2800" dirty="0"/>
              <a:t> and most commonly by analysis of trends. </a:t>
            </a:r>
          </a:p>
          <a:p>
            <a:pPr marL="609600" indent="-609600" algn="just">
              <a:lnSpc>
                <a:spcPct val="90000"/>
              </a:lnSpc>
              <a:buNone/>
            </a:pPr>
            <a:endParaRPr lang="en-IN" sz="2800" dirty="0"/>
          </a:p>
          <a:p>
            <a:pPr marL="609600" indent="-609600" algn="just">
              <a:lnSpc>
                <a:spcPct val="90000"/>
              </a:lnSpc>
              <a:buFont typeface="Wingdings" panose="05000000000000000000" pitchFamily="2" charset="2"/>
              <a:buChar char="v"/>
            </a:pPr>
            <a:r>
              <a:rPr lang="en-IN" sz="2800" dirty="0"/>
              <a:t>Forecasts can be required several years in advance.</a:t>
            </a:r>
          </a:p>
          <a:p>
            <a:pPr marL="609600" indent="-609600" algn="just">
              <a:lnSpc>
                <a:spcPct val="90000"/>
              </a:lnSpc>
              <a:buFont typeface="Wingdings" panose="05000000000000000000" pitchFamily="2" charset="2"/>
              <a:buChar char="v"/>
            </a:pPr>
            <a:r>
              <a:rPr lang="en-IN" sz="2800" dirty="0"/>
              <a:t>Forecasting is required in many situations: </a:t>
            </a:r>
          </a:p>
          <a:p>
            <a:pPr marL="1066800" lvl="1" indent="-609600" algn="just">
              <a:lnSpc>
                <a:spcPct val="90000"/>
              </a:lnSpc>
            </a:pPr>
            <a:r>
              <a:rPr lang="en-IN" sz="2800" dirty="0"/>
              <a:t>(a) deciding whether to build another power generation plant in the next five years requires forecasts of future demand.</a:t>
            </a:r>
          </a:p>
          <a:p>
            <a:pPr marL="1066800" lvl="1" indent="-609600" algn="just">
              <a:lnSpc>
                <a:spcPct val="90000"/>
              </a:lnSpc>
            </a:pPr>
            <a:r>
              <a:rPr lang="en-IN" sz="2800" dirty="0"/>
              <a:t>(b) scheduling staff in a call centre next week requires forecasts of call volumes </a:t>
            </a:r>
          </a:p>
          <a:p>
            <a:pPr marL="1066800" lvl="1" indent="-609600" algn="just">
              <a:lnSpc>
                <a:spcPct val="90000"/>
              </a:lnSpc>
            </a:pPr>
            <a:r>
              <a:rPr lang="en-IN" sz="2800" dirty="0"/>
              <a:t>(c) stocking an inventory requires forecasts of stock requirements. etc.</a:t>
            </a:r>
          </a:p>
          <a:p>
            <a:pPr marL="614418" indent="-609600" algn="just">
              <a:lnSpc>
                <a:spcPct val="90000"/>
              </a:lnSpc>
              <a:buFont typeface="Courier New" panose="02070309020205020404" pitchFamily="49" charset="0"/>
              <a:buChar char="o"/>
            </a:pPr>
            <a:endParaRPr lang="en-IN" sz="2800" dirty="0"/>
          </a:p>
          <a:p>
            <a:pPr marL="614418" indent="-609600" algn="just">
              <a:lnSpc>
                <a:spcPct val="90000"/>
              </a:lnSpc>
              <a:buFont typeface="Courier New" panose="02070309020205020404" pitchFamily="49" charset="0"/>
              <a:buChar char="o"/>
            </a:pPr>
            <a:r>
              <a:rPr lang="en-IN" sz="2800" i="1" dirty="0"/>
              <a:t>Whatever the circumstances or time horizons involved, forecasting is an important aid to effective and efficient </a:t>
            </a:r>
            <a:r>
              <a:rPr lang="en-IN" sz="2800" b="1" i="1" dirty="0"/>
              <a:t>planning</a:t>
            </a:r>
            <a:r>
              <a:rPr lang="en-IN" sz="2800" i="1" dirty="0"/>
              <a:t>.</a:t>
            </a:r>
            <a:endParaRPr lang="en-US" sz="2800" i="1" dirty="0"/>
          </a:p>
        </p:txBody>
      </p:sp>
    </p:spTree>
    <p:extLst>
      <p:ext uri="{BB962C8B-B14F-4D97-AF65-F5344CB8AC3E}">
        <p14:creationId xmlns:p14="http://schemas.microsoft.com/office/powerpoint/2010/main" val="27738820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160569"/>
            <a:ext cx="7543800" cy="764364"/>
          </a:xfrm>
        </p:spPr>
        <p:txBody>
          <a:bodyPr>
            <a:normAutofit/>
          </a:bodyPr>
          <a:lstStyle/>
          <a:p>
            <a:pPr algn="l"/>
            <a:r>
              <a:rPr lang="en-US" sz="3200" dirty="0">
                <a:latin typeface="Helvetica Neue"/>
                <a:cs typeface="Helvetica" panose="020B0604020202020204" pitchFamily="34" charset="0"/>
              </a:rPr>
              <a:t>Forecasting</a:t>
            </a:r>
            <a:endParaRPr lang="en-IN" sz="3200" dirty="0"/>
          </a:p>
        </p:txBody>
      </p:sp>
      <p:sp>
        <p:nvSpPr>
          <p:cNvPr id="3" name="Rectangle 2"/>
          <p:cNvSpPr/>
          <p:nvPr/>
        </p:nvSpPr>
        <p:spPr>
          <a:xfrm>
            <a:off x="582706" y="924933"/>
            <a:ext cx="11107270" cy="5632311"/>
          </a:xfrm>
          <a:prstGeom prst="rect">
            <a:avLst/>
          </a:prstGeom>
        </p:spPr>
        <p:txBody>
          <a:bodyPr wrap="square">
            <a:spAutoFit/>
          </a:bodyPr>
          <a:lstStyle/>
          <a:p>
            <a:pPr marL="342900" indent="-342900" algn="just">
              <a:buFont typeface="Courier New" panose="02070309020205020404" pitchFamily="49" charset="0"/>
              <a:buChar char="o"/>
            </a:pPr>
            <a:r>
              <a:rPr lang="en-IN" sz="2400" dirty="0"/>
              <a:t>Some things are easier to forecast than others. </a:t>
            </a:r>
          </a:p>
          <a:p>
            <a:pPr marL="800100" lvl="1" indent="-342900" algn="just">
              <a:buFont typeface="Courier New" panose="02070309020205020404" pitchFamily="49" charset="0"/>
              <a:buChar char="o"/>
            </a:pPr>
            <a:r>
              <a:rPr lang="en-IN" sz="2400" dirty="0"/>
              <a:t>The time of the sunrise tomorrow morning can be forecast precisely. </a:t>
            </a:r>
          </a:p>
          <a:p>
            <a:pPr marL="342900" indent="-342900" algn="just">
              <a:buFont typeface="Courier New" panose="02070309020205020404" pitchFamily="49" charset="0"/>
              <a:buChar char="o"/>
            </a:pPr>
            <a:r>
              <a:rPr lang="en-IN" sz="2400" dirty="0"/>
              <a:t>On the other hand, tomorrow’s iPhone sale cannot be forecast with any accuracy.</a:t>
            </a:r>
          </a:p>
          <a:p>
            <a:pPr marL="342900" indent="-342900" algn="just">
              <a:buFont typeface="Courier New" panose="02070309020205020404" pitchFamily="49" charset="0"/>
              <a:buChar char="o"/>
            </a:pPr>
            <a:r>
              <a:rPr lang="en-IN" sz="2400" dirty="0"/>
              <a:t>Forecasting depends on several factors including:</a:t>
            </a:r>
          </a:p>
          <a:p>
            <a:pPr marL="914400" lvl="1" indent="-457200" algn="just">
              <a:buFont typeface="Arial" panose="020B0604020202020204" pitchFamily="34" charset="0"/>
              <a:buChar char="•"/>
            </a:pPr>
            <a:r>
              <a:rPr lang="en-IN" sz="2400" dirty="0"/>
              <a:t> how well we understand the factors that contribute to it;</a:t>
            </a:r>
          </a:p>
          <a:p>
            <a:pPr marL="914400" lvl="1" indent="-457200" algn="just">
              <a:buFont typeface="Arial" panose="020B0604020202020204" pitchFamily="34" charset="0"/>
              <a:buChar char="•"/>
            </a:pPr>
            <a:r>
              <a:rPr lang="en-IN" sz="2400" dirty="0"/>
              <a:t> how much data is available;</a:t>
            </a:r>
          </a:p>
          <a:p>
            <a:pPr marL="914400" lvl="1" indent="-457200" algn="just">
              <a:buFont typeface="Arial" panose="020B0604020202020204" pitchFamily="34" charset="0"/>
              <a:buChar char="•"/>
            </a:pPr>
            <a:r>
              <a:rPr lang="en-IN" sz="2400" dirty="0"/>
              <a:t> whether the forecasts can affect the thing we are trying to forecast.</a:t>
            </a:r>
          </a:p>
          <a:p>
            <a:pPr algn="just"/>
            <a:endParaRPr lang="en-IN" sz="2400" dirty="0"/>
          </a:p>
          <a:p>
            <a:pPr marL="342900" indent="-342900" algn="just">
              <a:buFont typeface="Courier New" panose="02070309020205020404" pitchFamily="49" charset="0"/>
              <a:buChar char="o"/>
            </a:pPr>
            <a:r>
              <a:rPr lang="en-IN" sz="2400" dirty="0"/>
              <a:t>Forecasts of the time of the sunrise tomorrow morning, electricity demand can be highly accurate because all three conditions are usually satisfied. </a:t>
            </a:r>
          </a:p>
          <a:p>
            <a:pPr algn="just"/>
            <a:endParaRPr lang="en-IN" sz="2400" dirty="0"/>
          </a:p>
          <a:p>
            <a:pPr marL="342900" indent="-342900" algn="just">
              <a:buFont typeface="Courier New" panose="02070309020205020404" pitchFamily="49" charset="0"/>
              <a:buChar char="o"/>
            </a:pPr>
            <a:r>
              <a:rPr lang="en-IN" sz="2400" dirty="0"/>
              <a:t>Forecasting currency exchange rates, only one of the conditions is satisfied: there is plenty of available data. However, we have a limited understanding of the factors that affect exchange rates.</a:t>
            </a:r>
          </a:p>
          <a:p>
            <a:endParaRPr lang="en-IN" sz="2400" dirty="0"/>
          </a:p>
        </p:txBody>
      </p:sp>
    </p:spTree>
    <p:extLst>
      <p:ext uri="{BB962C8B-B14F-4D97-AF65-F5344CB8AC3E}">
        <p14:creationId xmlns:p14="http://schemas.microsoft.com/office/powerpoint/2010/main" val="11092155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160569"/>
            <a:ext cx="7543800" cy="764364"/>
          </a:xfrm>
        </p:spPr>
        <p:txBody>
          <a:bodyPr>
            <a:normAutofit/>
          </a:bodyPr>
          <a:lstStyle/>
          <a:p>
            <a:pPr>
              <a:lnSpc>
                <a:spcPct val="100000"/>
              </a:lnSpc>
            </a:pPr>
            <a:r>
              <a:rPr lang="en-US" sz="3200" dirty="0">
                <a:latin typeface="Helvetica Neue"/>
                <a:cs typeface="Helvetica" panose="020B0604020202020204" pitchFamily="34" charset="0"/>
              </a:rPr>
              <a:t>Forecasting, Planning and Goals</a:t>
            </a:r>
          </a:p>
        </p:txBody>
      </p:sp>
      <p:sp>
        <p:nvSpPr>
          <p:cNvPr id="3" name="Rectangle 2"/>
          <p:cNvSpPr/>
          <p:nvPr/>
        </p:nvSpPr>
        <p:spPr>
          <a:xfrm>
            <a:off x="717176" y="1104811"/>
            <a:ext cx="10883153" cy="4893647"/>
          </a:xfrm>
          <a:prstGeom prst="rect">
            <a:avLst/>
          </a:prstGeom>
        </p:spPr>
        <p:txBody>
          <a:bodyPr wrap="square">
            <a:spAutoFit/>
          </a:bodyPr>
          <a:lstStyle/>
          <a:p>
            <a:pPr marL="342900" indent="-342900">
              <a:buFont typeface="Courier New" panose="02070309020205020404" pitchFamily="49" charset="0"/>
              <a:buChar char="o"/>
            </a:pPr>
            <a:r>
              <a:rPr lang="en-IN" sz="2400" b="1" i="1" dirty="0"/>
              <a:t>Forecasting:</a:t>
            </a:r>
          </a:p>
          <a:p>
            <a:pPr lvl="1"/>
            <a:r>
              <a:rPr lang="en-IN" sz="2400" dirty="0"/>
              <a:t>is about predicting the future as accurately as possible, given all of the information available, including historical data and knowledge of any future events that might impact the forecasts</a:t>
            </a:r>
          </a:p>
          <a:p>
            <a:pPr marL="0" indent="0">
              <a:buNone/>
            </a:pPr>
            <a:endParaRPr lang="en-US" sz="2400" dirty="0"/>
          </a:p>
          <a:p>
            <a:pPr marL="0" indent="0">
              <a:buNone/>
            </a:pPr>
            <a:r>
              <a:rPr lang="en-IN" sz="2400" b="1" i="1" dirty="0"/>
              <a:t>Planning:</a:t>
            </a:r>
          </a:p>
          <a:p>
            <a:pPr lvl="1"/>
            <a:r>
              <a:rPr lang="en-IN" sz="2400" dirty="0"/>
              <a:t>is a response to forecasts and goals. Planning involves determining the appropriate actions that are required to make your forecasts match your goals.</a:t>
            </a:r>
          </a:p>
          <a:p>
            <a:pPr marL="0" indent="0">
              <a:buNone/>
            </a:pPr>
            <a:endParaRPr lang="en-US" sz="2400" dirty="0"/>
          </a:p>
          <a:p>
            <a:pPr marL="342900" indent="-342900">
              <a:buFont typeface="Courier New" panose="02070309020205020404" pitchFamily="49" charset="0"/>
              <a:buChar char="o"/>
            </a:pPr>
            <a:r>
              <a:rPr lang="en-IN" sz="2400" b="1" i="1" dirty="0"/>
              <a:t>Goals:</a:t>
            </a:r>
          </a:p>
          <a:p>
            <a:pPr lvl="1"/>
            <a:r>
              <a:rPr lang="en-IN" sz="2400" dirty="0"/>
              <a:t>are what you would like to have happen. Goals should be linked to forecasts and plans, but this does not always occur. Too often, goals are set without any plan for how to achieve them, and no forecasts for whether they are realistic.</a:t>
            </a:r>
            <a:endParaRPr lang="en-IN" dirty="0"/>
          </a:p>
        </p:txBody>
      </p:sp>
    </p:spTree>
    <p:extLst>
      <p:ext uri="{BB962C8B-B14F-4D97-AF65-F5344CB8AC3E}">
        <p14:creationId xmlns:p14="http://schemas.microsoft.com/office/powerpoint/2010/main" val="29461038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160569"/>
            <a:ext cx="7543800" cy="764364"/>
          </a:xfrm>
        </p:spPr>
        <p:txBody>
          <a:bodyPr>
            <a:normAutofit/>
          </a:bodyPr>
          <a:lstStyle/>
          <a:p>
            <a:pPr>
              <a:lnSpc>
                <a:spcPct val="100000"/>
              </a:lnSpc>
            </a:pPr>
            <a:r>
              <a:rPr lang="en-US" sz="3200" dirty="0">
                <a:latin typeface="Helvetica Neue"/>
                <a:cs typeface="Helvetica" panose="020B0604020202020204" pitchFamily="34" charset="0"/>
              </a:rPr>
              <a:t>Forecasting frame</a:t>
            </a:r>
          </a:p>
        </p:txBody>
      </p:sp>
      <p:sp>
        <p:nvSpPr>
          <p:cNvPr id="3" name="Rectangle 2"/>
          <p:cNvSpPr/>
          <p:nvPr/>
        </p:nvSpPr>
        <p:spPr>
          <a:xfrm>
            <a:off x="430306" y="1124837"/>
            <a:ext cx="11277600" cy="4300857"/>
          </a:xfrm>
          <a:prstGeom prst="rect">
            <a:avLst/>
          </a:prstGeom>
        </p:spPr>
        <p:txBody>
          <a:bodyPr wrap="square">
            <a:spAutoFit/>
          </a:bodyPr>
          <a:lstStyle/>
          <a:p>
            <a:pPr algn="ctr">
              <a:lnSpc>
                <a:spcPct val="90000"/>
              </a:lnSpc>
              <a:spcBef>
                <a:spcPct val="50000"/>
              </a:spcBef>
            </a:pPr>
            <a:r>
              <a:rPr lang="en-GB" altLang="zh-CN" sz="2800" b="1" dirty="0">
                <a:solidFill>
                  <a:srgbClr val="0033CC"/>
                </a:solidFill>
                <a:latin typeface="+mn-lt"/>
              </a:rPr>
              <a:t>Short-term Forecasts</a:t>
            </a:r>
          </a:p>
          <a:p>
            <a:pPr marL="342900" indent="-342900" algn="just">
              <a:lnSpc>
                <a:spcPct val="150000"/>
              </a:lnSpc>
              <a:spcBef>
                <a:spcPts val="0"/>
              </a:spcBef>
              <a:buFont typeface="Courier New" panose="02070309020205020404" pitchFamily="49" charset="0"/>
              <a:buChar char="o"/>
            </a:pPr>
            <a:r>
              <a:rPr lang="en-GB" altLang="zh-CN" sz="2400" dirty="0">
                <a:latin typeface="+mn-lt"/>
              </a:rPr>
              <a:t>Short-term forecasts generally involve some form of scheduling which may include for example the seasons of the year for planning purposes. </a:t>
            </a:r>
          </a:p>
          <a:p>
            <a:pPr marL="342900" indent="-342900" algn="just">
              <a:lnSpc>
                <a:spcPct val="150000"/>
              </a:lnSpc>
              <a:spcBef>
                <a:spcPts val="0"/>
              </a:spcBef>
              <a:buFont typeface="Courier New" panose="02070309020205020404" pitchFamily="49" charset="0"/>
              <a:buChar char="o"/>
            </a:pPr>
            <a:r>
              <a:rPr lang="en-GB" altLang="zh-CN" sz="2400" dirty="0">
                <a:latin typeface="+mn-lt"/>
              </a:rPr>
              <a:t>The cyclical and seasonal factors are not more important in these situations. </a:t>
            </a:r>
          </a:p>
          <a:p>
            <a:pPr marL="342900" indent="-342900" algn="just">
              <a:lnSpc>
                <a:spcPct val="150000"/>
              </a:lnSpc>
              <a:spcBef>
                <a:spcPts val="0"/>
              </a:spcBef>
              <a:buFont typeface="Courier New" panose="02070309020205020404" pitchFamily="49" charset="0"/>
              <a:buChar char="o"/>
            </a:pPr>
            <a:r>
              <a:rPr lang="en-GB" altLang="zh-CN" sz="2400" dirty="0">
                <a:latin typeface="+mn-lt"/>
              </a:rPr>
              <a:t>Such forecasts are usually prepared every 6 months or on a more frequent basis. </a:t>
            </a:r>
          </a:p>
          <a:p>
            <a:pPr marL="342900" indent="-342900" algn="just">
              <a:lnSpc>
                <a:spcPct val="150000"/>
              </a:lnSpc>
              <a:spcBef>
                <a:spcPts val="0"/>
              </a:spcBef>
              <a:buFont typeface="Courier New" panose="02070309020205020404" pitchFamily="49" charset="0"/>
              <a:buChar char="o"/>
            </a:pPr>
            <a:r>
              <a:rPr lang="en-GB" altLang="zh-CN" sz="2400" dirty="0">
                <a:latin typeface="+mn-lt"/>
              </a:rPr>
              <a:t>These forecasts </a:t>
            </a:r>
            <a:r>
              <a:rPr lang="en-IN" sz="2400" dirty="0">
                <a:latin typeface="+mn-lt"/>
              </a:rPr>
              <a:t>are needed for the scheduling of personnel, production and transportation. As part of the scheduling process, forecasts of demand are often also required.</a:t>
            </a:r>
            <a:endParaRPr lang="en-US" altLang="zh-CN" sz="2400" dirty="0">
              <a:latin typeface="+mn-lt"/>
            </a:endParaRPr>
          </a:p>
        </p:txBody>
      </p:sp>
    </p:spTree>
    <p:extLst>
      <p:ext uri="{BB962C8B-B14F-4D97-AF65-F5344CB8AC3E}">
        <p14:creationId xmlns:p14="http://schemas.microsoft.com/office/powerpoint/2010/main" val="37430800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160569"/>
            <a:ext cx="7543800" cy="764364"/>
          </a:xfrm>
        </p:spPr>
        <p:txBody>
          <a:bodyPr>
            <a:normAutofit/>
          </a:bodyPr>
          <a:lstStyle/>
          <a:p>
            <a:pPr algn="l"/>
            <a:r>
              <a:rPr lang="en-US" sz="3200" dirty="0">
                <a:latin typeface="Helvetica Neue"/>
                <a:cs typeface="Helvetica" panose="020B0604020202020204" pitchFamily="34" charset="0"/>
              </a:rPr>
              <a:t>Forecasting frame</a:t>
            </a:r>
            <a:endParaRPr lang="en-IN" sz="3200" dirty="0"/>
          </a:p>
        </p:txBody>
      </p:sp>
      <p:sp>
        <p:nvSpPr>
          <p:cNvPr id="3" name="Rectangle 2"/>
          <p:cNvSpPr/>
          <p:nvPr/>
        </p:nvSpPr>
        <p:spPr>
          <a:xfrm>
            <a:off x="690282" y="1276918"/>
            <a:ext cx="10981765" cy="4467057"/>
          </a:xfrm>
          <a:prstGeom prst="rect">
            <a:avLst/>
          </a:prstGeom>
        </p:spPr>
        <p:txBody>
          <a:bodyPr wrap="square">
            <a:spAutoFit/>
          </a:bodyPr>
          <a:lstStyle/>
          <a:p>
            <a:pPr algn="just">
              <a:lnSpc>
                <a:spcPct val="150000"/>
              </a:lnSpc>
              <a:spcBef>
                <a:spcPts val="0"/>
              </a:spcBef>
            </a:pPr>
            <a:r>
              <a:rPr lang="en-GB" altLang="zh-CN" sz="2400" b="1" dirty="0">
                <a:solidFill>
                  <a:srgbClr val="0033CC"/>
                </a:solidFill>
                <a:latin typeface="+mn-lt"/>
              </a:rPr>
              <a:t>Medium-term Forecasts</a:t>
            </a:r>
          </a:p>
          <a:p>
            <a:pPr marL="342900" indent="-342900" algn="just">
              <a:lnSpc>
                <a:spcPct val="150000"/>
              </a:lnSpc>
              <a:spcBef>
                <a:spcPts val="0"/>
              </a:spcBef>
              <a:buFont typeface="Courier New" panose="02070309020205020404" pitchFamily="49" charset="0"/>
              <a:buChar char="o"/>
            </a:pPr>
            <a:r>
              <a:rPr lang="en-US" altLang="zh-CN" sz="2400" dirty="0">
                <a:latin typeface="+mn-lt"/>
              </a:rPr>
              <a:t>Medium-term forecasts are generally prepared for planning, scheduling, budgeting and resource requirements purposes. </a:t>
            </a:r>
          </a:p>
          <a:p>
            <a:pPr marL="342900" indent="-342900" algn="just">
              <a:lnSpc>
                <a:spcPct val="150000"/>
              </a:lnSpc>
              <a:spcBef>
                <a:spcPts val="0"/>
              </a:spcBef>
              <a:buFont typeface="Courier New" panose="02070309020205020404" pitchFamily="49" charset="0"/>
              <a:buChar char="o"/>
            </a:pPr>
            <a:r>
              <a:rPr lang="en-US" altLang="zh-CN" sz="2400" dirty="0">
                <a:latin typeface="+mn-lt"/>
              </a:rPr>
              <a:t>Medium-term forecasts </a:t>
            </a:r>
            <a:r>
              <a:rPr lang="en-IN" sz="2400" dirty="0">
                <a:latin typeface="+mn-lt"/>
              </a:rPr>
              <a:t>are needed to determine future resource requirements, in order to purchase raw materials, hire personnel, or buy machinery and equipment.</a:t>
            </a:r>
          </a:p>
          <a:p>
            <a:pPr marL="342900" indent="-342900" algn="just">
              <a:lnSpc>
                <a:spcPct val="150000"/>
              </a:lnSpc>
              <a:spcBef>
                <a:spcPts val="0"/>
              </a:spcBef>
              <a:buFont typeface="Courier New" panose="02070309020205020404" pitchFamily="49" charset="0"/>
              <a:buChar char="o"/>
            </a:pPr>
            <a:r>
              <a:rPr lang="en-US" altLang="zh-CN" sz="2400" dirty="0">
                <a:latin typeface="+mn-lt"/>
              </a:rPr>
              <a:t>The trend factor, as well as the cyclical component, plays a key role in the medium-term forecast as the year to year variations in traffic growth are an important element in the planning process</a:t>
            </a:r>
          </a:p>
        </p:txBody>
      </p:sp>
    </p:spTree>
    <p:extLst>
      <p:ext uri="{BB962C8B-B14F-4D97-AF65-F5344CB8AC3E}">
        <p14:creationId xmlns:p14="http://schemas.microsoft.com/office/powerpoint/2010/main" val="13278653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160569"/>
            <a:ext cx="7543800" cy="764364"/>
          </a:xfrm>
        </p:spPr>
        <p:txBody>
          <a:bodyPr>
            <a:normAutofit/>
          </a:bodyPr>
          <a:lstStyle/>
          <a:p>
            <a:pPr algn="l"/>
            <a:r>
              <a:rPr lang="en-US" sz="3200" dirty="0">
                <a:latin typeface="Helvetica Neue"/>
                <a:cs typeface="Helvetica" panose="020B0604020202020204" pitchFamily="34" charset="0"/>
              </a:rPr>
              <a:t>Forecasting frame</a:t>
            </a:r>
            <a:endParaRPr lang="en-IN" sz="3200" dirty="0"/>
          </a:p>
        </p:txBody>
      </p:sp>
      <p:sp>
        <p:nvSpPr>
          <p:cNvPr id="3" name="Rectangle 2"/>
          <p:cNvSpPr/>
          <p:nvPr/>
        </p:nvSpPr>
        <p:spPr>
          <a:xfrm>
            <a:off x="672353" y="1075563"/>
            <a:ext cx="10999694" cy="5152180"/>
          </a:xfrm>
          <a:prstGeom prst="rect">
            <a:avLst/>
          </a:prstGeom>
        </p:spPr>
        <p:txBody>
          <a:bodyPr wrap="square">
            <a:spAutoFit/>
          </a:bodyPr>
          <a:lstStyle/>
          <a:p>
            <a:pPr algn="just">
              <a:lnSpc>
                <a:spcPct val="90000"/>
              </a:lnSpc>
              <a:spcBef>
                <a:spcPct val="50000"/>
              </a:spcBef>
            </a:pPr>
            <a:r>
              <a:rPr lang="en-GB" altLang="zh-CN" sz="2400" b="1" dirty="0">
                <a:solidFill>
                  <a:srgbClr val="0033CC"/>
                </a:solidFill>
                <a:latin typeface="+mn-lt"/>
              </a:rPr>
              <a:t>Long-term Forecasts</a:t>
            </a:r>
          </a:p>
          <a:p>
            <a:pPr marL="342900" indent="-342900" algn="just">
              <a:lnSpc>
                <a:spcPct val="90000"/>
              </a:lnSpc>
              <a:spcBef>
                <a:spcPct val="50000"/>
              </a:spcBef>
              <a:buFont typeface="Courier New" panose="02070309020205020404" pitchFamily="49" charset="0"/>
              <a:buChar char="o"/>
            </a:pPr>
            <a:r>
              <a:rPr lang="en-US" altLang="zh-CN" sz="2400" dirty="0">
                <a:latin typeface="+mn-lt"/>
              </a:rPr>
              <a:t>Long-term forecasts are used mostly in connection with strategic planning to determine the level and direction of capital expenditures and to decide on ways in which goals can be accomplished.  </a:t>
            </a:r>
          </a:p>
          <a:p>
            <a:pPr marL="342900" indent="-342900" algn="just">
              <a:lnSpc>
                <a:spcPct val="90000"/>
              </a:lnSpc>
              <a:spcBef>
                <a:spcPct val="50000"/>
              </a:spcBef>
              <a:buFont typeface="Courier New" panose="02070309020205020404" pitchFamily="49" charset="0"/>
              <a:buChar char="o"/>
            </a:pPr>
            <a:r>
              <a:rPr lang="en-US" altLang="zh-CN" sz="2400" dirty="0">
                <a:latin typeface="+mn-lt"/>
              </a:rPr>
              <a:t>The trend element generally dominates long term situations and must be considered in the determination of any long-run decisions.</a:t>
            </a:r>
          </a:p>
          <a:p>
            <a:pPr marL="342900" indent="-342900" algn="just">
              <a:lnSpc>
                <a:spcPct val="90000"/>
              </a:lnSpc>
              <a:spcBef>
                <a:spcPct val="50000"/>
              </a:spcBef>
              <a:buFont typeface="Courier New" panose="02070309020205020404" pitchFamily="49" charset="0"/>
              <a:buChar char="o"/>
            </a:pPr>
            <a:r>
              <a:rPr lang="en-US" altLang="zh-CN" sz="2400" dirty="0">
                <a:latin typeface="+mn-lt"/>
              </a:rPr>
              <a:t>The methods generally found to be most appropriate in long-term situations are econometric analysis and life‑cycle analysis. Long-term forecasts </a:t>
            </a:r>
            <a:r>
              <a:rPr lang="en-IN" sz="2400" dirty="0">
                <a:latin typeface="+mn-lt"/>
              </a:rPr>
              <a:t>are used in strategic planning. Such decisions must take account of market opportunities, environmental factors and internal resources.</a:t>
            </a:r>
          </a:p>
          <a:p>
            <a:pPr marL="342900" indent="-342900" algn="just">
              <a:lnSpc>
                <a:spcPct val="90000"/>
              </a:lnSpc>
              <a:spcBef>
                <a:spcPct val="50000"/>
              </a:spcBef>
              <a:buFont typeface="Courier New" panose="02070309020205020404" pitchFamily="49" charset="0"/>
              <a:buChar char="o"/>
            </a:pPr>
            <a:r>
              <a:rPr lang="en-US" altLang="zh-CN" sz="2400" dirty="0">
                <a:latin typeface="+mn-lt"/>
              </a:rPr>
              <a:t>It is also important that since the time span of the forecast horizon is long, forecasts should be calibrated and revised at periodic intervals (every two or three years depending on the situation). </a:t>
            </a:r>
          </a:p>
        </p:txBody>
      </p:sp>
    </p:spTree>
    <p:extLst>
      <p:ext uri="{BB962C8B-B14F-4D97-AF65-F5344CB8AC3E}">
        <p14:creationId xmlns:p14="http://schemas.microsoft.com/office/powerpoint/2010/main" val="33007570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0992" y="319781"/>
            <a:ext cx="6323008" cy="605152"/>
          </a:xfrm>
        </p:spPr>
        <p:txBody>
          <a:bodyPr>
            <a:normAutofit/>
          </a:bodyPr>
          <a:lstStyle/>
          <a:p>
            <a:r>
              <a:rPr lang="en-US" sz="2800" dirty="0">
                <a:latin typeface="Helvetica Neue"/>
                <a:cs typeface="Helvetica" panose="020B0604020202020204" pitchFamily="34" charset="0"/>
              </a:rPr>
              <a:t>Forecasting Methods</a:t>
            </a:r>
          </a:p>
        </p:txBody>
      </p:sp>
      <p:grpSp>
        <p:nvGrpSpPr>
          <p:cNvPr id="4" name="Group 3"/>
          <p:cNvGrpSpPr/>
          <p:nvPr/>
        </p:nvGrpSpPr>
        <p:grpSpPr>
          <a:xfrm>
            <a:off x="2724940" y="1015606"/>
            <a:ext cx="4238624" cy="587554"/>
            <a:chOff x="2087592" y="3608001"/>
            <a:chExt cx="2398144" cy="624498"/>
          </a:xfrm>
          <a:solidFill>
            <a:srgbClr val="F1F8EC"/>
          </a:solidFill>
        </p:grpSpPr>
        <p:sp>
          <p:nvSpPr>
            <p:cNvPr id="5" name="Rounded Rectangle 4"/>
            <p:cNvSpPr/>
            <p:nvPr/>
          </p:nvSpPr>
          <p:spPr>
            <a:xfrm>
              <a:off x="2087592" y="3608001"/>
              <a:ext cx="2398144" cy="624498"/>
            </a:xfrm>
            <a:prstGeom prst="roundRect">
              <a:avLst/>
            </a:prstGeom>
            <a:grpFill/>
            <a:ln>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a:latin typeface="Helvetica Neue"/>
              </a:endParaRPr>
            </a:p>
          </p:txBody>
        </p:sp>
        <p:sp>
          <p:nvSpPr>
            <p:cNvPr id="6" name="Rectangle 5"/>
            <p:cNvSpPr/>
            <p:nvPr/>
          </p:nvSpPr>
          <p:spPr>
            <a:xfrm>
              <a:off x="2087703" y="3653139"/>
              <a:ext cx="2390749" cy="310788"/>
            </a:xfrm>
            <a:prstGeom prst="rect">
              <a:avLst/>
            </a:prstGeom>
            <a:grpFill/>
          </p:spPr>
          <p:txBody>
            <a:bodyPr wrap="square">
              <a:spAutoFit/>
            </a:bodyPr>
            <a:lstStyle/>
            <a:p>
              <a:pPr algn="ctr"/>
              <a:r>
                <a:rPr lang="en-US" b="1" dirty="0">
                  <a:solidFill>
                    <a:schemeClr val="tx1">
                      <a:lumMod val="75000"/>
                      <a:lumOff val="25000"/>
                    </a:schemeClr>
                  </a:solidFill>
                  <a:latin typeface="Helvetica Neue"/>
                  <a:cs typeface="Helvetica" panose="020B0604020202020204" pitchFamily="34" charset="0"/>
                </a:rPr>
                <a:t>Forecasting Methods</a:t>
              </a:r>
            </a:p>
          </p:txBody>
        </p:sp>
      </p:grpSp>
      <p:grpSp>
        <p:nvGrpSpPr>
          <p:cNvPr id="7" name="Group 6"/>
          <p:cNvGrpSpPr/>
          <p:nvPr/>
        </p:nvGrpSpPr>
        <p:grpSpPr>
          <a:xfrm>
            <a:off x="116542" y="2284133"/>
            <a:ext cx="3719814" cy="631669"/>
            <a:chOff x="2079796" y="3608000"/>
            <a:chExt cx="2405940" cy="1009219"/>
          </a:xfrm>
          <a:solidFill>
            <a:schemeClr val="tx1">
              <a:lumMod val="50000"/>
              <a:lumOff val="50000"/>
            </a:schemeClr>
          </a:solidFill>
        </p:grpSpPr>
        <p:sp>
          <p:nvSpPr>
            <p:cNvPr id="8" name="Rounded Rectangle 7"/>
            <p:cNvSpPr/>
            <p:nvPr/>
          </p:nvSpPr>
          <p:spPr>
            <a:xfrm>
              <a:off x="2087592" y="3608000"/>
              <a:ext cx="2398144" cy="1009219"/>
            </a:xfrm>
            <a:prstGeom prst="roundRect">
              <a:avLst/>
            </a:prstGeom>
            <a:solidFill>
              <a:srgbClr val="990000"/>
            </a:solidFill>
            <a:ln>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a:solidFill>
                  <a:schemeClr val="bg1"/>
                </a:solidFill>
                <a:latin typeface="Helvetica Neue"/>
              </a:endParaRPr>
            </a:p>
          </p:txBody>
        </p:sp>
        <p:sp>
          <p:nvSpPr>
            <p:cNvPr id="9" name="Rectangle 8"/>
            <p:cNvSpPr/>
            <p:nvPr/>
          </p:nvSpPr>
          <p:spPr>
            <a:xfrm>
              <a:off x="2079796" y="3759798"/>
              <a:ext cx="2340310" cy="467173"/>
            </a:xfrm>
            <a:prstGeom prst="rect">
              <a:avLst/>
            </a:prstGeom>
            <a:noFill/>
          </p:spPr>
          <p:txBody>
            <a:bodyPr wrap="square">
              <a:spAutoFit/>
            </a:bodyPr>
            <a:lstStyle/>
            <a:p>
              <a:pPr algn="ctr"/>
              <a:r>
                <a:rPr lang="en-US" b="1" dirty="0">
                  <a:solidFill>
                    <a:schemeClr val="bg1"/>
                  </a:solidFill>
                  <a:latin typeface="Helvetica Neue"/>
                  <a:cs typeface="Helvetica" panose="020B0604020202020204" pitchFamily="34" charset="0"/>
                </a:rPr>
                <a:t>Qualitative</a:t>
              </a:r>
            </a:p>
          </p:txBody>
        </p:sp>
      </p:grpSp>
      <p:grpSp>
        <p:nvGrpSpPr>
          <p:cNvPr id="10" name="Group 9"/>
          <p:cNvGrpSpPr/>
          <p:nvPr/>
        </p:nvGrpSpPr>
        <p:grpSpPr>
          <a:xfrm>
            <a:off x="8683456" y="2211027"/>
            <a:ext cx="3337888" cy="646960"/>
            <a:chOff x="2087592" y="3608002"/>
            <a:chExt cx="2325041" cy="951607"/>
          </a:xfrm>
          <a:solidFill>
            <a:schemeClr val="tx1">
              <a:lumMod val="50000"/>
              <a:lumOff val="50000"/>
            </a:schemeClr>
          </a:solidFill>
        </p:grpSpPr>
        <p:sp>
          <p:nvSpPr>
            <p:cNvPr id="11" name="Rounded Rectangle 10"/>
            <p:cNvSpPr/>
            <p:nvPr/>
          </p:nvSpPr>
          <p:spPr>
            <a:xfrm>
              <a:off x="2087592" y="3608002"/>
              <a:ext cx="2325041" cy="951607"/>
            </a:xfrm>
            <a:prstGeom prst="roundRect">
              <a:avLst/>
            </a:prstGeom>
            <a:solidFill>
              <a:srgbClr val="990000"/>
            </a:solidFill>
            <a:ln>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a:solidFill>
                  <a:schemeClr val="bg1"/>
                </a:solidFill>
                <a:latin typeface="Helvetica Neue"/>
              </a:endParaRPr>
            </a:p>
          </p:txBody>
        </p:sp>
        <p:sp>
          <p:nvSpPr>
            <p:cNvPr id="12" name="Rectangle 11"/>
            <p:cNvSpPr/>
            <p:nvPr/>
          </p:nvSpPr>
          <p:spPr>
            <a:xfrm>
              <a:off x="2129442" y="3773977"/>
              <a:ext cx="2283191" cy="430092"/>
            </a:xfrm>
            <a:prstGeom prst="rect">
              <a:avLst/>
            </a:prstGeom>
            <a:noFill/>
          </p:spPr>
          <p:txBody>
            <a:bodyPr wrap="square">
              <a:spAutoFit/>
            </a:bodyPr>
            <a:lstStyle/>
            <a:p>
              <a:pPr algn="ctr"/>
              <a:r>
                <a:rPr lang="en-US" b="1" dirty="0">
                  <a:solidFill>
                    <a:schemeClr val="bg1"/>
                  </a:solidFill>
                  <a:latin typeface="Helvetica Neue"/>
                  <a:cs typeface="Helvetica" panose="020B0604020202020204" pitchFamily="34" charset="0"/>
                </a:rPr>
                <a:t>Quantitative</a:t>
              </a:r>
            </a:p>
          </p:txBody>
        </p:sp>
      </p:grpSp>
      <p:cxnSp>
        <p:nvCxnSpPr>
          <p:cNvPr id="13" name="Straight Connector 12"/>
          <p:cNvCxnSpPr/>
          <p:nvPr/>
        </p:nvCxnSpPr>
        <p:spPr>
          <a:xfrm>
            <a:off x="4642217" y="1603160"/>
            <a:ext cx="0" cy="363402"/>
          </a:xfrm>
          <a:prstGeom prst="line">
            <a:avLst/>
          </a:prstGeom>
          <a:ln w="28575"/>
        </p:spPr>
        <p:style>
          <a:lnRef idx="1">
            <a:schemeClr val="dk1"/>
          </a:lnRef>
          <a:fillRef idx="0">
            <a:schemeClr val="dk1"/>
          </a:fillRef>
          <a:effectRef idx="0">
            <a:schemeClr val="dk1"/>
          </a:effectRef>
          <a:fontRef idx="minor">
            <a:schemeClr val="tx1"/>
          </a:fontRef>
        </p:style>
      </p:cxnSp>
      <p:grpSp>
        <p:nvGrpSpPr>
          <p:cNvPr id="14" name="Group 13"/>
          <p:cNvGrpSpPr/>
          <p:nvPr/>
        </p:nvGrpSpPr>
        <p:grpSpPr>
          <a:xfrm>
            <a:off x="1128469" y="1966562"/>
            <a:ext cx="9708053" cy="290459"/>
            <a:chOff x="1787276" y="2719297"/>
            <a:chExt cx="3056860" cy="187523"/>
          </a:xfrm>
        </p:grpSpPr>
        <p:cxnSp>
          <p:nvCxnSpPr>
            <p:cNvPr id="15" name="Straight Connector 14"/>
            <p:cNvCxnSpPr/>
            <p:nvPr/>
          </p:nvCxnSpPr>
          <p:spPr>
            <a:xfrm>
              <a:off x="1787278" y="2719298"/>
              <a:ext cx="3056858"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6" name="Straight Arrow Connector 15"/>
            <p:cNvCxnSpPr/>
            <p:nvPr/>
          </p:nvCxnSpPr>
          <p:spPr>
            <a:xfrm flipH="1">
              <a:off x="1787276" y="2719298"/>
              <a:ext cx="1690" cy="187522"/>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p:cNvCxnSpPr/>
            <p:nvPr/>
          </p:nvCxnSpPr>
          <p:spPr>
            <a:xfrm>
              <a:off x="4844135" y="2719297"/>
              <a:ext cx="1" cy="17776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grpSp>
      <p:grpSp>
        <p:nvGrpSpPr>
          <p:cNvPr id="18" name="Group 17"/>
          <p:cNvGrpSpPr/>
          <p:nvPr/>
        </p:nvGrpSpPr>
        <p:grpSpPr>
          <a:xfrm>
            <a:off x="71949" y="3274653"/>
            <a:ext cx="3707761" cy="1822812"/>
            <a:chOff x="2087592" y="3608000"/>
            <a:chExt cx="2398144" cy="1086851"/>
          </a:xfrm>
          <a:solidFill>
            <a:schemeClr val="tx1">
              <a:lumMod val="50000"/>
              <a:lumOff val="50000"/>
            </a:schemeClr>
          </a:solidFill>
        </p:grpSpPr>
        <p:sp>
          <p:nvSpPr>
            <p:cNvPr id="19" name="Rounded Rectangle 18"/>
            <p:cNvSpPr/>
            <p:nvPr/>
          </p:nvSpPr>
          <p:spPr>
            <a:xfrm>
              <a:off x="2087592" y="3608000"/>
              <a:ext cx="2398144" cy="1086851"/>
            </a:xfrm>
            <a:prstGeom prst="roundRect">
              <a:avLst/>
            </a:prstGeom>
            <a:solidFill>
              <a:srgbClr val="336600"/>
            </a:solidFill>
            <a:ln>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a:solidFill>
                  <a:schemeClr val="bg1"/>
                </a:solidFill>
                <a:latin typeface="Helvetica Neue"/>
              </a:endParaRPr>
            </a:p>
          </p:txBody>
        </p:sp>
        <p:sp>
          <p:nvSpPr>
            <p:cNvPr id="20" name="Rectangle 19"/>
            <p:cNvSpPr/>
            <p:nvPr/>
          </p:nvSpPr>
          <p:spPr>
            <a:xfrm>
              <a:off x="2184392" y="3633877"/>
              <a:ext cx="2301344" cy="566621"/>
            </a:xfrm>
            <a:prstGeom prst="rect">
              <a:avLst/>
            </a:prstGeom>
            <a:noFill/>
          </p:spPr>
          <p:txBody>
            <a:bodyPr wrap="square">
              <a:spAutoFit/>
            </a:bodyPr>
            <a:lstStyle/>
            <a:p>
              <a:pPr marL="457200" indent="-457200">
                <a:buFont typeface="Arial" panose="020B0604020202020204" pitchFamily="34" charset="0"/>
                <a:buChar char="•"/>
              </a:pPr>
              <a:r>
                <a:rPr lang="en-US" b="1" dirty="0">
                  <a:solidFill>
                    <a:schemeClr val="bg1"/>
                  </a:solidFill>
                  <a:latin typeface="Helvetica Neue"/>
                  <a:cs typeface="Helvetica" panose="020B0604020202020204" pitchFamily="34" charset="0"/>
                </a:rPr>
                <a:t>Personal Opinion or Judgment</a:t>
              </a:r>
            </a:p>
            <a:p>
              <a:pPr marL="457200" indent="-457200">
                <a:buFont typeface="Arial" panose="020B0604020202020204" pitchFamily="34" charset="0"/>
                <a:buChar char="•"/>
              </a:pPr>
              <a:r>
                <a:rPr lang="en-US" b="1" dirty="0">
                  <a:solidFill>
                    <a:schemeClr val="bg1"/>
                  </a:solidFill>
                  <a:latin typeface="Helvetica Neue"/>
                  <a:cs typeface="Helvetica" panose="020B0604020202020204" pitchFamily="34" charset="0"/>
                </a:rPr>
                <a:t>Panel consensus</a:t>
              </a:r>
            </a:p>
            <a:p>
              <a:pPr marL="457200" indent="-457200">
                <a:buFont typeface="Arial" panose="020B0604020202020204" pitchFamily="34" charset="0"/>
                <a:buChar char="•"/>
              </a:pPr>
              <a:r>
                <a:rPr lang="en-US" b="1" dirty="0">
                  <a:solidFill>
                    <a:schemeClr val="bg1"/>
                  </a:solidFill>
                  <a:latin typeface="Helvetica Neue"/>
                  <a:cs typeface="Helvetica" panose="020B0604020202020204" pitchFamily="34" charset="0"/>
                </a:rPr>
                <a:t>Delphi Method</a:t>
              </a:r>
            </a:p>
            <a:p>
              <a:pPr marL="457200" indent="-457200">
                <a:buFont typeface="Arial" panose="020B0604020202020204" pitchFamily="34" charset="0"/>
                <a:buChar char="•"/>
              </a:pPr>
              <a:r>
                <a:rPr lang="en-US" b="1" dirty="0">
                  <a:solidFill>
                    <a:schemeClr val="bg1"/>
                  </a:solidFill>
                  <a:latin typeface="Helvetica Neue"/>
                  <a:cs typeface="Helvetica" panose="020B0604020202020204" pitchFamily="34" charset="0"/>
                </a:rPr>
                <a:t>Market Research</a:t>
              </a:r>
            </a:p>
          </p:txBody>
        </p:sp>
      </p:grpSp>
      <p:cxnSp>
        <p:nvCxnSpPr>
          <p:cNvPr id="21" name="Straight Arrow Connector 20"/>
          <p:cNvCxnSpPr/>
          <p:nvPr/>
        </p:nvCxnSpPr>
        <p:spPr>
          <a:xfrm flipH="1">
            <a:off x="1113938" y="2978171"/>
            <a:ext cx="1035" cy="290457"/>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grpSp>
        <p:nvGrpSpPr>
          <p:cNvPr id="22" name="Group 21"/>
          <p:cNvGrpSpPr/>
          <p:nvPr/>
        </p:nvGrpSpPr>
        <p:grpSpPr>
          <a:xfrm>
            <a:off x="4216675" y="3389498"/>
            <a:ext cx="3337888" cy="507602"/>
            <a:chOff x="2087592" y="3608002"/>
            <a:chExt cx="2325041" cy="951607"/>
          </a:xfrm>
          <a:solidFill>
            <a:srgbClr val="336600"/>
          </a:solidFill>
        </p:grpSpPr>
        <p:sp>
          <p:nvSpPr>
            <p:cNvPr id="23" name="Rounded Rectangle 22"/>
            <p:cNvSpPr/>
            <p:nvPr/>
          </p:nvSpPr>
          <p:spPr>
            <a:xfrm>
              <a:off x="2087592" y="3608002"/>
              <a:ext cx="2325041" cy="951607"/>
            </a:xfrm>
            <a:prstGeom prst="roundRect">
              <a:avLst/>
            </a:prstGeom>
            <a:grpFill/>
            <a:ln>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a:solidFill>
                  <a:schemeClr val="bg1"/>
                </a:solidFill>
                <a:latin typeface="Helvetica Neue"/>
              </a:endParaRPr>
            </a:p>
          </p:txBody>
        </p:sp>
        <p:sp>
          <p:nvSpPr>
            <p:cNvPr id="24" name="Rectangle 23"/>
            <p:cNvSpPr/>
            <p:nvPr/>
          </p:nvSpPr>
          <p:spPr>
            <a:xfrm>
              <a:off x="2129442" y="3654828"/>
              <a:ext cx="2283191" cy="548170"/>
            </a:xfrm>
            <a:prstGeom prst="rect">
              <a:avLst/>
            </a:prstGeom>
            <a:grpFill/>
          </p:spPr>
          <p:txBody>
            <a:bodyPr wrap="square">
              <a:spAutoFit/>
            </a:bodyPr>
            <a:lstStyle/>
            <a:p>
              <a:pPr algn="ctr"/>
              <a:r>
                <a:rPr lang="en-US" b="1" dirty="0">
                  <a:solidFill>
                    <a:schemeClr val="bg1"/>
                  </a:solidFill>
                  <a:latin typeface="Helvetica Neue"/>
                  <a:cs typeface="Helvetica" panose="020B0604020202020204" pitchFamily="34" charset="0"/>
                </a:rPr>
                <a:t>Time Series</a:t>
              </a:r>
            </a:p>
          </p:txBody>
        </p:sp>
      </p:grpSp>
      <p:grpSp>
        <p:nvGrpSpPr>
          <p:cNvPr id="25" name="Group 24"/>
          <p:cNvGrpSpPr/>
          <p:nvPr/>
        </p:nvGrpSpPr>
        <p:grpSpPr>
          <a:xfrm>
            <a:off x="8854112" y="3417043"/>
            <a:ext cx="3052138" cy="441567"/>
            <a:chOff x="2087592" y="3608002"/>
            <a:chExt cx="2325041" cy="951607"/>
          </a:xfrm>
          <a:solidFill>
            <a:srgbClr val="336600"/>
          </a:solidFill>
        </p:grpSpPr>
        <p:sp>
          <p:nvSpPr>
            <p:cNvPr id="26" name="Rounded Rectangle 25"/>
            <p:cNvSpPr/>
            <p:nvPr/>
          </p:nvSpPr>
          <p:spPr>
            <a:xfrm>
              <a:off x="2087592" y="3608002"/>
              <a:ext cx="2325041" cy="951607"/>
            </a:xfrm>
            <a:prstGeom prst="roundRect">
              <a:avLst/>
            </a:prstGeom>
            <a:grpFill/>
            <a:ln>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a:solidFill>
                  <a:schemeClr val="bg1"/>
                </a:solidFill>
                <a:latin typeface="Helvetica Neue"/>
              </a:endParaRPr>
            </a:p>
          </p:txBody>
        </p:sp>
        <p:sp>
          <p:nvSpPr>
            <p:cNvPr id="27" name="Rectangle 26"/>
            <p:cNvSpPr/>
            <p:nvPr/>
          </p:nvSpPr>
          <p:spPr>
            <a:xfrm>
              <a:off x="2129442" y="3654828"/>
              <a:ext cx="2283191" cy="548170"/>
            </a:xfrm>
            <a:prstGeom prst="rect">
              <a:avLst/>
            </a:prstGeom>
            <a:grpFill/>
          </p:spPr>
          <p:txBody>
            <a:bodyPr wrap="square">
              <a:spAutoFit/>
            </a:bodyPr>
            <a:lstStyle/>
            <a:p>
              <a:pPr algn="ctr"/>
              <a:r>
                <a:rPr lang="en-US" b="1" dirty="0">
                  <a:solidFill>
                    <a:schemeClr val="bg1"/>
                  </a:solidFill>
                  <a:latin typeface="Helvetica Neue"/>
                  <a:cs typeface="Helvetica" panose="020B0604020202020204" pitchFamily="34" charset="0"/>
                </a:rPr>
                <a:t>Causal</a:t>
              </a:r>
            </a:p>
          </p:txBody>
        </p:sp>
      </p:grpSp>
      <p:cxnSp>
        <p:nvCxnSpPr>
          <p:cNvPr id="28" name="Straight Arrow Connector 27"/>
          <p:cNvCxnSpPr/>
          <p:nvPr/>
        </p:nvCxnSpPr>
        <p:spPr>
          <a:xfrm>
            <a:off x="12754766" y="4048391"/>
            <a:ext cx="3" cy="275337"/>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grpSp>
        <p:nvGrpSpPr>
          <p:cNvPr id="29" name="Group 28"/>
          <p:cNvGrpSpPr/>
          <p:nvPr/>
        </p:nvGrpSpPr>
        <p:grpSpPr>
          <a:xfrm>
            <a:off x="4216675" y="4323728"/>
            <a:ext cx="3277807" cy="1621429"/>
            <a:chOff x="2087592" y="3608000"/>
            <a:chExt cx="2398144" cy="961507"/>
          </a:xfrm>
          <a:solidFill>
            <a:srgbClr val="FF0000"/>
          </a:solidFill>
        </p:grpSpPr>
        <p:sp>
          <p:nvSpPr>
            <p:cNvPr id="30" name="Rounded Rectangle 29"/>
            <p:cNvSpPr/>
            <p:nvPr/>
          </p:nvSpPr>
          <p:spPr>
            <a:xfrm>
              <a:off x="2087592" y="3608000"/>
              <a:ext cx="2398144" cy="961507"/>
            </a:xfrm>
            <a:prstGeom prst="roundRect">
              <a:avLst/>
            </a:prstGeom>
            <a:grpFill/>
            <a:ln>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a:solidFill>
                  <a:schemeClr val="bg1"/>
                </a:solidFill>
                <a:latin typeface="Helvetica Neue"/>
              </a:endParaRPr>
            </a:p>
          </p:txBody>
        </p:sp>
        <p:sp>
          <p:nvSpPr>
            <p:cNvPr id="31" name="Rectangle 30"/>
            <p:cNvSpPr/>
            <p:nvPr/>
          </p:nvSpPr>
          <p:spPr>
            <a:xfrm>
              <a:off x="2184392" y="3633877"/>
              <a:ext cx="2243510" cy="433487"/>
            </a:xfrm>
            <a:prstGeom prst="rect">
              <a:avLst/>
            </a:prstGeom>
            <a:grpFill/>
          </p:spPr>
          <p:txBody>
            <a:bodyPr wrap="square">
              <a:spAutoFit/>
            </a:bodyPr>
            <a:lstStyle/>
            <a:p>
              <a:pPr marL="457200" indent="-457200">
                <a:buFont typeface="Arial" panose="020B0604020202020204" pitchFamily="34" charset="0"/>
                <a:buChar char="•"/>
              </a:pPr>
              <a:r>
                <a:rPr lang="en-US" b="1" dirty="0">
                  <a:solidFill>
                    <a:srgbClr val="FFFF00"/>
                  </a:solidFill>
                  <a:latin typeface="Helvetica Neue"/>
                  <a:cs typeface="Helvetica" panose="020B0604020202020204" pitchFamily="34" charset="0"/>
                </a:rPr>
                <a:t>Smoothing methods</a:t>
              </a:r>
            </a:p>
            <a:p>
              <a:pPr marL="457200" indent="-457200">
                <a:buFont typeface="Arial" panose="020B0604020202020204" pitchFamily="34" charset="0"/>
                <a:buChar char="•"/>
              </a:pPr>
              <a:r>
                <a:rPr lang="en-US" b="1" dirty="0">
                  <a:solidFill>
                    <a:srgbClr val="FFFF00"/>
                  </a:solidFill>
                  <a:latin typeface="Helvetica Neue"/>
                  <a:cs typeface="Helvetica" panose="020B0604020202020204" pitchFamily="34" charset="0"/>
                </a:rPr>
                <a:t>Exponential smoothing</a:t>
              </a:r>
            </a:p>
            <a:p>
              <a:pPr marL="457200" indent="-457200">
                <a:buFont typeface="Arial" panose="020B0604020202020204" pitchFamily="34" charset="0"/>
                <a:buChar char="•"/>
              </a:pPr>
              <a:r>
                <a:rPr lang="en-US" b="1" dirty="0">
                  <a:solidFill>
                    <a:srgbClr val="FFFF00"/>
                  </a:solidFill>
                  <a:latin typeface="Helvetica Neue"/>
                  <a:cs typeface="Helvetica" panose="020B0604020202020204" pitchFamily="34" charset="0"/>
                </a:rPr>
                <a:t>Trend projection method</a:t>
              </a:r>
            </a:p>
          </p:txBody>
        </p:sp>
      </p:grpSp>
      <p:cxnSp>
        <p:nvCxnSpPr>
          <p:cNvPr id="32" name="Straight Arrow Connector 31"/>
          <p:cNvCxnSpPr/>
          <p:nvPr/>
        </p:nvCxnSpPr>
        <p:spPr>
          <a:xfrm>
            <a:off x="5472130" y="4048391"/>
            <a:ext cx="3" cy="275337"/>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grpSp>
        <p:nvGrpSpPr>
          <p:cNvPr id="33" name="Group 32"/>
          <p:cNvGrpSpPr/>
          <p:nvPr/>
        </p:nvGrpSpPr>
        <p:grpSpPr>
          <a:xfrm>
            <a:off x="8462245" y="4212952"/>
            <a:ext cx="3337888" cy="789805"/>
            <a:chOff x="2087592" y="3608000"/>
            <a:chExt cx="2398144" cy="1086851"/>
          </a:xfrm>
          <a:solidFill>
            <a:srgbClr val="FF0000"/>
          </a:solidFill>
        </p:grpSpPr>
        <p:sp>
          <p:nvSpPr>
            <p:cNvPr id="34" name="Rounded Rectangle 33"/>
            <p:cNvSpPr/>
            <p:nvPr/>
          </p:nvSpPr>
          <p:spPr>
            <a:xfrm>
              <a:off x="2087592" y="3608000"/>
              <a:ext cx="2398144" cy="1086851"/>
            </a:xfrm>
            <a:prstGeom prst="roundRect">
              <a:avLst/>
            </a:prstGeom>
            <a:grpFill/>
            <a:ln>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a:solidFill>
                  <a:srgbClr val="FFFF00"/>
                </a:solidFill>
                <a:latin typeface="Helvetica Neue"/>
              </a:endParaRPr>
            </a:p>
          </p:txBody>
        </p:sp>
        <p:sp>
          <p:nvSpPr>
            <p:cNvPr id="35" name="Rectangle 34"/>
            <p:cNvSpPr/>
            <p:nvPr/>
          </p:nvSpPr>
          <p:spPr>
            <a:xfrm>
              <a:off x="2184392" y="3633877"/>
              <a:ext cx="2209570" cy="402375"/>
            </a:xfrm>
            <a:prstGeom prst="rect">
              <a:avLst/>
            </a:prstGeom>
            <a:grpFill/>
          </p:spPr>
          <p:txBody>
            <a:bodyPr wrap="square">
              <a:spAutoFit/>
            </a:bodyPr>
            <a:lstStyle/>
            <a:p>
              <a:pPr marL="457200" indent="-457200">
                <a:buFont typeface="Arial" panose="020B0604020202020204" pitchFamily="34" charset="0"/>
                <a:buChar char="•"/>
              </a:pPr>
              <a:r>
                <a:rPr lang="en-US" b="1" dirty="0">
                  <a:solidFill>
                    <a:srgbClr val="FFFF00"/>
                  </a:solidFill>
                  <a:latin typeface="Helvetica Neue"/>
                  <a:cs typeface="Helvetica" panose="020B0604020202020204" pitchFamily="34" charset="0"/>
                </a:rPr>
                <a:t>Regression Trend Analysis</a:t>
              </a:r>
            </a:p>
          </p:txBody>
        </p:sp>
      </p:grpSp>
      <p:cxnSp>
        <p:nvCxnSpPr>
          <p:cNvPr id="36" name="Straight Arrow Connector 35"/>
          <p:cNvCxnSpPr/>
          <p:nvPr/>
        </p:nvCxnSpPr>
        <p:spPr>
          <a:xfrm>
            <a:off x="9764651" y="3966081"/>
            <a:ext cx="3" cy="275337"/>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grpSp>
        <p:nvGrpSpPr>
          <p:cNvPr id="37" name="Group 36"/>
          <p:cNvGrpSpPr/>
          <p:nvPr/>
        </p:nvGrpSpPr>
        <p:grpSpPr>
          <a:xfrm>
            <a:off x="5472130" y="3212327"/>
            <a:ext cx="5428850" cy="186902"/>
            <a:chOff x="1787276" y="2719297"/>
            <a:chExt cx="3056860" cy="187523"/>
          </a:xfrm>
        </p:grpSpPr>
        <p:cxnSp>
          <p:nvCxnSpPr>
            <p:cNvPr id="38" name="Straight Connector 37"/>
            <p:cNvCxnSpPr/>
            <p:nvPr/>
          </p:nvCxnSpPr>
          <p:spPr>
            <a:xfrm>
              <a:off x="1787278" y="2719298"/>
              <a:ext cx="3056858"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39" name="Straight Arrow Connector 38"/>
            <p:cNvCxnSpPr/>
            <p:nvPr/>
          </p:nvCxnSpPr>
          <p:spPr>
            <a:xfrm flipH="1">
              <a:off x="1787276" y="2719298"/>
              <a:ext cx="1690" cy="187522"/>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0" name="Straight Arrow Connector 39"/>
            <p:cNvCxnSpPr/>
            <p:nvPr/>
          </p:nvCxnSpPr>
          <p:spPr>
            <a:xfrm>
              <a:off x="4844135" y="2719297"/>
              <a:ext cx="1" cy="17776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grpSp>
      <p:cxnSp>
        <p:nvCxnSpPr>
          <p:cNvPr id="63" name="Straight Arrow Connector 62"/>
          <p:cNvCxnSpPr/>
          <p:nvPr/>
        </p:nvCxnSpPr>
        <p:spPr>
          <a:xfrm>
            <a:off x="9773834" y="2884137"/>
            <a:ext cx="3" cy="275337"/>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9277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up)">
                                      <p:cBhvr>
                                        <p:cTn id="11" dur="500"/>
                                        <p:tgtEl>
                                          <p:spTgt spid="13"/>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par>
                          <p:cTn id="16" fill="hold">
                            <p:stCondLst>
                              <p:cond delay="1500"/>
                            </p:stCondLst>
                            <p:childTnLst>
                              <p:par>
                                <p:cTn id="17" presetID="53" presetClass="entr" presetSubtype="16"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ppt_w</p:attrName>
                                        </p:attrNameLst>
                                      </p:cBhvr>
                                      <p:tavLst>
                                        <p:tav tm="0">
                                          <p:val>
                                            <p:fltVal val="0"/>
                                          </p:val>
                                        </p:tav>
                                        <p:tav tm="100000">
                                          <p:val>
                                            <p:strVal val="#ppt_w"/>
                                          </p:val>
                                        </p:tav>
                                      </p:tavLst>
                                    </p:anim>
                                    <p:anim calcmode="lin" valueType="num">
                                      <p:cBhvr>
                                        <p:cTn id="20" dur="500" fill="hold"/>
                                        <p:tgtEl>
                                          <p:spTgt spid="7"/>
                                        </p:tgtEl>
                                        <p:attrNameLst>
                                          <p:attrName>ppt_h</p:attrName>
                                        </p:attrNameLst>
                                      </p:cBhvr>
                                      <p:tavLst>
                                        <p:tav tm="0">
                                          <p:val>
                                            <p:fltVal val="0"/>
                                          </p:val>
                                        </p:tav>
                                        <p:tav tm="100000">
                                          <p:val>
                                            <p:strVal val="#ppt_h"/>
                                          </p:val>
                                        </p:tav>
                                      </p:tavLst>
                                    </p:anim>
                                    <p:animEffect transition="in" filter="fade">
                                      <p:cBhvr>
                                        <p:cTn id="21" dur="500"/>
                                        <p:tgtEl>
                                          <p:spTgt spid="7"/>
                                        </p:tgtEl>
                                      </p:cBhvr>
                                    </p:animEffect>
                                  </p:childTnLst>
                                </p:cTn>
                              </p:par>
                            </p:childTnLst>
                          </p:cTn>
                        </p:par>
                        <p:par>
                          <p:cTn id="22" fill="hold">
                            <p:stCondLst>
                              <p:cond delay="2000"/>
                            </p:stCondLst>
                            <p:childTnLst>
                              <p:par>
                                <p:cTn id="23" presetID="10" presetClass="entr" presetSubtype="0" fill="hold" nodeType="after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500"/>
                                        <p:tgtEl>
                                          <p:spTgt spid="21"/>
                                        </p:tgtEl>
                                      </p:cBhvr>
                                    </p:animEffect>
                                  </p:childTnLst>
                                </p:cTn>
                              </p:par>
                            </p:childTnLst>
                          </p:cTn>
                        </p:par>
                        <p:par>
                          <p:cTn id="26" fill="hold">
                            <p:stCondLst>
                              <p:cond delay="2500"/>
                            </p:stCondLst>
                            <p:childTnLst>
                              <p:par>
                                <p:cTn id="27" presetID="53" presetClass="entr" presetSubtype="16" fill="hold" nodeType="afterEffect">
                                  <p:stCondLst>
                                    <p:cond delay="0"/>
                                  </p:stCondLst>
                                  <p:childTnLst>
                                    <p:set>
                                      <p:cBhvr>
                                        <p:cTn id="28" dur="1" fill="hold">
                                          <p:stCondLst>
                                            <p:cond delay="0"/>
                                          </p:stCondLst>
                                        </p:cTn>
                                        <p:tgtEl>
                                          <p:spTgt spid="18"/>
                                        </p:tgtEl>
                                        <p:attrNameLst>
                                          <p:attrName>style.visibility</p:attrName>
                                        </p:attrNameLst>
                                      </p:cBhvr>
                                      <p:to>
                                        <p:strVal val="visible"/>
                                      </p:to>
                                    </p:set>
                                    <p:anim calcmode="lin" valueType="num">
                                      <p:cBhvr>
                                        <p:cTn id="29" dur="500" fill="hold"/>
                                        <p:tgtEl>
                                          <p:spTgt spid="18"/>
                                        </p:tgtEl>
                                        <p:attrNameLst>
                                          <p:attrName>ppt_w</p:attrName>
                                        </p:attrNameLst>
                                      </p:cBhvr>
                                      <p:tavLst>
                                        <p:tav tm="0">
                                          <p:val>
                                            <p:fltVal val="0"/>
                                          </p:val>
                                        </p:tav>
                                        <p:tav tm="100000">
                                          <p:val>
                                            <p:strVal val="#ppt_w"/>
                                          </p:val>
                                        </p:tav>
                                      </p:tavLst>
                                    </p:anim>
                                    <p:anim calcmode="lin" valueType="num">
                                      <p:cBhvr>
                                        <p:cTn id="30" dur="500" fill="hold"/>
                                        <p:tgtEl>
                                          <p:spTgt spid="18"/>
                                        </p:tgtEl>
                                        <p:attrNameLst>
                                          <p:attrName>ppt_h</p:attrName>
                                        </p:attrNameLst>
                                      </p:cBhvr>
                                      <p:tavLst>
                                        <p:tav tm="0">
                                          <p:val>
                                            <p:fltVal val="0"/>
                                          </p:val>
                                        </p:tav>
                                        <p:tav tm="100000">
                                          <p:val>
                                            <p:strVal val="#ppt_h"/>
                                          </p:val>
                                        </p:tav>
                                      </p:tavLst>
                                    </p:anim>
                                    <p:animEffect transition="in" filter="fade">
                                      <p:cBhvr>
                                        <p:cTn id="31" dur="500"/>
                                        <p:tgtEl>
                                          <p:spTgt spid="18"/>
                                        </p:tgtEl>
                                      </p:cBhvr>
                                    </p:animEffect>
                                  </p:childTnLst>
                                </p:cTn>
                              </p:par>
                            </p:childTnLst>
                          </p:cTn>
                        </p:par>
                        <p:par>
                          <p:cTn id="32" fill="hold">
                            <p:stCondLst>
                              <p:cond delay="3000"/>
                            </p:stCondLst>
                            <p:childTnLst>
                              <p:par>
                                <p:cTn id="33" presetID="53" presetClass="entr" presetSubtype="16" fill="hold" nodeType="after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p:cTn id="35" dur="500" fill="hold"/>
                                        <p:tgtEl>
                                          <p:spTgt spid="10"/>
                                        </p:tgtEl>
                                        <p:attrNameLst>
                                          <p:attrName>ppt_w</p:attrName>
                                        </p:attrNameLst>
                                      </p:cBhvr>
                                      <p:tavLst>
                                        <p:tav tm="0">
                                          <p:val>
                                            <p:fltVal val="0"/>
                                          </p:val>
                                        </p:tav>
                                        <p:tav tm="100000">
                                          <p:val>
                                            <p:strVal val="#ppt_w"/>
                                          </p:val>
                                        </p:tav>
                                      </p:tavLst>
                                    </p:anim>
                                    <p:anim calcmode="lin" valueType="num">
                                      <p:cBhvr>
                                        <p:cTn id="36" dur="500" fill="hold"/>
                                        <p:tgtEl>
                                          <p:spTgt spid="10"/>
                                        </p:tgtEl>
                                        <p:attrNameLst>
                                          <p:attrName>ppt_h</p:attrName>
                                        </p:attrNameLst>
                                      </p:cBhvr>
                                      <p:tavLst>
                                        <p:tav tm="0">
                                          <p:val>
                                            <p:fltVal val="0"/>
                                          </p:val>
                                        </p:tav>
                                        <p:tav tm="100000">
                                          <p:val>
                                            <p:strVal val="#ppt_h"/>
                                          </p:val>
                                        </p:tav>
                                      </p:tavLst>
                                    </p:anim>
                                    <p:animEffect transition="in" filter="fade">
                                      <p:cBhvr>
                                        <p:cTn id="37" dur="500"/>
                                        <p:tgtEl>
                                          <p:spTgt spid="10"/>
                                        </p:tgtEl>
                                      </p:cBhvr>
                                    </p:animEffect>
                                  </p:childTnLst>
                                </p:cTn>
                              </p:par>
                            </p:childTnLst>
                          </p:cTn>
                        </p:par>
                        <p:par>
                          <p:cTn id="38" fill="hold">
                            <p:stCondLst>
                              <p:cond delay="3500"/>
                            </p:stCondLst>
                            <p:childTnLst>
                              <p:par>
                                <p:cTn id="39" presetID="10" presetClass="entr" presetSubtype="0" fill="hold" nodeType="afterEffect">
                                  <p:stCondLst>
                                    <p:cond delay="0"/>
                                  </p:stCondLst>
                                  <p:childTnLst>
                                    <p:set>
                                      <p:cBhvr>
                                        <p:cTn id="40" dur="1" fill="hold">
                                          <p:stCondLst>
                                            <p:cond delay="0"/>
                                          </p:stCondLst>
                                        </p:cTn>
                                        <p:tgtEl>
                                          <p:spTgt spid="37"/>
                                        </p:tgtEl>
                                        <p:attrNameLst>
                                          <p:attrName>style.visibility</p:attrName>
                                        </p:attrNameLst>
                                      </p:cBhvr>
                                      <p:to>
                                        <p:strVal val="visible"/>
                                      </p:to>
                                    </p:set>
                                    <p:animEffect transition="in" filter="fade">
                                      <p:cBhvr>
                                        <p:cTn id="41" dur="500"/>
                                        <p:tgtEl>
                                          <p:spTgt spid="37"/>
                                        </p:tgtEl>
                                      </p:cBhvr>
                                    </p:animEffect>
                                  </p:childTnLst>
                                </p:cTn>
                              </p:par>
                            </p:childTnLst>
                          </p:cTn>
                        </p:par>
                        <p:par>
                          <p:cTn id="42" fill="hold">
                            <p:stCondLst>
                              <p:cond delay="4000"/>
                            </p:stCondLst>
                            <p:childTnLst>
                              <p:par>
                                <p:cTn id="43" presetID="10" presetClass="entr" presetSubtype="0" fill="hold" nodeType="afterEffect">
                                  <p:stCondLst>
                                    <p:cond delay="0"/>
                                  </p:stCondLst>
                                  <p:childTnLst>
                                    <p:set>
                                      <p:cBhvr>
                                        <p:cTn id="44" dur="1" fill="hold">
                                          <p:stCondLst>
                                            <p:cond delay="0"/>
                                          </p:stCondLst>
                                        </p:cTn>
                                        <p:tgtEl>
                                          <p:spTgt spid="28"/>
                                        </p:tgtEl>
                                        <p:attrNameLst>
                                          <p:attrName>style.visibility</p:attrName>
                                        </p:attrNameLst>
                                      </p:cBhvr>
                                      <p:to>
                                        <p:strVal val="visible"/>
                                      </p:to>
                                    </p:set>
                                    <p:animEffect transition="in" filter="fade">
                                      <p:cBhvr>
                                        <p:cTn id="45" dur="500"/>
                                        <p:tgtEl>
                                          <p:spTgt spid="28"/>
                                        </p:tgtEl>
                                      </p:cBhvr>
                                    </p:animEffect>
                                  </p:childTnLst>
                                </p:cTn>
                              </p:par>
                              <p:par>
                                <p:cTn id="46" presetID="53" presetClass="entr" presetSubtype="16" fill="hold" nodeType="withEffect">
                                  <p:stCondLst>
                                    <p:cond delay="0"/>
                                  </p:stCondLst>
                                  <p:childTnLst>
                                    <p:set>
                                      <p:cBhvr>
                                        <p:cTn id="47" dur="1" fill="hold">
                                          <p:stCondLst>
                                            <p:cond delay="0"/>
                                          </p:stCondLst>
                                        </p:cTn>
                                        <p:tgtEl>
                                          <p:spTgt spid="22"/>
                                        </p:tgtEl>
                                        <p:attrNameLst>
                                          <p:attrName>style.visibility</p:attrName>
                                        </p:attrNameLst>
                                      </p:cBhvr>
                                      <p:to>
                                        <p:strVal val="visible"/>
                                      </p:to>
                                    </p:set>
                                    <p:anim calcmode="lin" valueType="num">
                                      <p:cBhvr>
                                        <p:cTn id="48" dur="500" fill="hold"/>
                                        <p:tgtEl>
                                          <p:spTgt spid="22"/>
                                        </p:tgtEl>
                                        <p:attrNameLst>
                                          <p:attrName>ppt_w</p:attrName>
                                        </p:attrNameLst>
                                      </p:cBhvr>
                                      <p:tavLst>
                                        <p:tav tm="0">
                                          <p:val>
                                            <p:fltVal val="0"/>
                                          </p:val>
                                        </p:tav>
                                        <p:tav tm="100000">
                                          <p:val>
                                            <p:strVal val="#ppt_w"/>
                                          </p:val>
                                        </p:tav>
                                      </p:tavLst>
                                    </p:anim>
                                    <p:anim calcmode="lin" valueType="num">
                                      <p:cBhvr>
                                        <p:cTn id="49" dur="500" fill="hold"/>
                                        <p:tgtEl>
                                          <p:spTgt spid="22"/>
                                        </p:tgtEl>
                                        <p:attrNameLst>
                                          <p:attrName>ppt_h</p:attrName>
                                        </p:attrNameLst>
                                      </p:cBhvr>
                                      <p:tavLst>
                                        <p:tav tm="0">
                                          <p:val>
                                            <p:fltVal val="0"/>
                                          </p:val>
                                        </p:tav>
                                        <p:tav tm="100000">
                                          <p:val>
                                            <p:strVal val="#ppt_h"/>
                                          </p:val>
                                        </p:tav>
                                      </p:tavLst>
                                    </p:anim>
                                    <p:animEffect transition="in" filter="fade">
                                      <p:cBhvr>
                                        <p:cTn id="50" dur="500"/>
                                        <p:tgtEl>
                                          <p:spTgt spid="22"/>
                                        </p:tgtEl>
                                      </p:cBhvr>
                                    </p:animEffect>
                                  </p:childTnLst>
                                </p:cTn>
                              </p:par>
                            </p:childTnLst>
                          </p:cTn>
                        </p:par>
                        <p:par>
                          <p:cTn id="51" fill="hold">
                            <p:stCondLst>
                              <p:cond delay="4500"/>
                            </p:stCondLst>
                            <p:childTnLst>
                              <p:par>
                                <p:cTn id="52" presetID="10" presetClass="entr" presetSubtype="0" fill="hold" nodeType="afterEffect">
                                  <p:stCondLst>
                                    <p:cond delay="0"/>
                                  </p:stCondLst>
                                  <p:childTnLst>
                                    <p:set>
                                      <p:cBhvr>
                                        <p:cTn id="53" dur="1" fill="hold">
                                          <p:stCondLst>
                                            <p:cond delay="0"/>
                                          </p:stCondLst>
                                        </p:cTn>
                                        <p:tgtEl>
                                          <p:spTgt spid="32"/>
                                        </p:tgtEl>
                                        <p:attrNameLst>
                                          <p:attrName>style.visibility</p:attrName>
                                        </p:attrNameLst>
                                      </p:cBhvr>
                                      <p:to>
                                        <p:strVal val="visible"/>
                                      </p:to>
                                    </p:set>
                                    <p:animEffect transition="in" filter="fade">
                                      <p:cBhvr>
                                        <p:cTn id="54" dur="500"/>
                                        <p:tgtEl>
                                          <p:spTgt spid="32"/>
                                        </p:tgtEl>
                                      </p:cBhvr>
                                    </p:animEffect>
                                  </p:childTnLst>
                                </p:cTn>
                              </p:par>
                              <p:par>
                                <p:cTn id="55" presetID="53" presetClass="entr" presetSubtype="16" fill="hold" nodeType="withEffect">
                                  <p:stCondLst>
                                    <p:cond delay="0"/>
                                  </p:stCondLst>
                                  <p:childTnLst>
                                    <p:set>
                                      <p:cBhvr>
                                        <p:cTn id="56" dur="1" fill="hold">
                                          <p:stCondLst>
                                            <p:cond delay="0"/>
                                          </p:stCondLst>
                                        </p:cTn>
                                        <p:tgtEl>
                                          <p:spTgt spid="25"/>
                                        </p:tgtEl>
                                        <p:attrNameLst>
                                          <p:attrName>style.visibility</p:attrName>
                                        </p:attrNameLst>
                                      </p:cBhvr>
                                      <p:to>
                                        <p:strVal val="visible"/>
                                      </p:to>
                                    </p:set>
                                    <p:anim calcmode="lin" valueType="num">
                                      <p:cBhvr>
                                        <p:cTn id="57" dur="500" fill="hold"/>
                                        <p:tgtEl>
                                          <p:spTgt spid="25"/>
                                        </p:tgtEl>
                                        <p:attrNameLst>
                                          <p:attrName>ppt_w</p:attrName>
                                        </p:attrNameLst>
                                      </p:cBhvr>
                                      <p:tavLst>
                                        <p:tav tm="0">
                                          <p:val>
                                            <p:fltVal val="0"/>
                                          </p:val>
                                        </p:tav>
                                        <p:tav tm="100000">
                                          <p:val>
                                            <p:strVal val="#ppt_w"/>
                                          </p:val>
                                        </p:tav>
                                      </p:tavLst>
                                    </p:anim>
                                    <p:anim calcmode="lin" valueType="num">
                                      <p:cBhvr>
                                        <p:cTn id="58" dur="500" fill="hold"/>
                                        <p:tgtEl>
                                          <p:spTgt spid="25"/>
                                        </p:tgtEl>
                                        <p:attrNameLst>
                                          <p:attrName>ppt_h</p:attrName>
                                        </p:attrNameLst>
                                      </p:cBhvr>
                                      <p:tavLst>
                                        <p:tav tm="0">
                                          <p:val>
                                            <p:fltVal val="0"/>
                                          </p:val>
                                        </p:tav>
                                        <p:tav tm="100000">
                                          <p:val>
                                            <p:strVal val="#ppt_h"/>
                                          </p:val>
                                        </p:tav>
                                      </p:tavLst>
                                    </p:anim>
                                    <p:animEffect transition="in" filter="fade">
                                      <p:cBhvr>
                                        <p:cTn id="59" dur="500"/>
                                        <p:tgtEl>
                                          <p:spTgt spid="25"/>
                                        </p:tgtEl>
                                      </p:cBhvr>
                                    </p:animEffect>
                                  </p:childTnLst>
                                </p:cTn>
                              </p:par>
                            </p:childTnLst>
                          </p:cTn>
                        </p:par>
                        <p:par>
                          <p:cTn id="60" fill="hold">
                            <p:stCondLst>
                              <p:cond delay="5000"/>
                            </p:stCondLst>
                            <p:childTnLst>
                              <p:par>
                                <p:cTn id="61" presetID="10" presetClass="entr" presetSubtype="0" fill="hold" nodeType="afterEffect">
                                  <p:stCondLst>
                                    <p:cond delay="0"/>
                                  </p:stCondLst>
                                  <p:childTnLst>
                                    <p:set>
                                      <p:cBhvr>
                                        <p:cTn id="62" dur="1" fill="hold">
                                          <p:stCondLst>
                                            <p:cond delay="0"/>
                                          </p:stCondLst>
                                        </p:cTn>
                                        <p:tgtEl>
                                          <p:spTgt spid="36"/>
                                        </p:tgtEl>
                                        <p:attrNameLst>
                                          <p:attrName>style.visibility</p:attrName>
                                        </p:attrNameLst>
                                      </p:cBhvr>
                                      <p:to>
                                        <p:strVal val="visible"/>
                                      </p:to>
                                    </p:set>
                                    <p:animEffect transition="in" filter="fade">
                                      <p:cBhvr>
                                        <p:cTn id="63" dur="500"/>
                                        <p:tgtEl>
                                          <p:spTgt spid="36"/>
                                        </p:tgtEl>
                                      </p:cBhvr>
                                    </p:animEffect>
                                  </p:childTnLst>
                                </p:cTn>
                              </p:par>
                            </p:childTnLst>
                          </p:cTn>
                        </p:par>
                        <p:par>
                          <p:cTn id="64" fill="hold">
                            <p:stCondLst>
                              <p:cond delay="5500"/>
                            </p:stCondLst>
                            <p:childTnLst>
                              <p:par>
                                <p:cTn id="65" presetID="53" presetClass="entr" presetSubtype="16" fill="hold" nodeType="afterEffect">
                                  <p:stCondLst>
                                    <p:cond delay="0"/>
                                  </p:stCondLst>
                                  <p:childTnLst>
                                    <p:set>
                                      <p:cBhvr>
                                        <p:cTn id="66" dur="1" fill="hold">
                                          <p:stCondLst>
                                            <p:cond delay="0"/>
                                          </p:stCondLst>
                                        </p:cTn>
                                        <p:tgtEl>
                                          <p:spTgt spid="29"/>
                                        </p:tgtEl>
                                        <p:attrNameLst>
                                          <p:attrName>style.visibility</p:attrName>
                                        </p:attrNameLst>
                                      </p:cBhvr>
                                      <p:to>
                                        <p:strVal val="visible"/>
                                      </p:to>
                                    </p:set>
                                    <p:anim calcmode="lin" valueType="num">
                                      <p:cBhvr>
                                        <p:cTn id="67" dur="500" fill="hold"/>
                                        <p:tgtEl>
                                          <p:spTgt spid="29"/>
                                        </p:tgtEl>
                                        <p:attrNameLst>
                                          <p:attrName>ppt_w</p:attrName>
                                        </p:attrNameLst>
                                      </p:cBhvr>
                                      <p:tavLst>
                                        <p:tav tm="0">
                                          <p:val>
                                            <p:fltVal val="0"/>
                                          </p:val>
                                        </p:tav>
                                        <p:tav tm="100000">
                                          <p:val>
                                            <p:strVal val="#ppt_w"/>
                                          </p:val>
                                        </p:tav>
                                      </p:tavLst>
                                    </p:anim>
                                    <p:anim calcmode="lin" valueType="num">
                                      <p:cBhvr>
                                        <p:cTn id="68" dur="500" fill="hold"/>
                                        <p:tgtEl>
                                          <p:spTgt spid="29"/>
                                        </p:tgtEl>
                                        <p:attrNameLst>
                                          <p:attrName>ppt_h</p:attrName>
                                        </p:attrNameLst>
                                      </p:cBhvr>
                                      <p:tavLst>
                                        <p:tav tm="0">
                                          <p:val>
                                            <p:fltVal val="0"/>
                                          </p:val>
                                        </p:tav>
                                        <p:tav tm="100000">
                                          <p:val>
                                            <p:strVal val="#ppt_h"/>
                                          </p:val>
                                        </p:tav>
                                      </p:tavLst>
                                    </p:anim>
                                    <p:animEffect transition="in" filter="fade">
                                      <p:cBhvr>
                                        <p:cTn id="69" dur="500"/>
                                        <p:tgtEl>
                                          <p:spTgt spid="29"/>
                                        </p:tgtEl>
                                      </p:cBhvr>
                                    </p:animEffect>
                                  </p:childTnLst>
                                </p:cTn>
                              </p:par>
                            </p:childTnLst>
                          </p:cTn>
                        </p:par>
                        <p:par>
                          <p:cTn id="70" fill="hold">
                            <p:stCondLst>
                              <p:cond delay="6000"/>
                            </p:stCondLst>
                            <p:childTnLst>
                              <p:par>
                                <p:cTn id="71" presetID="53" presetClass="entr" presetSubtype="16" fill="hold" nodeType="afterEffect">
                                  <p:stCondLst>
                                    <p:cond delay="0"/>
                                  </p:stCondLst>
                                  <p:childTnLst>
                                    <p:set>
                                      <p:cBhvr>
                                        <p:cTn id="72" dur="1" fill="hold">
                                          <p:stCondLst>
                                            <p:cond delay="0"/>
                                          </p:stCondLst>
                                        </p:cTn>
                                        <p:tgtEl>
                                          <p:spTgt spid="33"/>
                                        </p:tgtEl>
                                        <p:attrNameLst>
                                          <p:attrName>style.visibility</p:attrName>
                                        </p:attrNameLst>
                                      </p:cBhvr>
                                      <p:to>
                                        <p:strVal val="visible"/>
                                      </p:to>
                                    </p:set>
                                    <p:anim calcmode="lin" valueType="num">
                                      <p:cBhvr>
                                        <p:cTn id="73" dur="500" fill="hold"/>
                                        <p:tgtEl>
                                          <p:spTgt spid="33"/>
                                        </p:tgtEl>
                                        <p:attrNameLst>
                                          <p:attrName>ppt_w</p:attrName>
                                        </p:attrNameLst>
                                      </p:cBhvr>
                                      <p:tavLst>
                                        <p:tav tm="0">
                                          <p:val>
                                            <p:fltVal val="0"/>
                                          </p:val>
                                        </p:tav>
                                        <p:tav tm="100000">
                                          <p:val>
                                            <p:strVal val="#ppt_w"/>
                                          </p:val>
                                        </p:tav>
                                      </p:tavLst>
                                    </p:anim>
                                    <p:anim calcmode="lin" valueType="num">
                                      <p:cBhvr>
                                        <p:cTn id="74" dur="500" fill="hold"/>
                                        <p:tgtEl>
                                          <p:spTgt spid="33"/>
                                        </p:tgtEl>
                                        <p:attrNameLst>
                                          <p:attrName>ppt_h</p:attrName>
                                        </p:attrNameLst>
                                      </p:cBhvr>
                                      <p:tavLst>
                                        <p:tav tm="0">
                                          <p:val>
                                            <p:fltVal val="0"/>
                                          </p:val>
                                        </p:tav>
                                        <p:tav tm="100000">
                                          <p:val>
                                            <p:strVal val="#ppt_h"/>
                                          </p:val>
                                        </p:tav>
                                      </p:tavLst>
                                    </p:anim>
                                    <p:animEffect transition="in" filter="fade">
                                      <p:cBhvr>
                                        <p:cTn id="75" dur="500"/>
                                        <p:tgtEl>
                                          <p:spTgt spid="33"/>
                                        </p:tgtEl>
                                      </p:cBhvr>
                                    </p:animEffect>
                                  </p:childTnLst>
                                </p:cTn>
                              </p:par>
                            </p:childTnLst>
                          </p:cTn>
                        </p:par>
                        <p:par>
                          <p:cTn id="76" fill="hold">
                            <p:stCondLst>
                              <p:cond delay="6500"/>
                            </p:stCondLst>
                            <p:childTnLst>
                              <p:par>
                                <p:cTn id="77" presetID="10" presetClass="entr" presetSubtype="0" fill="hold" nodeType="afterEffect">
                                  <p:stCondLst>
                                    <p:cond delay="0"/>
                                  </p:stCondLst>
                                  <p:childTnLst>
                                    <p:set>
                                      <p:cBhvr>
                                        <p:cTn id="78" dur="1" fill="hold">
                                          <p:stCondLst>
                                            <p:cond delay="0"/>
                                          </p:stCondLst>
                                        </p:cTn>
                                        <p:tgtEl>
                                          <p:spTgt spid="63"/>
                                        </p:tgtEl>
                                        <p:attrNameLst>
                                          <p:attrName>style.visibility</p:attrName>
                                        </p:attrNameLst>
                                      </p:cBhvr>
                                      <p:to>
                                        <p:strVal val="visible"/>
                                      </p:to>
                                    </p:set>
                                    <p:animEffect transition="in" filter="fade">
                                      <p:cBhvr>
                                        <p:cTn id="79"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1575" y="160569"/>
            <a:ext cx="7972425" cy="764364"/>
          </a:xfrm>
        </p:spPr>
        <p:txBody>
          <a:bodyPr>
            <a:normAutofit fontScale="90000"/>
          </a:bodyPr>
          <a:lstStyle/>
          <a:p>
            <a:pPr>
              <a:lnSpc>
                <a:spcPct val="100000"/>
              </a:lnSpc>
            </a:pPr>
            <a:r>
              <a:rPr lang="en-US" sz="3200" dirty="0">
                <a:latin typeface="Helvetica Neue"/>
                <a:cs typeface="Helvetica" panose="020B0604020202020204" pitchFamily="34" charset="0"/>
              </a:rPr>
              <a:t>Smoothing Techniques – Moving Averages</a:t>
            </a:r>
          </a:p>
        </p:txBody>
      </p:sp>
      <p:sp>
        <p:nvSpPr>
          <p:cNvPr id="4" name="TextShape 2">
            <a:extLst>
              <a:ext uri="{FF2B5EF4-FFF2-40B4-BE49-F238E27FC236}">
                <a16:creationId xmlns:a16="http://schemas.microsoft.com/office/drawing/2014/main" id="{84186B61-9C5D-40BB-B021-D7D56B779A22}"/>
              </a:ext>
            </a:extLst>
          </p:cNvPr>
          <p:cNvSpPr txBox="1"/>
          <p:nvPr/>
        </p:nvSpPr>
        <p:spPr>
          <a:xfrm>
            <a:off x="843476" y="1086464"/>
            <a:ext cx="10401301" cy="1997395"/>
          </a:xfrm>
          <a:prstGeom prst="rect">
            <a:avLst/>
          </a:prstGeom>
          <a:noFill/>
          <a:ln>
            <a:noFill/>
          </a:ln>
        </p:spPr>
        <p:txBody>
          <a:bodyPr/>
          <a:lstStyle/>
          <a:p>
            <a:pPr marL="396223" indent="-395807" algn="just">
              <a:spcBef>
                <a:spcPts val="648"/>
              </a:spcBef>
              <a:buClr>
                <a:srgbClr val="000000"/>
              </a:buClr>
              <a:buFont typeface="Arial"/>
              <a:buChar char="•"/>
            </a:pPr>
            <a:r>
              <a:rPr lang="en-IN" sz="2400" b="1" dirty="0">
                <a:solidFill>
                  <a:srgbClr val="00B050"/>
                </a:solidFill>
                <a:latin typeface="+mn-lt"/>
              </a:rPr>
              <a:t>Appropriate for</a:t>
            </a:r>
            <a:r>
              <a:rPr lang="en-IN" sz="2400" dirty="0">
                <a:solidFill>
                  <a:srgbClr val="00B050"/>
                </a:solidFill>
                <a:latin typeface="+mn-lt"/>
              </a:rPr>
              <a:t> </a:t>
            </a:r>
            <a:r>
              <a:rPr lang="en-IN" sz="2400" dirty="0">
                <a:latin typeface="+mn-lt"/>
              </a:rPr>
              <a:t>a time series with a horizontal pattern </a:t>
            </a:r>
            <a:r>
              <a:rPr lang="en-IN" sz="2400" dirty="0" err="1">
                <a:latin typeface="+mn-lt"/>
              </a:rPr>
              <a:t>ie</a:t>
            </a:r>
            <a:r>
              <a:rPr lang="en-IN" sz="2400" dirty="0">
                <a:latin typeface="+mn-lt"/>
              </a:rPr>
              <a:t>., </a:t>
            </a:r>
            <a:r>
              <a:rPr lang="en-IN" sz="2400" b="1" dirty="0">
                <a:solidFill>
                  <a:srgbClr val="00B050"/>
                </a:solidFill>
                <a:latin typeface="+mn-lt"/>
              </a:rPr>
              <a:t>the data that are stationary.</a:t>
            </a:r>
          </a:p>
          <a:p>
            <a:pPr marL="924243" lvl="1" indent="-395807" algn="just">
              <a:spcBef>
                <a:spcPts val="648"/>
              </a:spcBef>
              <a:buClr>
                <a:srgbClr val="000000"/>
              </a:buClr>
              <a:buFont typeface="Arial"/>
              <a:buChar char="•"/>
            </a:pPr>
            <a:r>
              <a:rPr lang="en-IN" sz="2400" dirty="0">
                <a:latin typeface="+mn-lt"/>
              </a:rPr>
              <a:t>Moving Average (the average of the most recent k data values forms the forecast for the next period)</a:t>
            </a:r>
            <a:endParaRPr lang="en-IN" sz="2800" spc="-1" dirty="0">
              <a:solidFill>
                <a:srgbClr val="000000"/>
              </a:solidFill>
              <a:latin typeface="Helvetica Neue"/>
            </a:endParaRPr>
          </a:p>
          <a:p>
            <a:pPr>
              <a:spcBef>
                <a:spcPts val="648"/>
              </a:spcBef>
            </a:pPr>
            <a:endParaRPr lang="en-IN" sz="2800" spc="-1" dirty="0">
              <a:solidFill>
                <a:srgbClr val="000000"/>
              </a:solidFill>
              <a:latin typeface="Helvetica Neue"/>
            </a:endParaRPr>
          </a:p>
        </p:txBody>
      </p:sp>
      <p:pic>
        <p:nvPicPr>
          <p:cNvPr id="5" name="Picture 4"/>
          <p:cNvPicPr>
            <a:picLocks noChangeAspect="1"/>
          </p:cNvPicPr>
          <p:nvPr/>
        </p:nvPicPr>
        <p:blipFill>
          <a:blip r:embed="rId2"/>
          <a:stretch>
            <a:fillRect/>
          </a:stretch>
        </p:blipFill>
        <p:spPr>
          <a:xfrm>
            <a:off x="2224042" y="2939583"/>
            <a:ext cx="7266782" cy="2749471"/>
          </a:xfrm>
          <a:prstGeom prst="rect">
            <a:avLst/>
          </a:prstGeom>
        </p:spPr>
      </p:pic>
    </p:spTree>
    <p:extLst>
      <p:ext uri="{BB962C8B-B14F-4D97-AF65-F5344CB8AC3E}">
        <p14:creationId xmlns:p14="http://schemas.microsoft.com/office/powerpoint/2010/main" val="3810080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ppt_w</p:attrName>
                                        </p:attrNameLst>
                                      </p:cBhvr>
                                      <p:tavLst>
                                        <p:tav tm="0">
                                          <p:val>
                                            <p:fltVal val="0"/>
                                          </p:val>
                                        </p:tav>
                                        <p:tav tm="100000">
                                          <p:val>
                                            <p:strVal val="#ppt_w"/>
                                          </p:val>
                                        </p:tav>
                                      </p:tavLst>
                                    </p:anim>
                                    <p:anim calcmode="lin" valueType="num">
                                      <p:cBhvr>
                                        <p:cTn id="18" dur="500" fill="hold"/>
                                        <p:tgtEl>
                                          <p:spTgt spid="5"/>
                                        </p:tgtEl>
                                        <p:attrNameLst>
                                          <p:attrName>ppt_h</p:attrName>
                                        </p:attrNameLst>
                                      </p:cBhvr>
                                      <p:tavLst>
                                        <p:tav tm="0">
                                          <p:val>
                                            <p:fltVal val="0"/>
                                          </p:val>
                                        </p:tav>
                                        <p:tav tm="100000">
                                          <p:val>
                                            <p:strVal val="#ppt_h"/>
                                          </p:val>
                                        </p:tav>
                                      </p:tavLst>
                                    </p:anim>
                                    <p:animEffect transition="in" filter="fade">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675" y="160569"/>
            <a:ext cx="10601325" cy="764364"/>
          </a:xfrm>
        </p:spPr>
        <p:txBody>
          <a:bodyPr>
            <a:normAutofit/>
          </a:bodyPr>
          <a:lstStyle/>
          <a:p>
            <a:pPr>
              <a:lnSpc>
                <a:spcPct val="100000"/>
              </a:lnSpc>
            </a:pPr>
            <a:r>
              <a:rPr lang="en-US" sz="3200" dirty="0"/>
              <a:t>Key Differences</a:t>
            </a:r>
            <a:endParaRPr lang="en-US" sz="3200" dirty="0">
              <a:latin typeface="Helvetica Neue"/>
              <a:cs typeface="Helvetica" panose="020B0604020202020204" pitchFamily="34" charset="0"/>
            </a:endParaRPr>
          </a:p>
        </p:txBody>
      </p:sp>
      <p:graphicFrame>
        <p:nvGraphicFramePr>
          <p:cNvPr id="4" name="Table 3"/>
          <p:cNvGraphicFramePr>
            <a:graphicFrameLocks noGrp="1"/>
          </p:cNvGraphicFramePr>
          <p:nvPr>
            <p:extLst>
              <p:ext uri="{D42A27DB-BD31-4B8C-83A1-F6EECF244321}">
                <p14:modId xmlns:p14="http://schemas.microsoft.com/office/powerpoint/2010/main" val="3026769767"/>
              </p:ext>
            </p:extLst>
          </p:nvPr>
        </p:nvGraphicFramePr>
        <p:xfrm>
          <a:off x="314324" y="924933"/>
          <a:ext cx="11763375" cy="5378092"/>
        </p:xfrm>
        <a:graphic>
          <a:graphicData uri="http://schemas.openxmlformats.org/drawingml/2006/table">
            <a:tbl>
              <a:tblPr/>
              <a:tblGrid>
                <a:gridCol w="2119743">
                  <a:extLst>
                    <a:ext uri="{9D8B030D-6E8A-4147-A177-3AD203B41FA5}">
                      <a16:colId xmlns:a16="http://schemas.microsoft.com/office/drawing/2014/main" val="3434222688"/>
                    </a:ext>
                  </a:extLst>
                </a:gridCol>
                <a:gridCol w="4516515">
                  <a:extLst>
                    <a:ext uri="{9D8B030D-6E8A-4147-A177-3AD203B41FA5}">
                      <a16:colId xmlns:a16="http://schemas.microsoft.com/office/drawing/2014/main" val="1175294981"/>
                    </a:ext>
                  </a:extLst>
                </a:gridCol>
                <a:gridCol w="5127117">
                  <a:extLst>
                    <a:ext uri="{9D8B030D-6E8A-4147-A177-3AD203B41FA5}">
                      <a16:colId xmlns:a16="http://schemas.microsoft.com/office/drawing/2014/main" val="2691244246"/>
                    </a:ext>
                  </a:extLst>
                </a:gridCol>
              </a:tblGrid>
              <a:tr h="418773">
                <a:tc>
                  <a:txBody>
                    <a:bodyPr/>
                    <a:lstStyle/>
                    <a:p>
                      <a:r>
                        <a:rPr lang="en-IN" sz="1800" dirty="0"/>
                        <a:t>Feature</a:t>
                      </a:r>
                    </a:p>
                  </a:txBody>
                  <a:tcPr marL="46537" marR="46537" marT="23269" marB="232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b="1"/>
                        <a:t>Moving Average (MA)</a:t>
                      </a:r>
                      <a:endParaRPr lang="en-IN" sz="1800"/>
                    </a:p>
                  </a:txBody>
                  <a:tcPr marL="46537" marR="46537" marT="23269" marB="232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b="1"/>
                        <a:t>Centered Moving Average (CMA)</a:t>
                      </a:r>
                      <a:endParaRPr lang="en-IN" sz="1800"/>
                    </a:p>
                  </a:txBody>
                  <a:tcPr marL="46537" marR="46537" marT="23269" marB="232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5486152"/>
                  </a:ext>
                </a:extLst>
              </a:tr>
              <a:tr h="791017">
                <a:tc>
                  <a:txBody>
                    <a:bodyPr/>
                    <a:lstStyle/>
                    <a:p>
                      <a:r>
                        <a:rPr lang="en-IN" sz="1800" b="1" dirty="0"/>
                        <a:t>Definition</a:t>
                      </a:r>
                      <a:endParaRPr lang="en-IN" sz="1800" dirty="0"/>
                    </a:p>
                  </a:txBody>
                  <a:tcPr marL="46537" marR="46537" marT="23269" marB="232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A method that averages past data points over a fixed window to smooth fluctuations.</a:t>
                      </a:r>
                    </a:p>
                  </a:txBody>
                  <a:tcPr marL="46537" marR="46537" marT="23269" marB="232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A refined version of MA that aligns the smoothed values to the center of the window.</a:t>
                      </a:r>
                    </a:p>
                  </a:txBody>
                  <a:tcPr marL="46537" marR="46537" marT="23269" marB="232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8610054"/>
                  </a:ext>
                </a:extLst>
              </a:tr>
              <a:tr h="977139">
                <a:tc>
                  <a:txBody>
                    <a:bodyPr/>
                    <a:lstStyle/>
                    <a:p>
                      <a:r>
                        <a:rPr lang="en-IN" sz="1800" b="1"/>
                        <a:t>Formula</a:t>
                      </a:r>
                      <a:endParaRPr lang="en-IN" sz="1800"/>
                    </a:p>
                  </a:txBody>
                  <a:tcPr marL="46537" marR="46537" marT="23269" marB="232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800" dirty="0"/>
                    </a:p>
                  </a:txBody>
                  <a:tcPr marL="46537" marR="46537" marT="23269" marB="232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800" dirty="0"/>
                    </a:p>
                  </a:txBody>
                  <a:tcPr marL="46537" marR="46537" marT="23269" marB="232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6568767"/>
                  </a:ext>
                </a:extLst>
              </a:tr>
              <a:tr h="418773">
                <a:tc>
                  <a:txBody>
                    <a:bodyPr/>
                    <a:lstStyle/>
                    <a:p>
                      <a:r>
                        <a:rPr lang="en-IN" sz="1800" b="1"/>
                        <a:t>Positioning of Values</a:t>
                      </a:r>
                      <a:endParaRPr lang="en-IN" sz="1800"/>
                    </a:p>
                  </a:txBody>
                  <a:tcPr marL="46537" marR="46537" marT="23269" marB="232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The average is placed at the end of the window.</a:t>
                      </a:r>
                    </a:p>
                  </a:txBody>
                  <a:tcPr marL="46537" marR="46537" marT="23269" marB="232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The average is placed at the center of the window.</a:t>
                      </a:r>
                    </a:p>
                  </a:txBody>
                  <a:tcPr marL="46537" marR="46537" marT="23269" marB="232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539884"/>
                  </a:ext>
                </a:extLst>
              </a:tr>
              <a:tr h="604895">
                <a:tc>
                  <a:txBody>
                    <a:bodyPr/>
                    <a:lstStyle/>
                    <a:p>
                      <a:r>
                        <a:rPr lang="en-IN" sz="1800" b="1"/>
                        <a:t>Use Case</a:t>
                      </a:r>
                      <a:endParaRPr lang="en-IN" sz="1800"/>
                    </a:p>
                  </a:txBody>
                  <a:tcPr marL="46537" marR="46537" marT="23269" marB="232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1" dirty="0">
                          <a:solidFill>
                            <a:srgbClr val="008000"/>
                          </a:solidFill>
                        </a:rPr>
                        <a:t>Used for short-term forecasting and smoothing noisy data.</a:t>
                      </a:r>
                    </a:p>
                  </a:txBody>
                  <a:tcPr marL="46537" marR="46537" marT="23269" marB="232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1" dirty="0">
                          <a:solidFill>
                            <a:srgbClr val="008000"/>
                          </a:solidFill>
                        </a:rPr>
                        <a:t>Used primarily for smoothing</a:t>
                      </a:r>
                      <a:r>
                        <a:rPr lang="en-US" sz="1800" b="1" baseline="0" dirty="0">
                          <a:solidFill>
                            <a:srgbClr val="008000"/>
                          </a:solidFill>
                        </a:rPr>
                        <a:t> the </a:t>
                      </a:r>
                      <a:r>
                        <a:rPr lang="en-US" sz="1800" b="1" dirty="0">
                          <a:solidFill>
                            <a:srgbClr val="008000"/>
                          </a:solidFill>
                        </a:rPr>
                        <a:t>time series.</a:t>
                      </a:r>
                    </a:p>
                  </a:txBody>
                  <a:tcPr marL="46537" marR="46537" marT="23269" marB="232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1159843"/>
                  </a:ext>
                </a:extLst>
              </a:tr>
              <a:tr h="604895">
                <a:tc>
                  <a:txBody>
                    <a:bodyPr/>
                    <a:lstStyle/>
                    <a:p>
                      <a:r>
                        <a:rPr lang="en-IN" sz="1800" b="1" dirty="0"/>
                        <a:t>Effect on Trend</a:t>
                      </a:r>
                      <a:endParaRPr lang="en-IN" sz="1800" dirty="0"/>
                    </a:p>
                  </a:txBody>
                  <a:tcPr marL="46537" marR="46537" marT="23269" marB="232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a:t>Introduces a lag since it is calculated using past values.</a:t>
                      </a:r>
                    </a:p>
                  </a:txBody>
                  <a:tcPr marL="46537" marR="46537" marT="23269" marB="232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Better aligns with the actual values by placing the average in the correct time period.</a:t>
                      </a:r>
                    </a:p>
                  </a:txBody>
                  <a:tcPr marL="46537" marR="46537" marT="23269" marB="232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8862869"/>
                  </a:ext>
                </a:extLst>
              </a:tr>
              <a:tr h="418773">
                <a:tc>
                  <a:txBody>
                    <a:bodyPr/>
                    <a:lstStyle/>
                    <a:p>
                      <a:r>
                        <a:rPr lang="en-IN" sz="1800" b="1"/>
                        <a:t>Window Type</a:t>
                      </a:r>
                      <a:endParaRPr lang="en-IN" sz="1800"/>
                    </a:p>
                  </a:txBody>
                  <a:tcPr marL="46537" marR="46537" marT="23269" marB="232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Uses past values only (trailing moving average).</a:t>
                      </a:r>
                    </a:p>
                  </a:txBody>
                  <a:tcPr marL="46537" marR="46537" marT="23269" marB="232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Uses both past and future values (symmetric window).</a:t>
                      </a:r>
                    </a:p>
                  </a:txBody>
                  <a:tcPr marL="46537" marR="46537" marT="23269" marB="232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9534118"/>
                  </a:ext>
                </a:extLst>
              </a:tr>
              <a:tr h="791017">
                <a:tc>
                  <a:txBody>
                    <a:bodyPr/>
                    <a:lstStyle/>
                    <a:p>
                      <a:r>
                        <a:rPr lang="en-IN" sz="1800" b="1"/>
                        <a:t>Example</a:t>
                      </a:r>
                      <a:endParaRPr lang="en-IN" sz="1800"/>
                    </a:p>
                  </a:txBody>
                  <a:tcPr marL="46537" marR="46537" marT="23269" marB="232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ES" sz="1800" dirty="0"/>
                    </a:p>
                  </a:txBody>
                  <a:tcPr marL="46537" marR="46537" marT="23269" marB="232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4-period CMA: Calculate 2-period MA first, then average adjacent MA values to align to the center.</a:t>
                      </a:r>
                    </a:p>
                  </a:txBody>
                  <a:tcPr marL="46537" marR="46537" marT="23269" marB="232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7381250"/>
                  </a:ext>
                </a:extLst>
              </a:tr>
            </a:tbl>
          </a:graphicData>
        </a:graphic>
      </p:graphicFrame>
    </p:spTree>
    <p:extLst>
      <p:ext uri="{BB962C8B-B14F-4D97-AF65-F5344CB8AC3E}">
        <p14:creationId xmlns:p14="http://schemas.microsoft.com/office/powerpoint/2010/main" val="21349119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7300" y="146993"/>
            <a:ext cx="7562850" cy="764364"/>
          </a:xfrm>
        </p:spPr>
        <p:txBody>
          <a:bodyPr>
            <a:normAutofit/>
          </a:bodyPr>
          <a:lstStyle/>
          <a:p>
            <a:pPr>
              <a:lnSpc>
                <a:spcPct val="100000"/>
              </a:lnSpc>
            </a:pPr>
            <a:r>
              <a:rPr lang="en-US" sz="3200" dirty="0">
                <a:latin typeface="Helvetica Neue"/>
                <a:cs typeface="Helvetica" panose="020B0604020202020204" pitchFamily="34" charset="0"/>
              </a:rPr>
              <a:t>Measurement of forecast error</a:t>
            </a:r>
          </a:p>
        </p:txBody>
      </p:sp>
      <p:sp>
        <p:nvSpPr>
          <p:cNvPr id="4" name="Rectangle 3"/>
          <p:cNvSpPr>
            <a:spLocks noChangeArrowheads="1"/>
          </p:cNvSpPr>
          <p:nvPr/>
        </p:nvSpPr>
        <p:spPr bwMode="auto">
          <a:xfrm>
            <a:off x="3883019" y="3338267"/>
            <a:ext cx="3155962" cy="966787"/>
          </a:xfrm>
          <a:prstGeom prst="rect">
            <a:avLst/>
          </a:prstGeom>
          <a:solidFill>
            <a:schemeClr val="bg1"/>
          </a:solidFill>
          <a:ln w="38100" algn="ctr">
            <a:solidFill>
              <a:srgbClr val="990000"/>
            </a:solidFill>
            <a:miter lim="800000"/>
            <a:headEnd/>
            <a:tailEnd/>
          </a:ln>
        </p:spPr>
        <p:txBody>
          <a:bodyPr wrap="none" anchor="ctr"/>
          <a:lstStyle>
            <a:lvl1pPr eaLnBrk="0" hangingPunct="0">
              <a:defRPr sz="2400">
                <a:solidFill>
                  <a:srgbClr val="990000"/>
                </a:solidFill>
                <a:latin typeface="Arial" panose="020B0604020202020204" pitchFamily="34" charset="0"/>
              </a:defRPr>
            </a:lvl1pPr>
            <a:lvl2pPr marL="742950" indent="-285750" eaLnBrk="0" hangingPunct="0">
              <a:defRPr sz="2400">
                <a:solidFill>
                  <a:srgbClr val="990000"/>
                </a:solidFill>
                <a:latin typeface="Arial" panose="020B0604020202020204" pitchFamily="34" charset="0"/>
              </a:defRPr>
            </a:lvl2pPr>
            <a:lvl3pPr marL="1143000" indent="-228600" eaLnBrk="0" hangingPunct="0">
              <a:defRPr sz="2400">
                <a:solidFill>
                  <a:srgbClr val="990000"/>
                </a:solidFill>
                <a:latin typeface="Arial" panose="020B0604020202020204" pitchFamily="34" charset="0"/>
              </a:defRPr>
            </a:lvl3pPr>
            <a:lvl4pPr marL="1600200" indent="-228600" eaLnBrk="0" hangingPunct="0">
              <a:defRPr sz="2400">
                <a:solidFill>
                  <a:srgbClr val="990000"/>
                </a:solidFill>
                <a:latin typeface="Arial" panose="020B0604020202020204" pitchFamily="34" charset="0"/>
              </a:defRPr>
            </a:lvl4pPr>
            <a:lvl5pPr marL="2057400" indent="-228600" eaLnBrk="0" hangingPunct="0">
              <a:defRPr sz="2400">
                <a:solidFill>
                  <a:srgbClr val="990000"/>
                </a:solidFill>
                <a:latin typeface="Arial" panose="020B0604020202020204" pitchFamily="34" charset="0"/>
              </a:defRPr>
            </a:lvl5pPr>
            <a:lvl6pPr marL="2514600" indent="-228600" algn="ctr" eaLnBrk="0" fontAlgn="base" hangingPunct="0">
              <a:spcBef>
                <a:spcPct val="0"/>
              </a:spcBef>
              <a:spcAft>
                <a:spcPct val="0"/>
              </a:spcAft>
              <a:defRPr sz="2400">
                <a:solidFill>
                  <a:srgbClr val="990000"/>
                </a:solidFill>
                <a:latin typeface="Arial" panose="020B0604020202020204" pitchFamily="34" charset="0"/>
              </a:defRPr>
            </a:lvl6pPr>
            <a:lvl7pPr marL="2971800" indent="-228600" algn="ctr" eaLnBrk="0" fontAlgn="base" hangingPunct="0">
              <a:spcBef>
                <a:spcPct val="0"/>
              </a:spcBef>
              <a:spcAft>
                <a:spcPct val="0"/>
              </a:spcAft>
              <a:defRPr sz="2400">
                <a:solidFill>
                  <a:srgbClr val="990000"/>
                </a:solidFill>
                <a:latin typeface="Arial" panose="020B0604020202020204" pitchFamily="34" charset="0"/>
              </a:defRPr>
            </a:lvl7pPr>
            <a:lvl8pPr marL="3429000" indent="-228600" algn="ctr" eaLnBrk="0" fontAlgn="base" hangingPunct="0">
              <a:spcBef>
                <a:spcPct val="0"/>
              </a:spcBef>
              <a:spcAft>
                <a:spcPct val="0"/>
              </a:spcAft>
              <a:defRPr sz="2400">
                <a:solidFill>
                  <a:srgbClr val="990000"/>
                </a:solidFill>
                <a:latin typeface="Arial" panose="020B0604020202020204" pitchFamily="34" charset="0"/>
              </a:defRPr>
            </a:lvl8pPr>
            <a:lvl9pPr marL="3886200" indent="-228600" algn="ctr" eaLnBrk="0" fontAlgn="base" hangingPunct="0">
              <a:spcBef>
                <a:spcPct val="0"/>
              </a:spcBef>
              <a:spcAft>
                <a:spcPct val="0"/>
              </a:spcAft>
              <a:defRPr sz="2400">
                <a:solidFill>
                  <a:srgbClr val="990000"/>
                </a:solidFill>
                <a:latin typeface="Arial" panose="020B0604020202020204" pitchFamily="34" charset="0"/>
              </a:defRPr>
            </a:lvl9pPr>
          </a:lstStyle>
          <a:p>
            <a:pPr algn="ctr">
              <a:lnSpc>
                <a:spcPct val="90000"/>
              </a:lnSpc>
              <a:spcBef>
                <a:spcPct val="20000"/>
              </a:spcBef>
            </a:pPr>
            <a:endParaRPr lang="en-US" b="1" dirty="0">
              <a:solidFill>
                <a:srgbClr val="000099"/>
              </a:solidFill>
              <a:latin typeface="Helvetica Neue"/>
              <a:sym typeface="Symbol" panose="05050102010706020507" pitchFamily="18" charset="2"/>
            </a:endParaRPr>
          </a:p>
          <a:p>
            <a:pPr algn="ctr">
              <a:lnSpc>
                <a:spcPct val="90000"/>
              </a:lnSpc>
              <a:spcBef>
                <a:spcPct val="20000"/>
              </a:spcBef>
            </a:pPr>
            <a:r>
              <a:rPr lang="en-US" b="1" dirty="0">
                <a:solidFill>
                  <a:srgbClr val="000099"/>
                </a:solidFill>
                <a:latin typeface="Helvetica Neue"/>
                <a:sym typeface="Symbol" panose="05050102010706020507" pitchFamily="18" charset="2"/>
              </a:rPr>
              <a:t> </a:t>
            </a:r>
            <a:r>
              <a:rPr lang="en-US" b="1" baseline="-25000" dirty="0">
                <a:solidFill>
                  <a:srgbClr val="000099"/>
                </a:solidFill>
                <a:latin typeface="Helvetica Neue"/>
                <a:sym typeface="Symbol" panose="05050102010706020507" pitchFamily="18" charset="2"/>
              </a:rPr>
              <a:t>t</a:t>
            </a:r>
            <a:r>
              <a:rPr lang="en-US" b="1" dirty="0">
                <a:solidFill>
                  <a:srgbClr val="000099"/>
                </a:solidFill>
                <a:latin typeface="Helvetica Neue"/>
                <a:sym typeface="Symbol" panose="05050102010706020507" pitchFamily="18" charset="2"/>
              </a:rPr>
              <a:t> = </a:t>
            </a:r>
            <a:r>
              <a:rPr lang="en-US" b="1" dirty="0" err="1">
                <a:solidFill>
                  <a:srgbClr val="000099"/>
                </a:solidFill>
                <a:latin typeface="Helvetica Neue"/>
                <a:sym typeface="Symbol" panose="05050102010706020507" pitchFamily="18" charset="2"/>
              </a:rPr>
              <a:t>y</a:t>
            </a:r>
            <a:r>
              <a:rPr lang="en-US" b="1" baseline="-25000" dirty="0" err="1">
                <a:solidFill>
                  <a:srgbClr val="000099"/>
                </a:solidFill>
                <a:latin typeface="Helvetica Neue"/>
                <a:sym typeface="Symbol" panose="05050102010706020507" pitchFamily="18" charset="2"/>
              </a:rPr>
              <a:t>t</a:t>
            </a:r>
            <a:r>
              <a:rPr lang="en-US" b="1" dirty="0">
                <a:solidFill>
                  <a:srgbClr val="000099"/>
                </a:solidFill>
                <a:latin typeface="Helvetica Neue"/>
                <a:sym typeface="Symbol" panose="05050102010706020507" pitchFamily="18" charset="2"/>
              </a:rPr>
              <a:t> - F</a:t>
            </a:r>
            <a:r>
              <a:rPr lang="en-US" b="1" baseline="-25000" dirty="0">
                <a:solidFill>
                  <a:srgbClr val="000099"/>
                </a:solidFill>
                <a:latin typeface="Helvetica Neue"/>
                <a:sym typeface="Symbol" panose="05050102010706020507" pitchFamily="18" charset="2"/>
              </a:rPr>
              <a:t>t</a:t>
            </a:r>
          </a:p>
          <a:p>
            <a:pPr algn="ctr" eaLnBrk="1" hangingPunct="1"/>
            <a:endParaRPr lang="en-US" dirty="0">
              <a:latin typeface="Helvetica Neue"/>
            </a:endParaRPr>
          </a:p>
        </p:txBody>
      </p:sp>
      <p:grpSp>
        <p:nvGrpSpPr>
          <p:cNvPr id="5" name="Group 4"/>
          <p:cNvGrpSpPr>
            <a:grpSpLocks/>
          </p:cNvGrpSpPr>
          <p:nvPr/>
        </p:nvGrpSpPr>
        <p:grpSpPr bwMode="auto">
          <a:xfrm>
            <a:off x="3209924" y="4118101"/>
            <a:ext cx="3766945" cy="2130299"/>
            <a:chOff x="2061" y="3683"/>
            <a:chExt cx="1178" cy="637"/>
          </a:xfrm>
        </p:grpSpPr>
        <p:sp>
          <p:nvSpPr>
            <p:cNvPr id="6" name="Oval 5"/>
            <p:cNvSpPr>
              <a:spLocks noChangeArrowheads="1"/>
            </p:cNvSpPr>
            <p:nvPr/>
          </p:nvSpPr>
          <p:spPr bwMode="auto">
            <a:xfrm>
              <a:off x="2061" y="3811"/>
              <a:ext cx="1178" cy="509"/>
            </a:xfrm>
            <a:prstGeom prst="ellipse">
              <a:avLst/>
            </a:prstGeom>
            <a:solidFill>
              <a:srgbClr val="FFFFCC"/>
            </a:solidFill>
            <a:ln w="28575">
              <a:solidFill>
                <a:srgbClr val="990000"/>
              </a:solidFill>
              <a:round/>
              <a:headEnd/>
              <a:tailEnd/>
            </a:ln>
          </p:spPr>
          <p:txBody>
            <a:bodyPr wrap="none" anchor="ctr"/>
            <a:lstStyle>
              <a:lvl1pPr eaLnBrk="0" hangingPunct="0">
                <a:defRPr sz="2400">
                  <a:solidFill>
                    <a:srgbClr val="990000"/>
                  </a:solidFill>
                  <a:latin typeface="Arial" panose="020B0604020202020204" pitchFamily="34" charset="0"/>
                </a:defRPr>
              </a:lvl1pPr>
              <a:lvl2pPr marL="742950" indent="-285750" eaLnBrk="0" hangingPunct="0">
                <a:defRPr sz="2400">
                  <a:solidFill>
                    <a:srgbClr val="990000"/>
                  </a:solidFill>
                  <a:latin typeface="Arial" panose="020B0604020202020204" pitchFamily="34" charset="0"/>
                </a:defRPr>
              </a:lvl2pPr>
              <a:lvl3pPr marL="1143000" indent="-228600" eaLnBrk="0" hangingPunct="0">
                <a:defRPr sz="2400">
                  <a:solidFill>
                    <a:srgbClr val="990000"/>
                  </a:solidFill>
                  <a:latin typeface="Arial" panose="020B0604020202020204" pitchFamily="34" charset="0"/>
                </a:defRPr>
              </a:lvl3pPr>
              <a:lvl4pPr marL="1600200" indent="-228600" eaLnBrk="0" hangingPunct="0">
                <a:defRPr sz="2400">
                  <a:solidFill>
                    <a:srgbClr val="990000"/>
                  </a:solidFill>
                  <a:latin typeface="Arial" panose="020B0604020202020204" pitchFamily="34" charset="0"/>
                </a:defRPr>
              </a:lvl4pPr>
              <a:lvl5pPr marL="2057400" indent="-228600" eaLnBrk="0" hangingPunct="0">
                <a:defRPr sz="2400">
                  <a:solidFill>
                    <a:srgbClr val="990000"/>
                  </a:solidFill>
                  <a:latin typeface="Arial" panose="020B0604020202020204" pitchFamily="34" charset="0"/>
                </a:defRPr>
              </a:lvl5pPr>
              <a:lvl6pPr marL="2514600" indent="-228600" algn="ctr" eaLnBrk="0" fontAlgn="base" hangingPunct="0">
                <a:spcBef>
                  <a:spcPct val="0"/>
                </a:spcBef>
                <a:spcAft>
                  <a:spcPct val="0"/>
                </a:spcAft>
                <a:defRPr sz="2400">
                  <a:solidFill>
                    <a:srgbClr val="990000"/>
                  </a:solidFill>
                  <a:latin typeface="Arial" panose="020B0604020202020204" pitchFamily="34" charset="0"/>
                </a:defRPr>
              </a:lvl6pPr>
              <a:lvl7pPr marL="2971800" indent="-228600" algn="ctr" eaLnBrk="0" fontAlgn="base" hangingPunct="0">
                <a:spcBef>
                  <a:spcPct val="0"/>
                </a:spcBef>
                <a:spcAft>
                  <a:spcPct val="0"/>
                </a:spcAft>
                <a:defRPr sz="2400">
                  <a:solidFill>
                    <a:srgbClr val="990000"/>
                  </a:solidFill>
                  <a:latin typeface="Arial" panose="020B0604020202020204" pitchFamily="34" charset="0"/>
                </a:defRPr>
              </a:lvl7pPr>
              <a:lvl8pPr marL="3429000" indent="-228600" algn="ctr" eaLnBrk="0" fontAlgn="base" hangingPunct="0">
                <a:spcBef>
                  <a:spcPct val="0"/>
                </a:spcBef>
                <a:spcAft>
                  <a:spcPct val="0"/>
                </a:spcAft>
                <a:defRPr sz="2400">
                  <a:solidFill>
                    <a:srgbClr val="990000"/>
                  </a:solidFill>
                  <a:latin typeface="Arial" panose="020B0604020202020204" pitchFamily="34" charset="0"/>
                </a:defRPr>
              </a:lvl8pPr>
              <a:lvl9pPr marL="3886200" indent="-228600" algn="ctr" eaLnBrk="0" fontAlgn="base" hangingPunct="0">
                <a:spcBef>
                  <a:spcPct val="0"/>
                </a:spcBef>
                <a:spcAft>
                  <a:spcPct val="0"/>
                </a:spcAft>
                <a:defRPr sz="2400">
                  <a:solidFill>
                    <a:srgbClr val="990000"/>
                  </a:solidFill>
                  <a:latin typeface="Arial" panose="020B0604020202020204" pitchFamily="34" charset="0"/>
                </a:defRPr>
              </a:lvl9pPr>
            </a:lstStyle>
            <a:p>
              <a:r>
                <a:rPr lang="en-US" b="1" dirty="0">
                  <a:latin typeface="Helvetica Neue"/>
                </a:rPr>
                <a:t>What actually </a:t>
              </a:r>
            </a:p>
            <a:p>
              <a:r>
                <a:rPr lang="en-US" b="1" dirty="0">
                  <a:latin typeface="Helvetica Neue"/>
                </a:rPr>
                <a:t>happened</a:t>
              </a:r>
            </a:p>
            <a:p>
              <a:r>
                <a:rPr lang="en-US" b="1" dirty="0">
                  <a:latin typeface="Helvetica Neue"/>
                </a:rPr>
                <a:t>at time t</a:t>
              </a:r>
            </a:p>
          </p:txBody>
        </p:sp>
        <p:sp>
          <p:nvSpPr>
            <p:cNvPr id="7" name="Line 7"/>
            <p:cNvSpPr>
              <a:spLocks noChangeShapeType="1"/>
            </p:cNvSpPr>
            <p:nvPr/>
          </p:nvSpPr>
          <p:spPr bwMode="auto">
            <a:xfrm flipH="1" flipV="1">
              <a:off x="2817" y="3683"/>
              <a:ext cx="27" cy="141"/>
            </a:xfrm>
            <a:prstGeom prst="line">
              <a:avLst/>
            </a:prstGeom>
            <a:noFill/>
            <a:ln w="28575">
              <a:solidFill>
                <a:srgbClr val="99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sz="2400">
                <a:latin typeface="Helvetica Neue"/>
              </a:endParaRPr>
            </a:p>
          </p:txBody>
        </p:sp>
      </p:grpSp>
      <p:grpSp>
        <p:nvGrpSpPr>
          <p:cNvPr id="8" name="Group 7"/>
          <p:cNvGrpSpPr>
            <a:grpSpLocks/>
          </p:cNvGrpSpPr>
          <p:nvPr/>
        </p:nvGrpSpPr>
        <p:grpSpPr bwMode="auto">
          <a:xfrm>
            <a:off x="5886450" y="1495424"/>
            <a:ext cx="6196102" cy="2208985"/>
            <a:chOff x="3136" y="2912"/>
            <a:chExt cx="2505" cy="673"/>
          </a:xfrm>
        </p:grpSpPr>
        <p:sp>
          <p:nvSpPr>
            <p:cNvPr id="9" name="Line 9"/>
            <p:cNvSpPr>
              <a:spLocks noChangeShapeType="1"/>
            </p:cNvSpPr>
            <p:nvPr/>
          </p:nvSpPr>
          <p:spPr bwMode="auto">
            <a:xfrm flipH="1">
              <a:off x="3238" y="3360"/>
              <a:ext cx="428" cy="225"/>
            </a:xfrm>
            <a:prstGeom prst="line">
              <a:avLst/>
            </a:prstGeom>
            <a:noFill/>
            <a:ln w="28575">
              <a:solidFill>
                <a:srgbClr val="99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sz="2400">
                <a:latin typeface="Helvetica Neue"/>
              </a:endParaRPr>
            </a:p>
          </p:txBody>
        </p:sp>
        <p:sp>
          <p:nvSpPr>
            <p:cNvPr id="10" name="Oval 9"/>
            <p:cNvSpPr>
              <a:spLocks noChangeArrowheads="1"/>
            </p:cNvSpPr>
            <p:nvPr/>
          </p:nvSpPr>
          <p:spPr bwMode="auto">
            <a:xfrm>
              <a:off x="3136" y="2912"/>
              <a:ext cx="2505" cy="564"/>
            </a:xfrm>
            <a:prstGeom prst="ellipse">
              <a:avLst/>
            </a:prstGeom>
            <a:solidFill>
              <a:srgbClr val="FFFFCC"/>
            </a:solidFill>
            <a:ln w="28575">
              <a:solidFill>
                <a:srgbClr val="990000"/>
              </a:solidFill>
              <a:round/>
              <a:headEnd/>
              <a:tailEnd/>
            </a:ln>
          </p:spPr>
          <p:txBody>
            <a:bodyPr wrap="none" anchor="ctr"/>
            <a:lstStyle>
              <a:lvl1pPr eaLnBrk="0" hangingPunct="0">
                <a:defRPr sz="2400">
                  <a:solidFill>
                    <a:srgbClr val="990000"/>
                  </a:solidFill>
                  <a:latin typeface="Arial" panose="020B0604020202020204" pitchFamily="34" charset="0"/>
                </a:defRPr>
              </a:lvl1pPr>
              <a:lvl2pPr marL="742950" indent="-285750" eaLnBrk="0" hangingPunct="0">
                <a:defRPr sz="2400">
                  <a:solidFill>
                    <a:srgbClr val="990000"/>
                  </a:solidFill>
                  <a:latin typeface="Arial" panose="020B0604020202020204" pitchFamily="34" charset="0"/>
                </a:defRPr>
              </a:lvl2pPr>
              <a:lvl3pPr marL="1143000" indent="-228600" eaLnBrk="0" hangingPunct="0">
                <a:defRPr sz="2400">
                  <a:solidFill>
                    <a:srgbClr val="990000"/>
                  </a:solidFill>
                  <a:latin typeface="Arial" panose="020B0604020202020204" pitchFamily="34" charset="0"/>
                </a:defRPr>
              </a:lvl3pPr>
              <a:lvl4pPr marL="1600200" indent="-228600" eaLnBrk="0" hangingPunct="0">
                <a:defRPr sz="2400">
                  <a:solidFill>
                    <a:srgbClr val="990000"/>
                  </a:solidFill>
                  <a:latin typeface="Arial" panose="020B0604020202020204" pitchFamily="34" charset="0"/>
                </a:defRPr>
              </a:lvl4pPr>
              <a:lvl5pPr marL="2057400" indent="-228600" eaLnBrk="0" hangingPunct="0">
                <a:defRPr sz="2400">
                  <a:solidFill>
                    <a:srgbClr val="990000"/>
                  </a:solidFill>
                  <a:latin typeface="Arial" panose="020B0604020202020204" pitchFamily="34" charset="0"/>
                </a:defRPr>
              </a:lvl5pPr>
              <a:lvl6pPr marL="2514600" indent="-228600" algn="ctr" eaLnBrk="0" fontAlgn="base" hangingPunct="0">
                <a:spcBef>
                  <a:spcPct val="0"/>
                </a:spcBef>
                <a:spcAft>
                  <a:spcPct val="0"/>
                </a:spcAft>
                <a:defRPr sz="2400">
                  <a:solidFill>
                    <a:srgbClr val="990000"/>
                  </a:solidFill>
                  <a:latin typeface="Arial" panose="020B0604020202020204" pitchFamily="34" charset="0"/>
                </a:defRPr>
              </a:lvl6pPr>
              <a:lvl7pPr marL="2971800" indent="-228600" algn="ctr" eaLnBrk="0" fontAlgn="base" hangingPunct="0">
                <a:spcBef>
                  <a:spcPct val="0"/>
                </a:spcBef>
                <a:spcAft>
                  <a:spcPct val="0"/>
                </a:spcAft>
                <a:defRPr sz="2400">
                  <a:solidFill>
                    <a:srgbClr val="990000"/>
                  </a:solidFill>
                  <a:latin typeface="Arial" panose="020B0604020202020204" pitchFamily="34" charset="0"/>
                </a:defRPr>
              </a:lvl7pPr>
              <a:lvl8pPr marL="3429000" indent="-228600" algn="ctr" eaLnBrk="0" fontAlgn="base" hangingPunct="0">
                <a:spcBef>
                  <a:spcPct val="0"/>
                </a:spcBef>
                <a:spcAft>
                  <a:spcPct val="0"/>
                </a:spcAft>
                <a:defRPr sz="2400">
                  <a:solidFill>
                    <a:srgbClr val="990000"/>
                  </a:solidFill>
                  <a:latin typeface="Arial" panose="020B0604020202020204" pitchFamily="34" charset="0"/>
                </a:defRPr>
              </a:lvl8pPr>
              <a:lvl9pPr marL="3886200" indent="-228600" algn="ctr" eaLnBrk="0" fontAlgn="base" hangingPunct="0">
                <a:spcBef>
                  <a:spcPct val="0"/>
                </a:spcBef>
                <a:spcAft>
                  <a:spcPct val="0"/>
                </a:spcAft>
                <a:defRPr sz="2400">
                  <a:solidFill>
                    <a:srgbClr val="990000"/>
                  </a:solidFill>
                  <a:latin typeface="Arial" panose="020B0604020202020204" pitchFamily="34" charset="0"/>
                </a:defRPr>
              </a:lvl9pPr>
            </a:lstStyle>
            <a:p>
              <a:r>
                <a:rPr lang="en-US" b="1" dirty="0">
                  <a:latin typeface="Helvetica Neue"/>
                </a:rPr>
                <a:t>What was forecasted </a:t>
              </a:r>
            </a:p>
            <a:p>
              <a:r>
                <a:rPr lang="en-US" b="1" dirty="0">
                  <a:latin typeface="Helvetica Neue"/>
                </a:rPr>
                <a:t>to happen at time t using the </a:t>
              </a:r>
            </a:p>
            <a:p>
              <a:r>
                <a:rPr lang="en-US" b="1" dirty="0">
                  <a:latin typeface="Helvetica Neue"/>
                </a:rPr>
                <a:t>forecast technique</a:t>
              </a:r>
            </a:p>
          </p:txBody>
        </p:sp>
      </p:grpSp>
      <p:grpSp>
        <p:nvGrpSpPr>
          <p:cNvPr id="11" name="Group 10"/>
          <p:cNvGrpSpPr>
            <a:grpSpLocks/>
          </p:cNvGrpSpPr>
          <p:nvPr/>
        </p:nvGrpSpPr>
        <p:grpSpPr bwMode="auto">
          <a:xfrm>
            <a:off x="276834" y="2816357"/>
            <a:ext cx="4226212" cy="2136643"/>
            <a:chOff x="235" y="3453"/>
            <a:chExt cx="1776" cy="319"/>
          </a:xfrm>
        </p:grpSpPr>
        <p:sp>
          <p:nvSpPr>
            <p:cNvPr id="12" name="Line 12"/>
            <p:cNvSpPr>
              <a:spLocks noChangeShapeType="1"/>
            </p:cNvSpPr>
            <p:nvPr/>
          </p:nvSpPr>
          <p:spPr bwMode="auto">
            <a:xfrm flipV="1">
              <a:off x="1335" y="3612"/>
              <a:ext cx="676" cy="1"/>
            </a:xfrm>
            <a:prstGeom prst="line">
              <a:avLst/>
            </a:prstGeom>
            <a:noFill/>
            <a:ln w="28575">
              <a:solidFill>
                <a:srgbClr val="99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sz="2400">
                <a:latin typeface="Helvetica Neue"/>
              </a:endParaRPr>
            </a:p>
          </p:txBody>
        </p:sp>
        <p:sp>
          <p:nvSpPr>
            <p:cNvPr id="13" name="Oval 12"/>
            <p:cNvSpPr>
              <a:spLocks noChangeArrowheads="1"/>
            </p:cNvSpPr>
            <p:nvPr/>
          </p:nvSpPr>
          <p:spPr bwMode="auto">
            <a:xfrm>
              <a:off x="235" y="3453"/>
              <a:ext cx="1100" cy="319"/>
            </a:xfrm>
            <a:prstGeom prst="ellipse">
              <a:avLst/>
            </a:prstGeom>
            <a:solidFill>
              <a:srgbClr val="FFFFCC"/>
            </a:solidFill>
            <a:ln w="28575">
              <a:solidFill>
                <a:srgbClr val="990000"/>
              </a:solidFill>
              <a:round/>
              <a:headEnd/>
              <a:tailEnd/>
            </a:ln>
          </p:spPr>
          <p:txBody>
            <a:bodyPr wrap="none" anchor="ctr"/>
            <a:lstStyle>
              <a:lvl1pPr eaLnBrk="0" hangingPunct="0">
                <a:defRPr sz="2400">
                  <a:solidFill>
                    <a:srgbClr val="990000"/>
                  </a:solidFill>
                  <a:latin typeface="Arial" panose="020B0604020202020204" pitchFamily="34" charset="0"/>
                </a:defRPr>
              </a:lvl1pPr>
              <a:lvl2pPr marL="742950" indent="-285750" eaLnBrk="0" hangingPunct="0">
                <a:defRPr sz="2400">
                  <a:solidFill>
                    <a:srgbClr val="990000"/>
                  </a:solidFill>
                  <a:latin typeface="Arial" panose="020B0604020202020204" pitchFamily="34" charset="0"/>
                </a:defRPr>
              </a:lvl2pPr>
              <a:lvl3pPr marL="1143000" indent="-228600" eaLnBrk="0" hangingPunct="0">
                <a:defRPr sz="2400">
                  <a:solidFill>
                    <a:srgbClr val="990000"/>
                  </a:solidFill>
                  <a:latin typeface="Arial" panose="020B0604020202020204" pitchFamily="34" charset="0"/>
                </a:defRPr>
              </a:lvl3pPr>
              <a:lvl4pPr marL="1600200" indent="-228600" eaLnBrk="0" hangingPunct="0">
                <a:defRPr sz="2400">
                  <a:solidFill>
                    <a:srgbClr val="990000"/>
                  </a:solidFill>
                  <a:latin typeface="Arial" panose="020B0604020202020204" pitchFamily="34" charset="0"/>
                </a:defRPr>
              </a:lvl4pPr>
              <a:lvl5pPr marL="2057400" indent="-228600" eaLnBrk="0" hangingPunct="0">
                <a:defRPr sz="2400">
                  <a:solidFill>
                    <a:srgbClr val="990000"/>
                  </a:solidFill>
                  <a:latin typeface="Arial" panose="020B0604020202020204" pitchFamily="34" charset="0"/>
                </a:defRPr>
              </a:lvl5pPr>
              <a:lvl6pPr marL="2514600" indent="-228600" algn="ctr" eaLnBrk="0" fontAlgn="base" hangingPunct="0">
                <a:spcBef>
                  <a:spcPct val="0"/>
                </a:spcBef>
                <a:spcAft>
                  <a:spcPct val="0"/>
                </a:spcAft>
                <a:defRPr sz="2400">
                  <a:solidFill>
                    <a:srgbClr val="990000"/>
                  </a:solidFill>
                  <a:latin typeface="Arial" panose="020B0604020202020204" pitchFamily="34" charset="0"/>
                </a:defRPr>
              </a:lvl6pPr>
              <a:lvl7pPr marL="2971800" indent="-228600" algn="ctr" eaLnBrk="0" fontAlgn="base" hangingPunct="0">
                <a:spcBef>
                  <a:spcPct val="0"/>
                </a:spcBef>
                <a:spcAft>
                  <a:spcPct val="0"/>
                </a:spcAft>
                <a:defRPr sz="2400">
                  <a:solidFill>
                    <a:srgbClr val="990000"/>
                  </a:solidFill>
                  <a:latin typeface="Arial" panose="020B0604020202020204" pitchFamily="34" charset="0"/>
                </a:defRPr>
              </a:lvl7pPr>
              <a:lvl8pPr marL="3429000" indent="-228600" algn="ctr" eaLnBrk="0" fontAlgn="base" hangingPunct="0">
                <a:spcBef>
                  <a:spcPct val="0"/>
                </a:spcBef>
                <a:spcAft>
                  <a:spcPct val="0"/>
                </a:spcAft>
                <a:defRPr sz="2400">
                  <a:solidFill>
                    <a:srgbClr val="990000"/>
                  </a:solidFill>
                  <a:latin typeface="Arial" panose="020B0604020202020204" pitchFamily="34" charset="0"/>
                </a:defRPr>
              </a:lvl8pPr>
              <a:lvl9pPr marL="3886200" indent="-228600" algn="ctr" eaLnBrk="0" fontAlgn="base" hangingPunct="0">
                <a:spcBef>
                  <a:spcPct val="0"/>
                </a:spcBef>
                <a:spcAft>
                  <a:spcPct val="0"/>
                </a:spcAft>
                <a:defRPr sz="2400">
                  <a:solidFill>
                    <a:srgbClr val="990000"/>
                  </a:solidFill>
                  <a:latin typeface="Arial" panose="020B0604020202020204" pitchFamily="34" charset="0"/>
                </a:defRPr>
              </a:lvl9pPr>
            </a:lstStyle>
            <a:p>
              <a:r>
                <a:rPr lang="en-US" b="1" dirty="0">
                  <a:latin typeface="Helvetica Neue"/>
                </a:rPr>
                <a:t>Forecast </a:t>
              </a:r>
            </a:p>
            <a:p>
              <a:r>
                <a:rPr lang="en-US" b="1" dirty="0">
                  <a:latin typeface="Helvetica Neue"/>
                </a:rPr>
                <a:t>Error</a:t>
              </a:r>
            </a:p>
            <a:p>
              <a:r>
                <a:rPr lang="en-US" b="1" dirty="0">
                  <a:latin typeface="Helvetica Neue"/>
                </a:rPr>
                <a:t>at time t</a:t>
              </a:r>
            </a:p>
          </p:txBody>
        </p:sp>
      </p:grpSp>
    </p:spTree>
    <p:extLst>
      <p:ext uri="{BB962C8B-B14F-4D97-AF65-F5344CB8AC3E}">
        <p14:creationId xmlns:p14="http://schemas.microsoft.com/office/powerpoint/2010/main" val="282812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amond(i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0-#ppt_w/2"/>
                                          </p:val>
                                        </p:tav>
                                        <p:tav tm="100000">
                                          <p:val>
                                            <p:strVal val="#ppt_x"/>
                                          </p:val>
                                        </p:tav>
                                      </p:tavLst>
                                    </p:anim>
                                    <p:anim calcmode="lin" valueType="num">
                                      <p:cBhvr additive="base">
                                        <p:cTn id="13"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ppt_x"/>
                                          </p:val>
                                        </p:tav>
                                        <p:tav tm="100000">
                                          <p:val>
                                            <p:strVal val="#ppt_x"/>
                                          </p:val>
                                        </p:tav>
                                      </p:tavLst>
                                    </p:anim>
                                    <p:anim calcmode="lin" valueType="num">
                                      <p:cBhvr additive="base">
                                        <p:cTn id="19"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3"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500" fill="hold"/>
                                        <p:tgtEl>
                                          <p:spTgt spid="8"/>
                                        </p:tgtEl>
                                        <p:attrNameLst>
                                          <p:attrName>ppt_x</p:attrName>
                                        </p:attrNameLst>
                                      </p:cBhvr>
                                      <p:tavLst>
                                        <p:tav tm="0">
                                          <p:val>
                                            <p:strVal val="1+#ppt_w/2"/>
                                          </p:val>
                                        </p:tav>
                                        <p:tav tm="100000">
                                          <p:val>
                                            <p:strVal val="#ppt_x"/>
                                          </p:val>
                                        </p:tav>
                                      </p:tavLst>
                                    </p:anim>
                                    <p:anim calcmode="lin" valueType="num">
                                      <p:cBhvr additive="base">
                                        <p:cTn id="25" dur="500" fill="hold"/>
                                        <p:tgtEl>
                                          <p:spTgt spid="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6300" y="201452"/>
            <a:ext cx="7543800" cy="764364"/>
          </a:xfrm>
        </p:spPr>
        <p:txBody>
          <a:bodyPr>
            <a:normAutofit/>
          </a:bodyPr>
          <a:lstStyle/>
          <a:p>
            <a:pPr>
              <a:lnSpc>
                <a:spcPct val="100000"/>
              </a:lnSpc>
            </a:pPr>
            <a:r>
              <a:rPr lang="en-US" sz="3200" dirty="0">
                <a:latin typeface="Helvetica Neue"/>
                <a:cs typeface="Helvetica" panose="020B0604020202020204" pitchFamily="34" charset="0"/>
              </a:rPr>
              <a:t>Performance Measures</a:t>
            </a:r>
          </a:p>
        </p:txBody>
      </p:sp>
      <p:sp>
        <p:nvSpPr>
          <p:cNvPr id="63491" name="Slide Number Placeholder 3"/>
          <p:cNvSpPr>
            <a:spLocks noGrp="1" noChangeArrowheads="1"/>
          </p:cNvSpPr>
          <p:nvPr>
            <p:ph type="sldNum" sz="quarter" idx="4294967295"/>
          </p:nvPr>
        </p:nvSpPr>
        <p:spPr bwMode="auto">
          <a:xfrm>
            <a:off x="7686675" y="6032501"/>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19D98BEF-A21D-416D-AC2C-4626795CBDB9}" type="slidenum">
              <a:rPr lang="en-US" altLang="en-US" sz="1800">
                <a:solidFill>
                  <a:srgbClr val="898989"/>
                </a:solidFill>
              </a:rPr>
              <a:pPr algn="l" eaLnBrk="0" hangingPunct="0">
                <a:spcBef>
                  <a:spcPct val="0"/>
                </a:spcBef>
                <a:buFontTx/>
                <a:buNone/>
              </a:pPr>
              <a:t>38</a:t>
            </a:fld>
            <a:endParaRPr lang="en-US" altLang="en-US" sz="1800">
              <a:solidFill>
                <a:srgbClr val="898989"/>
              </a:solidFill>
            </a:endParaRPr>
          </a:p>
        </p:txBody>
      </p:sp>
      <p:sp>
        <p:nvSpPr>
          <p:cNvPr id="4" name="Rectangle 4"/>
          <p:cNvSpPr>
            <a:spLocks noChangeArrowheads="1"/>
          </p:cNvSpPr>
          <p:nvPr/>
        </p:nvSpPr>
        <p:spPr bwMode="auto">
          <a:xfrm>
            <a:off x="172244" y="978551"/>
            <a:ext cx="5715000" cy="1389430"/>
          </a:xfrm>
          <a:prstGeom prst="rect">
            <a:avLst/>
          </a:prstGeom>
          <a:solidFill>
            <a:srgbClr val="FFFFCC"/>
          </a:solidFill>
          <a:ln w="9525">
            <a:solidFill>
              <a:schemeClr val="tx1"/>
            </a:solidFill>
            <a:miter lim="800000"/>
            <a:headEnd/>
            <a:tailEnd/>
          </a:ln>
        </p:spPr>
        <p:txBody>
          <a:bodyPr wrap="none" anchor="ctr"/>
          <a:lstStyle>
            <a:lvl1pPr eaLnBrk="0" hangingPunct="0">
              <a:defRPr sz="2400">
                <a:solidFill>
                  <a:srgbClr val="990000"/>
                </a:solidFill>
                <a:latin typeface="Arial" panose="020B0604020202020204" pitchFamily="34" charset="0"/>
              </a:defRPr>
            </a:lvl1pPr>
            <a:lvl2pPr marL="742950" indent="-285750" eaLnBrk="0" hangingPunct="0">
              <a:defRPr sz="2400">
                <a:solidFill>
                  <a:srgbClr val="990000"/>
                </a:solidFill>
                <a:latin typeface="Arial" panose="020B0604020202020204" pitchFamily="34" charset="0"/>
              </a:defRPr>
            </a:lvl2pPr>
            <a:lvl3pPr marL="1143000" indent="-228600" eaLnBrk="0" hangingPunct="0">
              <a:defRPr sz="2400">
                <a:solidFill>
                  <a:srgbClr val="990000"/>
                </a:solidFill>
                <a:latin typeface="Arial" panose="020B0604020202020204" pitchFamily="34" charset="0"/>
              </a:defRPr>
            </a:lvl3pPr>
            <a:lvl4pPr marL="1600200" indent="-228600" eaLnBrk="0" hangingPunct="0">
              <a:defRPr sz="2400">
                <a:solidFill>
                  <a:srgbClr val="990000"/>
                </a:solidFill>
                <a:latin typeface="Arial" panose="020B0604020202020204" pitchFamily="34" charset="0"/>
              </a:defRPr>
            </a:lvl4pPr>
            <a:lvl5pPr marL="2057400" indent="-228600" eaLnBrk="0" hangingPunct="0">
              <a:defRPr sz="2400">
                <a:solidFill>
                  <a:srgbClr val="990000"/>
                </a:solidFill>
                <a:latin typeface="Arial" panose="020B0604020202020204" pitchFamily="34" charset="0"/>
              </a:defRPr>
            </a:lvl5pPr>
            <a:lvl6pPr marL="2514600" indent="-228600" algn="ctr" eaLnBrk="0" fontAlgn="base" hangingPunct="0">
              <a:spcBef>
                <a:spcPct val="0"/>
              </a:spcBef>
              <a:spcAft>
                <a:spcPct val="0"/>
              </a:spcAft>
              <a:defRPr sz="2400">
                <a:solidFill>
                  <a:srgbClr val="990000"/>
                </a:solidFill>
                <a:latin typeface="Arial" panose="020B0604020202020204" pitchFamily="34" charset="0"/>
              </a:defRPr>
            </a:lvl6pPr>
            <a:lvl7pPr marL="2971800" indent="-228600" algn="ctr" eaLnBrk="0" fontAlgn="base" hangingPunct="0">
              <a:spcBef>
                <a:spcPct val="0"/>
              </a:spcBef>
              <a:spcAft>
                <a:spcPct val="0"/>
              </a:spcAft>
              <a:defRPr sz="2400">
                <a:solidFill>
                  <a:srgbClr val="990000"/>
                </a:solidFill>
                <a:latin typeface="Arial" panose="020B0604020202020204" pitchFamily="34" charset="0"/>
              </a:defRPr>
            </a:lvl7pPr>
            <a:lvl8pPr marL="3429000" indent="-228600" algn="ctr" eaLnBrk="0" fontAlgn="base" hangingPunct="0">
              <a:spcBef>
                <a:spcPct val="0"/>
              </a:spcBef>
              <a:spcAft>
                <a:spcPct val="0"/>
              </a:spcAft>
              <a:defRPr sz="2400">
                <a:solidFill>
                  <a:srgbClr val="990000"/>
                </a:solidFill>
                <a:latin typeface="Arial" panose="020B0604020202020204" pitchFamily="34" charset="0"/>
              </a:defRPr>
            </a:lvl8pPr>
            <a:lvl9pPr marL="3886200" indent="-228600" algn="ctr" eaLnBrk="0" fontAlgn="base" hangingPunct="0">
              <a:spcBef>
                <a:spcPct val="0"/>
              </a:spcBef>
              <a:spcAft>
                <a:spcPct val="0"/>
              </a:spcAft>
              <a:defRPr sz="2400">
                <a:solidFill>
                  <a:srgbClr val="990000"/>
                </a:solidFill>
                <a:latin typeface="Arial" panose="020B0604020202020204" pitchFamily="34" charset="0"/>
              </a:defRPr>
            </a:lvl9pPr>
          </a:lstStyle>
          <a:p>
            <a:r>
              <a:rPr lang="en-US" b="1" dirty="0">
                <a:solidFill>
                  <a:srgbClr val="993300"/>
                </a:solidFill>
                <a:latin typeface="Helvetica Neue"/>
              </a:rPr>
              <a:t>Mean Square Error (MSE)</a:t>
            </a:r>
          </a:p>
        </p:txBody>
      </p:sp>
      <p:sp>
        <p:nvSpPr>
          <p:cNvPr id="5" name="Rectangle 11"/>
          <p:cNvSpPr>
            <a:spLocks noChangeArrowheads="1"/>
          </p:cNvSpPr>
          <p:nvPr/>
        </p:nvSpPr>
        <p:spPr bwMode="auto">
          <a:xfrm>
            <a:off x="172244" y="3682427"/>
            <a:ext cx="5715000" cy="1292299"/>
          </a:xfrm>
          <a:prstGeom prst="rect">
            <a:avLst/>
          </a:prstGeom>
          <a:solidFill>
            <a:srgbClr val="FFFFCC"/>
          </a:solidFill>
          <a:ln w="9525">
            <a:solidFill>
              <a:schemeClr val="tx1"/>
            </a:solidFill>
            <a:miter lim="800000"/>
            <a:headEnd/>
            <a:tailEnd/>
          </a:ln>
        </p:spPr>
        <p:txBody>
          <a:bodyPr wrap="none" anchor="ctr"/>
          <a:lstStyle>
            <a:lvl1pPr eaLnBrk="0" hangingPunct="0">
              <a:defRPr sz="2400">
                <a:solidFill>
                  <a:srgbClr val="990000"/>
                </a:solidFill>
                <a:latin typeface="Arial" panose="020B0604020202020204" pitchFamily="34" charset="0"/>
              </a:defRPr>
            </a:lvl1pPr>
            <a:lvl2pPr marL="742950" indent="-285750" eaLnBrk="0" hangingPunct="0">
              <a:defRPr sz="2400">
                <a:solidFill>
                  <a:srgbClr val="990000"/>
                </a:solidFill>
                <a:latin typeface="Arial" panose="020B0604020202020204" pitchFamily="34" charset="0"/>
              </a:defRPr>
            </a:lvl2pPr>
            <a:lvl3pPr marL="1143000" indent="-228600" eaLnBrk="0" hangingPunct="0">
              <a:defRPr sz="2400">
                <a:solidFill>
                  <a:srgbClr val="990000"/>
                </a:solidFill>
                <a:latin typeface="Arial" panose="020B0604020202020204" pitchFamily="34" charset="0"/>
              </a:defRPr>
            </a:lvl3pPr>
            <a:lvl4pPr marL="1600200" indent="-228600" eaLnBrk="0" hangingPunct="0">
              <a:defRPr sz="2400">
                <a:solidFill>
                  <a:srgbClr val="990000"/>
                </a:solidFill>
                <a:latin typeface="Arial" panose="020B0604020202020204" pitchFamily="34" charset="0"/>
              </a:defRPr>
            </a:lvl4pPr>
            <a:lvl5pPr marL="2057400" indent="-228600" eaLnBrk="0" hangingPunct="0">
              <a:defRPr sz="2400">
                <a:solidFill>
                  <a:srgbClr val="990000"/>
                </a:solidFill>
                <a:latin typeface="Arial" panose="020B0604020202020204" pitchFamily="34" charset="0"/>
              </a:defRPr>
            </a:lvl5pPr>
            <a:lvl6pPr marL="2514600" indent="-228600" algn="ctr" eaLnBrk="0" fontAlgn="base" hangingPunct="0">
              <a:spcBef>
                <a:spcPct val="0"/>
              </a:spcBef>
              <a:spcAft>
                <a:spcPct val="0"/>
              </a:spcAft>
              <a:defRPr sz="2400">
                <a:solidFill>
                  <a:srgbClr val="990000"/>
                </a:solidFill>
                <a:latin typeface="Arial" panose="020B0604020202020204" pitchFamily="34" charset="0"/>
              </a:defRPr>
            </a:lvl6pPr>
            <a:lvl7pPr marL="2971800" indent="-228600" algn="ctr" eaLnBrk="0" fontAlgn="base" hangingPunct="0">
              <a:spcBef>
                <a:spcPct val="0"/>
              </a:spcBef>
              <a:spcAft>
                <a:spcPct val="0"/>
              </a:spcAft>
              <a:defRPr sz="2400">
                <a:solidFill>
                  <a:srgbClr val="990000"/>
                </a:solidFill>
                <a:latin typeface="Arial" panose="020B0604020202020204" pitchFamily="34" charset="0"/>
              </a:defRPr>
            </a:lvl7pPr>
            <a:lvl8pPr marL="3429000" indent="-228600" algn="ctr" eaLnBrk="0" fontAlgn="base" hangingPunct="0">
              <a:spcBef>
                <a:spcPct val="0"/>
              </a:spcBef>
              <a:spcAft>
                <a:spcPct val="0"/>
              </a:spcAft>
              <a:defRPr sz="2400">
                <a:solidFill>
                  <a:srgbClr val="990000"/>
                </a:solidFill>
                <a:latin typeface="Arial" panose="020B0604020202020204" pitchFamily="34" charset="0"/>
              </a:defRPr>
            </a:lvl8pPr>
            <a:lvl9pPr marL="3886200" indent="-228600" algn="ctr" eaLnBrk="0" fontAlgn="base" hangingPunct="0">
              <a:spcBef>
                <a:spcPct val="0"/>
              </a:spcBef>
              <a:spcAft>
                <a:spcPct val="0"/>
              </a:spcAft>
              <a:defRPr sz="2400">
                <a:solidFill>
                  <a:srgbClr val="990000"/>
                </a:solidFill>
                <a:latin typeface="Arial" panose="020B0604020202020204" pitchFamily="34" charset="0"/>
              </a:defRPr>
            </a:lvl9pPr>
          </a:lstStyle>
          <a:p>
            <a:r>
              <a:rPr lang="en-US" b="1" dirty="0">
                <a:solidFill>
                  <a:srgbClr val="993300"/>
                </a:solidFill>
                <a:latin typeface="Helvetica Neue"/>
              </a:rPr>
              <a:t>Mean Absolute Deviation </a:t>
            </a:r>
          </a:p>
          <a:p>
            <a:r>
              <a:rPr lang="en-US" b="1" dirty="0">
                <a:solidFill>
                  <a:srgbClr val="993300"/>
                </a:solidFill>
                <a:latin typeface="Helvetica Neue"/>
              </a:rPr>
              <a:t>(MAD)</a:t>
            </a:r>
          </a:p>
        </p:txBody>
      </p:sp>
      <p:sp>
        <p:nvSpPr>
          <p:cNvPr id="6" name="Rectangle 13"/>
          <p:cNvSpPr>
            <a:spLocks noChangeArrowheads="1"/>
          </p:cNvSpPr>
          <p:nvPr/>
        </p:nvSpPr>
        <p:spPr bwMode="auto">
          <a:xfrm>
            <a:off x="172244" y="5003962"/>
            <a:ext cx="5715000" cy="1506538"/>
          </a:xfrm>
          <a:prstGeom prst="rect">
            <a:avLst/>
          </a:prstGeom>
          <a:gradFill rotWithShape="0">
            <a:gsLst>
              <a:gs pos="0">
                <a:srgbClr val="EAEAEA"/>
              </a:gs>
              <a:gs pos="50000">
                <a:srgbClr val="99CCFF"/>
              </a:gs>
              <a:gs pos="100000">
                <a:srgbClr val="EAEAEA"/>
              </a:gs>
            </a:gsLst>
            <a:lin ang="5400000" scaled="1"/>
          </a:gradFill>
          <a:ln w="12700">
            <a:solidFill>
              <a:schemeClr val="tx1"/>
            </a:solidFill>
            <a:miter lim="800000"/>
            <a:headEnd/>
            <a:tailEnd/>
          </a:ln>
          <a:effectLst>
            <a:outerShdw dist="45791" dir="19578596" algn="ctr" rotWithShape="0">
              <a:schemeClr val="tx1"/>
            </a:outerShdw>
          </a:effectLst>
        </p:spPr>
        <p:txBody>
          <a:bodyPr wrap="none" anchor="ctr"/>
          <a:lstStyle>
            <a:lvl1pPr eaLnBrk="0" hangingPunct="0">
              <a:defRPr sz="2400">
                <a:solidFill>
                  <a:srgbClr val="990000"/>
                </a:solidFill>
                <a:latin typeface="Arial" panose="020B0604020202020204" pitchFamily="34" charset="0"/>
              </a:defRPr>
            </a:lvl1pPr>
            <a:lvl2pPr marL="742950" indent="-285750" eaLnBrk="0" hangingPunct="0">
              <a:defRPr sz="2400">
                <a:solidFill>
                  <a:srgbClr val="990000"/>
                </a:solidFill>
                <a:latin typeface="Arial" panose="020B0604020202020204" pitchFamily="34" charset="0"/>
              </a:defRPr>
            </a:lvl2pPr>
            <a:lvl3pPr marL="1143000" indent="-228600" eaLnBrk="0" hangingPunct="0">
              <a:defRPr sz="2400">
                <a:solidFill>
                  <a:srgbClr val="990000"/>
                </a:solidFill>
                <a:latin typeface="Arial" panose="020B0604020202020204" pitchFamily="34" charset="0"/>
              </a:defRPr>
            </a:lvl3pPr>
            <a:lvl4pPr marL="1600200" indent="-228600" eaLnBrk="0" hangingPunct="0">
              <a:defRPr sz="2400">
                <a:solidFill>
                  <a:srgbClr val="990000"/>
                </a:solidFill>
                <a:latin typeface="Arial" panose="020B0604020202020204" pitchFamily="34" charset="0"/>
              </a:defRPr>
            </a:lvl4pPr>
            <a:lvl5pPr marL="2057400" indent="-228600" eaLnBrk="0" hangingPunct="0">
              <a:defRPr sz="2400">
                <a:solidFill>
                  <a:srgbClr val="990000"/>
                </a:solidFill>
                <a:latin typeface="Arial" panose="020B0604020202020204" pitchFamily="34" charset="0"/>
              </a:defRPr>
            </a:lvl5pPr>
            <a:lvl6pPr marL="2514600" indent="-228600" algn="ctr" eaLnBrk="0" fontAlgn="base" hangingPunct="0">
              <a:spcBef>
                <a:spcPct val="0"/>
              </a:spcBef>
              <a:spcAft>
                <a:spcPct val="0"/>
              </a:spcAft>
              <a:defRPr sz="2400">
                <a:solidFill>
                  <a:srgbClr val="990000"/>
                </a:solidFill>
                <a:latin typeface="Arial" panose="020B0604020202020204" pitchFamily="34" charset="0"/>
              </a:defRPr>
            </a:lvl6pPr>
            <a:lvl7pPr marL="2971800" indent="-228600" algn="ctr" eaLnBrk="0" fontAlgn="base" hangingPunct="0">
              <a:spcBef>
                <a:spcPct val="0"/>
              </a:spcBef>
              <a:spcAft>
                <a:spcPct val="0"/>
              </a:spcAft>
              <a:defRPr sz="2400">
                <a:solidFill>
                  <a:srgbClr val="990000"/>
                </a:solidFill>
                <a:latin typeface="Arial" panose="020B0604020202020204" pitchFamily="34" charset="0"/>
              </a:defRPr>
            </a:lvl7pPr>
            <a:lvl8pPr marL="3429000" indent="-228600" algn="ctr" eaLnBrk="0" fontAlgn="base" hangingPunct="0">
              <a:spcBef>
                <a:spcPct val="0"/>
              </a:spcBef>
              <a:spcAft>
                <a:spcPct val="0"/>
              </a:spcAft>
              <a:defRPr sz="2400">
                <a:solidFill>
                  <a:srgbClr val="990000"/>
                </a:solidFill>
                <a:latin typeface="Arial" panose="020B0604020202020204" pitchFamily="34" charset="0"/>
              </a:defRPr>
            </a:lvl8pPr>
            <a:lvl9pPr marL="3886200" indent="-228600" algn="ctr" eaLnBrk="0" fontAlgn="base" hangingPunct="0">
              <a:spcBef>
                <a:spcPct val="0"/>
              </a:spcBef>
              <a:spcAft>
                <a:spcPct val="0"/>
              </a:spcAft>
              <a:defRPr sz="2400">
                <a:solidFill>
                  <a:srgbClr val="990000"/>
                </a:solidFill>
                <a:latin typeface="Arial" panose="020B0604020202020204" pitchFamily="34" charset="0"/>
              </a:defRPr>
            </a:lvl9pPr>
          </a:lstStyle>
          <a:p>
            <a:pPr eaLnBrk="1" hangingPunct="1"/>
            <a:endParaRPr lang="en-US"/>
          </a:p>
        </p:txBody>
      </p:sp>
      <p:sp>
        <p:nvSpPr>
          <p:cNvPr id="7" name="Rectangle 18"/>
          <p:cNvSpPr>
            <a:spLocks noChangeArrowheads="1"/>
          </p:cNvSpPr>
          <p:nvPr/>
        </p:nvSpPr>
        <p:spPr bwMode="auto">
          <a:xfrm>
            <a:off x="6190456" y="979948"/>
            <a:ext cx="5820569" cy="1347607"/>
          </a:xfrm>
          <a:prstGeom prst="rect">
            <a:avLst/>
          </a:prstGeom>
          <a:solidFill>
            <a:srgbClr val="FFFFCC"/>
          </a:solidFill>
          <a:ln w="9525">
            <a:solidFill>
              <a:schemeClr val="tx1"/>
            </a:solidFill>
            <a:miter lim="800000"/>
            <a:headEnd/>
            <a:tailEnd/>
          </a:ln>
        </p:spPr>
        <p:txBody>
          <a:bodyPr wrap="none" anchor="ctr"/>
          <a:lstStyle>
            <a:lvl1pPr eaLnBrk="0" hangingPunct="0">
              <a:defRPr sz="2400">
                <a:solidFill>
                  <a:srgbClr val="990000"/>
                </a:solidFill>
                <a:latin typeface="Arial" panose="020B0604020202020204" pitchFamily="34" charset="0"/>
              </a:defRPr>
            </a:lvl1pPr>
            <a:lvl2pPr marL="742950" indent="-285750" eaLnBrk="0" hangingPunct="0">
              <a:defRPr sz="2400">
                <a:solidFill>
                  <a:srgbClr val="990000"/>
                </a:solidFill>
                <a:latin typeface="Arial" panose="020B0604020202020204" pitchFamily="34" charset="0"/>
              </a:defRPr>
            </a:lvl2pPr>
            <a:lvl3pPr marL="1143000" indent="-228600" eaLnBrk="0" hangingPunct="0">
              <a:defRPr sz="2400">
                <a:solidFill>
                  <a:srgbClr val="990000"/>
                </a:solidFill>
                <a:latin typeface="Arial" panose="020B0604020202020204" pitchFamily="34" charset="0"/>
              </a:defRPr>
            </a:lvl3pPr>
            <a:lvl4pPr marL="1600200" indent="-228600" eaLnBrk="0" hangingPunct="0">
              <a:defRPr sz="2400">
                <a:solidFill>
                  <a:srgbClr val="990000"/>
                </a:solidFill>
                <a:latin typeface="Arial" panose="020B0604020202020204" pitchFamily="34" charset="0"/>
              </a:defRPr>
            </a:lvl4pPr>
            <a:lvl5pPr marL="2057400" indent="-228600" eaLnBrk="0" hangingPunct="0">
              <a:defRPr sz="2400">
                <a:solidFill>
                  <a:srgbClr val="990000"/>
                </a:solidFill>
                <a:latin typeface="Arial" panose="020B0604020202020204" pitchFamily="34" charset="0"/>
              </a:defRPr>
            </a:lvl5pPr>
            <a:lvl6pPr marL="2514600" indent="-228600" algn="ctr" eaLnBrk="0" fontAlgn="base" hangingPunct="0">
              <a:spcBef>
                <a:spcPct val="0"/>
              </a:spcBef>
              <a:spcAft>
                <a:spcPct val="0"/>
              </a:spcAft>
              <a:defRPr sz="2400">
                <a:solidFill>
                  <a:srgbClr val="990000"/>
                </a:solidFill>
                <a:latin typeface="Arial" panose="020B0604020202020204" pitchFamily="34" charset="0"/>
              </a:defRPr>
            </a:lvl6pPr>
            <a:lvl7pPr marL="2971800" indent="-228600" algn="ctr" eaLnBrk="0" fontAlgn="base" hangingPunct="0">
              <a:spcBef>
                <a:spcPct val="0"/>
              </a:spcBef>
              <a:spcAft>
                <a:spcPct val="0"/>
              </a:spcAft>
              <a:defRPr sz="2400">
                <a:solidFill>
                  <a:srgbClr val="990000"/>
                </a:solidFill>
                <a:latin typeface="Arial" panose="020B0604020202020204" pitchFamily="34" charset="0"/>
              </a:defRPr>
            </a:lvl7pPr>
            <a:lvl8pPr marL="3429000" indent="-228600" algn="ctr" eaLnBrk="0" fontAlgn="base" hangingPunct="0">
              <a:spcBef>
                <a:spcPct val="0"/>
              </a:spcBef>
              <a:spcAft>
                <a:spcPct val="0"/>
              </a:spcAft>
              <a:defRPr sz="2400">
                <a:solidFill>
                  <a:srgbClr val="990000"/>
                </a:solidFill>
                <a:latin typeface="Arial" panose="020B0604020202020204" pitchFamily="34" charset="0"/>
              </a:defRPr>
            </a:lvl8pPr>
            <a:lvl9pPr marL="3886200" indent="-228600" algn="ctr" eaLnBrk="0" fontAlgn="base" hangingPunct="0">
              <a:spcBef>
                <a:spcPct val="0"/>
              </a:spcBef>
              <a:spcAft>
                <a:spcPct val="0"/>
              </a:spcAft>
              <a:defRPr sz="2400">
                <a:solidFill>
                  <a:srgbClr val="990000"/>
                </a:solidFill>
                <a:latin typeface="Arial" panose="020B0604020202020204" pitchFamily="34" charset="0"/>
              </a:defRPr>
            </a:lvl9pPr>
          </a:lstStyle>
          <a:p>
            <a:r>
              <a:rPr lang="en-US" b="1" dirty="0">
                <a:solidFill>
                  <a:srgbClr val="993300"/>
                </a:solidFill>
                <a:latin typeface="Helvetica Neue"/>
              </a:rPr>
              <a:t>Mean Absolute Percent </a:t>
            </a:r>
          </a:p>
          <a:p>
            <a:r>
              <a:rPr lang="en-US" b="1" dirty="0">
                <a:solidFill>
                  <a:srgbClr val="993300"/>
                </a:solidFill>
                <a:latin typeface="Helvetica Neue"/>
              </a:rPr>
              <a:t>Error (MAPE)</a:t>
            </a:r>
          </a:p>
        </p:txBody>
      </p:sp>
      <p:sp>
        <p:nvSpPr>
          <p:cNvPr id="8" name="Rectangle 30"/>
          <p:cNvSpPr>
            <a:spLocks noChangeArrowheads="1"/>
          </p:cNvSpPr>
          <p:nvPr/>
        </p:nvSpPr>
        <p:spPr bwMode="auto">
          <a:xfrm>
            <a:off x="6190456" y="3742813"/>
            <a:ext cx="5820569" cy="1231913"/>
          </a:xfrm>
          <a:prstGeom prst="rect">
            <a:avLst/>
          </a:prstGeom>
          <a:solidFill>
            <a:srgbClr val="FFFFCC"/>
          </a:solidFill>
          <a:ln w="9525">
            <a:solidFill>
              <a:schemeClr val="tx1"/>
            </a:solidFill>
            <a:miter lim="800000"/>
            <a:headEnd/>
            <a:tailEnd/>
          </a:ln>
        </p:spPr>
        <p:txBody>
          <a:bodyPr wrap="none" anchor="ctr"/>
          <a:lstStyle>
            <a:lvl1pPr eaLnBrk="0" hangingPunct="0">
              <a:defRPr sz="2400">
                <a:solidFill>
                  <a:srgbClr val="990000"/>
                </a:solidFill>
                <a:latin typeface="Arial" panose="020B0604020202020204" pitchFamily="34" charset="0"/>
              </a:defRPr>
            </a:lvl1pPr>
            <a:lvl2pPr marL="742950" indent="-285750" eaLnBrk="0" hangingPunct="0">
              <a:defRPr sz="2400">
                <a:solidFill>
                  <a:srgbClr val="990000"/>
                </a:solidFill>
                <a:latin typeface="Arial" panose="020B0604020202020204" pitchFamily="34" charset="0"/>
              </a:defRPr>
            </a:lvl2pPr>
            <a:lvl3pPr marL="1143000" indent="-228600" eaLnBrk="0" hangingPunct="0">
              <a:defRPr sz="2400">
                <a:solidFill>
                  <a:srgbClr val="990000"/>
                </a:solidFill>
                <a:latin typeface="Arial" panose="020B0604020202020204" pitchFamily="34" charset="0"/>
              </a:defRPr>
            </a:lvl3pPr>
            <a:lvl4pPr marL="1600200" indent="-228600" eaLnBrk="0" hangingPunct="0">
              <a:defRPr sz="2400">
                <a:solidFill>
                  <a:srgbClr val="990000"/>
                </a:solidFill>
                <a:latin typeface="Arial" panose="020B0604020202020204" pitchFamily="34" charset="0"/>
              </a:defRPr>
            </a:lvl4pPr>
            <a:lvl5pPr marL="2057400" indent="-228600" eaLnBrk="0" hangingPunct="0">
              <a:defRPr sz="2400">
                <a:solidFill>
                  <a:srgbClr val="990000"/>
                </a:solidFill>
                <a:latin typeface="Arial" panose="020B0604020202020204" pitchFamily="34" charset="0"/>
              </a:defRPr>
            </a:lvl5pPr>
            <a:lvl6pPr marL="2514600" indent="-228600" algn="ctr" eaLnBrk="0" fontAlgn="base" hangingPunct="0">
              <a:spcBef>
                <a:spcPct val="0"/>
              </a:spcBef>
              <a:spcAft>
                <a:spcPct val="0"/>
              </a:spcAft>
              <a:defRPr sz="2400">
                <a:solidFill>
                  <a:srgbClr val="990000"/>
                </a:solidFill>
                <a:latin typeface="Arial" panose="020B0604020202020204" pitchFamily="34" charset="0"/>
              </a:defRPr>
            </a:lvl6pPr>
            <a:lvl7pPr marL="2971800" indent="-228600" algn="ctr" eaLnBrk="0" fontAlgn="base" hangingPunct="0">
              <a:spcBef>
                <a:spcPct val="0"/>
              </a:spcBef>
              <a:spcAft>
                <a:spcPct val="0"/>
              </a:spcAft>
              <a:defRPr sz="2400">
                <a:solidFill>
                  <a:srgbClr val="990000"/>
                </a:solidFill>
                <a:latin typeface="Arial" panose="020B0604020202020204" pitchFamily="34" charset="0"/>
              </a:defRPr>
            </a:lvl7pPr>
            <a:lvl8pPr marL="3429000" indent="-228600" algn="ctr" eaLnBrk="0" fontAlgn="base" hangingPunct="0">
              <a:spcBef>
                <a:spcPct val="0"/>
              </a:spcBef>
              <a:spcAft>
                <a:spcPct val="0"/>
              </a:spcAft>
              <a:defRPr sz="2400">
                <a:solidFill>
                  <a:srgbClr val="990000"/>
                </a:solidFill>
                <a:latin typeface="Arial" panose="020B0604020202020204" pitchFamily="34" charset="0"/>
              </a:defRPr>
            </a:lvl8pPr>
            <a:lvl9pPr marL="3886200" indent="-228600" algn="ctr" eaLnBrk="0" fontAlgn="base" hangingPunct="0">
              <a:spcBef>
                <a:spcPct val="0"/>
              </a:spcBef>
              <a:spcAft>
                <a:spcPct val="0"/>
              </a:spcAft>
              <a:defRPr sz="2400">
                <a:solidFill>
                  <a:srgbClr val="990000"/>
                </a:solidFill>
                <a:latin typeface="Arial" panose="020B0604020202020204" pitchFamily="34" charset="0"/>
              </a:defRPr>
            </a:lvl9pPr>
          </a:lstStyle>
          <a:p>
            <a:r>
              <a:rPr lang="en-US" b="1" dirty="0">
                <a:solidFill>
                  <a:srgbClr val="993300"/>
                </a:solidFill>
                <a:latin typeface="Helvetica Neue"/>
              </a:rPr>
              <a:t>Largest Absolute Deviation </a:t>
            </a:r>
          </a:p>
          <a:p>
            <a:r>
              <a:rPr lang="en-US" b="1" dirty="0">
                <a:solidFill>
                  <a:srgbClr val="993300"/>
                </a:solidFill>
                <a:latin typeface="Helvetica Neue"/>
              </a:rPr>
              <a:t>(LAD)</a:t>
            </a:r>
          </a:p>
        </p:txBody>
      </p:sp>
      <p:sp>
        <p:nvSpPr>
          <p:cNvPr id="9" name="Rectangle 32"/>
          <p:cNvSpPr>
            <a:spLocks noChangeArrowheads="1"/>
          </p:cNvSpPr>
          <p:nvPr/>
        </p:nvSpPr>
        <p:spPr bwMode="auto">
          <a:xfrm>
            <a:off x="6170916" y="4970614"/>
            <a:ext cx="5840109" cy="1427012"/>
          </a:xfrm>
          <a:prstGeom prst="rect">
            <a:avLst/>
          </a:prstGeom>
          <a:gradFill rotWithShape="0">
            <a:gsLst>
              <a:gs pos="0">
                <a:srgbClr val="EAEAEA"/>
              </a:gs>
              <a:gs pos="50000">
                <a:srgbClr val="99CCFF"/>
              </a:gs>
              <a:gs pos="100000">
                <a:srgbClr val="EAEAEA"/>
              </a:gs>
            </a:gsLst>
            <a:lin ang="5400000" scaled="1"/>
          </a:gradFill>
          <a:ln w="12700">
            <a:solidFill>
              <a:schemeClr val="tx1"/>
            </a:solidFill>
            <a:miter lim="800000"/>
            <a:headEnd/>
            <a:tailEnd/>
          </a:ln>
          <a:effectLst>
            <a:outerShdw dist="45791" dir="19578596" algn="ctr" rotWithShape="0">
              <a:schemeClr val="tx1"/>
            </a:outerShdw>
          </a:effectLst>
        </p:spPr>
        <p:txBody>
          <a:bodyPr wrap="none" anchor="ctr"/>
          <a:lstStyle>
            <a:lvl1pPr eaLnBrk="0" hangingPunct="0">
              <a:defRPr sz="2400">
                <a:solidFill>
                  <a:srgbClr val="990000"/>
                </a:solidFill>
                <a:latin typeface="Arial" panose="020B0604020202020204" pitchFamily="34" charset="0"/>
              </a:defRPr>
            </a:lvl1pPr>
            <a:lvl2pPr marL="742950" indent="-285750" eaLnBrk="0" hangingPunct="0">
              <a:defRPr sz="2400">
                <a:solidFill>
                  <a:srgbClr val="990000"/>
                </a:solidFill>
                <a:latin typeface="Arial" panose="020B0604020202020204" pitchFamily="34" charset="0"/>
              </a:defRPr>
            </a:lvl2pPr>
            <a:lvl3pPr marL="1143000" indent="-228600" eaLnBrk="0" hangingPunct="0">
              <a:defRPr sz="2400">
                <a:solidFill>
                  <a:srgbClr val="990000"/>
                </a:solidFill>
                <a:latin typeface="Arial" panose="020B0604020202020204" pitchFamily="34" charset="0"/>
              </a:defRPr>
            </a:lvl3pPr>
            <a:lvl4pPr marL="1600200" indent="-228600" eaLnBrk="0" hangingPunct="0">
              <a:defRPr sz="2400">
                <a:solidFill>
                  <a:srgbClr val="990000"/>
                </a:solidFill>
                <a:latin typeface="Arial" panose="020B0604020202020204" pitchFamily="34" charset="0"/>
              </a:defRPr>
            </a:lvl4pPr>
            <a:lvl5pPr marL="2057400" indent="-228600" eaLnBrk="0" hangingPunct="0">
              <a:defRPr sz="2400">
                <a:solidFill>
                  <a:srgbClr val="990000"/>
                </a:solidFill>
                <a:latin typeface="Arial" panose="020B0604020202020204" pitchFamily="34" charset="0"/>
              </a:defRPr>
            </a:lvl5pPr>
            <a:lvl6pPr marL="2514600" indent="-228600" algn="ctr" eaLnBrk="0" fontAlgn="base" hangingPunct="0">
              <a:spcBef>
                <a:spcPct val="0"/>
              </a:spcBef>
              <a:spcAft>
                <a:spcPct val="0"/>
              </a:spcAft>
              <a:defRPr sz="2400">
                <a:solidFill>
                  <a:srgbClr val="990000"/>
                </a:solidFill>
                <a:latin typeface="Arial" panose="020B0604020202020204" pitchFamily="34" charset="0"/>
              </a:defRPr>
            </a:lvl6pPr>
            <a:lvl7pPr marL="2971800" indent="-228600" algn="ctr" eaLnBrk="0" fontAlgn="base" hangingPunct="0">
              <a:spcBef>
                <a:spcPct val="0"/>
              </a:spcBef>
              <a:spcAft>
                <a:spcPct val="0"/>
              </a:spcAft>
              <a:defRPr sz="2400">
                <a:solidFill>
                  <a:srgbClr val="990000"/>
                </a:solidFill>
                <a:latin typeface="Arial" panose="020B0604020202020204" pitchFamily="34" charset="0"/>
              </a:defRPr>
            </a:lvl7pPr>
            <a:lvl8pPr marL="3429000" indent="-228600" algn="ctr" eaLnBrk="0" fontAlgn="base" hangingPunct="0">
              <a:spcBef>
                <a:spcPct val="0"/>
              </a:spcBef>
              <a:spcAft>
                <a:spcPct val="0"/>
              </a:spcAft>
              <a:defRPr sz="2400">
                <a:solidFill>
                  <a:srgbClr val="990000"/>
                </a:solidFill>
                <a:latin typeface="Arial" panose="020B0604020202020204" pitchFamily="34" charset="0"/>
              </a:defRPr>
            </a:lvl8pPr>
            <a:lvl9pPr marL="3886200" indent="-228600" algn="ctr" eaLnBrk="0" fontAlgn="base" hangingPunct="0">
              <a:spcBef>
                <a:spcPct val="0"/>
              </a:spcBef>
              <a:spcAft>
                <a:spcPct val="0"/>
              </a:spcAft>
              <a:defRPr sz="2400">
                <a:solidFill>
                  <a:srgbClr val="990000"/>
                </a:solidFill>
                <a:latin typeface="Arial" panose="020B0604020202020204" pitchFamily="34" charset="0"/>
              </a:defRPr>
            </a:lvl9pPr>
          </a:lstStyle>
          <a:p>
            <a:pPr eaLnBrk="1" hangingPunct="1"/>
            <a:endParaRPr lang="en-US"/>
          </a:p>
        </p:txBody>
      </p:sp>
      <p:grpSp>
        <p:nvGrpSpPr>
          <p:cNvPr id="10" name="Group 36"/>
          <p:cNvGrpSpPr>
            <a:grpSpLocks/>
          </p:cNvGrpSpPr>
          <p:nvPr/>
        </p:nvGrpSpPr>
        <p:grpSpPr bwMode="auto">
          <a:xfrm>
            <a:off x="6192044" y="2367981"/>
            <a:ext cx="5818981" cy="1316771"/>
            <a:chOff x="3067" y="3368"/>
            <a:chExt cx="2592" cy="912"/>
          </a:xfrm>
        </p:grpSpPr>
        <p:sp>
          <p:nvSpPr>
            <p:cNvPr id="11" name="Rectangle 37"/>
            <p:cNvSpPr>
              <a:spLocks noChangeArrowheads="1"/>
            </p:cNvSpPr>
            <p:nvPr/>
          </p:nvSpPr>
          <p:spPr bwMode="auto">
            <a:xfrm>
              <a:off x="3067" y="3368"/>
              <a:ext cx="2592" cy="912"/>
            </a:xfrm>
            <a:prstGeom prst="rect">
              <a:avLst/>
            </a:prstGeom>
            <a:gradFill rotWithShape="0">
              <a:gsLst>
                <a:gs pos="0">
                  <a:srgbClr val="99CCFF"/>
                </a:gs>
                <a:gs pos="50000">
                  <a:srgbClr val="EAEAEA"/>
                </a:gs>
                <a:gs pos="100000">
                  <a:srgbClr val="99CCFF"/>
                </a:gs>
              </a:gsLst>
              <a:lin ang="5400000" scaled="1"/>
            </a:gradFill>
            <a:ln w="12700">
              <a:solidFill>
                <a:schemeClr val="tx1"/>
              </a:solidFill>
              <a:miter lim="800000"/>
              <a:headEnd/>
              <a:tailEnd/>
            </a:ln>
            <a:effectLst>
              <a:outerShdw dist="35921" dir="18900000" algn="ctr" rotWithShape="0">
                <a:schemeClr val="tx1"/>
              </a:outerShdw>
            </a:effectLst>
          </p:spPr>
          <p:txBody>
            <a:bodyPr wrap="none" anchor="ctr"/>
            <a:lstStyle>
              <a:lvl1pPr eaLnBrk="0" hangingPunct="0">
                <a:defRPr sz="2400">
                  <a:solidFill>
                    <a:srgbClr val="990000"/>
                  </a:solidFill>
                  <a:latin typeface="Arial" panose="020B0604020202020204" pitchFamily="34" charset="0"/>
                </a:defRPr>
              </a:lvl1pPr>
              <a:lvl2pPr marL="742950" indent="-285750" eaLnBrk="0" hangingPunct="0">
                <a:defRPr sz="2400">
                  <a:solidFill>
                    <a:srgbClr val="990000"/>
                  </a:solidFill>
                  <a:latin typeface="Arial" panose="020B0604020202020204" pitchFamily="34" charset="0"/>
                </a:defRPr>
              </a:lvl2pPr>
              <a:lvl3pPr marL="1143000" indent="-228600" eaLnBrk="0" hangingPunct="0">
                <a:defRPr sz="2400">
                  <a:solidFill>
                    <a:srgbClr val="990000"/>
                  </a:solidFill>
                  <a:latin typeface="Arial" panose="020B0604020202020204" pitchFamily="34" charset="0"/>
                </a:defRPr>
              </a:lvl3pPr>
              <a:lvl4pPr marL="1600200" indent="-228600" eaLnBrk="0" hangingPunct="0">
                <a:defRPr sz="2400">
                  <a:solidFill>
                    <a:srgbClr val="990000"/>
                  </a:solidFill>
                  <a:latin typeface="Arial" panose="020B0604020202020204" pitchFamily="34" charset="0"/>
                </a:defRPr>
              </a:lvl4pPr>
              <a:lvl5pPr marL="2057400" indent="-228600" eaLnBrk="0" hangingPunct="0">
                <a:defRPr sz="2400">
                  <a:solidFill>
                    <a:srgbClr val="990000"/>
                  </a:solidFill>
                  <a:latin typeface="Arial" panose="020B0604020202020204" pitchFamily="34" charset="0"/>
                </a:defRPr>
              </a:lvl5pPr>
              <a:lvl6pPr marL="2514600" indent="-228600" algn="ctr" eaLnBrk="0" fontAlgn="base" hangingPunct="0">
                <a:spcBef>
                  <a:spcPct val="0"/>
                </a:spcBef>
                <a:spcAft>
                  <a:spcPct val="0"/>
                </a:spcAft>
                <a:defRPr sz="2400">
                  <a:solidFill>
                    <a:srgbClr val="990000"/>
                  </a:solidFill>
                  <a:latin typeface="Arial" panose="020B0604020202020204" pitchFamily="34" charset="0"/>
                </a:defRPr>
              </a:lvl6pPr>
              <a:lvl7pPr marL="2971800" indent="-228600" algn="ctr" eaLnBrk="0" fontAlgn="base" hangingPunct="0">
                <a:spcBef>
                  <a:spcPct val="0"/>
                </a:spcBef>
                <a:spcAft>
                  <a:spcPct val="0"/>
                </a:spcAft>
                <a:defRPr sz="2400">
                  <a:solidFill>
                    <a:srgbClr val="990000"/>
                  </a:solidFill>
                  <a:latin typeface="Arial" panose="020B0604020202020204" pitchFamily="34" charset="0"/>
                </a:defRPr>
              </a:lvl7pPr>
              <a:lvl8pPr marL="3429000" indent="-228600" algn="ctr" eaLnBrk="0" fontAlgn="base" hangingPunct="0">
                <a:spcBef>
                  <a:spcPct val="0"/>
                </a:spcBef>
                <a:spcAft>
                  <a:spcPct val="0"/>
                </a:spcAft>
                <a:defRPr sz="2400">
                  <a:solidFill>
                    <a:srgbClr val="990000"/>
                  </a:solidFill>
                  <a:latin typeface="Arial" panose="020B0604020202020204" pitchFamily="34" charset="0"/>
                </a:defRPr>
              </a:lvl8pPr>
              <a:lvl9pPr marL="3886200" indent="-228600" algn="ctr" eaLnBrk="0" fontAlgn="base" hangingPunct="0">
                <a:spcBef>
                  <a:spcPct val="0"/>
                </a:spcBef>
                <a:spcAft>
                  <a:spcPct val="0"/>
                </a:spcAft>
                <a:defRPr sz="2400">
                  <a:solidFill>
                    <a:srgbClr val="990000"/>
                  </a:solidFill>
                  <a:latin typeface="Arial" panose="020B0604020202020204" pitchFamily="34" charset="0"/>
                </a:defRPr>
              </a:lvl9pPr>
            </a:lstStyle>
            <a:p>
              <a:pPr eaLnBrk="1" hangingPunct="1"/>
              <a:endParaRPr lang="en-US"/>
            </a:p>
          </p:txBody>
        </p:sp>
        <p:sp>
          <p:nvSpPr>
            <p:cNvPr id="12" name="Rectangle 41"/>
            <p:cNvSpPr>
              <a:spLocks noChangeArrowheads="1"/>
            </p:cNvSpPr>
            <p:nvPr/>
          </p:nvSpPr>
          <p:spPr bwMode="auto">
            <a:xfrm>
              <a:off x="4421" y="3684"/>
              <a:ext cx="7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rgbClr val="990000"/>
                  </a:solidFill>
                  <a:latin typeface="Arial" panose="020B0604020202020204" pitchFamily="34" charset="0"/>
                </a:defRPr>
              </a:lvl1pPr>
              <a:lvl2pPr marL="742950" indent="-285750" eaLnBrk="0" hangingPunct="0">
                <a:defRPr sz="2400">
                  <a:solidFill>
                    <a:srgbClr val="990000"/>
                  </a:solidFill>
                  <a:latin typeface="Arial" panose="020B0604020202020204" pitchFamily="34" charset="0"/>
                </a:defRPr>
              </a:lvl2pPr>
              <a:lvl3pPr marL="1143000" indent="-228600" eaLnBrk="0" hangingPunct="0">
                <a:defRPr sz="2400">
                  <a:solidFill>
                    <a:srgbClr val="990000"/>
                  </a:solidFill>
                  <a:latin typeface="Arial" panose="020B0604020202020204" pitchFamily="34" charset="0"/>
                </a:defRPr>
              </a:lvl3pPr>
              <a:lvl4pPr marL="1600200" indent="-228600" eaLnBrk="0" hangingPunct="0">
                <a:defRPr sz="2400">
                  <a:solidFill>
                    <a:srgbClr val="990000"/>
                  </a:solidFill>
                  <a:latin typeface="Arial" panose="020B0604020202020204" pitchFamily="34" charset="0"/>
                </a:defRPr>
              </a:lvl4pPr>
              <a:lvl5pPr marL="2057400" indent="-228600" eaLnBrk="0" hangingPunct="0">
                <a:defRPr sz="2400">
                  <a:solidFill>
                    <a:srgbClr val="990000"/>
                  </a:solidFill>
                  <a:latin typeface="Arial" panose="020B0604020202020204" pitchFamily="34" charset="0"/>
                </a:defRPr>
              </a:lvl5pPr>
              <a:lvl6pPr marL="2514600" indent="-228600" algn="ctr" eaLnBrk="0" fontAlgn="base" hangingPunct="0">
                <a:spcBef>
                  <a:spcPct val="0"/>
                </a:spcBef>
                <a:spcAft>
                  <a:spcPct val="0"/>
                </a:spcAft>
                <a:defRPr sz="2400">
                  <a:solidFill>
                    <a:srgbClr val="990000"/>
                  </a:solidFill>
                  <a:latin typeface="Arial" panose="020B0604020202020204" pitchFamily="34" charset="0"/>
                </a:defRPr>
              </a:lvl6pPr>
              <a:lvl7pPr marL="2971800" indent="-228600" algn="ctr" eaLnBrk="0" fontAlgn="base" hangingPunct="0">
                <a:spcBef>
                  <a:spcPct val="0"/>
                </a:spcBef>
                <a:spcAft>
                  <a:spcPct val="0"/>
                </a:spcAft>
                <a:defRPr sz="2400">
                  <a:solidFill>
                    <a:srgbClr val="990000"/>
                  </a:solidFill>
                  <a:latin typeface="Arial" panose="020B0604020202020204" pitchFamily="34" charset="0"/>
                </a:defRPr>
              </a:lvl7pPr>
              <a:lvl8pPr marL="3429000" indent="-228600" algn="ctr" eaLnBrk="0" fontAlgn="base" hangingPunct="0">
                <a:spcBef>
                  <a:spcPct val="0"/>
                </a:spcBef>
                <a:spcAft>
                  <a:spcPct val="0"/>
                </a:spcAft>
                <a:defRPr sz="2400">
                  <a:solidFill>
                    <a:srgbClr val="990000"/>
                  </a:solidFill>
                  <a:latin typeface="Arial" panose="020B0604020202020204" pitchFamily="34" charset="0"/>
                </a:defRPr>
              </a:lvl8pPr>
              <a:lvl9pPr marL="3886200" indent="-228600" algn="ctr" eaLnBrk="0" fontAlgn="base" hangingPunct="0">
                <a:spcBef>
                  <a:spcPct val="0"/>
                </a:spcBef>
                <a:spcAft>
                  <a:spcPct val="0"/>
                </a:spcAft>
                <a:defRPr sz="2400">
                  <a:solidFill>
                    <a:srgbClr val="990000"/>
                  </a:solidFill>
                  <a:latin typeface="Arial" panose="020B0604020202020204" pitchFamily="34" charset="0"/>
                </a:defRPr>
              </a:lvl9pPr>
            </a:lstStyle>
            <a:p>
              <a:pPr algn="l"/>
              <a:endParaRPr lang="en-US" b="1">
                <a:solidFill>
                  <a:schemeClr val="tx1"/>
                </a:solidFill>
                <a:latin typeface="Arial Narrow" panose="020B0606020202030204" pitchFamily="34" charset="0"/>
              </a:endParaRPr>
            </a:p>
          </p:txBody>
        </p:sp>
      </p:grpSp>
      <p:grpSp>
        <p:nvGrpSpPr>
          <p:cNvPr id="13" name="Group 36"/>
          <p:cNvGrpSpPr>
            <a:grpSpLocks/>
          </p:cNvGrpSpPr>
          <p:nvPr/>
        </p:nvGrpSpPr>
        <p:grpSpPr bwMode="auto">
          <a:xfrm>
            <a:off x="172244" y="2367981"/>
            <a:ext cx="5715000" cy="1316772"/>
            <a:chOff x="3067" y="3368"/>
            <a:chExt cx="2592" cy="912"/>
          </a:xfrm>
        </p:grpSpPr>
        <p:sp>
          <p:nvSpPr>
            <p:cNvPr id="14" name="Rectangle 37"/>
            <p:cNvSpPr>
              <a:spLocks noChangeArrowheads="1"/>
            </p:cNvSpPr>
            <p:nvPr/>
          </p:nvSpPr>
          <p:spPr bwMode="auto">
            <a:xfrm>
              <a:off x="3067" y="3368"/>
              <a:ext cx="2592" cy="912"/>
            </a:xfrm>
            <a:prstGeom prst="rect">
              <a:avLst/>
            </a:prstGeom>
            <a:gradFill rotWithShape="0">
              <a:gsLst>
                <a:gs pos="0">
                  <a:srgbClr val="99CCFF"/>
                </a:gs>
                <a:gs pos="50000">
                  <a:srgbClr val="EAEAEA"/>
                </a:gs>
                <a:gs pos="100000">
                  <a:srgbClr val="99CCFF"/>
                </a:gs>
              </a:gsLst>
              <a:lin ang="5400000" scaled="1"/>
            </a:gradFill>
            <a:ln w="12700">
              <a:solidFill>
                <a:schemeClr val="tx1"/>
              </a:solidFill>
              <a:miter lim="800000"/>
              <a:headEnd/>
              <a:tailEnd/>
            </a:ln>
            <a:effectLst>
              <a:outerShdw dist="35921" dir="18900000" algn="ctr" rotWithShape="0">
                <a:schemeClr val="tx1"/>
              </a:outerShdw>
            </a:effectLst>
          </p:spPr>
          <p:txBody>
            <a:bodyPr wrap="none" anchor="ctr"/>
            <a:lstStyle>
              <a:lvl1pPr eaLnBrk="0" hangingPunct="0">
                <a:defRPr sz="2400">
                  <a:solidFill>
                    <a:srgbClr val="990000"/>
                  </a:solidFill>
                  <a:latin typeface="Arial" panose="020B0604020202020204" pitchFamily="34" charset="0"/>
                </a:defRPr>
              </a:lvl1pPr>
              <a:lvl2pPr marL="742950" indent="-285750" eaLnBrk="0" hangingPunct="0">
                <a:defRPr sz="2400">
                  <a:solidFill>
                    <a:srgbClr val="990000"/>
                  </a:solidFill>
                  <a:latin typeface="Arial" panose="020B0604020202020204" pitchFamily="34" charset="0"/>
                </a:defRPr>
              </a:lvl2pPr>
              <a:lvl3pPr marL="1143000" indent="-228600" eaLnBrk="0" hangingPunct="0">
                <a:defRPr sz="2400">
                  <a:solidFill>
                    <a:srgbClr val="990000"/>
                  </a:solidFill>
                  <a:latin typeface="Arial" panose="020B0604020202020204" pitchFamily="34" charset="0"/>
                </a:defRPr>
              </a:lvl3pPr>
              <a:lvl4pPr marL="1600200" indent="-228600" eaLnBrk="0" hangingPunct="0">
                <a:defRPr sz="2400">
                  <a:solidFill>
                    <a:srgbClr val="990000"/>
                  </a:solidFill>
                  <a:latin typeface="Arial" panose="020B0604020202020204" pitchFamily="34" charset="0"/>
                </a:defRPr>
              </a:lvl4pPr>
              <a:lvl5pPr marL="2057400" indent="-228600" eaLnBrk="0" hangingPunct="0">
                <a:defRPr sz="2400">
                  <a:solidFill>
                    <a:srgbClr val="990000"/>
                  </a:solidFill>
                  <a:latin typeface="Arial" panose="020B0604020202020204" pitchFamily="34" charset="0"/>
                </a:defRPr>
              </a:lvl5pPr>
              <a:lvl6pPr marL="2514600" indent="-228600" algn="ctr" eaLnBrk="0" fontAlgn="base" hangingPunct="0">
                <a:spcBef>
                  <a:spcPct val="0"/>
                </a:spcBef>
                <a:spcAft>
                  <a:spcPct val="0"/>
                </a:spcAft>
                <a:defRPr sz="2400">
                  <a:solidFill>
                    <a:srgbClr val="990000"/>
                  </a:solidFill>
                  <a:latin typeface="Arial" panose="020B0604020202020204" pitchFamily="34" charset="0"/>
                </a:defRPr>
              </a:lvl6pPr>
              <a:lvl7pPr marL="2971800" indent="-228600" algn="ctr" eaLnBrk="0" fontAlgn="base" hangingPunct="0">
                <a:spcBef>
                  <a:spcPct val="0"/>
                </a:spcBef>
                <a:spcAft>
                  <a:spcPct val="0"/>
                </a:spcAft>
                <a:defRPr sz="2400">
                  <a:solidFill>
                    <a:srgbClr val="990000"/>
                  </a:solidFill>
                  <a:latin typeface="Arial" panose="020B0604020202020204" pitchFamily="34" charset="0"/>
                </a:defRPr>
              </a:lvl7pPr>
              <a:lvl8pPr marL="3429000" indent="-228600" algn="ctr" eaLnBrk="0" fontAlgn="base" hangingPunct="0">
                <a:spcBef>
                  <a:spcPct val="0"/>
                </a:spcBef>
                <a:spcAft>
                  <a:spcPct val="0"/>
                </a:spcAft>
                <a:defRPr sz="2400">
                  <a:solidFill>
                    <a:srgbClr val="990000"/>
                  </a:solidFill>
                  <a:latin typeface="Arial" panose="020B0604020202020204" pitchFamily="34" charset="0"/>
                </a:defRPr>
              </a:lvl8pPr>
              <a:lvl9pPr marL="3886200" indent="-228600" algn="ctr" eaLnBrk="0" fontAlgn="base" hangingPunct="0">
                <a:spcBef>
                  <a:spcPct val="0"/>
                </a:spcBef>
                <a:spcAft>
                  <a:spcPct val="0"/>
                </a:spcAft>
                <a:defRPr sz="2400">
                  <a:solidFill>
                    <a:srgbClr val="990000"/>
                  </a:solidFill>
                  <a:latin typeface="Arial" panose="020B0604020202020204" pitchFamily="34" charset="0"/>
                </a:defRPr>
              </a:lvl9pPr>
            </a:lstStyle>
            <a:p>
              <a:pPr eaLnBrk="1" hangingPunct="1"/>
              <a:endParaRPr lang="en-US"/>
            </a:p>
          </p:txBody>
        </p:sp>
        <p:sp>
          <p:nvSpPr>
            <p:cNvPr id="15" name="Rectangle 41"/>
            <p:cNvSpPr>
              <a:spLocks noChangeArrowheads="1"/>
            </p:cNvSpPr>
            <p:nvPr/>
          </p:nvSpPr>
          <p:spPr bwMode="auto">
            <a:xfrm>
              <a:off x="4421" y="3684"/>
              <a:ext cx="84" cy="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rgbClr val="990000"/>
                  </a:solidFill>
                  <a:latin typeface="Arial" panose="020B0604020202020204" pitchFamily="34" charset="0"/>
                </a:defRPr>
              </a:lvl1pPr>
              <a:lvl2pPr marL="742950" indent="-285750" eaLnBrk="0" hangingPunct="0">
                <a:defRPr sz="2400">
                  <a:solidFill>
                    <a:srgbClr val="990000"/>
                  </a:solidFill>
                  <a:latin typeface="Arial" panose="020B0604020202020204" pitchFamily="34" charset="0"/>
                </a:defRPr>
              </a:lvl2pPr>
              <a:lvl3pPr marL="1143000" indent="-228600" eaLnBrk="0" hangingPunct="0">
                <a:defRPr sz="2400">
                  <a:solidFill>
                    <a:srgbClr val="990000"/>
                  </a:solidFill>
                  <a:latin typeface="Arial" panose="020B0604020202020204" pitchFamily="34" charset="0"/>
                </a:defRPr>
              </a:lvl3pPr>
              <a:lvl4pPr marL="1600200" indent="-228600" eaLnBrk="0" hangingPunct="0">
                <a:defRPr sz="2400">
                  <a:solidFill>
                    <a:srgbClr val="990000"/>
                  </a:solidFill>
                  <a:latin typeface="Arial" panose="020B0604020202020204" pitchFamily="34" charset="0"/>
                </a:defRPr>
              </a:lvl4pPr>
              <a:lvl5pPr marL="2057400" indent="-228600" eaLnBrk="0" hangingPunct="0">
                <a:defRPr sz="2400">
                  <a:solidFill>
                    <a:srgbClr val="990000"/>
                  </a:solidFill>
                  <a:latin typeface="Arial" panose="020B0604020202020204" pitchFamily="34" charset="0"/>
                </a:defRPr>
              </a:lvl5pPr>
              <a:lvl6pPr marL="2514600" indent="-228600" algn="ctr" eaLnBrk="0" fontAlgn="base" hangingPunct="0">
                <a:spcBef>
                  <a:spcPct val="0"/>
                </a:spcBef>
                <a:spcAft>
                  <a:spcPct val="0"/>
                </a:spcAft>
                <a:defRPr sz="2400">
                  <a:solidFill>
                    <a:srgbClr val="990000"/>
                  </a:solidFill>
                  <a:latin typeface="Arial" panose="020B0604020202020204" pitchFamily="34" charset="0"/>
                </a:defRPr>
              </a:lvl6pPr>
              <a:lvl7pPr marL="2971800" indent="-228600" algn="ctr" eaLnBrk="0" fontAlgn="base" hangingPunct="0">
                <a:spcBef>
                  <a:spcPct val="0"/>
                </a:spcBef>
                <a:spcAft>
                  <a:spcPct val="0"/>
                </a:spcAft>
                <a:defRPr sz="2400">
                  <a:solidFill>
                    <a:srgbClr val="990000"/>
                  </a:solidFill>
                  <a:latin typeface="Arial" panose="020B0604020202020204" pitchFamily="34" charset="0"/>
                </a:defRPr>
              </a:lvl7pPr>
              <a:lvl8pPr marL="3429000" indent="-228600" algn="ctr" eaLnBrk="0" fontAlgn="base" hangingPunct="0">
                <a:spcBef>
                  <a:spcPct val="0"/>
                </a:spcBef>
                <a:spcAft>
                  <a:spcPct val="0"/>
                </a:spcAft>
                <a:defRPr sz="2400">
                  <a:solidFill>
                    <a:srgbClr val="990000"/>
                  </a:solidFill>
                  <a:latin typeface="Arial" panose="020B0604020202020204" pitchFamily="34" charset="0"/>
                </a:defRPr>
              </a:lvl8pPr>
              <a:lvl9pPr marL="3886200" indent="-228600" algn="ctr" eaLnBrk="0" fontAlgn="base" hangingPunct="0">
                <a:spcBef>
                  <a:spcPct val="0"/>
                </a:spcBef>
                <a:spcAft>
                  <a:spcPct val="0"/>
                </a:spcAft>
                <a:defRPr sz="2400">
                  <a:solidFill>
                    <a:srgbClr val="990000"/>
                  </a:solidFill>
                  <a:latin typeface="Arial" panose="020B0604020202020204" pitchFamily="34" charset="0"/>
                </a:defRPr>
              </a:lvl9pPr>
            </a:lstStyle>
            <a:p>
              <a:pPr algn="l"/>
              <a:endParaRPr lang="en-US" b="1">
                <a:solidFill>
                  <a:schemeClr val="tx1"/>
                </a:solidFill>
                <a:latin typeface="Arial Narrow" panose="020B0606020202030204" pitchFamily="34" charset="0"/>
              </a:endParaRPr>
            </a:p>
          </p:txBody>
        </p:sp>
      </p:grpSp>
      <p:pic>
        <p:nvPicPr>
          <p:cNvPr id="16" name="Picture 15"/>
          <p:cNvPicPr>
            <a:picLocks noChangeAspect="1"/>
          </p:cNvPicPr>
          <p:nvPr/>
        </p:nvPicPr>
        <p:blipFill>
          <a:blip r:embed="rId2"/>
          <a:stretch>
            <a:fillRect/>
          </a:stretch>
        </p:blipFill>
        <p:spPr>
          <a:xfrm>
            <a:off x="1775619" y="2471512"/>
            <a:ext cx="2571574" cy="1132369"/>
          </a:xfrm>
          <a:prstGeom prst="rect">
            <a:avLst/>
          </a:prstGeom>
        </p:spPr>
      </p:pic>
      <p:pic>
        <p:nvPicPr>
          <p:cNvPr id="17" name="Picture 16"/>
          <p:cNvPicPr>
            <a:picLocks noChangeAspect="1"/>
          </p:cNvPicPr>
          <p:nvPr/>
        </p:nvPicPr>
        <p:blipFill>
          <a:blip r:embed="rId3"/>
          <a:stretch>
            <a:fillRect/>
          </a:stretch>
        </p:blipFill>
        <p:spPr>
          <a:xfrm>
            <a:off x="7280893" y="2422710"/>
            <a:ext cx="2539382" cy="1262042"/>
          </a:xfrm>
          <a:prstGeom prst="rect">
            <a:avLst/>
          </a:prstGeom>
        </p:spPr>
      </p:pic>
      <p:pic>
        <p:nvPicPr>
          <p:cNvPr id="18" name="Picture 17"/>
          <p:cNvPicPr>
            <a:picLocks noChangeAspect="1"/>
          </p:cNvPicPr>
          <p:nvPr/>
        </p:nvPicPr>
        <p:blipFill>
          <a:blip r:embed="rId4"/>
          <a:stretch>
            <a:fillRect/>
          </a:stretch>
        </p:blipFill>
        <p:spPr>
          <a:xfrm>
            <a:off x="1518444" y="5201292"/>
            <a:ext cx="2491581" cy="1111878"/>
          </a:xfrm>
          <a:prstGeom prst="rect">
            <a:avLst/>
          </a:prstGeom>
        </p:spPr>
      </p:pic>
      <p:pic>
        <p:nvPicPr>
          <p:cNvPr id="19" name="Picture 18"/>
          <p:cNvPicPr>
            <a:picLocks noChangeAspect="1"/>
          </p:cNvPicPr>
          <p:nvPr/>
        </p:nvPicPr>
        <p:blipFill>
          <a:blip r:embed="rId5"/>
          <a:stretch>
            <a:fillRect/>
          </a:stretch>
        </p:blipFill>
        <p:spPr>
          <a:xfrm>
            <a:off x="6913253" y="5261618"/>
            <a:ext cx="3680443" cy="927189"/>
          </a:xfrm>
          <a:prstGeom prst="rect">
            <a:avLst/>
          </a:prstGeom>
        </p:spPr>
      </p:pic>
    </p:spTree>
    <p:extLst>
      <p:ext uri="{BB962C8B-B14F-4D97-AF65-F5344CB8AC3E}">
        <p14:creationId xmlns:p14="http://schemas.microsoft.com/office/powerpoint/2010/main" val="3010568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3" presetClass="entr" presetSubtype="10" fill="hold" nodeType="after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linds(horizontal)">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0-#ppt_w/2"/>
                                          </p:val>
                                        </p:tav>
                                        <p:tav tm="100000">
                                          <p:val>
                                            <p:strVal val="#ppt_x"/>
                                          </p:val>
                                        </p:tav>
                                      </p:tavLst>
                                    </p:anim>
                                    <p:anim calcmode="lin" valueType="num">
                                      <p:cBhvr additive="base">
                                        <p:cTn id="18" dur="500" fill="hold"/>
                                        <p:tgtEl>
                                          <p:spTgt spid="5"/>
                                        </p:tgtEl>
                                        <p:attrNameLst>
                                          <p:attrName>ppt_y</p:attrName>
                                        </p:attrNameLst>
                                      </p:cBhvr>
                                      <p:tavLst>
                                        <p:tav tm="0">
                                          <p:val>
                                            <p:strVal val="#ppt_y"/>
                                          </p:val>
                                        </p:tav>
                                        <p:tav tm="100000">
                                          <p:val>
                                            <p:strVal val="#ppt_y"/>
                                          </p:val>
                                        </p:tav>
                                      </p:tavLst>
                                    </p:anim>
                                  </p:childTnLst>
                                </p:cTn>
                              </p:par>
                            </p:childTnLst>
                          </p:cTn>
                        </p:par>
                        <p:par>
                          <p:cTn id="19" fill="hold">
                            <p:stCondLst>
                              <p:cond delay="500"/>
                            </p:stCondLst>
                            <p:childTnLst>
                              <p:par>
                                <p:cTn id="20" presetID="3" presetClass="entr" presetSubtype="10" fill="hold" grpId="0"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linds(horizontal)">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00" fill="hold"/>
                                        <p:tgtEl>
                                          <p:spTgt spid="7"/>
                                        </p:tgtEl>
                                        <p:attrNameLst>
                                          <p:attrName>ppt_x</p:attrName>
                                        </p:attrNameLst>
                                      </p:cBhvr>
                                      <p:tavLst>
                                        <p:tav tm="0">
                                          <p:val>
                                            <p:strVal val="1+#ppt_w/2"/>
                                          </p:val>
                                        </p:tav>
                                        <p:tav tm="100000">
                                          <p:val>
                                            <p:strVal val="#ppt_x"/>
                                          </p:val>
                                        </p:tav>
                                      </p:tavLst>
                                    </p:anim>
                                    <p:anim calcmode="lin" valueType="num">
                                      <p:cBhvr additive="base">
                                        <p:cTn id="28" dur="500" fill="hold"/>
                                        <p:tgtEl>
                                          <p:spTgt spid="7"/>
                                        </p:tgtEl>
                                        <p:attrNameLst>
                                          <p:attrName>ppt_y</p:attrName>
                                        </p:attrNameLst>
                                      </p:cBhvr>
                                      <p:tavLst>
                                        <p:tav tm="0">
                                          <p:val>
                                            <p:strVal val="#ppt_y"/>
                                          </p:val>
                                        </p:tav>
                                        <p:tav tm="100000">
                                          <p:val>
                                            <p:strVal val="#ppt_y"/>
                                          </p:val>
                                        </p:tav>
                                      </p:tavLst>
                                    </p:anim>
                                  </p:childTnLst>
                                </p:cTn>
                              </p:par>
                            </p:childTnLst>
                          </p:cTn>
                        </p:par>
                        <p:par>
                          <p:cTn id="29" fill="hold">
                            <p:stCondLst>
                              <p:cond delay="500"/>
                            </p:stCondLst>
                            <p:childTnLst>
                              <p:par>
                                <p:cTn id="30" presetID="3" presetClass="entr" presetSubtype="10" fill="hold" nodeType="after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blinds(horizontal)">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500" fill="hold"/>
                                        <p:tgtEl>
                                          <p:spTgt spid="8"/>
                                        </p:tgtEl>
                                        <p:attrNameLst>
                                          <p:attrName>ppt_x</p:attrName>
                                        </p:attrNameLst>
                                      </p:cBhvr>
                                      <p:tavLst>
                                        <p:tav tm="0">
                                          <p:val>
                                            <p:strVal val="1+#ppt_w/2"/>
                                          </p:val>
                                        </p:tav>
                                        <p:tav tm="100000">
                                          <p:val>
                                            <p:strVal val="#ppt_x"/>
                                          </p:val>
                                        </p:tav>
                                      </p:tavLst>
                                    </p:anim>
                                    <p:anim calcmode="lin" valueType="num">
                                      <p:cBhvr additive="base">
                                        <p:cTn id="38" dur="500" fill="hold"/>
                                        <p:tgtEl>
                                          <p:spTgt spid="8"/>
                                        </p:tgtEl>
                                        <p:attrNameLst>
                                          <p:attrName>ppt_y</p:attrName>
                                        </p:attrNameLst>
                                      </p:cBhvr>
                                      <p:tavLst>
                                        <p:tav tm="0">
                                          <p:val>
                                            <p:strVal val="#ppt_y"/>
                                          </p:val>
                                        </p:tav>
                                        <p:tav tm="100000">
                                          <p:val>
                                            <p:strVal val="#ppt_y"/>
                                          </p:val>
                                        </p:tav>
                                      </p:tavLst>
                                    </p:anim>
                                  </p:childTnLst>
                                </p:cTn>
                              </p:par>
                            </p:childTnLst>
                          </p:cTn>
                        </p:par>
                        <p:par>
                          <p:cTn id="39" fill="hold">
                            <p:stCondLst>
                              <p:cond delay="500"/>
                            </p:stCondLst>
                            <p:childTnLst>
                              <p:par>
                                <p:cTn id="40" presetID="3" presetClass="entr" presetSubtype="10" fill="hold" grpId="0" nodeType="after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blinds(horizontal)">
                                      <p:cBhvr>
                                        <p:cTn id="4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utoUpdateAnimBg="0"/>
      <p:bldP spid="5" grpId="0" animBg="1" autoUpdateAnimBg="0"/>
      <p:bldP spid="6" grpId="0" animBg="1"/>
      <p:bldP spid="7" grpId="0" animBg="1" autoUpdateAnimBg="0"/>
      <p:bldP spid="8" grpId="0" animBg="1" autoUpdateAnimBg="0"/>
      <p:bldP spid="9"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160569"/>
            <a:ext cx="7543800" cy="764364"/>
          </a:xfrm>
        </p:spPr>
        <p:txBody>
          <a:bodyPr>
            <a:normAutofit/>
          </a:bodyPr>
          <a:lstStyle/>
          <a:p>
            <a:pPr>
              <a:lnSpc>
                <a:spcPct val="90000"/>
              </a:lnSpc>
            </a:pPr>
            <a:r>
              <a:rPr lang="en-US" sz="3200" dirty="0"/>
              <a:t>Choice of the </a:t>
            </a:r>
            <a:r>
              <a:rPr lang="en-US" sz="3200" dirty="0">
                <a:latin typeface="Helvetica Neue"/>
                <a:cs typeface="Helvetica" panose="020B0604020202020204" pitchFamily="34" charset="0"/>
              </a:rPr>
              <a:t>Performance Measure</a:t>
            </a:r>
            <a:endParaRPr lang="en-US" sz="3200" dirty="0"/>
          </a:p>
        </p:txBody>
      </p:sp>
      <p:sp>
        <p:nvSpPr>
          <p:cNvPr id="3" name="Rectangle 2"/>
          <p:cNvSpPr/>
          <p:nvPr/>
        </p:nvSpPr>
        <p:spPr>
          <a:xfrm>
            <a:off x="66675" y="1144565"/>
            <a:ext cx="11639550" cy="5521512"/>
          </a:xfrm>
          <a:prstGeom prst="rect">
            <a:avLst/>
          </a:prstGeom>
        </p:spPr>
        <p:txBody>
          <a:bodyPr wrap="square">
            <a:spAutoFit/>
          </a:bodyPr>
          <a:lstStyle/>
          <a:p>
            <a:pPr>
              <a:lnSpc>
                <a:spcPct val="90000"/>
              </a:lnSpc>
            </a:pPr>
            <a:r>
              <a:rPr lang="en-US" sz="2800" b="1" dirty="0">
                <a:solidFill>
                  <a:srgbClr val="0000FF"/>
                </a:solidFill>
                <a:latin typeface="+mn-lt"/>
                <a:cs typeface="Helvetica" panose="020B0604020202020204" pitchFamily="34" charset="0"/>
              </a:rPr>
              <a:t>Which performance should be used?</a:t>
            </a:r>
          </a:p>
          <a:p>
            <a:pPr>
              <a:lnSpc>
                <a:spcPct val="90000"/>
              </a:lnSpc>
            </a:pPr>
            <a:r>
              <a:rPr lang="en-US" sz="2800" b="1" dirty="0">
                <a:solidFill>
                  <a:srgbClr val="008000"/>
                </a:solidFill>
                <a:latin typeface="+mn-lt"/>
              </a:rPr>
              <a:t>Advantages</a:t>
            </a:r>
          </a:p>
          <a:p>
            <a:pPr marL="914400" lvl="1" indent="-457200">
              <a:lnSpc>
                <a:spcPct val="90000"/>
              </a:lnSpc>
              <a:buFont typeface="Arial" panose="020B0604020202020204" pitchFamily="34" charset="0"/>
              <a:buChar char="•"/>
            </a:pPr>
            <a:r>
              <a:rPr lang="en-US" sz="2800" dirty="0">
                <a:latin typeface="+mn-lt"/>
              </a:rPr>
              <a:t>MSE gives greater weight to larger deviations (which could result from outliers)</a:t>
            </a:r>
          </a:p>
          <a:p>
            <a:pPr marL="914400" lvl="1" indent="-457200">
              <a:lnSpc>
                <a:spcPct val="90000"/>
              </a:lnSpc>
              <a:buFont typeface="Arial" panose="020B0604020202020204" pitchFamily="34" charset="0"/>
              <a:buChar char="•"/>
            </a:pPr>
            <a:endParaRPr lang="en-US" sz="2800" dirty="0">
              <a:latin typeface="+mn-lt"/>
            </a:endParaRPr>
          </a:p>
          <a:p>
            <a:pPr marL="914400" lvl="1" indent="-457200">
              <a:lnSpc>
                <a:spcPct val="90000"/>
              </a:lnSpc>
              <a:buFont typeface="Arial" panose="020B0604020202020204" pitchFamily="34" charset="0"/>
              <a:buChar char="•"/>
            </a:pPr>
            <a:r>
              <a:rPr lang="en-US" sz="2800" dirty="0">
                <a:latin typeface="+mn-lt"/>
              </a:rPr>
              <a:t>MAD gives less weight to larger deviations</a:t>
            </a:r>
          </a:p>
          <a:p>
            <a:pPr marL="914400" lvl="1" indent="-457200">
              <a:lnSpc>
                <a:spcPct val="90000"/>
              </a:lnSpc>
              <a:buFont typeface="Arial" panose="020B0604020202020204" pitchFamily="34" charset="0"/>
              <a:buChar char="•"/>
            </a:pPr>
            <a:endParaRPr lang="en-US" sz="2800" dirty="0">
              <a:latin typeface="+mn-lt"/>
            </a:endParaRPr>
          </a:p>
          <a:p>
            <a:pPr marL="914400" lvl="1" indent="-457200">
              <a:lnSpc>
                <a:spcPct val="90000"/>
              </a:lnSpc>
              <a:buFont typeface="Arial" panose="020B0604020202020204" pitchFamily="34" charset="0"/>
              <a:buChar char="•"/>
            </a:pPr>
            <a:r>
              <a:rPr lang="en-US" sz="2800" dirty="0">
                <a:latin typeface="+mn-lt"/>
              </a:rPr>
              <a:t>MAPE gives less overall weight to a large deviation if the time series value is large</a:t>
            </a:r>
          </a:p>
          <a:p>
            <a:pPr marL="914400" lvl="1" indent="-457200">
              <a:lnSpc>
                <a:spcPct val="90000"/>
              </a:lnSpc>
              <a:buFont typeface="Arial" panose="020B0604020202020204" pitchFamily="34" charset="0"/>
              <a:buChar char="•"/>
            </a:pPr>
            <a:endParaRPr lang="en-US" sz="2800" dirty="0">
              <a:latin typeface="+mn-lt"/>
            </a:endParaRPr>
          </a:p>
          <a:p>
            <a:pPr marL="914400" lvl="1" indent="-457200">
              <a:lnSpc>
                <a:spcPct val="90000"/>
              </a:lnSpc>
              <a:buFont typeface="Arial" panose="020B0604020202020204" pitchFamily="34" charset="0"/>
              <a:buChar char="•"/>
            </a:pPr>
            <a:r>
              <a:rPr lang="en-US" sz="2800" dirty="0">
                <a:latin typeface="+mn-lt"/>
              </a:rPr>
              <a:t>LAD tells us if all deviations fall below some threshold value</a:t>
            </a:r>
          </a:p>
          <a:p>
            <a:pPr>
              <a:lnSpc>
                <a:spcPct val="90000"/>
              </a:lnSpc>
            </a:pPr>
            <a:endParaRPr lang="en-US" sz="2800" dirty="0">
              <a:latin typeface="+mn-lt"/>
            </a:endParaRPr>
          </a:p>
          <a:p>
            <a:pPr>
              <a:lnSpc>
                <a:spcPct val="90000"/>
              </a:lnSpc>
            </a:pPr>
            <a:r>
              <a:rPr lang="en-US" sz="2800" dirty="0">
                <a:latin typeface="+mn-lt"/>
              </a:rPr>
              <a:t>Although we illustrate all 4 techniques, in general focus will be on MSE and MAD. </a:t>
            </a:r>
          </a:p>
        </p:txBody>
      </p:sp>
      <p:pic>
        <p:nvPicPr>
          <p:cNvPr id="5" name="Picture 4"/>
          <p:cNvPicPr>
            <a:picLocks noChangeAspect="1"/>
          </p:cNvPicPr>
          <p:nvPr/>
        </p:nvPicPr>
        <p:blipFill>
          <a:blip r:embed="rId2"/>
          <a:stretch>
            <a:fillRect/>
          </a:stretch>
        </p:blipFill>
        <p:spPr>
          <a:xfrm>
            <a:off x="3288372" y="2320037"/>
            <a:ext cx="1651201" cy="727092"/>
          </a:xfrm>
          <a:prstGeom prst="rect">
            <a:avLst/>
          </a:prstGeom>
        </p:spPr>
      </p:pic>
      <p:pic>
        <p:nvPicPr>
          <p:cNvPr id="6" name="Picture 5"/>
          <p:cNvPicPr>
            <a:picLocks noChangeAspect="1"/>
          </p:cNvPicPr>
          <p:nvPr/>
        </p:nvPicPr>
        <p:blipFill>
          <a:blip r:embed="rId3"/>
          <a:stretch>
            <a:fillRect/>
          </a:stretch>
        </p:blipFill>
        <p:spPr>
          <a:xfrm>
            <a:off x="8081973" y="2799327"/>
            <a:ext cx="1486244" cy="663242"/>
          </a:xfrm>
          <a:prstGeom prst="rect">
            <a:avLst/>
          </a:prstGeom>
        </p:spPr>
      </p:pic>
      <p:pic>
        <p:nvPicPr>
          <p:cNvPr id="7" name="Picture 6"/>
          <p:cNvPicPr>
            <a:picLocks noChangeAspect="1"/>
          </p:cNvPicPr>
          <p:nvPr/>
        </p:nvPicPr>
        <p:blipFill>
          <a:blip r:embed="rId4"/>
          <a:stretch>
            <a:fillRect/>
          </a:stretch>
        </p:blipFill>
        <p:spPr>
          <a:xfrm>
            <a:off x="3382169" y="4294533"/>
            <a:ext cx="1467074" cy="729118"/>
          </a:xfrm>
          <a:prstGeom prst="rect">
            <a:avLst/>
          </a:prstGeom>
        </p:spPr>
      </p:pic>
      <p:pic>
        <p:nvPicPr>
          <p:cNvPr id="8" name="Picture 7"/>
          <p:cNvPicPr>
            <a:picLocks noChangeAspect="1"/>
          </p:cNvPicPr>
          <p:nvPr/>
        </p:nvPicPr>
        <p:blipFill>
          <a:blip r:embed="rId5"/>
          <a:stretch>
            <a:fillRect/>
          </a:stretch>
        </p:blipFill>
        <p:spPr>
          <a:xfrm>
            <a:off x="9944453" y="5023651"/>
            <a:ext cx="2084369" cy="525101"/>
          </a:xfrm>
          <a:prstGeom prst="rect">
            <a:avLst/>
          </a:prstGeom>
        </p:spPr>
      </p:pic>
    </p:spTree>
    <p:extLst>
      <p:ext uri="{BB962C8B-B14F-4D97-AF65-F5344CB8AC3E}">
        <p14:creationId xmlns:p14="http://schemas.microsoft.com/office/powerpoint/2010/main" val="22079853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Helvetica Neue"/>
                <a:cs typeface="Helvetica" panose="020B0604020202020204" pitchFamily="34" charset="0"/>
              </a:rPr>
              <a:t>Simple Moving Average</a:t>
            </a:r>
            <a:endParaRPr lang="en-IN" dirty="0"/>
          </a:p>
        </p:txBody>
      </p:sp>
      <p:sp>
        <p:nvSpPr>
          <p:cNvPr id="3" name="Rectangle 2"/>
          <p:cNvSpPr/>
          <p:nvPr/>
        </p:nvSpPr>
        <p:spPr>
          <a:xfrm>
            <a:off x="838200" y="1099181"/>
            <a:ext cx="10657113" cy="4801314"/>
          </a:xfrm>
          <a:prstGeom prst="rect">
            <a:avLst/>
          </a:prstGeom>
        </p:spPr>
        <p:txBody>
          <a:bodyPr wrap="square">
            <a:spAutoFit/>
          </a:bodyPr>
          <a:lstStyle/>
          <a:p>
            <a:pPr marL="342900" indent="-342900" algn="just">
              <a:spcBef>
                <a:spcPts val="0"/>
              </a:spcBef>
              <a:buFont typeface="Courier New" panose="02070309020205020404" pitchFamily="49" charset="0"/>
              <a:buChar char="o"/>
            </a:pPr>
            <a:r>
              <a:rPr lang="en-US" altLang="zh-CN" sz="2400" dirty="0">
                <a:latin typeface="+mn-lt"/>
              </a:rPr>
              <a:t>The idea behind the moving averages is that observations which are nearby in time are also likely to be close in value.</a:t>
            </a:r>
          </a:p>
          <a:p>
            <a:pPr marL="342900" indent="-342900" algn="just">
              <a:spcBef>
                <a:spcPts val="0"/>
              </a:spcBef>
              <a:buFont typeface="Courier New" panose="02070309020205020404" pitchFamily="49" charset="0"/>
              <a:buChar char="o"/>
            </a:pPr>
            <a:r>
              <a:rPr lang="en-US" altLang="zh-CN" sz="2400" dirty="0">
                <a:latin typeface="+mn-lt"/>
              </a:rPr>
              <a:t>The average of the points near an observation will provide a reasonable estimate of the trend-cycle at that observation.</a:t>
            </a:r>
          </a:p>
          <a:p>
            <a:pPr marL="342900" indent="-342900" algn="just">
              <a:spcBef>
                <a:spcPts val="0"/>
              </a:spcBef>
              <a:buFont typeface="Courier New" panose="02070309020205020404" pitchFamily="49" charset="0"/>
              <a:buChar char="o"/>
            </a:pPr>
            <a:r>
              <a:rPr lang="en-US" altLang="zh-CN" sz="2400" dirty="0">
                <a:latin typeface="+mn-lt"/>
              </a:rPr>
              <a:t>The average eliminate some of the randomness in the data, and leaves a smooth trend-cycle component.</a:t>
            </a:r>
          </a:p>
          <a:p>
            <a:pPr marL="1028700" lvl="1" indent="-571500" algn="just">
              <a:lnSpc>
                <a:spcPct val="150000"/>
              </a:lnSpc>
              <a:spcBef>
                <a:spcPts val="0"/>
              </a:spcBef>
              <a:buFont typeface="Arial" panose="020B0604020202020204" pitchFamily="34" charset="0"/>
              <a:buChar char="•"/>
            </a:pPr>
            <a:r>
              <a:rPr lang="en-US" sz="2400" dirty="0">
                <a:latin typeface="+mn-lt"/>
              </a:rPr>
              <a:t>It is assumed that fluctuations are around some base(level) line.</a:t>
            </a:r>
          </a:p>
          <a:p>
            <a:pPr marL="1028700" lvl="1" indent="-571500" algn="just">
              <a:lnSpc>
                <a:spcPct val="150000"/>
              </a:lnSpc>
              <a:spcBef>
                <a:spcPts val="0"/>
              </a:spcBef>
              <a:buFont typeface="Arial" panose="020B0604020202020204" pitchFamily="34" charset="0"/>
              <a:buChar char="•"/>
            </a:pPr>
            <a:r>
              <a:rPr lang="en-US" sz="2400" dirty="0">
                <a:latin typeface="+mn-lt"/>
              </a:rPr>
              <a:t>If we take more data for average then we get more smooth curve.</a:t>
            </a:r>
          </a:p>
          <a:p>
            <a:pPr marL="1028700" lvl="1" indent="-571500" algn="just">
              <a:lnSpc>
                <a:spcPct val="150000"/>
              </a:lnSpc>
              <a:spcBef>
                <a:spcPts val="0"/>
              </a:spcBef>
              <a:buFont typeface="Arial" panose="020B0604020202020204" pitchFamily="34" charset="0"/>
              <a:buChar char="•"/>
            </a:pPr>
            <a:r>
              <a:rPr lang="en-US" sz="2400" dirty="0">
                <a:latin typeface="+mn-lt"/>
              </a:rPr>
              <a:t>Thus method require more data for better forecast.</a:t>
            </a:r>
          </a:p>
          <a:p>
            <a:pPr marL="1028700" lvl="1" indent="-571500" algn="just">
              <a:lnSpc>
                <a:spcPct val="150000"/>
              </a:lnSpc>
              <a:spcBef>
                <a:spcPts val="0"/>
              </a:spcBef>
              <a:buFont typeface="Arial" panose="020B0604020202020204" pitchFamily="34" charset="0"/>
              <a:buChar char="•"/>
            </a:pPr>
            <a:r>
              <a:rPr lang="en-US" sz="2400" dirty="0">
                <a:latin typeface="+mn-lt"/>
              </a:rPr>
              <a:t>If we take one year moving average, it’s a naive forecast.</a:t>
            </a:r>
          </a:p>
          <a:p>
            <a:endParaRPr lang="en-US" altLang="zh-CN" dirty="0">
              <a:latin typeface="Helvetica Neue"/>
            </a:endParaRPr>
          </a:p>
        </p:txBody>
      </p:sp>
    </p:spTree>
    <p:extLst>
      <p:ext uri="{BB962C8B-B14F-4D97-AF65-F5344CB8AC3E}">
        <p14:creationId xmlns:p14="http://schemas.microsoft.com/office/powerpoint/2010/main" val="733956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Helvetica Neue"/>
                <a:cs typeface="Helvetica" panose="020B0604020202020204" pitchFamily="34" charset="0"/>
              </a:rPr>
              <a:t>Simple Moving Average</a:t>
            </a:r>
            <a:endParaRPr lang="en-IN" dirty="0"/>
          </a:p>
        </p:txBody>
      </p:sp>
      <p:pic>
        <p:nvPicPr>
          <p:cNvPr id="3" name="Picture 2"/>
          <p:cNvPicPr>
            <a:picLocks noChangeAspect="1"/>
          </p:cNvPicPr>
          <p:nvPr/>
        </p:nvPicPr>
        <p:blipFill>
          <a:blip r:embed="rId2"/>
          <a:stretch>
            <a:fillRect/>
          </a:stretch>
        </p:blipFill>
        <p:spPr>
          <a:xfrm>
            <a:off x="66396" y="1042273"/>
            <a:ext cx="10865408" cy="1295467"/>
          </a:xfrm>
          <a:prstGeom prst="rect">
            <a:avLst/>
          </a:prstGeom>
        </p:spPr>
      </p:pic>
      <p:pic>
        <p:nvPicPr>
          <p:cNvPr id="4" name="Picture 3"/>
          <p:cNvPicPr>
            <a:picLocks noChangeAspect="1"/>
          </p:cNvPicPr>
          <p:nvPr/>
        </p:nvPicPr>
        <p:blipFill>
          <a:blip r:embed="rId3"/>
          <a:stretch>
            <a:fillRect/>
          </a:stretch>
        </p:blipFill>
        <p:spPr>
          <a:xfrm>
            <a:off x="126724" y="2337740"/>
            <a:ext cx="5372376" cy="2311519"/>
          </a:xfrm>
          <a:prstGeom prst="rect">
            <a:avLst/>
          </a:prstGeom>
        </p:spPr>
      </p:pic>
      <p:pic>
        <p:nvPicPr>
          <p:cNvPr id="5" name="Picture 4"/>
          <p:cNvPicPr>
            <a:picLocks noChangeAspect="1"/>
          </p:cNvPicPr>
          <p:nvPr/>
        </p:nvPicPr>
        <p:blipFill>
          <a:blip r:embed="rId4"/>
          <a:stretch>
            <a:fillRect/>
          </a:stretch>
        </p:blipFill>
        <p:spPr>
          <a:xfrm>
            <a:off x="5572129" y="2455080"/>
            <a:ext cx="5359675" cy="2025754"/>
          </a:xfrm>
          <a:prstGeom prst="rect">
            <a:avLst/>
          </a:prstGeom>
        </p:spPr>
      </p:pic>
      <p:pic>
        <p:nvPicPr>
          <p:cNvPr id="6" name="Picture 5"/>
          <p:cNvPicPr>
            <a:picLocks noChangeAspect="1"/>
          </p:cNvPicPr>
          <p:nvPr/>
        </p:nvPicPr>
        <p:blipFill>
          <a:blip r:embed="rId5"/>
          <a:stretch>
            <a:fillRect/>
          </a:stretch>
        </p:blipFill>
        <p:spPr>
          <a:xfrm>
            <a:off x="180701" y="4768801"/>
            <a:ext cx="5264421" cy="1892397"/>
          </a:xfrm>
          <a:prstGeom prst="rect">
            <a:avLst/>
          </a:prstGeom>
        </p:spPr>
      </p:pic>
      <p:pic>
        <p:nvPicPr>
          <p:cNvPr id="7" name="Picture 6"/>
          <p:cNvPicPr>
            <a:picLocks noChangeAspect="1"/>
          </p:cNvPicPr>
          <p:nvPr/>
        </p:nvPicPr>
        <p:blipFill>
          <a:blip r:embed="rId6"/>
          <a:stretch>
            <a:fillRect/>
          </a:stretch>
        </p:blipFill>
        <p:spPr>
          <a:xfrm>
            <a:off x="5595942" y="4480834"/>
            <a:ext cx="5239019" cy="2248016"/>
          </a:xfrm>
          <a:prstGeom prst="rect">
            <a:avLst/>
          </a:prstGeom>
        </p:spPr>
      </p:pic>
    </p:spTree>
    <p:extLst>
      <p:ext uri="{BB962C8B-B14F-4D97-AF65-F5344CB8AC3E}">
        <p14:creationId xmlns:p14="http://schemas.microsoft.com/office/powerpoint/2010/main" val="972532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a:t>
            </a:r>
            <a:endParaRPr lang="en-IN" dirty="0"/>
          </a:p>
        </p:txBody>
      </p:sp>
      <p:sp>
        <p:nvSpPr>
          <p:cNvPr id="3" name="TextShape 2">
            <a:extLst>
              <a:ext uri="{FF2B5EF4-FFF2-40B4-BE49-F238E27FC236}">
                <a16:creationId xmlns:a16="http://schemas.microsoft.com/office/drawing/2014/main" id="{84186B61-9C5D-40BB-B021-D7D56B779A22}"/>
              </a:ext>
            </a:extLst>
          </p:cNvPr>
          <p:cNvSpPr txBox="1"/>
          <p:nvPr/>
        </p:nvSpPr>
        <p:spPr>
          <a:xfrm>
            <a:off x="72857" y="1053707"/>
            <a:ext cx="13448830" cy="364748"/>
          </a:xfrm>
          <a:prstGeom prst="rect">
            <a:avLst/>
          </a:prstGeom>
          <a:noFill/>
          <a:ln>
            <a:noFill/>
          </a:ln>
        </p:spPr>
        <p:txBody>
          <a:bodyPr/>
          <a:lstStyle/>
          <a:p>
            <a:pPr marL="416">
              <a:spcBef>
                <a:spcPts val="648"/>
              </a:spcBef>
              <a:buClr>
                <a:srgbClr val="000000"/>
              </a:buClr>
            </a:pPr>
            <a:r>
              <a:rPr lang="en-IN" sz="1600" b="1" spc="-1" dirty="0">
                <a:solidFill>
                  <a:srgbClr val="000000"/>
                </a:solidFill>
                <a:latin typeface="Helvetica Neue"/>
              </a:rPr>
              <a:t>Following data shows production volume (in ‘000 tones). Compute 3-year centre moving average for all available years</a:t>
            </a:r>
          </a:p>
        </p:txBody>
      </p:sp>
      <p:graphicFrame>
        <p:nvGraphicFramePr>
          <p:cNvPr id="4" name="Table 3"/>
          <p:cNvGraphicFramePr>
            <a:graphicFrameLocks noGrp="1"/>
          </p:cNvGraphicFramePr>
          <p:nvPr>
            <p:extLst>
              <p:ext uri="{D42A27DB-BD31-4B8C-83A1-F6EECF244321}">
                <p14:modId xmlns:p14="http://schemas.microsoft.com/office/powerpoint/2010/main" val="3199516931"/>
              </p:ext>
            </p:extLst>
          </p:nvPr>
        </p:nvGraphicFramePr>
        <p:xfrm>
          <a:off x="410370" y="1619587"/>
          <a:ext cx="6997108" cy="4907050"/>
        </p:xfrm>
        <a:graphic>
          <a:graphicData uri="http://schemas.openxmlformats.org/drawingml/2006/table">
            <a:tbl>
              <a:tblPr>
                <a:tableStyleId>{5940675A-B579-460E-94D1-54222C63F5DA}</a:tableStyleId>
              </a:tblPr>
              <a:tblGrid>
                <a:gridCol w="896469">
                  <a:extLst>
                    <a:ext uri="{9D8B030D-6E8A-4147-A177-3AD203B41FA5}">
                      <a16:colId xmlns:a16="http://schemas.microsoft.com/office/drawing/2014/main" val="20000"/>
                    </a:ext>
                  </a:extLst>
                </a:gridCol>
                <a:gridCol w="1690935">
                  <a:extLst>
                    <a:ext uri="{9D8B030D-6E8A-4147-A177-3AD203B41FA5}">
                      <a16:colId xmlns:a16="http://schemas.microsoft.com/office/drawing/2014/main" val="20001"/>
                    </a:ext>
                  </a:extLst>
                </a:gridCol>
                <a:gridCol w="2262851">
                  <a:extLst>
                    <a:ext uri="{9D8B030D-6E8A-4147-A177-3AD203B41FA5}">
                      <a16:colId xmlns:a16="http://schemas.microsoft.com/office/drawing/2014/main" val="20002"/>
                    </a:ext>
                  </a:extLst>
                </a:gridCol>
                <a:gridCol w="2146853">
                  <a:extLst>
                    <a:ext uri="{9D8B030D-6E8A-4147-A177-3AD203B41FA5}">
                      <a16:colId xmlns:a16="http://schemas.microsoft.com/office/drawing/2014/main" val="20003"/>
                    </a:ext>
                  </a:extLst>
                </a:gridCol>
              </a:tblGrid>
              <a:tr h="1123440">
                <a:tc>
                  <a:txBody>
                    <a:bodyPr/>
                    <a:lstStyle/>
                    <a:p>
                      <a:pPr algn="ctr" fontAlgn="ctr"/>
                      <a:r>
                        <a:rPr lang="en-IN" sz="2000" u="none" strike="noStrike" dirty="0">
                          <a:effectLst/>
                        </a:rPr>
                        <a:t>Year</a:t>
                      </a:r>
                      <a:endParaRPr lang="en-IN" sz="2000" b="0" i="0" u="none" strike="noStrike" dirty="0">
                        <a:solidFill>
                          <a:srgbClr val="000000"/>
                        </a:solidFill>
                        <a:effectLst/>
                        <a:latin typeface="Helvetica Neue"/>
                      </a:endParaRPr>
                    </a:p>
                  </a:txBody>
                  <a:tcPr marL="7620" marR="7620" marT="7620" marB="0" anchor="ctr"/>
                </a:tc>
                <a:tc>
                  <a:txBody>
                    <a:bodyPr/>
                    <a:lstStyle/>
                    <a:p>
                      <a:pPr algn="ctr" fontAlgn="ctr"/>
                      <a:r>
                        <a:rPr lang="en-IN" sz="2000" u="none" strike="noStrike" dirty="0">
                          <a:effectLst/>
                        </a:rPr>
                        <a:t>Production</a:t>
                      </a:r>
                      <a:endParaRPr lang="en-IN" sz="2000" b="0" i="0" u="none" strike="noStrike" dirty="0">
                        <a:solidFill>
                          <a:srgbClr val="000000"/>
                        </a:solidFill>
                        <a:effectLst/>
                        <a:latin typeface="Helvetica Neue"/>
                      </a:endParaRPr>
                    </a:p>
                  </a:txBody>
                  <a:tcPr marL="7620" marR="7620" marT="7620" marB="0" anchor="ctr"/>
                </a:tc>
                <a:tc>
                  <a:txBody>
                    <a:bodyPr/>
                    <a:lstStyle/>
                    <a:p>
                      <a:pPr algn="ctr" fontAlgn="ctr"/>
                      <a:r>
                        <a:rPr lang="en-IN" sz="2000" u="none" strike="noStrike" dirty="0">
                          <a:effectLst/>
                        </a:rPr>
                        <a:t>3 - year </a:t>
                      </a:r>
                    </a:p>
                    <a:p>
                      <a:pPr algn="ctr" fontAlgn="ctr"/>
                      <a:r>
                        <a:rPr lang="en-IN" sz="2000" u="none" strike="noStrike" dirty="0">
                          <a:effectLst/>
                        </a:rPr>
                        <a:t>moving total</a:t>
                      </a:r>
                      <a:endParaRPr lang="en-IN" sz="2000" b="0" i="0" u="none" strike="noStrike" dirty="0">
                        <a:solidFill>
                          <a:srgbClr val="000000"/>
                        </a:solidFill>
                        <a:effectLst/>
                        <a:latin typeface="Helvetica Neue"/>
                      </a:endParaRPr>
                    </a:p>
                  </a:txBody>
                  <a:tcPr marL="7620" marR="7620" marT="7620" marB="0" anchor="ctr"/>
                </a:tc>
                <a:tc>
                  <a:txBody>
                    <a:bodyPr/>
                    <a:lstStyle/>
                    <a:p>
                      <a:pPr algn="ctr" fontAlgn="ctr"/>
                      <a:r>
                        <a:rPr lang="en-IN" sz="2000" u="none" strike="noStrike" dirty="0">
                          <a:effectLst/>
                        </a:rPr>
                        <a:t>3 - year moving average</a:t>
                      </a:r>
                      <a:endParaRPr lang="en-IN" sz="2000" b="0" i="0" u="none" strike="noStrike" dirty="0">
                        <a:solidFill>
                          <a:srgbClr val="000000"/>
                        </a:solidFill>
                        <a:effectLst/>
                        <a:latin typeface="Helvetica Neue"/>
                      </a:endParaRPr>
                    </a:p>
                  </a:txBody>
                  <a:tcPr marL="7620" marR="7620" marT="7620" marB="0" anchor="ctr"/>
                </a:tc>
                <a:extLst>
                  <a:ext uri="{0D108BD9-81ED-4DB2-BD59-A6C34878D82A}">
                    <a16:rowId xmlns:a16="http://schemas.microsoft.com/office/drawing/2014/main" val="10000"/>
                  </a:ext>
                </a:extLst>
              </a:tr>
              <a:tr h="378361">
                <a:tc>
                  <a:txBody>
                    <a:bodyPr/>
                    <a:lstStyle/>
                    <a:p>
                      <a:pPr algn="ctr" fontAlgn="ctr"/>
                      <a:r>
                        <a:rPr lang="en-IN" sz="2000" u="none" strike="noStrike" dirty="0">
                          <a:effectLst/>
                        </a:rPr>
                        <a:t>1995</a:t>
                      </a:r>
                      <a:endParaRPr lang="en-IN" sz="2000" b="0" i="0" u="none" strike="noStrike" dirty="0">
                        <a:solidFill>
                          <a:srgbClr val="000000"/>
                        </a:solidFill>
                        <a:effectLst/>
                        <a:latin typeface="Helvetica Neue"/>
                      </a:endParaRPr>
                    </a:p>
                  </a:txBody>
                  <a:tcPr marL="7620" marR="7620" marT="7620" marB="0" anchor="ctr"/>
                </a:tc>
                <a:tc>
                  <a:txBody>
                    <a:bodyPr/>
                    <a:lstStyle/>
                    <a:p>
                      <a:pPr algn="ctr" fontAlgn="ctr"/>
                      <a:r>
                        <a:rPr lang="en-IN" sz="2000" u="none" strike="noStrike">
                          <a:effectLst/>
                        </a:rPr>
                        <a:t>21</a:t>
                      </a:r>
                      <a:endParaRPr lang="en-IN" sz="2000" b="0" i="0" u="none" strike="noStrike">
                        <a:solidFill>
                          <a:srgbClr val="000000"/>
                        </a:solidFill>
                        <a:effectLst/>
                        <a:latin typeface="Helvetica Neue"/>
                      </a:endParaRPr>
                    </a:p>
                  </a:txBody>
                  <a:tcPr marL="7620" marR="7620" marT="7620" marB="0" anchor="ctr"/>
                </a:tc>
                <a:tc>
                  <a:txBody>
                    <a:bodyPr/>
                    <a:lstStyle/>
                    <a:p>
                      <a:pPr algn="ctr" fontAlgn="ctr"/>
                      <a:r>
                        <a:rPr lang="en-IN" sz="2000" u="none" strike="noStrike">
                          <a:effectLst/>
                        </a:rPr>
                        <a:t> </a:t>
                      </a:r>
                      <a:endParaRPr lang="en-IN" sz="2000" b="0" i="0" u="none" strike="noStrike">
                        <a:solidFill>
                          <a:srgbClr val="000000"/>
                        </a:solidFill>
                        <a:effectLst/>
                        <a:latin typeface="Helvetica Neue"/>
                      </a:endParaRPr>
                    </a:p>
                  </a:txBody>
                  <a:tcPr marL="7620" marR="7620" marT="7620" marB="0" anchor="ctr"/>
                </a:tc>
                <a:tc>
                  <a:txBody>
                    <a:bodyPr/>
                    <a:lstStyle/>
                    <a:p>
                      <a:pPr algn="ctr" fontAlgn="ctr"/>
                      <a:r>
                        <a:rPr lang="en-IN" sz="2000" u="none" strike="noStrike">
                          <a:effectLst/>
                        </a:rPr>
                        <a:t> </a:t>
                      </a:r>
                      <a:endParaRPr lang="en-IN" sz="2000" b="0" i="0" u="none" strike="noStrike">
                        <a:solidFill>
                          <a:srgbClr val="000000"/>
                        </a:solidFill>
                        <a:effectLst/>
                        <a:latin typeface="Helvetica Neue"/>
                      </a:endParaRPr>
                    </a:p>
                  </a:txBody>
                  <a:tcPr marL="7620" marR="7620" marT="7620" marB="0" anchor="ctr"/>
                </a:tc>
                <a:extLst>
                  <a:ext uri="{0D108BD9-81ED-4DB2-BD59-A6C34878D82A}">
                    <a16:rowId xmlns:a16="http://schemas.microsoft.com/office/drawing/2014/main" val="10001"/>
                  </a:ext>
                </a:extLst>
              </a:tr>
              <a:tr h="378361">
                <a:tc>
                  <a:txBody>
                    <a:bodyPr/>
                    <a:lstStyle/>
                    <a:p>
                      <a:pPr algn="ctr" fontAlgn="ctr"/>
                      <a:r>
                        <a:rPr lang="en-IN" sz="2000" u="none" strike="noStrike" dirty="0">
                          <a:effectLst/>
                        </a:rPr>
                        <a:t>1996</a:t>
                      </a:r>
                      <a:endParaRPr lang="en-IN" sz="2000" b="0" i="0" u="none" strike="noStrike" dirty="0">
                        <a:solidFill>
                          <a:srgbClr val="000000"/>
                        </a:solidFill>
                        <a:effectLst/>
                        <a:latin typeface="Helvetica Neue"/>
                      </a:endParaRPr>
                    </a:p>
                  </a:txBody>
                  <a:tcPr marL="7620" marR="7620" marT="7620" marB="0" anchor="ctr"/>
                </a:tc>
                <a:tc>
                  <a:txBody>
                    <a:bodyPr/>
                    <a:lstStyle/>
                    <a:p>
                      <a:pPr algn="ctr" fontAlgn="ctr"/>
                      <a:r>
                        <a:rPr lang="en-IN" sz="2000" u="none" strike="noStrike">
                          <a:effectLst/>
                        </a:rPr>
                        <a:t>22</a:t>
                      </a:r>
                      <a:endParaRPr lang="en-IN" sz="2000" b="0" i="0" u="none" strike="noStrike">
                        <a:solidFill>
                          <a:srgbClr val="000000"/>
                        </a:solidFill>
                        <a:effectLst/>
                        <a:latin typeface="Helvetica Neue"/>
                      </a:endParaRPr>
                    </a:p>
                  </a:txBody>
                  <a:tcPr marL="7620" marR="7620" marT="7620" marB="0" anchor="ctr"/>
                </a:tc>
                <a:tc>
                  <a:txBody>
                    <a:bodyPr/>
                    <a:lstStyle/>
                    <a:p>
                      <a:pPr algn="ctr" fontAlgn="ctr"/>
                      <a:r>
                        <a:rPr lang="en-IN" sz="2000" u="none" strike="noStrike" dirty="0">
                          <a:effectLst/>
                        </a:rPr>
                        <a:t>66</a:t>
                      </a:r>
                      <a:endParaRPr lang="en-IN" sz="2000" b="0" i="0" u="none" strike="noStrike" dirty="0">
                        <a:solidFill>
                          <a:srgbClr val="000000"/>
                        </a:solidFill>
                        <a:effectLst/>
                        <a:latin typeface="Helvetica Neue"/>
                      </a:endParaRPr>
                    </a:p>
                  </a:txBody>
                  <a:tcPr marL="7620" marR="7620" marT="7620" marB="0" anchor="ctr"/>
                </a:tc>
                <a:tc>
                  <a:txBody>
                    <a:bodyPr/>
                    <a:lstStyle/>
                    <a:p>
                      <a:pPr algn="ctr" fontAlgn="ctr"/>
                      <a:r>
                        <a:rPr lang="en-IN" sz="2000" u="none" strike="noStrike" dirty="0">
                          <a:effectLst/>
                        </a:rPr>
                        <a:t>22.00</a:t>
                      </a:r>
                      <a:endParaRPr lang="en-IN" sz="2000" b="0" i="0" u="none" strike="noStrike" dirty="0">
                        <a:solidFill>
                          <a:srgbClr val="000000"/>
                        </a:solidFill>
                        <a:effectLst/>
                        <a:latin typeface="Helvetica Neue"/>
                      </a:endParaRPr>
                    </a:p>
                  </a:txBody>
                  <a:tcPr marL="7620" marR="7620" marT="7620" marB="0" anchor="ctr"/>
                </a:tc>
                <a:extLst>
                  <a:ext uri="{0D108BD9-81ED-4DB2-BD59-A6C34878D82A}">
                    <a16:rowId xmlns:a16="http://schemas.microsoft.com/office/drawing/2014/main" val="10002"/>
                  </a:ext>
                </a:extLst>
              </a:tr>
              <a:tr h="378361">
                <a:tc>
                  <a:txBody>
                    <a:bodyPr/>
                    <a:lstStyle/>
                    <a:p>
                      <a:pPr algn="ctr" fontAlgn="ctr"/>
                      <a:r>
                        <a:rPr lang="en-IN" sz="2000" u="none" strike="noStrike">
                          <a:effectLst/>
                        </a:rPr>
                        <a:t>1997</a:t>
                      </a:r>
                      <a:endParaRPr lang="en-IN" sz="2000" b="0" i="0" u="none" strike="noStrike">
                        <a:solidFill>
                          <a:srgbClr val="000000"/>
                        </a:solidFill>
                        <a:effectLst/>
                        <a:latin typeface="Helvetica Neue"/>
                      </a:endParaRPr>
                    </a:p>
                  </a:txBody>
                  <a:tcPr marL="7620" marR="7620" marT="7620" marB="0" anchor="ctr"/>
                </a:tc>
                <a:tc>
                  <a:txBody>
                    <a:bodyPr/>
                    <a:lstStyle/>
                    <a:p>
                      <a:pPr algn="ctr" fontAlgn="ctr"/>
                      <a:r>
                        <a:rPr lang="en-IN" sz="2000" u="none" strike="noStrike">
                          <a:effectLst/>
                        </a:rPr>
                        <a:t>23</a:t>
                      </a:r>
                      <a:endParaRPr lang="en-IN" sz="2000" b="0" i="0" u="none" strike="noStrike">
                        <a:solidFill>
                          <a:srgbClr val="000000"/>
                        </a:solidFill>
                        <a:effectLst/>
                        <a:latin typeface="Helvetica Neue"/>
                      </a:endParaRPr>
                    </a:p>
                  </a:txBody>
                  <a:tcPr marL="7620" marR="7620" marT="7620" marB="0" anchor="ctr"/>
                </a:tc>
                <a:tc>
                  <a:txBody>
                    <a:bodyPr/>
                    <a:lstStyle/>
                    <a:p>
                      <a:pPr algn="ctr" fontAlgn="ctr"/>
                      <a:r>
                        <a:rPr lang="en-IN" sz="2000" u="none" strike="noStrike" dirty="0">
                          <a:effectLst/>
                        </a:rPr>
                        <a:t>70</a:t>
                      </a:r>
                      <a:endParaRPr lang="en-IN" sz="2000" b="0" i="0" u="none" strike="noStrike" dirty="0">
                        <a:solidFill>
                          <a:srgbClr val="000000"/>
                        </a:solidFill>
                        <a:effectLst/>
                        <a:latin typeface="Helvetica Neue"/>
                      </a:endParaRPr>
                    </a:p>
                  </a:txBody>
                  <a:tcPr marL="7620" marR="7620" marT="7620" marB="0" anchor="ctr"/>
                </a:tc>
                <a:tc>
                  <a:txBody>
                    <a:bodyPr/>
                    <a:lstStyle/>
                    <a:p>
                      <a:pPr algn="ctr" fontAlgn="ctr"/>
                      <a:r>
                        <a:rPr lang="en-IN" sz="2000" u="none" strike="noStrike" dirty="0">
                          <a:effectLst/>
                        </a:rPr>
                        <a:t>23.33</a:t>
                      </a:r>
                      <a:endParaRPr lang="en-IN" sz="2000" b="0" i="0" u="none" strike="noStrike" dirty="0">
                        <a:solidFill>
                          <a:srgbClr val="000000"/>
                        </a:solidFill>
                        <a:effectLst/>
                        <a:latin typeface="Helvetica Neue"/>
                      </a:endParaRPr>
                    </a:p>
                  </a:txBody>
                  <a:tcPr marL="7620" marR="7620" marT="7620" marB="0" anchor="ctr"/>
                </a:tc>
                <a:extLst>
                  <a:ext uri="{0D108BD9-81ED-4DB2-BD59-A6C34878D82A}">
                    <a16:rowId xmlns:a16="http://schemas.microsoft.com/office/drawing/2014/main" val="10003"/>
                  </a:ext>
                </a:extLst>
              </a:tr>
              <a:tr h="378361">
                <a:tc>
                  <a:txBody>
                    <a:bodyPr/>
                    <a:lstStyle/>
                    <a:p>
                      <a:pPr algn="ctr" fontAlgn="ctr"/>
                      <a:r>
                        <a:rPr lang="en-IN" sz="2000" u="none" strike="noStrike">
                          <a:effectLst/>
                        </a:rPr>
                        <a:t>1998</a:t>
                      </a:r>
                      <a:endParaRPr lang="en-IN" sz="2000" b="0" i="0" u="none" strike="noStrike">
                        <a:solidFill>
                          <a:srgbClr val="000000"/>
                        </a:solidFill>
                        <a:effectLst/>
                        <a:latin typeface="Helvetica Neue"/>
                      </a:endParaRPr>
                    </a:p>
                  </a:txBody>
                  <a:tcPr marL="7620" marR="7620" marT="7620" marB="0" anchor="ctr"/>
                </a:tc>
                <a:tc>
                  <a:txBody>
                    <a:bodyPr/>
                    <a:lstStyle/>
                    <a:p>
                      <a:pPr algn="ctr" fontAlgn="ctr"/>
                      <a:r>
                        <a:rPr lang="en-IN" sz="2000" u="none" strike="noStrike" dirty="0">
                          <a:effectLst/>
                        </a:rPr>
                        <a:t>25</a:t>
                      </a:r>
                      <a:endParaRPr lang="en-IN" sz="2000" b="0" i="0" u="none" strike="noStrike" dirty="0">
                        <a:solidFill>
                          <a:srgbClr val="000000"/>
                        </a:solidFill>
                        <a:effectLst/>
                        <a:latin typeface="Helvetica Neue"/>
                      </a:endParaRPr>
                    </a:p>
                  </a:txBody>
                  <a:tcPr marL="7620" marR="7620" marT="7620" marB="0" anchor="ctr"/>
                </a:tc>
                <a:tc>
                  <a:txBody>
                    <a:bodyPr/>
                    <a:lstStyle/>
                    <a:p>
                      <a:pPr algn="ctr" fontAlgn="ctr"/>
                      <a:r>
                        <a:rPr lang="en-IN" sz="2000" u="none" strike="noStrike" dirty="0">
                          <a:effectLst/>
                        </a:rPr>
                        <a:t>72</a:t>
                      </a:r>
                      <a:endParaRPr lang="en-IN" sz="2000" b="0" i="0" u="none" strike="noStrike" dirty="0">
                        <a:solidFill>
                          <a:srgbClr val="000000"/>
                        </a:solidFill>
                        <a:effectLst/>
                        <a:latin typeface="Helvetica Neue"/>
                      </a:endParaRPr>
                    </a:p>
                  </a:txBody>
                  <a:tcPr marL="7620" marR="7620" marT="7620" marB="0" anchor="ctr"/>
                </a:tc>
                <a:tc>
                  <a:txBody>
                    <a:bodyPr/>
                    <a:lstStyle/>
                    <a:p>
                      <a:pPr algn="ctr" fontAlgn="ctr"/>
                      <a:r>
                        <a:rPr lang="en-IN" sz="2000" u="none" strike="noStrike" dirty="0">
                          <a:effectLst/>
                        </a:rPr>
                        <a:t>24.00</a:t>
                      </a:r>
                      <a:endParaRPr lang="en-IN" sz="2000" b="0" i="0" u="none" strike="noStrike" dirty="0">
                        <a:solidFill>
                          <a:srgbClr val="000000"/>
                        </a:solidFill>
                        <a:effectLst/>
                        <a:latin typeface="Helvetica Neue"/>
                      </a:endParaRPr>
                    </a:p>
                  </a:txBody>
                  <a:tcPr marL="7620" marR="7620" marT="7620" marB="0" anchor="ctr"/>
                </a:tc>
                <a:extLst>
                  <a:ext uri="{0D108BD9-81ED-4DB2-BD59-A6C34878D82A}">
                    <a16:rowId xmlns:a16="http://schemas.microsoft.com/office/drawing/2014/main" val="10004"/>
                  </a:ext>
                </a:extLst>
              </a:tr>
              <a:tr h="378361">
                <a:tc>
                  <a:txBody>
                    <a:bodyPr/>
                    <a:lstStyle/>
                    <a:p>
                      <a:pPr algn="ctr" fontAlgn="ctr"/>
                      <a:r>
                        <a:rPr lang="en-IN" sz="2000" u="none" strike="noStrike">
                          <a:effectLst/>
                        </a:rPr>
                        <a:t>1999</a:t>
                      </a:r>
                      <a:endParaRPr lang="en-IN" sz="2000" b="0" i="0" u="none" strike="noStrike">
                        <a:solidFill>
                          <a:srgbClr val="000000"/>
                        </a:solidFill>
                        <a:effectLst/>
                        <a:latin typeface="Helvetica Neue"/>
                      </a:endParaRPr>
                    </a:p>
                  </a:txBody>
                  <a:tcPr marL="7620" marR="7620" marT="7620" marB="0" anchor="ctr"/>
                </a:tc>
                <a:tc>
                  <a:txBody>
                    <a:bodyPr/>
                    <a:lstStyle/>
                    <a:p>
                      <a:pPr algn="ctr" fontAlgn="ctr"/>
                      <a:r>
                        <a:rPr lang="en-IN" sz="2000" u="none" strike="noStrike">
                          <a:effectLst/>
                        </a:rPr>
                        <a:t>24</a:t>
                      </a:r>
                      <a:endParaRPr lang="en-IN" sz="2000" b="0" i="0" u="none" strike="noStrike">
                        <a:solidFill>
                          <a:srgbClr val="000000"/>
                        </a:solidFill>
                        <a:effectLst/>
                        <a:latin typeface="Helvetica Neue"/>
                      </a:endParaRPr>
                    </a:p>
                  </a:txBody>
                  <a:tcPr marL="7620" marR="7620" marT="7620" marB="0" anchor="ctr"/>
                </a:tc>
                <a:tc>
                  <a:txBody>
                    <a:bodyPr/>
                    <a:lstStyle/>
                    <a:p>
                      <a:pPr algn="ctr" fontAlgn="ctr"/>
                      <a:r>
                        <a:rPr lang="en-IN" sz="2000" u="none" strike="noStrike" dirty="0">
                          <a:effectLst/>
                        </a:rPr>
                        <a:t>71</a:t>
                      </a:r>
                      <a:endParaRPr lang="en-IN" sz="2000" b="0" i="0" u="none" strike="noStrike" dirty="0">
                        <a:solidFill>
                          <a:srgbClr val="000000"/>
                        </a:solidFill>
                        <a:effectLst/>
                        <a:latin typeface="Helvetica Neue"/>
                      </a:endParaRPr>
                    </a:p>
                  </a:txBody>
                  <a:tcPr marL="7620" marR="7620" marT="7620" marB="0" anchor="ctr"/>
                </a:tc>
                <a:tc>
                  <a:txBody>
                    <a:bodyPr/>
                    <a:lstStyle/>
                    <a:p>
                      <a:pPr algn="ctr" fontAlgn="ctr"/>
                      <a:r>
                        <a:rPr lang="en-IN" sz="2000" u="none" strike="noStrike" dirty="0">
                          <a:effectLst/>
                        </a:rPr>
                        <a:t>23.67</a:t>
                      </a:r>
                      <a:endParaRPr lang="en-IN" sz="2000" b="0" i="0" u="none" strike="noStrike" dirty="0">
                        <a:solidFill>
                          <a:srgbClr val="000000"/>
                        </a:solidFill>
                        <a:effectLst/>
                        <a:latin typeface="Helvetica Neue"/>
                      </a:endParaRPr>
                    </a:p>
                  </a:txBody>
                  <a:tcPr marL="7620" marR="7620" marT="7620" marB="0" anchor="ctr"/>
                </a:tc>
                <a:extLst>
                  <a:ext uri="{0D108BD9-81ED-4DB2-BD59-A6C34878D82A}">
                    <a16:rowId xmlns:a16="http://schemas.microsoft.com/office/drawing/2014/main" val="10005"/>
                  </a:ext>
                </a:extLst>
              </a:tr>
              <a:tr h="378361">
                <a:tc>
                  <a:txBody>
                    <a:bodyPr/>
                    <a:lstStyle/>
                    <a:p>
                      <a:pPr algn="ctr" fontAlgn="ctr"/>
                      <a:r>
                        <a:rPr lang="en-IN" sz="2000" u="none" strike="noStrike">
                          <a:effectLst/>
                        </a:rPr>
                        <a:t>2000</a:t>
                      </a:r>
                      <a:endParaRPr lang="en-IN" sz="2000" b="0" i="0" u="none" strike="noStrike">
                        <a:solidFill>
                          <a:srgbClr val="000000"/>
                        </a:solidFill>
                        <a:effectLst/>
                        <a:latin typeface="Helvetica Neue"/>
                      </a:endParaRPr>
                    </a:p>
                  </a:txBody>
                  <a:tcPr marL="7620" marR="7620" marT="7620" marB="0" anchor="ctr"/>
                </a:tc>
                <a:tc>
                  <a:txBody>
                    <a:bodyPr/>
                    <a:lstStyle/>
                    <a:p>
                      <a:pPr algn="ctr" fontAlgn="ctr"/>
                      <a:r>
                        <a:rPr lang="en-IN" sz="2000" u="none" strike="noStrike" dirty="0">
                          <a:effectLst/>
                        </a:rPr>
                        <a:t>22</a:t>
                      </a:r>
                      <a:endParaRPr lang="en-IN" sz="2000" b="0" i="0" u="none" strike="noStrike" dirty="0">
                        <a:solidFill>
                          <a:srgbClr val="000000"/>
                        </a:solidFill>
                        <a:effectLst/>
                        <a:latin typeface="Helvetica Neue"/>
                      </a:endParaRPr>
                    </a:p>
                  </a:txBody>
                  <a:tcPr marL="7620" marR="7620" marT="7620" marB="0" anchor="ctr"/>
                </a:tc>
                <a:tc>
                  <a:txBody>
                    <a:bodyPr/>
                    <a:lstStyle/>
                    <a:p>
                      <a:pPr algn="ctr" fontAlgn="ctr"/>
                      <a:r>
                        <a:rPr lang="en-IN" sz="2000" u="none" strike="noStrike" dirty="0">
                          <a:effectLst/>
                        </a:rPr>
                        <a:t>71</a:t>
                      </a:r>
                      <a:endParaRPr lang="en-IN" sz="2000" b="0" i="0" u="none" strike="noStrike" dirty="0">
                        <a:solidFill>
                          <a:srgbClr val="000000"/>
                        </a:solidFill>
                        <a:effectLst/>
                        <a:latin typeface="Helvetica Neue"/>
                      </a:endParaRPr>
                    </a:p>
                  </a:txBody>
                  <a:tcPr marL="7620" marR="7620" marT="7620" marB="0" anchor="ctr"/>
                </a:tc>
                <a:tc>
                  <a:txBody>
                    <a:bodyPr/>
                    <a:lstStyle/>
                    <a:p>
                      <a:pPr algn="ctr" fontAlgn="ctr"/>
                      <a:r>
                        <a:rPr lang="en-IN" sz="2000" u="none" strike="noStrike" dirty="0">
                          <a:effectLst/>
                        </a:rPr>
                        <a:t>23.67</a:t>
                      </a:r>
                      <a:endParaRPr lang="en-IN" sz="2000" b="0" i="0" u="none" strike="noStrike" dirty="0">
                        <a:solidFill>
                          <a:srgbClr val="000000"/>
                        </a:solidFill>
                        <a:effectLst/>
                        <a:latin typeface="Helvetica Neue"/>
                      </a:endParaRPr>
                    </a:p>
                  </a:txBody>
                  <a:tcPr marL="7620" marR="7620" marT="7620" marB="0" anchor="ctr"/>
                </a:tc>
                <a:extLst>
                  <a:ext uri="{0D108BD9-81ED-4DB2-BD59-A6C34878D82A}">
                    <a16:rowId xmlns:a16="http://schemas.microsoft.com/office/drawing/2014/main" val="10006"/>
                  </a:ext>
                </a:extLst>
              </a:tr>
              <a:tr h="378361">
                <a:tc>
                  <a:txBody>
                    <a:bodyPr/>
                    <a:lstStyle/>
                    <a:p>
                      <a:pPr algn="ctr" fontAlgn="ctr"/>
                      <a:r>
                        <a:rPr lang="en-IN" sz="2000" u="none" strike="noStrike">
                          <a:effectLst/>
                        </a:rPr>
                        <a:t>2001</a:t>
                      </a:r>
                      <a:endParaRPr lang="en-IN" sz="2000" b="0" i="0" u="none" strike="noStrike">
                        <a:solidFill>
                          <a:srgbClr val="000000"/>
                        </a:solidFill>
                        <a:effectLst/>
                        <a:latin typeface="Helvetica Neue"/>
                      </a:endParaRPr>
                    </a:p>
                  </a:txBody>
                  <a:tcPr marL="7620" marR="7620" marT="7620" marB="0" anchor="ctr"/>
                </a:tc>
                <a:tc>
                  <a:txBody>
                    <a:bodyPr/>
                    <a:lstStyle/>
                    <a:p>
                      <a:pPr algn="ctr" fontAlgn="ctr"/>
                      <a:r>
                        <a:rPr lang="en-IN" sz="2000" u="none" strike="noStrike">
                          <a:effectLst/>
                        </a:rPr>
                        <a:t>25</a:t>
                      </a:r>
                      <a:endParaRPr lang="en-IN" sz="2000" b="0" i="0" u="none" strike="noStrike">
                        <a:solidFill>
                          <a:srgbClr val="000000"/>
                        </a:solidFill>
                        <a:effectLst/>
                        <a:latin typeface="Helvetica Neue"/>
                      </a:endParaRPr>
                    </a:p>
                  </a:txBody>
                  <a:tcPr marL="7620" marR="7620" marT="7620" marB="0" anchor="ctr"/>
                </a:tc>
                <a:tc>
                  <a:txBody>
                    <a:bodyPr/>
                    <a:lstStyle/>
                    <a:p>
                      <a:pPr algn="ctr" fontAlgn="ctr"/>
                      <a:r>
                        <a:rPr lang="en-IN" sz="2000" u="none" strike="noStrike" dirty="0">
                          <a:effectLst/>
                        </a:rPr>
                        <a:t>73</a:t>
                      </a:r>
                      <a:endParaRPr lang="en-IN" sz="2000" b="0" i="0" u="none" strike="noStrike" dirty="0">
                        <a:solidFill>
                          <a:srgbClr val="000000"/>
                        </a:solidFill>
                        <a:effectLst/>
                        <a:latin typeface="Helvetica Neue"/>
                      </a:endParaRPr>
                    </a:p>
                  </a:txBody>
                  <a:tcPr marL="7620" marR="7620" marT="7620" marB="0" anchor="ctr"/>
                </a:tc>
                <a:tc>
                  <a:txBody>
                    <a:bodyPr/>
                    <a:lstStyle/>
                    <a:p>
                      <a:pPr algn="ctr" fontAlgn="ctr"/>
                      <a:r>
                        <a:rPr lang="en-IN" sz="2000" u="none" strike="noStrike" dirty="0">
                          <a:effectLst/>
                        </a:rPr>
                        <a:t>24.33</a:t>
                      </a:r>
                      <a:endParaRPr lang="en-IN" sz="2000" b="0" i="0" u="none" strike="noStrike" dirty="0">
                        <a:solidFill>
                          <a:srgbClr val="000000"/>
                        </a:solidFill>
                        <a:effectLst/>
                        <a:latin typeface="Helvetica Neue"/>
                      </a:endParaRPr>
                    </a:p>
                  </a:txBody>
                  <a:tcPr marL="7620" marR="7620" marT="7620" marB="0" anchor="ctr"/>
                </a:tc>
                <a:extLst>
                  <a:ext uri="{0D108BD9-81ED-4DB2-BD59-A6C34878D82A}">
                    <a16:rowId xmlns:a16="http://schemas.microsoft.com/office/drawing/2014/main" val="10007"/>
                  </a:ext>
                </a:extLst>
              </a:tr>
              <a:tr h="378361">
                <a:tc>
                  <a:txBody>
                    <a:bodyPr/>
                    <a:lstStyle/>
                    <a:p>
                      <a:pPr algn="ctr" fontAlgn="ctr"/>
                      <a:r>
                        <a:rPr lang="en-IN" sz="2000" u="none" strike="noStrike">
                          <a:effectLst/>
                        </a:rPr>
                        <a:t>2002</a:t>
                      </a:r>
                      <a:endParaRPr lang="en-IN" sz="2000" b="0" i="0" u="none" strike="noStrike">
                        <a:solidFill>
                          <a:srgbClr val="000000"/>
                        </a:solidFill>
                        <a:effectLst/>
                        <a:latin typeface="Helvetica Neue"/>
                      </a:endParaRPr>
                    </a:p>
                  </a:txBody>
                  <a:tcPr marL="7620" marR="7620" marT="7620" marB="0" anchor="ctr"/>
                </a:tc>
                <a:tc>
                  <a:txBody>
                    <a:bodyPr/>
                    <a:lstStyle/>
                    <a:p>
                      <a:pPr algn="ctr" fontAlgn="ctr"/>
                      <a:r>
                        <a:rPr lang="en-IN" sz="2000" u="none" strike="noStrike">
                          <a:effectLst/>
                        </a:rPr>
                        <a:t>26</a:t>
                      </a:r>
                      <a:endParaRPr lang="en-IN" sz="2000" b="0" i="0" u="none" strike="noStrike">
                        <a:solidFill>
                          <a:srgbClr val="000000"/>
                        </a:solidFill>
                        <a:effectLst/>
                        <a:latin typeface="Helvetica Neue"/>
                      </a:endParaRPr>
                    </a:p>
                  </a:txBody>
                  <a:tcPr marL="7620" marR="7620" marT="7620" marB="0" anchor="ctr"/>
                </a:tc>
                <a:tc>
                  <a:txBody>
                    <a:bodyPr/>
                    <a:lstStyle/>
                    <a:p>
                      <a:pPr algn="ctr" fontAlgn="ctr"/>
                      <a:r>
                        <a:rPr lang="en-IN" sz="2000" u="none" strike="noStrike" dirty="0">
                          <a:effectLst/>
                        </a:rPr>
                        <a:t>78</a:t>
                      </a:r>
                      <a:endParaRPr lang="en-IN" sz="2000" b="0" i="0" u="none" strike="noStrike" dirty="0">
                        <a:solidFill>
                          <a:srgbClr val="000000"/>
                        </a:solidFill>
                        <a:effectLst/>
                        <a:latin typeface="Helvetica Neue"/>
                      </a:endParaRPr>
                    </a:p>
                  </a:txBody>
                  <a:tcPr marL="7620" marR="7620" marT="7620" marB="0" anchor="ctr"/>
                </a:tc>
                <a:tc>
                  <a:txBody>
                    <a:bodyPr/>
                    <a:lstStyle/>
                    <a:p>
                      <a:pPr algn="ctr" fontAlgn="ctr"/>
                      <a:r>
                        <a:rPr lang="en-IN" sz="2000" u="none" strike="noStrike" dirty="0">
                          <a:effectLst/>
                        </a:rPr>
                        <a:t>26.00</a:t>
                      </a:r>
                      <a:endParaRPr lang="en-IN" sz="2000" b="0" i="0" u="none" strike="noStrike" dirty="0">
                        <a:solidFill>
                          <a:srgbClr val="000000"/>
                        </a:solidFill>
                        <a:effectLst/>
                        <a:latin typeface="Helvetica Neue"/>
                      </a:endParaRPr>
                    </a:p>
                  </a:txBody>
                  <a:tcPr marL="7620" marR="7620" marT="7620" marB="0" anchor="ctr"/>
                </a:tc>
                <a:extLst>
                  <a:ext uri="{0D108BD9-81ED-4DB2-BD59-A6C34878D82A}">
                    <a16:rowId xmlns:a16="http://schemas.microsoft.com/office/drawing/2014/main" val="10008"/>
                  </a:ext>
                </a:extLst>
              </a:tr>
              <a:tr h="378361">
                <a:tc>
                  <a:txBody>
                    <a:bodyPr/>
                    <a:lstStyle/>
                    <a:p>
                      <a:pPr algn="ctr" fontAlgn="ctr"/>
                      <a:r>
                        <a:rPr lang="en-IN" sz="2000" u="none" strike="noStrike">
                          <a:effectLst/>
                        </a:rPr>
                        <a:t>2003</a:t>
                      </a:r>
                      <a:endParaRPr lang="en-IN" sz="2000" b="0" i="0" u="none" strike="noStrike">
                        <a:solidFill>
                          <a:srgbClr val="000000"/>
                        </a:solidFill>
                        <a:effectLst/>
                        <a:latin typeface="Helvetica Neue"/>
                      </a:endParaRPr>
                    </a:p>
                  </a:txBody>
                  <a:tcPr marL="7620" marR="7620" marT="7620" marB="0" anchor="ctr"/>
                </a:tc>
                <a:tc>
                  <a:txBody>
                    <a:bodyPr/>
                    <a:lstStyle/>
                    <a:p>
                      <a:pPr algn="ctr" fontAlgn="ctr"/>
                      <a:r>
                        <a:rPr lang="en-IN" sz="2000" u="none" strike="noStrike">
                          <a:effectLst/>
                        </a:rPr>
                        <a:t>27</a:t>
                      </a:r>
                      <a:endParaRPr lang="en-IN" sz="2000" b="0" i="0" u="none" strike="noStrike">
                        <a:solidFill>
                          <a:srgbClr val="000000"/>
                        </a:solidFill>
                        <a:effectLst/>
                        <a:latin typeface="Helvetica Neue"/>
                      </a:endParaRPr>
                    </a:p>
                  </a:txBody>
                  <a:tcPr marL="7620" marR="7620" marT="7620" marB="0" anchor="ctr"/>
                </a:tc>
                <a:tc>
                  <a:txBody>
                    <a:bodyPr/>
                    <a:lstStyle/>
                    <a:p>
                      <a:pPr algn="ctr" fontAlgn="ctr"/>
                      <a:r>
                        <a:rPr lang="en-IN" sz="2000" u="none" strike="noStrike" dirty="0">
                          <a:effectLst/>
                        </a:rPr>
                        <a:t>79</a:t>
                      </a:r>
                      <a:endParaRPr lang="en-IN" sz="2000" b="0" i="0" u="none" strike="noStrike" dirty="0">
                        <a:solidFill>
                          <a:srgbClr val="000000"/>
                        </a:solidFill>
                        <a:effectLst/>
                        <a:latin typeface="Helvetica Neue"/>
                      </a:endParaRPr>
                    </a:p>
                  </a:txBody>
                  <a:tcPr marL="7620" marR="7620" marT="7620" marB="0" anchor="ctr"/>
                </a:tc>
                <a:tc>
                  <a:txBody>
                    <a:bodyPr/>
                    <a:lstStyle/>
                    <a:p>
                      <a:pPr algn="ctr" fontAlgn="ctr"/>
                      <a:r>
                        <a:rPr lang="en-IN" sz="2000" u="none" strike="noStrike" dirty="0">
                          <a:effectLst/>
                        </a:rPr>
                        <a:t>26.33</a:t>
                      </a:r>
                      <a:endParaRPr lang="en-IN" sz="2000" b="0" i="0" u="none" strike="noStrike" dirty="0">
                        <a:solidFill>
                          <a:srgbClr val="000000"/>
                        </a:solidFill>
                        <a:effectLst/>
                        <a:latin typeface="Helvetica Neue"/>
                      </a:endParaRPr>
                    </a:p>
                  </a:txBody>
                  <a:tcPr marL="7620" marR="7620" marT="7620" marB="0" anchor="ctr"/>
                </a:tc>
                <a:extLst>
                  <a:ext uri="{0D108BD9-81ED-4DB2-BD59-A6C34878D82A}">
                    <a16:rowId xmlns:a16="http://schemas.microsoft.com/office/drawing/2014/main" val="10009"/>
                  </a:ext>
                </a:extLst>
              </a:tr>
              <a:tr h="378361">
                <a:tc>
                  <a:txBody>
                    <a:bodyPr/>
                    <a:lstStyle/>
                    <a:p>
                      <a:pPr algn="ctr" fontAlgn="ctr"/>
                      <a:r>
                        <a:rPr lang="en-IN" sz="2000" u="none" strike="noStrike">
                          <a:effectLst/>
                        </a:rPr>
                        <a:t>2004</a:t>
                      </a:r>
                      <a:endParaRPr lang="en-IN" sz="2000" b="0" i="0" u="none" strike="noStrike">
                        <a:solidFill>
                          <a:srgbClr val="000000"/>
                        </a:solidFill>
                        <a:effectLst/>
                        <a:latin typeface="Helvetica Neue"/>
                      </a:endParaRPr>
                    </a:p>
                  </a:txBody>
                  <a:tcPr marL="7620" marR="7620" marT="7620" marB="0" anchor="ctr"/>
                </a:tc>
                <a:tc>
                  <a:txBody>
                    <a:bodyPr/>
                    <a:lstStyle/>
                    <a:p>
                      <a:pPr algn="ctr" fontAlgn="ctr"/>
                      <a:r>
                        <a:rPr lang="en-IN" sz="2000" u="none" strike="noStrike" dirty="0">
                          <a:effectLst/>
                        </a:rPr>
                        <a:t>26</a:t>
                      </a:r>
                      <a:endParaRPr lang="en-IN" sz="2000" b="0" i="0" u="none" strike="noStrike" dirty="0">
                        <a:solidFill>
                          <a:srgbClr val="000000"/>
                        </a:solidFill>
                        <a:effectLst/>
                        <a:latin typeface="Helvetica Neue"/>
                      </a:endParaRPr>
                    </a:p>
                  </a:txBody>
                  <a:tcPr marL="7620" marR="7620" marT="7620" marB="0" anchor="ctr"/>
                </a:tc>
                <a:tc>
                  <a:txBody>
                    <a:bodyPr/>
                    <a:lstStyle/>
                    <a:p>
                      <a:endParaRPr lang="en-IN" sz="2000"/>
                    </a:p>
                  </a:txBody>
                  <a:tcPr marL="7620" marR="7620" marT="7620" marB="0" anchor="ctr"/>
                </a:tc>
                <a:tc>
                  <a:txBody>
                    <a:bodyPr/>
                    <a:lstStyle/>
                    <a:p>
                      <a:endParaRPr lang="en-IN" sz="2000" dirty="0"/>
                    </a:p>
                  </a:txBody>
                  <a:tcPr marL="7620" marR="7620" marT="7620" marB="0" anchor="ctr"/>
                </a:tc>
                <a:extLst>
                  <a:ext uri="{0D108BD9-81ED-4DB2-BD59-A6C34878D82A}">
                    <a16:rowId xmlns:a16="http://schemas.microsoft.com/office/drawing/2014/main" val="10010"/>
                  </a:ext>
                </a:extLst>
              </a:tr>
            </a:tbl>
          </a:graphicData>
        </a:graphic>
      </p:graphicFrame>
      <p:graphicFrame>
        <p:nvGraphicFramePr>
          <p:cNvPr id="5" name="Chart 4"/>
          <p:cNvGraphicFramePr>
            <a:graphicFrameLocks/>
          </p:cNvGraphicFramePr>
          <p:nvPr>
            <p:extLst>
              <p:ext uri="{D42A27DB-BD31-4B8C-83A1-F6EECF244321}">
                <p14:modId xmlns:p14="http://schemas.microsoft.com/office/powerpoint/2010/main" val="1139867641"/>
              </p:ext>
            </p:extLst>
          </p:nvPr>
        </p:nvGraphicFramePr>
        <p:xfrm>
          <a:off x="7824808" y="2276725"/>
          <a:ext cx="4145520" cy="415178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466021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down)">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2"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right)">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Graphic spid="5" grpId="0">
        <p:bldAsOne/>
      </p:bldGraphic>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160569"/>
            <a:ext cx="7543800" cy="764364"/>
          </a:xfrm>
        </p:spPr>
        <p:txBody>
          <a:bodyPr>
            <a:normAutofit/>
          </a:bodyPr>
          <a:lstStyle/>
          <a:p>
            <a:pPr algn="l"/>
            <a:r>
              <a:rPr lang="en-US" sz="3200" dirty="0"/>
              <a:t>Example 2</a:t>
            </a:r>
            <a:endParaRPr lang="en-IN" sz="3200" dirty="0"/>
          </a:p>
        </p:txBody>
      </p:sp>
      <p:sp>
        <p:nvSpPr>
          <p:cNvPr id="63491" name="Slide Number Placeholder 3"/>
          <p:cNvSpPr>
            <a:spLocks noGrp="1" noChangeArrowheads="1"/>
          </p:cNvSpPr>
          <p:nvPr>
            <p:ph type="sldNum" sz="quarter" idx="4294967295"/>
          </p:nvPr>
        </p:nvSpPr>
        <p:spPr bwMode="auto">
          <a:xfrm>
            <a:off x="8534400" y="6356351"/>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19D98BEF-A21D-416D-AC2C-4626795CBDB9}" type="slidenum">
              <a:rPr lang="en-US" altLang="en-US" sz="1800">
                <a:solidFill>
                  <a:srgbClr val="898989"/>
                </a:solidFill>
              </a:rPr>
              <a:pPr algn="l" eaLnBrk="0" hangingPunct="0">
                <a:spcBef>
                  <a:spcPct val="0"/>
                </a:spcBef>
                <a:buFontTx/>
                <a:buNone/>
              </a:pPr>
              <a:t>43</a:t>
            </a:fld>
            <a:endParaRPr lang="en-US" altLang="en-US" sz="1800">
              <a:solidFill>
                <a:srgbClr val="898989"/>
              </a:solidFill>
            </a:endParaRPr>
          </a:p>
        </p:txBody>
      </p:sp>
      <p:sp>
        <p:nvSpPr>
          <p:cNvPr id="4" name="TextShape 2">
            <a:extLst>
              <a:ext uri="{FF2B5EF4-FFF2-40B4-BE49-F238E27FC236}">
                <a16:creationId xmlns:a16="http://schemas.microsoft.com/office/drawing/2014/main" id="{84186B61-9C5D-40BB-B021-D7D56B779A22}"/>
              </a:ext>
            </a:extLst>
          </p:cNvPr>
          <p:cNvSpPr txBox="1"/>
          <p:nvPr/>
        </p:nvSpPr>
        <p:spPr>
          <a:xfrm>
            <a:off x="163287" y="1085312"/>
            <a:ext cx="11797392" cy="532356"/>
          </a:xfrm>
          <a:prstGeom prst="rect">
            <a:avLst/>
          </a:prstGeom>
          <a:noFill/>
          <a:ln>
            <a:noFill/>
          </a:ln>
        </p:spPr>
        <p:txBody>
          <a:bodyPr/>
          <a:lstStyle/>
          <a:p>
            <a:pPr marL="416">
              <a:spcBef>
                <a:spcPts val="648"/>
              </a:spcBef>
              <a:buClr>
                <a:srgbClr val="000000"/>
              </a:buClr>
            </a:pPr>
            <a:r>
              <a:rPr lang="en-IN" sz="2000" b="1" spc="-1" dirty="0">
                <a:solidFill>
                  <a:srgbClr val="000000"/>
                </a:solidFill>
                <a:latin typeface="Helvetica Neue"/>
              </a:rPr>
              <a:t>Following data shows production volume (in ‘000 tones). Compute 3 and 5-year moving average </a:t>
            </a:r>
          </a:p>
        </p:txBody>
      </p:sp>
      <p:graphicFrame>
        <p:nvGraphicFramePr>
          <p:cNvPr id="5" name="Chart 4">
            <a:extLst>
              <a:ext uri="{FF2B5EF4-FFF2-40B4-BE49-F238E27FC236}">
                <a16:creationId xmlns:a16="http://schemas.microsoft.com/office/drawing/2014/main" id="{C7DA5E79-DE7D-D5A2-0FAF-967D186B869A}"/>
              </a:ext>
            </a:extLst>
          </p:cNvPr>
          <p:cNvGraphicFramePr>
            <a:graphicFrameLocks/>
          </p:cNvGraphicFramePr>
          <p:nvPr>
            <p:extLst>
              <p:ext uri="{D42A27DB-BD31-4B8C-83A1-F6EECF244321}">
                <p14:modId xmlns:p14="http://schemas.microsoft.com/office/powerpoint/2010/main" val="409451519"/>
              </p:ext>
            </p:extLst>
          </p:nvPr>
        </p:nvGraphicFramePr>
        <p:xfrm>
          <a:off x="3547333" y="1694912"/>
          <a:ext cx="7834281" cy="490984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Table 5"/>
          <p:cNvGraphicFramePr>
            <a:graphicFrameLocks noGrp="1"/>
          </p:cNvGraphicFramePr>
          <p:nvPr/>
        </p:nvGraphicFramePr>
        <p:xfrm>
          <a:off x="229099" y="1694917"/>
          <a:ext cx="781612" cy="4909846"/>
        </p:xfrm>
        <a:graphic>
          <a:graphicData uri="http://schemas.openxmlformats.org/drawingml/2006/table">
            <a:tbl>
              <a:tblPr>
                <a:tableStyleId>{5940675A-B579-460E-94D1-54222C63F5DA}</a:tableStyleId>
              </a:tblPr>
              <a:tblGrid>
                <a:gridCol w="390806">
                  <a:extLst>
                    <a:ext uri="{9D8B030D-6E8A-4147-A177-3AD203B41FA5}">
                      <a16:colId xmlns:a16="http://schemas.microsoft.com/office/drawing/2014/main" val="20000"/>
                    </a:ext>
                  </a:extLst>
                </a:gridCol>
                <a:gridCol w="390806">
                  <a:extLst>
                    <a:ext uri="{9D8B030D-6E8A-4147-A177-3AD203B41FA5}">
                      <a16:colId xmlns:a16="http://schemas.microsoft.com/office/drawing/2014/main" val="20001"/>
                    </a:ext>
                  </a:extLst>
                </a:gridCol>
              </a:tblGrid>
              <a:tr h="376946">
                <a:tc>
                  <a:txBody>
                    <a:bodyPr/>
                    <a:lstStyle/>
                    <a:p>
                      <a:pPr algn="ctr" rtl="0" fontAlgn="b"/>
                      <a:r>
                        <a:rPr lang="en-IN" sz="1100" u="none" strike="noStrike" dirty="0">
                          <a:effectLst/>
                        </a:rPr>
                        <a:t>Period (t)</a:t>
                      </a:r>
                      <a:endParaRPr lang="en-IN" sz="1100" b="0" i="0" u="none" strike="noStrike" dirty="0">
                        <a:solidFill>
                          <a:srgbClr val="000000"/>
                        </a:solidFill>
                        <a:effectLst/>
                        <a:latin typeface="Calibri" panose="020F0502020204030204" pitchFamily="34" charset="0"/>
                      </a:endParaRPr>
                    </a:p>
                  </a:txBody>
                  <a:tcPr marL="4884" marR="4884" marT="4884" marB="0" anchor="b"/>
                </a:tc>
                <a:tc>
                  <a:txBody>
                    <a:bodyPr/>
                    <a:lstStyle/>
                    <a:p>
                      <a:pPr algn="ctr" rtl="0" fontAlgn="b"/>
                      <a:r>
                        <a:rPr lang="en-IN" sz="1100" u="none" strike="noStrike">
                          <a:effectLst/>
                        </a:rPr>
                        <a:t>Sales (Y</a:t>
                      </a:r>
                      <a:r>
                        <a:rPr lang="en-IN" sz="1100" u="none" strike="noStrike" baseline="-25000">
                          <a:effectLst/>
                        </a:rPr>
                        <a:t>t</a:t>
                      </a:r>
                      <a:r>
                        <a:rPr lang="en-IN" sz="1100" u="none" strike="noStrike">
                          <a:effectLst/>
                        </a:rPr>
                        <a:t>)</a:t>
                      </a:r>
                      <a:endParaRPr lang="en-IN" sz="1100" b="0" i="0" u="none" strike="noStrike">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00"/>
                  </a:ext>
                </a:extLst>
              </a:tr>
              <a:tr h="181316">
                <a:tc>
                  <a:txBody>
                    <a:bodyPr/>
                    <a:lstStyle/>
                    <a:p>
                      <a:pPr algn="ctr" rtl="0" fontAlgn="b"/>
                      <a:r>
                        <a:rPr lang="en-IN" sz="1100" u="none" strike="noStrike">
                          <a:effectLst/>
                        </a:rPr>
                        <a:t>1</a:t>
                      </a:r>
                      <a:endParaRPr lang="en-IN" sz="1100" b="0" i="0" u="none" strike="noStrike">
                        <a:solidFill>
                          <a:srgbClr val="000000"/>
                        </a:solidFill>
                        <a:effectLst/>
                        <a:latin typeface="Calibri" panose="020F0502020204030204" pitchFamily="34" charset="0"/>
                      </a:endParaRPr>
                    </a:p>
                  </a:txBody>
                  <a:tcPr marL="4884" marR="4884" marT="4884" marB="0" anchor="b"/>
                </a:tc>
                <a:tc>
                  <a:txBody>
                    <a:bodyPr/>
                    <a:lstStyle/>
                    <a:p>
                      <a:pPr algn="ctr" rtl="0" fontAlgn="b"/>
                      <a:r>
                        <a:rPr lang="en-IN" sz="1100" u="none" strike="noStrike">
                          <a:effectLst/>
                        </a:rPr>
                        <a:t>5.3</a:t>
                      </a:r>
                      <a:endParaRPr lang="en-IN" sz="1100" b="0" i="0" u="none" strike="noStrike">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01"/>
                  </a:ext>
                </a:extLst>
              </a:tr>
              <a:tr h="181316">
                <a:tc>
                  <a:txBody>
                    <a:bodyPr/>
                    <a:lstStyle/>
                    <a:p>
                      <a:pPr algn="ctr" rtl="0" fontAlgn="b"/>
                      <a:r>
                        <a:rPr lang="en-IN" sz="1100" u="none" strike="noStrike">
                          <a:effectLst/>
                        </a:rPr>
                        <a:t>2</a:t>
                      </a:r>
                      <a:endParaRPr lang="en-IN" sz="1100" b="0" i="0" u="none" strike="noStrike">
                        <a:solidFill>
                          <a:srgbClr val="000000"/>
                        </a:solidFill>
                        <a:effectLst/>
                        <a:latin typeface="Calibri" panose="020F0502020204030204" pitchFamily="34" charset="0"/>
                      </a:endParaRPr>
                    </a:p>
                  </a:txBody>
                  <a:tcPr marL="4884" marR="4884" marT="4884" marB="0" anchor="b"/>
                </a:tc>
                <a:tc>
                  <a:txBody>
                    <a:bodyPr/>
                    <a:lstStyle/>
                    <a:p>
                      <a:pPr algn="ctr" rtl="0" fontAlgn="b"/>
                      <a:r>
                        <a:rPr lang="en-IN" sz="1100" u="none" strike="noStrike">
                          <a:effectLst/>
                        </a:rPr>
                        <a:t>4.4</a:t>
                      </a:r>
                      <a:endParaRPr lang="en-IN" sz="1100" b="0" i="0" u="none" strike="noStrike">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02"/>
                  </a:ext>
                </a:extLst>
              </a:tr>
              <a:tr h="181316">
                <a:tc>
                  <a:txBody>
                    <a:bodyPr/>
                    <a:lstStyle/>
                    <a:p>
                      <a:pPr algn="ctr" rtl="0" fontAlgn="b"/>
                      <a:r>
                        <a:rPr lang="en-IN" sz="1100" u="none" strike="noStrike">
                          <a:effectLst/>
                        </a:rPr>
                        <a:t>3</a:t>
                      </a:r>
                      <a:endParaRPr lang="en-IN" sz="1100" b="0" i="0" u="none" strike="noStrike">
                        <a:solidFill>
                          <a:srgbClr val="000000"/>
                        </a:solidFill>
                        <a:effectLst/>
                        <a:latin typeface="Calibri" panose="020F0502020204030204" pitchFamily="34" charset="0"/>
                      </a:endParaRPr>
                    </a:p>
                  </a:txBody>
                  <a:tcPr marL="4884" marR="4884" marT="4884" marB="0" anchor="b"/>
                </a:tc>
                <a:tc>
                  <a:txBody>
                    <a:bodyPr/>
                    <a:lstStyle/>
                    <a:p>
                      <a:pPr algn="ctr" rtl="0" fontAlgn="b"/>
                      <a:r>
                        <a:rPr lang="en-IN" sz="1100" u="none" strike="noStrike">
                          <a:effectLst/>
                        </a:rPr>
                        <a:t>5.4</a:t>
                      </a:r>
                      <a:endParaRPr lang="en-IN" sz="1100" b="0" i="0" u="none" strike="noStrike">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03"/>
                  </a:ext>
                </a:extLst>
              </a:tr>
              <a:tr h="181316">
                <a:tc>
                  <a:txBody>
                    <a:bodyPr/>
                    <a:lstStyle/>
                    <a:p>
                      <a:pPr algn="ctr" rtl="0" fontAlgn="b"/>
                      <a:r>
                        <a:rPr lang="en-IN" sz="1100" u="none" strike="noStrike">
                          <a:effectLst/>
                        </a:rPr>
                        <a:t>4</a:t>
                      </a:r>
                      <a:endParaRPr lang="en-IN" sz="1100" b="0" i="0" u="none" strike="noStrike">
                        <a:solidFill>
                          <a:srgbClr val="000000"/>
                        </a:solidFill>
                        <a:effectLst/>
                        <a:latin typeface="Calibri" panose="020F0502020204030204" pitchFamily="34" charset="0"/>
                      </a:endParaRPr>
                    </a:p>
                  </a:txBody>
                  <a:tcPr marL="4884" marR="4884" marT="4884" marB="0" anchor="b"/>
                </a:tc>
                <a:tc>
                  <a:txBody>
                    <a:bodyPr/>
                    <a:lstStyle/>
                    <a:p>
                      <a:pPr algn="ctr" rtl="0" fontAlgn="b"/>
                      <a:r>
                        <a:rPr lang="en-IN" sz="1100" u="none" strike="noStrike">
                          <a:effectLst/>
                        </a:rPr>
                        <a:t>5.8</a:t>
                      </a:r>
                      <a:endParaRPr lang="en-IN" sz="1100" b="0" i="0" u="none" strike="noStrike">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04"/>
                  </a:ext>
                </a:extLst>
              </a:tr>
              <a:tr h="181316">
                <a:tc>
                  <a:txBody>
                    <a:bodyPr/>
                    <a:lstStyle/>
                    <a:p>
                      <a:pPr algn="ctr" rtl="0" fontAlgn="b"/>
                      <a:r>
                        <a:rPr lang="en-IN" sz="1100" u="none" strike="noStrike">
                          <a:effectLst/>
                        </a:rPr>
                        <a:t>5</a:t>
                      </a:r>
                      <a:endParaRPr lang="en-IN" sz="1100" b="0" i="0" u="none" strike="noStrike">
                        <a:solidFill>
                          <a:srgbClr val="000000"/>
                        </a:solidFill>
                        <a:effectLst/>
                        <a:latin typeface="Calibri" panose="020F0502020204030204" pitchFamily="34" charset="0"/>
                      </a:endParaRPr>
                    </a:p>
                  </a:txBody>
                  <a:tcPr marL="4884" marR="4884" marT="4884" marB="0" anchor="b"/>
                </a:tc>
                <a:tc>
                  <a:txBody>
                    <a:bodyPr/>
                    <a:lstStyle/>
                    <a:p>
                      <a:pPr algn="ctr" rtl="0" fontAlgn="b"/>
                      <a:r>
                        <a:rPr lang="en-IN" sz="1100" u="none" strike="noStrike">
                          <a:effectLst/>
                        </a:rPr>
                        <a:t>5.6</a:t>
                      </a:r>
                      <a:endParaRPr lang="en-IN" sz="1100" b="0" i="0" u="none" strike="noStrike">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05"/>
                  </a:ext>
                </a:extLst>
              </a:tr>
              <a:tr h="181316">
                <a:tc>
                  <a:txBody>
                    <a:bodyPr/>
                    <a:lstStyle/>
                    <a:p>
                      <a:pPr algn="ctr" rtl="0" fontAlgn="b"/>
                      <a:r>
                        <a:rPr lang="en-IN" sz="1100" u="none" strike="noStrike">
                          <a:effectLst/>
                        </a:rPr>
                        <a:t>6</a:t>
                      </a:r>
                      <a:endParaRPr lang="en-IN" sz="1100" b="0" i="0" u="none" strike="noStrike">
                        <a:solidFill>
                          <a:srgbClr val="000000"/>
                        </a:solidFill>
                        <a:effectLst/>
                        <a:latin typeface="Calibri" panose="020F0502020204030204" pitchFamily="34" charset="0"/>
                      </a:endParaRPr>
                    </a:p>
                  </a:txBody>
                  <a:tcPr marL="4884" marR="4884" marT="4884" marB="0" anchor="b"/>
                </a:tc>
                <a:tc>
                  <a:txBody>
                    <a:bodyPr/>
                    <a:lstStyle/>
                    <a:p>
                      <a:pPr algn="ctr" rtl="0" fontAlgn="b"/>
                      <a:r>
                        <a:rPr lang="en-IN" sz="1100" u="none" strike="noStrike">
                          <a:effectLst/>
                        </a:rPr>
                        <a:t>4.8</a:t>
                      </a:r>
                      <a:endParaRPr lang="en-IN" sz="1100" b="0" i="0" u="none" strike="noStrike">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06"/>
                  </a:ext>
                </a:extLst>
              </a:tr>
              <a:tr h="181316">
                <a:tc>
                  <a:txBody>
                    <a:bodyPr/>
                    <a:lstStyle/>
                    <a:p>
                      <a:pPr algn="ctr" rtl="0" fontAlgn="b"/>
                      <a:r>
                        <a:rPr lang="en-IN" sz="1100" u="none" strike="noStrike">
                          <a:effectLst/>
                        </a:rPr>
                        <a:t>7</a:t>
                      </a:r>
                      <a:endParaRPr lang="en-IN" sz="1100" b="0" i="0" u="none" strike="noStrike">
                        <a:solidFill>
                          <a:srgbClr val="000000"/>
                        </a:solidFill>
                        <a:effectLst/>
                        <a:latin typeface="Calibri" panose="020F0502020204030204" pitchFamily="34" charset="0"/>
                      </a:endParaRPr>
                    </a:p>
                  </a:txBody>
                  <a:tcPr marL="4884" marR="4884" marT="4884" marB="0" anchor="b"/>
                </a:tc>
                <a:tc>
                  <a:txBody>
                    <a:bodyPr/>
                    <a:lstStyle/>
                    <a:p>
                      <a:pPr algn="ctr" rtl="0" fontAlgn="b"/>
                      <a:r>
                        <a:rPr lang="en-IN" sz="1100" u="none" strike="noStrike">
                          <a:effectLst/>
                        </a:rPr>
                        <a:t>5.6</a:t>
                      </a:r>
                      <a:endParaRPr lang="en-IN" sz="1100" b="0" i="0" u="none" strike="noStrike">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07"/>
                  </a:ext>
                </a:extLst>
              </a:tr>
              <a:tr h="181316">
                <a:tc>
                  <a:txBody>
                    <a:bodyPr/>
                    <a:lstStyle/>
                    <a:p>
                      <a:pPr algn="ctr" rtl="0" fontAlgn="b"/>
                      <a:r>
                        <a:rPr lang="en-IN" sz="1100" u="none" strike="noStrike">
                          <a:effectLst/>
                        </a:rPr>
                        <a:t>8</a:t>
                      </a:r>
                      <a:endParaRPr lang="en-IN" sz="1100" b="0" i="0" u="none" strike="noStrike">
                        <a:solidFill>
                          <a:srgbClr val="000000"/>
                        </a:solidFill>
                        <a:effectLst/>
                        <a:latin typeface="Calibri" panose="020F0502020204030204" pitchFamily="34" charset="0"/>
                      </a:endParaRPr>
                    </a:p>
                  </a:txBody>
                  <a:tcPr marL="4884" marR="4884" marT="4884" marB="0" anchor="b"/>
                </a:tc>
                <a:tc>
                  <a:txBody>
                    <a:bodyPr/>
                    <a:lstStyle/>
                    <a:p>
                      <a:pPr algn="ctr" rtl="0" fontAlgn="b"/>
                      <a:r>
                        <a:rPr lang="en-IN" sz="1100" u="none" strike="noStrike">
                          <a:effectLst/>
                        </a:rPr>
                        <a:t>5.6</a:t>
                      </a:r>
                      <a:endParaRPr lang="en-IN" sz="1100" b="0" i="0" u="none" strike="noStrike">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08"/>
                  </a:ext>
                </a:extLst>
              </a:tr>
              <a:tr h="181316">
                <a:tc>
                  <a:txBody>
                    <a:bodyPr/>
                    <a:lstStyle/>
                    <a:p>
                      <a:pPr algn="ctr" rtl="0" fontAlgn="b"/>
                      <a:r>
                        <a:rPr lang="en-IN" sz="1100" u="none" strike="noStrike">
                          <a:effectLst/>
                        </a:rPr>
                        <a:t>9</a:t>
                      </a:r>
                      <a:endParaRPr lang="en-IN" sz="1100" b="0" i="0" u="none" strike="noStrike">
                        <a:solidFill>
                          <a:srgbClr val="000000"/>
                        </a:solidFill>
                        <a:effectLst/>
                        <a:latin typeface="Calibri" panose="020F0502020204030204" pitchFamily="34" charset="0"/>
                      </a:endParaRPr>
                    </a:p>
                  </a:txBody>
                  <a:tcPr marL="4884" marR="4884" marT="4884" marB="0" anchor="b"/>
                </a:tc>
                <a:tc>
                  <a:txBody>
                    <a:bodyPr/>
                    <a:lstStyle/>
                    <a:p>
                      <a:pPr algn="ctr" rtl="0" fontAlgn="b"/>
                      <a:r>
                        <a:rPr lang="en-IN" sz="1100" u="none" strike="noStrike">
                          <a:effectLst/>
                        </a:rPr>
                        <a:t>5.4</a:t>
                      </a:r>
                      <a:endParaRPr lang="en-IN" sz="1100" b="0" i="0" u="none" strike="noStrike">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09"/>
                  </a:ext>
                </a:extLst>
              </a:tr>
              <a:tr h="181316">
                <a:tc>
                  <a:txBody>
                    <a:bodyPr/>
                    <a:lstStyle/>
                    <a:p>
                      <a:pPr algn="ctr" rtl="0" fontAlgn="b"/>
                      <a:r>
                        <a:rPr lang="en-IN" sz="1100" u="none" strike="noStrike">
                          <a:effectLst/>
                        </a:rPr>
                        <a:t>10</a:t>
                      </a:r>
                      <a:endParaRPr lang="en-IN" sz="1100" b="0" i="0" u="none" strike="noStrike">
                        <a:solidFill>
                          <a:srgbClr val="000000"/>
                        </a:solidFill>
                        <a:effectLst/>
                        <a:latin typeface="Calibri" panose="020F0502020204030204" pitchFamily="34" charset="0"/>
                      </a:endParaRPr>
                    </a:p>
                  </a:txBody>
                  <a:tcPr marL="4884" marR="4884" marT="4884" marB="0" anchor="b"/>
                </a:tc>
                <a:tc>
                  <a:txBody>
                    <a:bodyPr/>
                    <a:lstStyle/>
                    <a:p>
                      <a:pPr algn="ctr" rtl="0" fontAlgn="b"/>
                      <a:r>
                        <a:rPr lang="en-IN" sz="1100" u="none" strike="noStrike">
                          <a:effectLst/>
                        </a:rPr>
                        <a:t>6.5</a:t>
                      </a:r>
                      <a:endParaRPr lang="en-IN" sz="1100" b="0" i="0" u="none" strike="noStrike">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10"/>
                  </a:ext>
                </a:extLst>
              </a:tr>
              <a:tr h="181316">
                <a:tc>
                  <a:txBody>
                    <a:bodyPr/>
                    <a:lstStyle/>
                    <a:p>
                      <a:pPr algn="ctr" rtl="0" fontAlgn="b"/>
                      <a:r>
                        <a:rPr lang="en-IN" sz="1100" u="none" strike="noStrike">
                          <a:effectLst/>
                        </a:rPr>
                        <a:t>11</a:t>
                      </a:r>
                      <a:endParaRPr lang="en-IN" sz="1100" b="0" i="0" u="none" strike="noStrike">
                        <a:solidFill>
                          <a:srgbClr val="000000"/>
                        </a:solidFill>
                        <a:effectLst/>
                        <a:latin typeface="Calibri" panose="020F0502020204030204" pitchFamily="34" charset="0"/>
                      </a:endParaRPr>
                    </a:p>
                  </a:txBody>
                  <a:tcPr marL="4884" marR="4884" marT="4884" marB="0" anchor="b"/>
                </a:tc>
                <a:tc>
                  <a:txBody>
                    <a:bodyPr/>
                    <a:lstStyle/>
                    <a:p>
                      <a:pPr algn="ctr" rtl="0" fontAlgn="b"/>
                      <a:r>
                        <a:rPr lang="en-IN" sz="1100" u="none" strike="noStrike">
                          <a:effectLst/>
                        </a:rPr>
                        <a:t>5.1</a:t>
                      </a:r>
                      <a:endParaRPr lang="en-IN" sz="1100" b="0" i="0" u="none" strike="noStrike">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11"/>
                  </a:ext>
                </a:extLst>
              </a:tr>
              <a:tr h="181316">
                <a:tc>
                  <a:txBody>
                    <a:bodyPr/>
                    <a:lstStyle/>
                    <a:p>
                      <a:pPr algn="ctr" rtl="0" fontAlgn="b"/>
                      <a:r>
                        <a:rPr lang="en-IN" sz="1100" u="none" strike="noStrike">
                          <a:effectLst/>
                        </a:rPr>
                        <a:t>12</a:t>
                      </a:r>
                      <a:endParaRPr lang="en-IN" sz="1100" b="0" i="0" u="none" strike="noStrike">
                        <a:solidFill>
                          <a:srgbClr val="000000"/>
                        </a:solidFill>
                        <a:effectLst/>
                        <a:latin typeface="Calibri" panose="020F0502020204030204" pitchFamily="34" charset="0"/>
                      </a:endParaRPr>
                    </a:p>
                  </a:txBody>
                  <a:tcPr marL="4884" marR="4884" marT="4884" marB="0" anchor="b"/>
                </a:tc>
                <a:tc>
                  <a:txBody>
                    <a:bodyPr/>
                    <a:lstStyle/>
                    <a:p>
                      <a:pPr algn="ctr" rtl="0" fontAlgn="b"/>
                      <a:r>
                        <a:rPr lang="en-IN" sz="1100" u="none" strike="noStrike">
                          <a:effectLst/>
                        </a:rPr>
                        <a:t>5.8</a:t>
                      </a:r>
                      <a:endParaRPr lang="en-IN" sz="1100" b="0" i="0" u="none" strike="noStrike">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12"/>
                  </a:ext>
                </a:extLst>
              </a:tr>
              <a:tr h="181316">
                <a:tc>
                  <a:txBody>
                    <a:bodyPr/>
                    <a:lstStyle/>
                    <a:p>
                      <a:pPr algn="ctr" rtl="0" fontAlgn="b"/>
                      <a:r>
                        <a:rPr lang="en-IN" sz="1100" u="none" strike="noStrike">
                          <a:effectLst/>
                        </a:rPr>
                        <a:t>13</a:t>
                      </a:r>
                      <a:endParaRPr lang="en-IN" sz="1100" b="0" i="0" u="none" strike="noStrike">
                        <a:solidFill>
                          <a:srgbClr val="000000"/>
                        </a:solidFill>
                        <a:effectLst/>
                        <a:latin typeface="Calibri" panose="020F0502020204030204" pitchFamily="34" charset="0"/>
                      </a:endParaRPr>
                    </a:p>
                  </a:txBody>
                  <a:tcPr marL="4884" marR="4884" marT="4884" marB="0" anchor="b"/>
                </a:tc>
                <a:tc>
                  <a:txBody>
                    <a:bodyPr/>
                    <a:lstStyle/>
                    <a:p>
                      <a:pPr algn="ctr" rtl="0" fontAlgn="b"/>
                      <a:r>
                        <a:rPr lang="en-IN" sz="1100" u="none" strike="noStrike">
                          <a:effectLst/>
                        </a:rPr>
                        <a:t>5</a:t>
                      </a:r>
                      <a:endParaRPr lang="en-IN" sz="1100" b="0" i="0" u="none" strike="noStrike">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13"/>
                  </a:ext>
                </a:extLst>
              </a:tr>
              <a:tr h="181316">
                <a:tc>
                  <a:txBody>
                    <a:bodyPr/>
                    <a:lstStyle/>
                    <a:p>
                      <a:pPr algn="ctr" rtl="0" fontAlgn="b"/>
                      <a:r>
                        <a:rPr lang="en-IN" sz="1100" u="none" strike="noStrike">
                          <a:effectLst/>
                        </a:rPr>
                        <a:t>14</a:t>
                      </a:r>
                      <a:endParaRPr lang="en-IN" sz="1100" b="0" i="0" u="none" strike="noStrike">
                        <a:solidFill>
                          <a:srgbClr val="000000"/>
                        </a:solidFill>
                        <a:effectLst/>
                        <a:latin typeface="Calibri" panose="020F0502020204030204" pitchFamily="34" charset="0"/>
                      </a:endParaRPr>
                    </a:p>
                  </a:txBody>
                  <a:tcPr marL="4884" marR="4884" marT="4884" marB="0" anchor="b"/>
                </a:tc>
                <a:tc>
                  <a:txBody>
                    <a:bodyPr/>
                    <a:lstStyle/>
                    <a:p>
                      <a:pPr algn="ctr" rtl="0" fontAlgn="b"/>
                      <a:r>
                        <a:rPr lang="en-IN" sz="1100" u="none" strike="noStrike">
                          <a:effectLst/>
                        </a:rPr>
                        <a:t>6.2</a:t>
                      </a:r>
                      <a:endParaRPr lang="en-IN" sz="1100" b="0" i="0" u="none" strike="noStrike">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14"/>
                  </a:ext>
                </a:extLst>
              </a:tr>
              <a:tr h="181316">
                <a:tc>
                  <a:txBody>
                    <a:bodyPr/>
                    <a:lstStyle/>
                    <a:p>
                      <a:pPr algn="ctr" rtl="0" fontAlgn="b"/>
                      <a:r>
                        <a:rPr lang="en-IN" sz="1100" u="none" strike="noStrike">
                          <a:effectLst/>
                        </a:rPr>
                        <a:t>15</a:t>
                      </a:r>
                      <a:endParaRPr lang="en-IN" sz="1100" b="0" i="0" u="none" strike="noStrike">
                        <a:solidFill>
                          <a:srgbClr val="000000"/>
                        </a:solidFill>
                        <a:effectLst/>
                        <a:latin typeface="Calibri" panose="020F0502020204030204" pitchFamily="34" charset="0"/>
                      </a:endParaRPr>
                    </a:p>
                  </a:txBody>
                  <a:tcPr marL="4884" marR="4884" marT="4884" marB="0" anchor="b"/>
                </a:tc>
                <a:tc>
                  <a:txBody>
                    <a:bodyPr/>
                    <a:lstStyle/>
                    <a:p>
                      <a:pPr algn="ctr" rtl="0" fontAlgn="b"/>
                      <a:r>
                        <a:rPr lang="en-IN" sz="1100" u="none" strike="noStrike">
                          <a:effectLst/>
                        </a:rPr>
                        <a:t>5.6</a:t>
                      </a:r>
                      <a:endParaRPr lang="en-IN" sz="1100" b="0" i="0" u="none" strike="noStrike">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15"/>
                  </a:ext>
                </a:extLst>
              </a:tr>
              <a:tr h="181316">
                <a:tc>
                  <a:txBody>
                    <a:bodyPr/>
                    <a:lstStyle/>
                    <a:p>
                      <a:pPr algn="ctr" rtl="0" fontAlgn="b"/>
                      <a:r>
                        <a:rPr lang="en-IN" sz="1100" u="none" strike="noStrike">
                          <a:effectLst/>
                        </a:rPr>
                        <a:t>16</a:t>
                      </a:r>
                      <a:endParaRPr lang="en-IN" sz="1100" b="0" i="0" u="none" strike="noStrike">
                        <a:solidFill>
                          <a:srgbClr val="000000"/>
                        </a:solidFill>
                        <a:effectLst/>
                        <a:latin typeface="Calibri" panose="020F0502020204030204" pitchFamily="34" charset="0"/>
                      </a:endParaRPr>
                    </a:p>
                  </a:txBody>
                  <a:tcPr marL="4884" marR="4884" marT="4884" marB="0" anchor="b"/>
                </a:tc>
                <a:tc>
                  <a:txBody>
                    <a:bodyPr/>
                    <a:lstStyle/>
                    <a:p>
                      <a:pPr algn="ctr" rtl="0" fontAlgn="b"/>
                      <a:r>
                        <a:rPr lang="en-IN" sz="1100" u="none" strike="noStrike">
                          <a:effectLst/>
                        </a:rPr>
                        <a:t>6.7</a:t>
                      </a:r>
                      <a:endParaRPr lang="en-IN" sz="1100" b="0" i="0" u="none" strike="noStrike">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16"/>
                  </a:ext>
                </a:extLst>
              </a:tr>
              <a:tr h="181316">
                <a:tc>
                  <a:txBody>
                    <a:bodyPr/>
                    <a:lstStyle/>
                    <a:p>
                      <a:pPr algn="ctr" rtl="0" fontAlgn="b"/>
                      <a:r>
                        <a:rPr lang="en-IN" sz="1100" u="none" strike="noStrike">
                          <a:effectLst/>
                        </a:rPr>
                        <a:t>17</a:t>
                      </a:r>
                      <a:endParaRPr lang="en-IN" sz="1100" b="0" i="0" u="none" strike="noStrike">
                        <a:solidFill>
                          <a:srgbClr val="000000"/>
                        </a:solidFill>
                        <a:effectLst/>
                        <a:latin typeface="Calibri" panose="020F0502020204030204" pitchFamily="34" charset="0"/>
                      </a:endParaRPr>
                    </a:p>
                  </a:txBody>
                  <a:tcPr marL="4884" marR="4884" marT="4884" marB="0" anchor="b"/>
                </a:tc>
                <a:tc>
                  <a:txBody>
                    <a:bodyPr/>
                    <a:lstStyle/>
                    <a:p>
                      <a:pPr algn="ctr" rtl="0" fontAlgn="b"/>
                      <a:r>
                        <a:rPr lang="en-IN" sz="1100" u="none" strike="noStrike">
                          <a:effectLst/>
                        </a:rPr>
                        <a:t>5.2</a:t>
                      </a:r>
                      <a:endParaRPr lang="en-IN" sz="1100" b="0" i="0" u="none" strike="noStrike">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17"/>
                  </a:ext>
                </a:extLst>
              </a:tr>
              <a:tr h="181316">
                <a:tc>
                  <a:txBody>
                    <a:bodyPr/>
                    <a:lstStyle/>
                    <a:p>
                      <a:pPr algn="ctr" rtl="0" fontAlgn="b"/>
                      <a:r>
                        <a:rPr lang="en-IN" sz="1100" u="none" strike="noStrike">
                          <a:effectLst/>
                        </a:rPr>
                        <a:t>18</a:t>
                      </a:r>
                      <a:endParaRPr lang="en-IN" sz="1100" b="0" i="0" u="none" strike="noStrike">
                        <a:solidFill>
                          <a:srgbClr val="000000"/>
                        </a:solidFill>
                        <a:effectLst/>
                        <a:latin typeface="Calibri" panose="020F0502020204030204" pitchFamily="34" charset="0"/>
                      </a:endParaRPr>
                    </a:p>
                  </a:txBody>
                  <a:tcPr marL="4884" marR="4884" marT="4884" marB="0" anchor="b"/>
                </a:tc>
                <a:tc>
                  <a:txBody>
                    <a:bodyPr/>
                    <a:lstStyle/>
                    <a:p>
                      <a:pPr algn="ctr" rtl="0" fontAlgn="b"/>
                      <a:r>
                        <a:rPr lang="en-IN" sz="1100" u="none" strike="noStrike">
                          <a:effectLst/>
                        </a:rPr>
                        <a:t>5.5</a:t>
                      </a:r>
                      <a:endParaRPr lang="en-IN" sz="1100" b="0" i="0" u="none" strike="noStrike">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18"/>
                  </a:ext>
                </a:extLst>
              </a:tr>
              <a:tr h="181316">
                <a:tc>
                  <a:txBody>
                    <a:bodyPr/>
                    <a:lstStyle/>
                    <a:p>
                      <a:pPr algn="ctr" rtl="0" fontAlgn="b"/>
                      <a:r>
                        <a:rPr lang="en-IN" sz="1100" u="none" strike="noStrike">
                          <a:effectLst/>
                        </a:rPr>
                        <a:t>19</a:t>
                      </a:r>
                      <a:endParaRPr lang="en-IN" sz="1100" b="0" i="0" u="none" strike="noStrike">
                        <a:solidFill>
                          <a:srgbClr val="000000"/>
                        </a:solidFill>
                        <a:effectLst/>
                        <a:latin typeface="Calibri" panose="020F0502020204030204" pitchFamily="34" charset="0"/>
                      </a:endParaRPr>
                    </a:p>
                  </a:txBody>
                  <a:tcPr marL="4884" marR="4884" marT="4884" marB="0" anchor="b"/>
                </a:tc>
                <a:tc>
                  <a:txBody>
                    <a:bodyPr/>
                    <a:lstStyle/>
                    <a:p>
                      <a:pPr algn="ctr" rtl="0" fontAlgn="b"/>
                      <a:r>
                        <a:rPr lang="en-IN" sz="1100" u="none" strike="noStrike">
                          <a:effectLst/>
                        </a:rPr>
                        <a:t>5.8</a:t>
                      </a:r>
                      <a:endParaRPr lang="en-IN" sz="1100" b="0" i="0" u="none" strike="noStrike">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19"/>
                  </a:ext>
                </a:extLst>
              </a:tr>
              <a:tr h="181316">
                <a:tc>
                  <a:txBody>
                    <a:bodyPr/>
                    <a:lstStyle/>
                    <a:p>
                      <a:pPr algn="ctr" rtl="0" fontAlgn="b"/>
                      <a:r>
                        <a:rPr lang="en-IN" sz="1100" u="none" strike="noStrike">
                          <a:effectLst/>
                        </a:rPr>
                        <a:t>20</a:t>
                      </a:r>
                      <a:endParaRPr lang="en-IN" sz="1100" b="0" i="0" u="none" strike="noStrike">
                        <a:solidFill>
                          <a:srgbClr val="000000"/>
                        </a:solidFill>
                        <a:effectLst/>
                        <a:latin typeface="Calibri" panose="020F0502020204030204" pitchFamily="34" charset="0"/>
                      </a:endParaRPr>
                    </a:p>
                  </a:txBody>
                  <a:tcPr marL="4884" marR="4884" marT="4884" marB="0" anchor="b"/>
                </a:tc>
                <a:tc>
                  <a:txBody>
                    <a:bodyPr/>
                    <a:lstStyle/>
                    <a:p>
                      <a:pPr algn="ctr" rtl="0" fontAlgn="b"/>
                      <a:r>
                        <a:rPr lang="en-IN" sz="1100" u="none" strike="noStrike">
                          <a:effectLst/>
                        </a:rPr>
                        <a:t>5.1</a:t>
                      </a:r>
                      <a:endParaRPr lang="en-IN" sz="1100" b="0" i="0" u="none" strike="noStrike">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20"/>
                  </a:ext>
                </a:extLst>
              </a:tr>
              <a:tr h="181316">
                <a:tc>
                  <a:txBody>
                    <a:bodyPr/>
                    <a:lstStyle/>
                    <a:p>
                      <a:pPr algn="ctr" rtl="0" fontAlgn="b"/>
                      <a:r>
                        <a:rPr lang="en-IN" sz="1100" u="none" strike="noStrike">
                          <a:effectLst/>
                        </a:rPr>
                        <a:t>21</a:t>
                      </a:r>
                      <a:endParaRPr lang="en-IN" sz="1100" b="0" i="0" u="none" strike="noStrike">
                        <a:solidFill>
                          <a:srgbClr val="000000"/>
                        </a:solidFill>
                        <a:effectLst/>
                        <a:latin typeface="Calibri" panose="020F0502020204030204" pitchFamily="34" charset="0"/>
                      </a:endParaRPr>
                    </a:p>
                  </a:txBody>
                  <a:tcPr marL="4884" marR="4884" marT="4884" marB="0" anchor="b"/>
                </a:tc>
                <a:tc>
                  <a:txBody>
                    <a:bodyPr/>
                    <a:lstStyle/>
                    <a:p>
                      <a:pPr algn="ctr" rtl="0" fontAlgn="b"/>
                      <a:r>
                        <a:rPr lang="en-IN" sz="1100" u="none" strike="noStrike">
                          <a:effectLst/>
                        </a:rPr>
                        <a:t>5.8</a:t>
                      </a:r>
                      <a:endParaRPr lang="en-IN" sz="1100" b="0" i="0" u="none" strike="noStrike">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21"/>
                  </a:ext>
                </a:extLst>
              </a:tr>
              <a:tr h="181316">
                <a:tc>
                  <a:txBody>
                    <a:bodyPr/>
                    <a:lstStyle/>
                    <a:p>
                      <a:pPr algn="ctr" rtl="0" fontAlgn="b"/>
                      <a:r>
                        <a:rPr lang="en-IN" sz="1100" u="none" strike="noStrike">
                          <a:effectLst/>
                        </a:rPr>
                        <a:t>22</a:t>
                      </a:r>
                      <a:endParaRPr lang="en-IN" sz="1100" b="0" i="0" u="none" strike="noStrike">
                        <a:solidFill>
                          <a:srgbClr val="000000"/>
                        </a:solidFill>
                        <a:effectLst/>
                        <a:latin typeface="Calibri" panose="020F0502020204030204" pitchFamily="34" charset="0"/>
                      </a:endParaRPr>
                    </a:p>
                  </a:txBody>
                  <a:tcPr marL="4884" marR="4884" marT="4884" marB="0" anchor="b"/>
                </a:tc>
                <a:tc>
                  <a:txBody>
                    <a:bodyPr/>
                    <a:lstStyle/>
                    <a:p>
                      <a:pPr algn="ctr" rtl="0" fontAlgn="b"/>
                      <a:r>
                        <a:rPr lang="en-IN" sz="1100" u="none" strike="noStrike">
                          <a:effectLst/>
                        </a:rPr>
                        <a:t>6.7</a:t>
                      </a:r>
                      <a:endParaRPr lang="en-IN" sz="1100" b="0" i="0" u="none" strike="noStrike">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22"/>
                  </a:ext>
                </a:extLst>
              </a:tr>
              <a:tr h="181316">
                <a:tc>
                  <a:txBody>
                    <a:bodyPr/>
                    <a:lstStyle/>
                    <a:p>
                      <a:pPr algn="ctr" rtl="0" fontAlgn="b"/>
                      <a:r>
                        <a:rPr lang="en-IN" sz="1100" u="none" strike="noStrike">
                          <a:effectLst/>
                        </a:rPr>
                        <a:t>23</a:t>
                      </a:r>
                      <a:endParaRPr lang="en-IN" sz="1100" b="0" i="0" u="none" strike="noStrike">
                        <a:solidFill>
                          <a:srgbClr val="000000"/>
                        </a:solidFill>
                        <a:effectLst/>
                        <a:latin typeface="Calibri" panose="020F0502020204030204" pitchFamily="34" charset="0"/>
                      </a:endParaRPr>
                    </a:p>
                  </a:txBody>
                  <a:tcPr marL="4884" marR="4884" marT="4884" marB="0" anchor="b"/>
                </a:tc>
                <a:tc>
                  <a:txBody>
                    <a:bodyPr/>
                    <a:lstStyle/>
                    <a:p>
                      <a:pPr algn="ctr" rtl="0" fontAlgn="b"/>
                      <a:r>
                        <a:rPr lang="en-IN" sz="1100" u="none" strike="noStrike">
                          <a:effectLst/>
                        </a:rPr>
                        <a:t>5.2</a:t>
                      </a:r>
                      <a:endParaRPr lang="en-IN" sz="1100" b="0" i="0" u="none" strike="noStrike">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23"/>
                  </a:ext>
                </a:extLst>
              </a:tr>
              <a:tr h="181316">
                <a:tc>
                  <a:txBody>
                    <a:bodyPr/>
                    <a:lstStyle/>
                    <a:p>
                      <a:pPr algn="ctr" rtl="0" fontAlgn="b"/>
                      <a:r>
                        <a:rPr lang="en-IN" sz="1100" u="none" strike="noStrike">
                          <a:effectLst/>
                        </a:rPr>
                        <a:t>24</a:t>
                      </a:r>
                      <a:endParaRPr lang="en-IN" sz="1100" b="0" i="0" u="none" strike="noStrike">
                        <a:solidFill>
                          <a:srgbClr val="000000"/>
                        </a:solidFill>
                        <a:effectLst/>
                        <a:latin typeface="Calibri" panose="020F0502020204030204" pitchFamily="34" charset="0"/>
                      </a:endParaRPr>
                    </a:p>
                  </a:txBody>
                  <a:tcPr marL="4884" marR="4884" marT="4884" marB="0" anchor="b"/>
                </a:tc>
                <a:tc>
                  <a:txBody>
                    <a:bodyPr/>
                    <a:lstStyle/>
                    <a:p>
                      <a:pPr algn="ctr" rtl="0" fontAlgn="b"/>
                      <a:r>
                        <a:rPr lang="en-IN" sz="1100" u="none" strike="noStrike">
                          <a:effectLst/>
                        </a:rPr>
                        <a:t>6</a:t>
                      </a:r>
                      <a:endParaRPr lang="en-IN" sz="1100" b="0" i="0" u="none" strike="noStrike">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24"/>
                  </a:ext>
                </a:extLst>
              </a:tr>
              <a:tr h="181316">
                <a:tc>
                  <a:txBody>
                    <a:bodyPr/>
                    <a:lstStyle/>
                    <a:p>
                      <a:pPr algn="ctr" rtl="0" fontAlgn="b"/>
                      <a:r>
                        <a:rPr lang="en-IN" sz="1100" u="none" strike="noStrike">
                          <a:effectLst/>
                        </a:rPr>
                        <a:t>25</a:t>
                      </a:r>
                      <a:endParaRPr lang="en-IN" sz="1100" b="0" i="0" u="none" strike="noStrike">
                        <a:solidFill>
                          <a:srgbClr val="000000"/>
                        </a:solidFill>
                        <a:effectLst/>
                        <a:latin typeface="Calibri" panose="020F0502020204030204" pitchFamily="34" charset="0"/>
                      </a:endParaRPr>
                    </a:p>
                  </a:txBody>
                  <a:tcPr marL="4884" marR="4884" marT="4884" marB="0" anchor="b"/>
                </a:tc>
                <a:tc>
                  <a:txBody>
                    <a:bodyPr/>
                    <a:lstStyle/>
                    <a:p>
                      <a:pPr algn="ctr" rtl="0" fontAlgn="b"/>
                      <a:r>
                        <a:rPr lang="en-IN" sz="1100" u="none" strike="noStrike" dirty="0">
                          <a:effectLst/>
                        </a:rPr>
                        <a:t>5.8</a:t>
                      </a:r>
                      <a:endParaRPr lang="en-IN" sz="1100" b="0" i="0" u="none" strike="noStrike" dirty="0">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25"/>
                  </a:ext>
                </a:extLst>
              </a:tr>
            </a:tbl>
          </a:graphicData>
        </a:graphic>
      </p:graphicFrame>
      <p:graphicFrame>
        <p:nvGraphicFramePr>
          <p:cNvPr id="7" name="Table 6"/>
          <p:cNvGraphicFramePr>
            <a:graphicFrameLocks noGrp="1"/>
          </p:cNvGraphicFramePr>
          <p:nvPr/>
        </p:nvGraphicFramePr>
        <p:xfrm>
          <a:off x="1716898" y="1694912"/>
          <a:ext cx="390806" cy="4909846"/>
        </p:xfrm>
        <a:graphic>
          <a:graphicData uri="http://schemas.openxmlformats.org/drawingml/2006/table">
            <a:tbl>
              <a:tblPr>
                <a:tableStyleId>{5940675A-B579-460E-94D1-54222C63F5DA}</a:tableStyleId>
              </a:tblPr>
              <a:tblGrid>
                <a:gridCol w="390806">
                  <a:extLst>
                    <a:ext uri="{9D8B030D-6E8A-4147-A177-3AD203B41FA5}">
                      <a16:colId xmlns:a16="http://schemas.microsoft.com/office/drawing/2014/main" val="20000"/>
                    </a:ext>
                  </a:extLst>
                </a:gridCol>
              </a:tblGrid>
              <a:tr h="376946">
                <a:tc>
                  <a:txBody>
                    <a:bodyPr/>
                    <a:lstStyle/>
                    <a:p>
                      <a:pPr algn="ctr" rtl="0" fontAlgn="b"/>
                      <a:r>
                        <a:rPr lang="en-IN" sz="1100" u="none" strike="noStrike" dirty="0">
                          <a:effectLst/>
                        </a:rPr>
                        <a:t>3yr MA </a:t>
                      </a:r>
                      <a:endParaRPr lang="en-IN" sz="1100" b="0" i="0" u="none" strike="noStrike" dirty="0">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00"/>
                  </a:ext>
                </a:extLst>
              </a:tr>
              <a:tr h="181316">
                <a:tc>
                  <a:txBody>
                    <a:bodyPr/>
                    <a:lstStyle/>
                    <a:p>
                      <a:pPr algn="ctr" rtl="0" fontAlgn="b"/>
                      <a:r>
                        <a:rPr lang="en-IN" sz="1100" u="none" strike="noStrike">
                          <a:effectLst/>
                        </a:rPr>
                        <a:t> </a:t>
                      </a:r>
                      <a:endParaRPr lang="en-IN" sz="1100" b="0" i="0" u="none" strike="noStrike">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01"/>
                  </a:ext>
                </a:extLst>
              </a:tr>
              <a:tr h="181316">
                <a:tc>
                  <a:txBody>
                    <a:bodyPr/>
                    <a:lstStyle/>
                    <a:p>
                      <a:pPr algn="ctr" rtl="0" fontAlgn="b"/>
                      <a:r>
                        <a:rPr lang="en-IN" sz="1100" u="none" strike="noStrike" dirty="0">
                          <a:effectLst/>
                        </a:rPr>
                        <a:t>5.03</a:t>
                      </a:r>
                      <a:endParaRPr lang="en-IN" sz="1100" b="0" i="0" u="none" strike="noStrike" dirty="0">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02"/>
                  </a:ext>
                </a:extLst>
              </a:tr>
              <a:tr h="181316">
                <a:tc>
                  <a:txBody>
                    <a:bodyPr/>
                    <a:lstStyle/>
                    <a:p>
                      <a:pPr algn="ctr" rtl="0" fontAlgn="b"/>
                      <a:r>
                        <a:rPr lang="en-IN" sz="1100" u="none" strike="noStrike" dirty="0">
                          <a:effectLst/>
                        </a:rPr>
                        <a:t>5.20</a:t>
                      </a:r>
                      <a:endParaRPr lang="en-IN" sz="1100" b="0" i="0" u="none" strike="noStrike" dirty="0">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03"/>
                  </a:ext>
                </a:extLst>
              </a:tr>
              <a:tr h="181316">
                <a:tc>
                  <a:txBody>
                    <a:bodyPr/>
                    <a:lstStyle/>
                    <a:p>
                      <a:pPr algn="ctr" rtl="0" fontAlgn="b"/>
                      <a:r>
                        <a:rPr lang="en-IN" sz="1100" u="none" strike="noStrike" dirty="0">
                          <a:effectLst/>
                        </a:rPr>
                        <a:t>5.60</a:t>
                      </a:r>
                      <a:endParaRPr lang="en-IN" sz="1100" b="0" i="0" u="none" strike="noStrike" dirty="0">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04"/>
                  </a:ext>
                </a:extLst>
              </a:tr>
              <a:tr h="181316">
                <a:tc>
                  <a:txBody>
                    <a:bodyPr/>
                    <a:lstStyle/>
                    <a:p>
                      <a:pPr algn="ctr" rtl="0" fontAlgn="b"/>
                      <a:r>
                        <a:rPr lang="en-IN" sz="1100" u="none" strike="noStrike" dirty="0">
                          <a:effectLst/>
                        </a:rPr>
                        <a:t>5.40</a:t>
                      </a:r>
                      <a:endParaRPr lang="en-IN" sz="1100" b="0" i="0" u="none" strike="noStrike" dirty="0">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05"/>
                  </a:ext>
                </a:extLst>
              </a:tr>
              <a:tr h="181316">
                <a:tc>
                  <a:txBody>
                    <a:bodyPr/>
                    <a:lstStyle/>
                    <a:p>
                      <a:pPr algn="ctr" rtl="0" fontAlgn="b"/>
                      <a:r>
                        <a:rPr lang="en-IN" sz="1100" u="none" strike="noStrike" dirty="0">
                          <a:effectLst/>
                        </a:rPr>
                        <a:t>5.33</a:t>
                      </a:r>
                      <a:endParaRPr lang="en-IN" sz="1100" b="0" i="0" u="none" strike="noStrike" dirty="0">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06"/>
                  </a:ext>
                </a:extLst>
              </a:tr>
              <a:tr h="181316">
                <a:tc>
                  <a:txBody>
                    <a:bodyPr/>
                    <a:lstStyle/>
                    <a:p>
                      <a:pPr algn="ctr" rtl="0" fontAlgn="b"/>
                      <a:r>
                        <a:rPr lang="en-IN" sz="1100" u="none" strike="noStrike" dirty="0">
                          <a:effectLst/>
                        </a:rPr>
                        <a:t>5.33</a:t>
                      </a:r>
                      <a:endParaRPr lang="en-IN" sz="1100" b="0" i="0" u="none" strike="noStrike" dirty="0">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07"/>
                  </a:ext>
                </a:extLst>
              </a:tr>
              <a:tr h="181316">
                <a:tc>
                  <a:txBody>
                    <a:bodyPr/>
                    <a:lstStyle/>
                    <a:p>
                      <a:pPr algn="ctr" rtl="0" fontAlgn="b"/>
                      <a:r>
                        <a:rPr lang="en-IN" sz="1100" u="none" strike="noStrike" dirty="0">
                          <a:effectLst/>
                        </a:rPr>
                        <a:t>5.53</a:t>
                      </a:r>
                      <a:endParaRPr lang="en-IN" sz="1100" b="0" i="0" u="none" strike="noStrike" dirty="0">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08"/>
                  </a:ext>
                </a:extLst>
              </a:tr>
              <a:tr h="181316">
                <a:tc>
                  <a:txBody>
                    <a:bodyPr/>
                    <a:lstStyle/>
                    <a:p>
                      <a:pPr algn="ctr" rtl="0" fontAlgn="b"/>
                      <a:r>
                        <a:rPr lang="en-IN" sz="1100" u="none" strike="noStrike" dirty="0">
                          <a:effectLst/>
                        </a:rPr>
                        <a:t>5.83</a:t>
                      </a:r>
                      <a:endParaRPr lang="en-IN" sz="1100" b="0" i="0" u="none" strike="noStrike" dirty="0">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09"/>
                  </a:ext>
                </a:extLst>
              </a:tr>
              <a:tr h="181316">
                <a:tc>
                  <a:txBody>
                    <a:bodyPr/>
                    <a:lstStyle/>
                    <a:p>
                      <a:pPr algn="ctr" rtl="0" fontAlgn="b"/>
                      <a:r>
                        <a:rPr lang="en-IN" sz="1100" u="none" strike="noStrike" dirty="0">
                          <a:effectLst/>
                        </a:rPr>
                        <a:t>5.67</a:t>
                      </a:r>
                      <a:endParaRPr lang="en-IN" sz="1100" b="0" i="0" u="none" strike="noStrike" dirty="0">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10"/>
                  </a:ext>
                </a:extLst>
              </a:tr>
              <a:tr h="181316">
                <a:tc>
                  <a:txBody>
                    <a:bodyPr/>
                    <a:lstStyle/>
                    <a:p>
                      <a:pPr algn="ctr" rtl="0" fontAlgn="b"/>
                      <a:r>
                        <a:rPr lang="en-IN" sz="1100" u="none" strike="noStrike" dirty="0">
                          <a:effectLst/>
                        </a:rPr>
                        <a:t>5.80</a:t>
                      </a:r>
                      <a:endParaRPr lang="en-IN" sz="1100" b="0" i="0" u="none" strike="noStrike" dirty="0">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11"/>
                  </a:ext>
                </a:extLst>
              </a:tr>
              <a:tr h="181316">
                <a:tc>
                  <a:txBody>
                    <a:bodyPr/>
                    <a:lstStyle/>
                    <a:p>
                      <a:pPr algn="ctr" rtl="0" fontAlgn="b"/>
                      <a:r>
                        <a:rPr lang="en-IN" sz="1100" u="none" strike="noStrike" dirty="0">
                          <a:effectLst/>
                        </a:rPr>
                        <a:t>5.30</a:t>
                      </a:r>
                      <a:endParaRPr lang="en-IN" sz="1100" b="0" i="0" u="none" strike="noStrike" dirty="0">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12"/>
                  </a:ext>
                </a:extLst>
              </a:tr>
              <a:tr h="181316">
                <a:tc>
                  <a:txBody>
                    <a:bodyPr/>
                    <a:lstStyle/>
                    <a:p>
                      <a:pPr algn="ctr" rtl="0" fontAlgn="b"/>
                      <a:r>
                        <a:rPr lang="en-IN" sz="1100" u="none" strike="noStrike" dirty="0">
                          <a:effectLst/>
                        </a:rPr>
                        <a:t>5.67</a:t>
                      </a:r>
                      <a:endParaRPr lang="en-IN" sz="1100" b="0" i="0" u="none" strike="noStrike" dirty="0">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13"/>
                  </a:ext>
                </a:extLst>
              </a:tr>
              <a:tr h="181316">
                <a:tc>
                  <a:txBody>
                    <a:bodyPr/>
                    <a:lstStyle/>
                    <a:p>
                      <a:pPr algn="ctr" rtl="0" fontAlgn="b"/>
                      <a:r>
                        <a:rPr lang="en-IN" sz="1100" u="none" strike="noStrike" dirty="0">
                          <a:effectLst/>
                        </a:rPr>
                        <a:t>5.60</a:t>
                      </a:r>
                      <a:endParaRPr lang="en-IN" sz="1100" b="0" i="0" u="none" strike="noStrike" dirty="0">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14"/>
                  </a:ext>
                </a:extLst>
              </a:tr>
              <a:tr h="181316">
                <a:tc>
                  <a:txBody>
                    <a:bodyPr/>
                    <a:lstStyle/>
                    <a:p>
                      <a:pPr algn="ctr" rtl="0" fontAlgn="b"/>
                      <a:r>
                        <a:rPr lang="en-IN" sz="1100" u="none" strike="noStrike" dirty="0">
                          <a:effectLst/>
                        </a:rPr>
                        <a:t>6.17</a:t>
                      </a:r>
                      <a:endParaRPr lang="en-IN" sz="1100" b="0" i="0" u="none" strike="noStrike" dirty="0">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15"/>
                  </a:ext>
                </a:extLst>
              </a:tr>
              <a:tr h="181316">
                <a:tc>
                  <a:txBody>
                    <a:bodyPr/>
                    <a:lstStyle/>
                    <a:p>
                      <a:pPr algn="ctr" rtl="0" fontAlgn="b"/>
                      <a:r>
                        <a:rPr lang="en-IN" sz="1100" u="none" strike="noStrike" dirty="0">
                          <a:effectLst/>
                        </a:rPr>
                        <a:t>5.83</a:t>
                      </a:r>
                      <a:endParaRPr lang="en-IN" sz="1100" b="0" i="0" u="none" strike="noStrike" dirty="0">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16"/>
                  </a:ext>
                </a:extLst>
              </a:tr>
              <a:tr h="181316">
                <a:tc>
                  <a:txBody>
                    <a:bodyPr/>
                    <a:lstStyle/>
                    <a:p>
                      <a:pPr algn="ctr" rtl="0" fontAlgn="b"/>
                      <a:r>
                        <a:rPr lang="en-IN" sz="1100" u="none" strike="noStrike" dirty="0">
                          <a:effectLst/>
                        </a:rPr>
                        <a:t>5.80</a:t>
                      </a:r>
                      <a:endParaRPr lang="en-IN" sz="1100" b="0" i="0" u="none" strike="noStrike" dirty="0">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17"/>
                  </a:ext>
                </a:extLst>
              </a:tr>
              <a:tr h="181316">
                <a:tc>
                  <a:txBody>
                    <a:bodyPr/>
                    <a:lstStyle/>
                    <a:p>
                      <a:pPr algn="ctr" rtl="0" fontAlgn="b"/>
                      <a:r>
                        <a:rPr lang="en-IN" sz="1100" u="none" strike="noStrike" dirty="0">
                          <a:effectLst/>
                        </a:rPr>
                        <a:t>5.50</a:t>
                      </a:r>
                      <a:endParaRPr lang="en-IN" sz="1100" b="0" i="0" u="none" strike="noStrike" dirty="0">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18"/>
                  </a:ext>
                </a:extLst>
              </a:tr>
              <a:tr h="181316">
                <a:tc>
                  <a:txBody>
                    <a:bodyPr/>
                    <a:lstStyle/>
                    <a:p>
                      <a:pPr algn="ctr" rtl="0" fontAlgn="b"/>
                      <a:r>
                        <a:rPr lang="en-IN" sz="1100" u="none" strike="noStrike" dirty="0">
                          <a:effectLst/>
                        </a:rPr>
                        <a:t>5.47</a:t>
                      </a:r>
                      <a:endParaRPr lang="en-IN" sz="1100" b="0" i="0" u="none" strike="noStrike" dirty="0">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19"/>
                  </a:ext>
                </a:extLst>
              </a:tr>
              <a:tr h="181316">
                <a:tc>
                  <a:txBody>
                    <a:bodyPr/>
                    <a:lstStyle/>
                    <a:p>
                      <a:pPr algn="ctr" rtl="0" fontAlgn="b"/>
                      <a:r>
                        <a:rPr lang="en-IN" sz="1100" u="none" strike="noStrike" dirty="0">
                          <a:effectLst/>
                        </a:rPr>
                        <a:t>5.57</a:t>
                      </a:r>
                      <a:endParaRPr lang="en-IN" sz="1100" b="0" i="0" u="none" strike="noStrike" dirty="0">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20"/>
                  </a:ext>
                </a:extLst>
              </a:tr>
              <a:tr h="181316">
                <a:tc>
                  <a:txBody>
                    <a:bodyPr/>
                    <a:lstStyle/>
                    <a:p>
                      <a:pPr algn="ctr" rtl="0" fontAlgn="b"/>
                      <a:r>
                        <a:rPr lang="en-IN" sz="1100" u="none" strike="noStrike" dirty="0">
                          <a:effectLst/>
                        </a:rPr>
                        <a:t>5.87</a:t>
                      </a:r>
                      <a:endParaRPr lang="en-IN" sz="1100" b="0" i="0" u="none" strike="noStrike" dirty="0">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21"/>
                  </a:ext>
                </a:extLst>
              </a:tr>
              <a:tr h="181316">
                <a:tc>
                  <a:txBody>
                    <a:bodyPr/>
                    <a:lstStyle/>
                    <a:p>
                      <a:pPr algn="ctr" rtl="0" fontAlgn="b"/>
                      <a:r>
                        <a:rPr lang="en-IN" sz="1100" u="none" strike="noStrike" dirty="0">
                          <a:effectLst/>
                        </a:rPr>
                        <a:t>5.90</a:t>
                      </a:r>
                      <a:endParaRPr lang="en-IN" sz="1100" b="0" i="0" u="none" strike="noStrike" dirty="0">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22"/>
                  </a:ext>
                </a:extLst>
              </a:tr>
              <a:tr h="181316">
                <a:tc>
                  <a:txBody>
                    <a:bodyPr/>
                    <a:lstStyle/>
                    <a:p>
                      <a:pPr algn="ctr" rtl="0" fontAlgn="b"/>
                      <a:r>
                        <a:rPr lang="en-IN" sz="1100" u="none" strike="noStrike" dirty="0">
                          <a:effectLst/>
                        </a:rPr>
                        <a:t>5.97</a:t>
                      </a:r>
                      <a:endParaRPr lang="en-IN" sz="1100" b="0" i="0" u="none" strike="noStrike" dirty="0">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23"/>
                  </a:ext>
                </a:extLst>
              </a:tr>
              <a:tr h="181316">
                <a:tc>
                  <a:txBody>
                    <a:bodyPr/>
                    <a:lstStyle/>
                    <a:p>
                      <a:pPr algn="ctr" rtl="0" fontAlgn="b"/>
                      <a:r>
                        <a:rPr lang="en-IN" sz="1100" u="none" strike="noStrike" dirty="0">
                          <a:effectLst/>
                        </a:rPr>
                        <a:t>5.67</a:t>
                      </a:r>
                      <a:endParaRPr lang="en-IN" sz="1100" b="0" i="0" u="none" strike="noStrike" dirty="0">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24"/>
                  </a:ext>
                </a:extLst>
              </a:tr>
              <a:tr h="181316">
                <a:tc>
                  <a:txBody>
                    <a:bodyPr/>
                    <a:lstStyle/>
                    <a:p>
                      <a:pPr algn="ctr" rtl="0" fontAlgn="b"/>
                      <a:r>
                        <a:rPr lang="en-IN" sz="1100" u="none" strike="noStrike" dirty="0">
                          <a:effectLst/>
                        </a:rPr>
                        <a:t> </a:t>
                      </a:r>
                      <a:endParaRPr lang="en-IN" sz="1100" b="0" i="0" u="none" strike="noStrike" dirty="0">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25"/>
                  </a:ext>
                </a:extLst>
              </a:tr>
            </a:tbl>
          </a:graphicData>
        </a:graphic>
      </p:graphicFrame>
      <p:graphicFrame>
        <p:nvGraphicFramePr>
          <p:cNvPr id="8" name="Table 7"/>
          <p:cNvGraphicFramePr>
            <a:graphicFrameLocks noGrp="1"/>
          </p:cNvGraphicFramePr>
          <p:nvPr/>
        </p:nvGraphicFramePr>
        <p:xfrm>
          <a:off x="2707498" y="1694912"/>
          <a:ext cx="390806" cy="4909846"/>
        </p:xfrm>
        <a:graphic>
          <a:graphicData uri="http://schemas.openxmlformats.org/drawingml/2006/table">
            <a:tbl>
              <a:tblPr>
                <a:tableStyleId>{5940675A-B579-460E-94D1-54222C63F5DA}</a:tableStyleId>
              </a:tblPr>
              <a:tblGrid>
                <a:gridCol w="390806">
                  <a:extLst>
                    <a:ext uri="{9D8B030D-6E8A-4147-A177-3AD203B41FA5}">
                      <a16:colId xmlns:a16="http://schemas.microsoft.com/office/drawing/2014/main" val="20000"/>
                    </a:ext>
                  </a:extLst>
                </a:gridCol>
              </a:tblGrid>
              <a:tr h="376946">
                <a:tc>
                  <a:txBody>
                    <a:bodyPr/>
                    <a:lstStyle/>
                    <a:p>
                      <a:pPr algn="ctr" rtl="0" fontAlgn="b"/>
                      <a:r>
                        <a:rPr lang="en-IN" sz="1100" u="none" strike="noStrike" dirty="0">
                          <a:effectLst/>
                        </a:rPr>
                        <a:t>5yr MA</a:t>
                      </a:r>
                      <a:endParaRPr lang="en-IN" sz="1100" b="0" i="0" u="none" strike="noStrike" dirty="0">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00"/>
                  </a:ext>
                </a:extLst>
              </a:tr>
              <a:tr h="181316">
                <a:tc>
                  <a:txBody>
                    <a:bodyPr/>
                    <a:lstStyle/>
                    <a:p>
                      <a:pPr algn="ctr" rtl="0" fontAlgn="b"/>
                      <a:r>
                        <a:rPr lang="en-IN" sz="1100" u="none" strike="noStrike">
                          <a:effectLst/>
                        </a:rPr>
                        <a:t> </a:t>
                      </a:r>
                      <a:endParaRPr lang="en-IN" sz="1100" b="0" i="0" u="none" strike="noStrike">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01"/>
                  </a:ext>
                </a:extLst>
              </a:tr>
              <a:tr h="181316">
                <a:tc>
                  <a:txBody>
                    <a:bodyPr/>
                    <a:lstStyle/>
                    <a:p>
                      <a:pPr algn="ctr" rtl="0" fontAlgn="b"/>
                      <a:endParaRPr lang="en-IN" sz="1100" b="0" i="0" u="none" strike="noStrike" dirty="0">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02"/>
                  </a:ext>
                </a:extLst>
              </a:tr>
              <a:tr h="181316">
                <a:tc>
                  <a:txBody>
                    <a:bodyPr/>
                    <a:lstStyle/>
                    <a:p>
                      <a:pPr algn="ctr" rtl="0" fontAlgn="b"/>
                      <a:r>
                        <a:rPr lang="en-IN" sz="1100" u="none" strike="noStrike" dirty="0">
                          <a:effectLst/>
                        </a:rPr>
                        <a:t>5.30</a:t>
                      </a:r>
                      <a:endParaRPr lang="en-IN" sz="1100" b="0" i="0" u="none" strike="noStrike" dirty="0">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03"/>
                  </a:ext>
                </a:extLst>
              </a:tr>
              <a:tr h="181316">
                <a:tc>
                  <a:txBody>
                    <a:bodyPr/>
                    <a:lstStyle/>
                    <a:p>
                      <a:pPr algn="ctr" rtl="0" fontAlgn="b"/>
                      <a:r>
                        <a:rPr lang="en-IN" sz="1100" u="none" strike="noStrike" dirty="0">
                          <a:effectLst/>
                        </a:rPr>
                        <a:t>5.20</a:t>
                      </a:r>
                      <a:endParaRPr lang="en-IN" sz="1100" b="0" i="0" u="none" strike="noStrike" dirty="0">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04"/>
                  </a:ext>
                </a:extLst>
              </a:tr>
              <a:tr h="181316">
                <a:tc>
                  <a:txBody>
                    <a:bodyPr/>
                    <a:lstStyle/>
                    <a:p>
                      <a:pPr algn="ctr" rtl="0" fontAlgn="b"/>
                      <a:r>
                        <a:rPr lang="en-IN" sz="1100" u="none" strike="noStrike" dirty="0">
                          <a:effectLst/>
                        </a:rPr>
                        <a:t>5.44</a:t>
                      </a:r>
                      <a:endParaRPr lang="en-IN" sz="1100" b="0" i="0" u="none" strike="noStrike" dirty="0">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05"/>
                  </a:ext>
                </a:extLst>
              </a:tr>
              <a:tr h="181316">
                <a:tc>
                  <a:txBody>
                    <a:bodyPr/>
                    <a:lstStyle/>
                    <a:p>
                      <a:pPr algn="ctr" rtl="0" fontAlgn="b"/>
                      <a:r>
                        <a:rPr lang="en-IN" sz="1100" u="none" strike="noStrike" dirty="0">
                          <a:effectLst/>
                        </a:rPr>
                        <a:t>5.48</a:t>
                      </a:r>
                      <a:endParaRPr lang="en-IN" sz="1100" b="0" i="0" u="none" strike="noStrike" dirty="0">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06"/>
                  </a:ext>
                </a:extLst>
              </a:tr>
              <a:tr h="181316">
                <a:tc>
                  <a:txBody>
                    <a:bodyPr/>
                    <a:lstStyle/>
                    <a:p>
                      <a:pPr algn="ctr" rtl="0" fontAlgn="b"/>
                      <a:r>
                        <a:rPr lang="en-IN" sz="1100" u="none" strike="noStrike" dirty="0">
                          <a:effectLst/>
                        </a:rPr>
                        <a:t>5.40</a:t>
                      </a:r>
                      <a:endParaRPr lang="en-IN" sz="1100" b="0" i="0" u="none" strike="noStrike" dirty="0">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07"/>
                  </a:ext>
                </a:extLst>
              </a:tr>
              <a:tr h="181316">
                <a:tc>
                  <a:txBody>
                    <a:bodyPr/>
                    <a:lstStyle/>
                    <a:p>
                      <a:pPr algn="ctr" rtl="0" fontAlgn="b"/>
                      <a:r>
                        <a:rPr lang="en-IN" sz="1100" u="none" strike="noStrike" dirty="0">
                          <a:effectLst/>
                        </a:rPr>
                        <a:t>5.58</a:t>
                      </a:r>
                      <a:endParaRPr lang="en-IN" sz="1100" b="0" i="0" u="none" strike="noStrike" dirty="0">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08"/>
                  </a:ext>
                </a:extLst>
              </a:tr>
              <a:tr h="181316">
                <a:tc>
                  <a:txBody>
                    <a:bodyPr/>
                    <a:lstStyle/>
                    <a:p>
                      <a:pPr algn="ctr" rtl="0" fontAlgn="b"/>
                      <a:r>
                        <a:rPr lang="en-IN" sz="1100" u="none" strike="noStrike" dirty="0">
                          <a:effectLst/>
                        </a:rPr>
                        <a:t>5.64</a:t>
                      </a:r>
                      <a:endParaRPr lang="en-IN" sz="1100" b="0" i="0" u="none" strike="noStrike" dirty="0">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09"/>
                  </a:ext>
                </a:extLst>
              </a:tr>
              <a:tr h="181316">
                <a:tc>
                  <a:txBody>
                    <a:bodyPr/>
                    <a:lstStyle/>
                    <a:p>
                      <a:pPr algn="ctr" rtl="0" fontAlgn="b"/>
                      <a:r>
                        <a:rPr lang="en-IN" sz="1100" u="none" strike="noStrike" dirty="0">
                          <a:effectLst/>
                        </a:rPr>
                        <a:t>5.68</a:t>
                      </a:r>
                      <a:endParaRPr lang="en-IN" sz="1100" b="0" i="0" u="none" strike="noStrike" dirty="0">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10"/>
                  </a:ext>
                </a:extLst>
              </a:tr>
              <a:tr h="181316">
                <a:tc>
                  <a:txBody>
                    <a:bodyPr/>
                    <a:lstStyle/>
                    <a:p>
                      <a:pPr algn="ctr" rtl="0" fontAlgn="b"/>
                      <a:r>
                        <a:rPr lang="en-IN" sz="1100" u="none" strike="noStrike" dirty="0">
                          <a:effectLst/>
                        </a:rPr>
                        <a:t>5.56</a:t>
                      </a:r>
                      <a:endParaRPr lang="en-IN" sz="1100" b="0" i="0" u="none" strike="noStrike" dirty="0">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11"/>
                  </a:ext>
                </a:extLst>
              </a:tr>
              <a:tr h="181316">
                <a:tc>
                  <a:txBody>
                    <a:bodyPr/>
                    <a:lstStyle/>
                    <a:p>
                      <a:pPr algn="ctr" rtl="0" fontAlgn="b"/>
                      <a:r>
                        <a:rPr lang="en-IN" sz="1100" u="none" strike="noStrike" dirty="0">
                          <a:effectLst/>
                        </a:rPr>
                        <a:t>5.72</a:t>
                      </a:r>
                      <a:endParaRPr lang="en-IN" sz="1100" b="0" i="0" u="none" strike="noStrike" dirty="0">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12"/>
                  </a:ext>
                </a:extLst>
              </a:tr>
              <a:tr h="181316">
                <a:tc>
                  <a:txBody>
                    <a:bodyPr/>
                    <a:lstStyle/>
                    <a:p>
                      <a:pPr algn="ctr" rtl="0" fontAlgn="b"/>
                      <a:r>
                        <a:rPr lang="en-IN" sz="1100" u="none" strike="noStrike" dirty="0">
                          <a:effectLst/>
                        </a:rPr>
                        <a:t>5.54</a:t>
                      </a:r>
                      <a:endParaRPr lang="en-IN" sz="1100" b="0" i="0" u="none" strike="noStrike" dirty="0">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13"/>
                  </a:ext>
                </a:extLst>
              </a:tr>
              <a:tr h="181316">
                <a:tc>
                  <a:txBody>
                    <a:bodyPr/>
                    <a:lstStyle/>
                    <a:p>
                      <a:pPr algn="ctr" rtl="0" fontAlgn="b"/>
                      <a:r>
                        <a:rPr lang="en-IN" sz="1100" u="none" strike="noStrike" dirty="0">
                          <a:effectLst/>
                        </a:rPr>
                        <a:t>5.86</a:t>
                      </a:r>
                      <a:endParaRPr lang="en-IN" sz="1100" b="0" i="0" u="none" strike="noStrike" dirty="0">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14"/>
                  </a:ext>
                </a:extLst>
              </a:tr>
              <a:tr h="181316">
                <a:tc>
                  <a:txBody>
                    <a:bodyPr/>
                    <a:lstStyle/>
                    <a:p>
                      <a:pPr algn="ctr" rtl="0" fontAlgn="b"/>
                      <a:r>
                        <a:rPr lang="en-IN" sz="1100" u="none" strike="noStrike" dirty="0">
                          <a:effectLst/>
                        </a:rPr>
                        <a:t>5.74</a:t>
                      </a:r>
                      <a:endParaRPr lang="en-IN" sz="1100" b="0" i="0" u="none" strike="noStrike" dirty="0">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15"/>
                  </a:ext>
                </a:extLst>
              </a:tr>
              <a:tr h="181316">
                <a:tc>
                  <a:txBody>
                    <a:bodyPr/>
                    <a:lstStyle/>
                    <a:p>
                      <a:pPr algn="ctr" rtl="0" fontAlgn="b"/>
                      <a:r>
                        <a:rPr lang="en-IN" sz="1100" u="none" strike="noStrike" dirty="0">
                          <a:effectLst/>
                        </a:rPr>
                        <a:t>5.84</a:t>
                      </a:r>
                      <a:endParaRPr lang="en-IN" sz="1100" b="0" i="0" u="none" strike="noStrike" dirty="0">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16"/>
                  </a:ext>
                </a:extLst>
              </a:tr>
              <a:tr h="181316">
                <a:tc>
                  <a:txBody>
                    <a:bodyPr/>
                    <a:lstStyle/>
                    <a:p>
                      <a:pPr algn="ctr" rtl="0" fontAlgn="b"/>
                      <a:r>
                        <a:rPr lang="en-IN" sz="1100" u="none" strike="noStrike" dirty="0">
                          <a:effectLst/>
                        </a:rPr>
                        <a:t>5.76</a:t>
                      </a:r>
                      <a:endParaRPr lang="en-IN" sz="1100" b="0" i="0" u="none" strike="noStrike" dirty="0">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17"/>
                  </a:ext>
                </a:extLst>
              </a:tr>
              <a:tr h="181316">
                <a:tc>
                  <a:txBody>
                    <a:bodyPr/>
                    <a:lstStyle/>
                    <a:p>
                      <a:pPr algn="ctr" rtl="0" fontAlgn="b"/>
                      <a:r>
                        <a:rPr lang="en-IN" sz="1100" u="none" strike="noStrike" dirty="0">
                          <a:effectLst/>
                        </a:rPr>
                        <a:t>5.66</a:t>
                      </a:r>
                      <a:endParaRPr lang="en-IN" sz="1100" b="0" i="0" u="none" strike="noStrike" dirty="0">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18"/>
                  </a:ext>
                </a:extLst>
              </a:tr>
              <a:tr h="181316">
                <a:tc>
                  <a:txBody>
                    <a:bodyPr/>
                    <a:lstStyle/>
                    <a:p>
                      <a:pPr algn="ctr" rtl="0" fontAlgn="b"/>
                      <a:r>
                        <a:rPr lang="en-IN" sz="1100" u="none" strike="noStrike" dirty="0">
                          <a:effectLst/>
                        </a:rPr>
                        <a:t>5.48</a:t>
                      </a:r>
                      <a:endParaRPr lang="en-IN" sz="1100" b="0" i="0" u="none" strike="noStrike" dirty="0">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19"/>
                  </a:ext>
                </a:extLst>
              </a:tr>
              <a:tr h="181316">
                <a:tc>
                  <a:txBody>
                    <a:bodyPr/>
                    <a:lstStyle/>
                    <a:p>
                      <a:pPr algn="ctr" rtl="0" fontAlgn="b"/>
                      <a:r>
                        <a:rPr lang="en-IN" sz="1100" u="none" strike="noStrike" dirty="0">
                          <a:effectLst/>
                        </a:rPr>
                        <a:t>5.78</a:t>
                      </a:r>
                      <a:endParaRPr lang="en-IN" sz="1100" b="0" i="0" u="none" strike="noStrike" dirty="0">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20"/>
                  </a:ext>
                </a:extLst>
              </a:tr>
              <a:tr h="181316">
                <a:tc>
                  <a:txBody>
                    <a:bodyPr/>
                    <a:lstStyle/>
                    <a:p>
                      <a:pPr algn="ctr" rtl="0" fontAlgn="b"/>
                      <a:r>
                        <a:rPr lang="en-IN" sz="1100" u="none" strike="noStrike" dirty="0">
                          <a:effectLst/>
                        </a:rPr>
                        <a:t>5.72</a:t>
                      </a:r>
                      <a:endParaRPr lang="en-IN" sz="1100" b="0" i="0" u="none" strike="noStrike" dirty="0">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21"/>
                  </a:ext>
                </a:extLst>
              </a:tr>
              <a:tr h="181316">
                <a:tc>
                  <a:txBody>
                    <a:bodyPr/>
                    <a:lstStyle/>
                    <a:p>
                      <a:pPr algn="ctr" rtl="0" fontAlgn="b"/>
                      <a:r>
                        <a:rPr lang="en-IN" sz="1100" u="none" strike="noStrike" dirty="0">
                          <a:effectLst/>
                        </a:rPr>
                        <a:t>5.76</a:t>
                      </a:r>
                      <a:endParaRPr lang="en-IN" sz="1100" b="0" i="0" u="none" strike="noStrike" dirty="0">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22"/>
                  </a:ext>
                </a:extLst>
              </a:tr>
              <a:tr h="181316">
                <a:tc>
                  <a:txBody>
                    <a:bodyPr/>
                    <a:lstStyle/>
                    <a:p>
                      <a:pPr algn="ctr" rtl="0" fontAlgn="b"/>
                      <a:r>
                        <a:rPr lang="en-IN" sz="1100" u="none" strike="noStrike" dirty="0">
                          <a:effectLst/>
                        </a:rPr>
                        <a:t>5.90</a:t>
                      </a:r>
                      <a:endParaRPr lang="en-IN" sz="1100" b="0" i="0" u="none" strike="noStrike" dirty="0">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23"/>
                  </a:ext>
                </a:extLst>
              </a:tr>
              <a:tr h="181316">
                <a:tc>
                  <a:txBody>
                    <a:bodyPr/>
                    <a:lstStyle/>
                    <a:p>
                      <a:pPr algn="ctr" rtl="0" fontAlgn="b"/>
                      <a:endParaRPr lang="en-IN" sz="1100" b="0" i="0" u="none" strike="noStrike" dirty="0">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24"/>
                  </a:ext>
                </a:extLst>
              </a:tr>
              <a:tr h="181316">
                <a:tc>
                  <a:txBody>
                    <a:bodyPr/>
                    <a:lstStyle/>
                    <a:p>
                      <a:pPr algn="ctr" rtl="0" fontAlgn="b"/>
                      <a:r>
                        <a:rPr lang="en-IN" sz="1100" u="none" strike="noStrike" dirty="0">
                          <a:effectLst/>
                        </a:rPr>
                        <a:t> </a:t>
                      </a:r>
                      <a:endParaRPr lang="en-IN" sz="1100" b="0" i="0" u="none" strike="noStrike" dirty="0">
                        <a:solidFill>
                          <a:srgbClr val="000000"/>
                        </a:solidFill>
                        <a:effectLst/>
                        <a:latin typeface="Calibri" panose="020F0502020204030204" pitchFamily="34" charset="0"/>
                      </a:endParaRPr>
                    </a:p>
                  </a:txBody>
                  <a:tcPr marL="4884" marR="4884" marT="4884" marB="0" anchor="b"/>
                </a:tc>
                <a:extLst>
                  <a:ext uri="{0D108BD9-81ED-4DB2-BD59-A6C34878D82A}">
                    <a16:rowId xmlns:a16="http://schemas.microsoft.com/office/drawing/2014/main" val="10025"/>
                  </a:ext>
                </a:extLst>
              </a:tr>
            </a:tbl>
          </a:graphicData>
        </a:graphic>
      </p:graphicFrame>
    </p:spTree>
    <p:extLst>
      <p:ext uri="{BB962C8B-B14F-4D97-AF65-F5344CB8AC3E}">
        <p14:creationId xmlns:p14="http://schemas.microsoft.com/office/powerpoint/2010/main" val="454537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p:cTn id="20" dur="500" fill="hold"/>
                                        <p:tgtEl>
                                          <p:spTgt spid="7"/>
                                        </p:tgtEl>
                                        <p:attrNameLst>
                                          <p:attrName>ppt_w</p:attrName>
                                        </p:attrNameLst>
                                      </p:cBhvr>
                                      <p:tavLst>
                                        <p:tav tm="0">
                                          <p:val>
                                            <p:fltVal val="0"/>
                                          </p:val>
                                        </p:tav>
                                        <p:tav tm="100000">
                                          <p:val>
                                            <p:strVal val="#ppt_w"/>
                                          </p:val>
                                        </p:tav>
                                      </p:tavLst>
                                    </p:anim>
                                    <p:anim calcmode="lin" valueType="num">
                                      <p:cBhvr>
                                        <p:cTn id="21" dur="500" fill="hold"/>
                                        <p:tgtEl>
                                          <p:spTgt spid="7"/>
                                        </p:tgtEl>
                                        <p:attrNameLst>
                                          <p:attrName>ppt_h</p:attrName>
                                        </p:attrNameLst>
                                      </p:cBhvr>
                                      <p:tavLst>
                                        <p:tav tm="0">
                                          <p:val>
                                            <p:fltVal val="0"/>
                                          </p:val>
                                        </p:tav>
                                        <p:tav tm="100000">
                                          <p:val>
                                            <p:strVal val="#ppt_h"/>
                                          </p:val>
                                        </p:tav>
                                      </p:tavLst>
                                    </p:anim>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p:cTn id="27" dur="500" fill="hold"/>
                                        <p:tgtEl>
                                          <p:spTgt spid="8"/>
                                        </p:tgtEl>
                                        <p:attrNameLst>
                                          <p:attrName>ppt_w</p:attrName>
                                        </p:attrNameLst>
                                      </p:cBhvr>
                                      <p:tavLst>
                                        <p:tav tm="0">
                                          <p:val>
                                            <p:fltVal val="0"/>
                                          </p:val>
                                        </p:tav>
                                        <p:tav tm="100000">
                                          <p:val>
                                            <p:strVal val="#ppt_w"/>
                                          </p:val>
                                        </p:tav>
                                      </p:tavLst>
                                    </p:anim>
                                    <p:anim calcmode="lin" valueType="num">
                                      <p:cBhvr>
                                        <p:cTn id="28" dur="500" fill="hold"/>
                                        <p:tgtEl>
                                          <p:spTgt spid="8"/>
                                        </p:tgtEl>
                                        <p:attrNameLst>
                                          <p:attrName>ppt_h</p:attrName>
                                        </p:attrNameLst>
                                      </p:cBhvr>
                                      <p:tavLst>
                                        <p:tav tm="0">
                                          <p:val>
                                            <p:fltVal val="0"/>
                                          </p:val>
                                        </p:tav>
                                        <p:tav tm="100000">
                                          <p:val>
                                            <p:strVal val="#ppt_h"/>
                                          </p:val>
                                        </p:tav>
                                      </p:tavLst>
                                    </p:anim>
                                    <p:animEffect transition="in" filter="fade">
                                      <p:cBhvr>
                                        <p:cTn id="29" dur="500"/>
                                        <p:tgtEl>
                                          <p:spTgt spid="8"/>
                                        </p:tgtEl>
                                      </p:cBhvr>
                                    </p:animEffect>
                                  </p:childTnLst>
                                </p:cTn>
                              </p:par>
                            </p:childTnLst>
                          </p:cTn>
                        </p:par>
                      </p:childTnLst>
                    </p:cTn>
                  </p:par>
                  <p:par>
                    <p:cTn id="30" fill="hold">
                      <p:stCondLst>
                        <p:cond delay="indefinite"/>
                      </p:stCondLst>
                      <p:childTnLst>
                        <p:par>
                          <p:cTn id="31" fill="hold">
                            <p:stCondLst>
                              <p:cond delay="0"/>
                            </p:stCondLst>
                            <p:childTnLst>
                              <p:par>
                                <p:cTn id="32" presetID="53" presetClass="entr" presetSubtype="16" fill="hold" grpId="0" nodeType="clickEffect">
                                  <p:stCondLst>
                                    <p:cond delay="0"/>
                                  </p:stCondLst>
                                  <p:childTnLst>
                                    <p:set>
                                      <p:cBhvr>
                                        <p:cTn id="33" dur="1" fill="hold">
                                          <p:stCondLst>
                                            <p:cond delay="0"/>
                                          </p:stCondLst>
                                        </p:cTn>
                                        <p:tgtEl>
                                          <p:spTgt spid="5"/>
                                        </p:tgtEl>
                                        <p:attrNameLst>
                                          <p:attrName>style.visibility</p:attrName>
                                        </p:attrNameLst>
                                      </p:cBhvr>
                                      <p:to>
                                        <p:strVal val="visible"/>
                                      </p:to>
                                    </p:set>
                                    <p:anim calcmode="lin" valueType="num">
                                      <p:cBhvr>
                                        <p:cTn id="34" dur="500" fill="hold"/>
                                        <p:tgtEl>
                                          <p:spTgt spid="5"/>
                                        </p:tgtEl>
                                        <p:attrNameLst>
                                          <p:attrName>ppt_w</p:attrName>
                                        </p:attrNameLst>
                                      </p:cBhvr>
                                      <p:tavLst>
                                        <p:tav tm="0">
                                          <p:val>
                                            <p:fltVal val="0"/>
                                          </p:val>
                                        </p:tav>
                                        <p:tav tm="100000">
                                          <p:val>
                                            <p:strVal val="#ppt_w"/>
                                          </p:val>
                                        </p:tav>
                                      </p:tavLst>
                                    </p:anim>
                                    <p:anim calcmode="lin" valueType="num">
                                      <p:cBhvr>
                                        <p:cTn id="35" dur="500" fill="hold"/>
                                        <p:tgtEl>
                                          <p:spTgt spid="5"/>
                                        </p:tgtEl>
                                        <p:attrNameLst>
                                          <p:attrName>ppt_h</p:attrName>
                                        </p:attrNameLst>
                                      </p:cBhvr>
                                      <p:tavLst>
                                        <p:tav tm="0">
                                          <p:val>
                                            <p:fltVal val="0"/>
                                          </p:val>
                                        </p:tav>
                                        <p:tav tm="100000">
                                          <p:val>
                                            <p:strVal val="#ppt_h"/>
                                          </p:val>
                                        </p:tav>
                                      </p:tavLst>
                                    </p:anim>
                                    <p:animEffect transition="in" filter="fade">
                                      <p:cBhvr>
                                        <p:cTn id="3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Graphic spid="5" grpId="0">
        <p:bldAsOne/>
      </p:bldGraphic>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3</a:t>
            </a:r>
            <a:endParaRPr lang="en-IN" dirty="0"/>
          </a:p>
        </p:txBody>
      </p:sp>
      <p:sp>
        <p:nvSpPr>
          <p:cNvPr id="9" name="TextShape 2">
            <a:extLst>
              <a:ext uri="{FF2B5EF4-FFF2-40B4-BE49-F238E27FC236}">
                <a16:creationId xmlns:a16="http://schemas.microsoft.com/office/drawing/2014/main" id="{84186B61-9C5D-40BB-B021-D7D56B779A22}"/>
              </a:ext>
            </a:extLst>
          </p:cNvPr>
          <p:cNvSpPr txBox="1"/>
          <p:nvPr/>
        </p:nvSpPr>
        <p:spPr>
          <a:xfrm>
            <a:off x="375884" y="1297070"/>
            <a:ext cx="3374231" cy="1921259"/>
          </a:xfrm>
          <a:prstGeom prst="rect">
            <a:avLst/>
          </a:prstGeom>
          <a:noFill/>
          <a:ln>
            <a:noFill/>
          </a:ln>
        </p:spPr>
        <p:txBody>
          <a:bodyPr/>
          <a:lstStyle/>
          <a:p>
            <a:pPr marL="416" algn="just">
              <a:lnSpc>
                <a:spcPct val="150000"/>
              </a:lnSpc>
              <a:spcBef>
                <a:spcPts val="648"/>
              </a:spcBef>
              <a:buClr>
                <a:srgbClr val="000000"/>
              </a:buClr>
            </a:pPr>
            <a:r>
              <a:rPr lang="en-IN" sz="2000" spc="-1" dirty="0">
                <a:solidFill>
                  <a:srgbClr val="000000"/>
                </a:solidFill>
                <a:latin typeface="+mn-lt"/>
              </a:rPr>
              <a:t>Following data shows production volume (in ‘000 tones). Compute 4-year  centered moving average</a:t>
            </a:r>
          </a:p>
        </p:txBody>
      </p:sp>
      <p:pic>
        <p:nvPicPr>
          <p:cNvPr id="10" name="Picture 9"/>
          <p:cNvPicPr>
            <a:picLocks noChangeAspect="1"/>
          </p:cNvPicPr>
          <p:nvPr/>
        </p:nvPicPr>
        <p:blipFill>
          <a:blip r:embed="rId2"/>
          <a:stretch>
            <a:fillRect/>
          </a:stretch>
        </p:blipFill>
        <p:spPr>
          <a:xfrm>
            <a:off x="4064153" y="1087345"/>
            <a:ext cx="7315108" cy="5456068"/>
          </a:xfrm>
          <a:prstGeom prst="rect">
            <a:avLst/>
          </a:prstGeom>
        </p:spPr>
      </p:pic>
    </p:spTree>
    <p:extLst>
      <p:ext uri="{BB962C8B-B14F-4D97-AF65-F5344CB8AC3E}">
        <p14:creationId xmlns:p14="http://schemas.microsoft.com/office/powerpoint/2010/main" val="674605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Weighted Moving Average</a:t>
            </a:r>
          </a:p>
        </p:txBody>
      </p:sp>
      <p:pic>
        <p:nvPicPr>
          <p:cNvPr id="3" name="Picture 2"/>
          <p:cNvPicPr>
            <a:picLocks noChangeAspect="1"/>
          </p:cNvPicPr>
          <p:nvPr/>
        </p:nvPicPr>
        <p:blipFill>
          <a:blip r:embed="rId2"/>
          <a:stretch>
            <a:fillRect/>
          </a:stretch>
        </p:blipFill>
        <p:spPr>
          <a:xfrm>
            <a:off x="104498" y="1126195"/>
            <a:ext cx="10789204" cy="882695"/>
          </a:xfrm>
          <a:prstGeom prst="rect">
            <a:avLst/>
          </a:prstGeom>
        </p:spPr>
      </p:pic>
      <p:pic>
        <p:nvPicPr>
          <p:cNvPr id="4" name="Picture 3"/>
          <p:cNvPicPr>
            <a:picLocks noChangeAspect="1"/>
          </p:cNvPicPr>
          <p:nvPr/>
        </p:nvPicPr>
        <p:blipFill>
          <a:blip r:embed="rId3"/>
          <a:stretch>
            <a:fillRect/>
          </a:stretch>
        </p:blipFill>
        <p:spPr>
          <a:xfrm>
            <a:off x="104498" y="2112180"/>
            <a:ext cx="5708754" cy="2223056"/>
          </a:xfrm>
          <a:prstGeom prst="rect">
            <a:avLst/>
          </a:prstGeom>
        </p:spPr>
      </p:pic>
      <p:pic>
        <p:nvPicPr>
          <p:cNvPr id="5" name="Picture 4"/>
          <p:cNvPicPr>
            <a:picLocks noChangeAspect="1"/>
          </p:cNvPicPr>
          <p:nvPr/>
        </p:nvPicPr>
        <p:blipFill>
          <a:blip r:embed="rId4"/>
          <a:stretch>
            <a:fillRect/>
          </a:stretch>
        </p:blipFill>
        <p:spPr>
          <a:xfrm>
            <a:off x="5898104" y="2112180"/>
            <a:ext cx="5359675" cy="2044805"/>
          </a:xfrm>
          <a:prstGeom prst="rect">
            <a:avLst/>
          </a:prstGeom>
        </p:spPr>
      </p:pic>
      <p:sp>
        <p:nvSpPr>
          <p:cNvPr id="7" name="Rectangle 6"/>
          <p:cNvSpPr/>
          <p:nvPr/>
        </p:nvSpPr>
        <p:spPr>
          <a:xfrm>
            <a:off x="1649186" y="3223708"/>
            <a:ext cx="1877785" cy="2297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p:cNvSpPr/>
          <p:nvPr/>
        </p:nvSpPr>
        <p:spPr>
          <a:xfrm>
            <a:off x="1517371" y="3215544"/>
            <a:ext cx="1694695" cy="276999"/>
          </a:xfrm>
          <a:prstGeom prst="rect">
            <a:avLst/>
          </a:prstGeom>
        </p:spPr>
        <p:txBody>
          <a:bodyPr wrap="none">
            <a:spAutoFit/>
          </a:bodyPr>
          <a:lstStyle/>
          <a:p>
            <a:r>
              <a:rPr lang="en-IN" sz="1200" dirty="0">
                <a:solidFill>
                  <a:srgbClr val="4B5563"/>
                </a:solidFill>
                <a:latin typeface="ui-monospace"/>
              </a:rPr>
              <a:t>0.5, 0.3, 0.2</a:t>
            </a:r>
            <a:r>
              <a:rPr lang="en-IN" sz="1200" dirty="0">
                <a:solidFill>
                  <a:srgbClr val="4B5563"/>
                </a:solidFill>
                <a:latin typeface="Open Sans"/>
              </a:rPr>
              <a:t> (sum = 1)</a:t>
            </a:r>
            <a:endParaRPr lang="en-IN" sz="1200" dirty="0"/>
          </a:p>
        </p:txBody>
      </p:sp>
      <p:pic>
        <p:nvPicPr>
          <p:cNvPr id="8" name="Picture 7"/>
          <p:cNvPicPr>
            <a:picLocks noChangeAspect="1"/>
          </p:cNvPicPr>
          <p:nvPr/>
        </p:nvPicPr>
        <p:blipFill>
          <a:blip r:embed="rId5"/>
          <a:stretch>
            <a:fillRect/>
          </a:stretch>
        </p:blipFill>
        <p:spPr>
          <a:xfrm>
            <a:off x="215628" y="4343400"/>
            <a:ext cx="5450386" cy="2235315"/>
          </a:xfrm>
          <a:prstGeom prst="rect">
            <a:avLst/>
          </a:prstGeom>
        </p:spPr>
      </p:pic>
      <p:pic>
        <p:nvPicPr>
          <p:cNvPr id="9" name="Picture 8"/>
          <p:cNvPicPr>
            <a:picLocks noChangeAspect="1"/>
          </p:cNvPicPr>
          <p:nvPr/>
        </p:nvPicPr>
        <p:blipFill>
          <a:blip r:embed="rId6"/>
          <a:stretch>
            <a:fillRect/>
          </a:stretch>
        </p:blipFill>
        <p:spPr>
          <a:xfrm>
            <a:off x="5898104" y="4335236"/>
            <a:ext cx="5245370" cy="2178162"/>
          </a:xfrm>
          <a:prstGeom prst="rect">
            <a:avLst/>
          </a:prstGeom>
        </p:spPr>
      </p:pic>
    </p:spTree>
    <p:extLst>
      <p:ext uri="{BB962C8B-B14F-4D97-AF65-F5344CB8AC3E}">
        <p14:creationId xmlns:p14="http://schemas.microsoft.com/office/powerpoint/2010/main" val="2847426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Practice Problem -1</a:t>
            </a:r>
            <a:endParaRPr lang="en-IN" dirty="0"/>
          </a:p>
        </p:txBody>
      </p:sp>
      <p:sp>
        <p:nvSpPr>
          <p:cNvPr id="6" name="TextBox 5"/>
          <p:cNvSpPr txBox="1"/>
          <p:nvPr/>
        </p:nvSpPr>
        <p:spPr>
          <a:xfrm flipH="1">
            <a:off x="838200" y="5982405"/>
            <a:ext cx="5618158" cy="369332"/>
          </a:xfrm>
          <a:prstGeom prst="rect">
            <a:avLst/>
          </a:prstGeom>
          <a:noFill/>
        </p:spPr>
        <p:txBody>
          <a:bodyPr wrap="square" rtlCol="0">
            <a:spAutoFit/>
          </a:bodyPr>
          <a:lstStyle/>
          <a:p>
            <a:r>
              <a:rPr lang="en-US" b="1" dirty="0"/>
              <a:t>Find out the 3 year centered moving averages </a:t>
            </a:r>
            <a:endParaRPr lang="en-IN" b="1" dirty="0"/>
          </a:p>
        </p:txBody>
      </p:sp>
      <p:pic>
        <p:nvPicPr>
          <p:cNvPr id="7" name="Picture 6"/>
          <p:cNvPicPr>
            <a:picLocks noChangeAspect="1"/>
          </p:cNvPicPr>
          <p:nvPr/>
        </p:nvPicPr>
        <p:blipFill>
          <a:blip r:embed="rId2"/>
          <a:stretch>
            <a:fillRect/>
          </a:stretch>
        </p:blipFill>
        <p:spPr>
          <a:xfrm>
            <a:off x="476078" y="1065346"/>
            <a:ext cx="8618936" cy="4654225"/>
          </a:xfrm>
          <a:prstGeom prst="rect">
            <a:avLst/>
          </a:prstGeom>
        </p:spPr>
      </p:pic>
    </p:spTree>
    <p:extLst>
      <p:ext uri="{BB962C8B-B14F-4D97-AF65-F5344CB8AC3E}">
        <p14:creationId xmlns:p14="http://schemas.microsoft.com/office/powerpoint/2010/main" val="87542203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a:t>
            </a:r>
            <a:endParaRPr lang="en-IN" dirty="0"/>
          </a:p>
        </p:txBody>
      </p:sp>
      <p:pic>
        <p:nvPicPr>
          <p:cNvPr id="5" name="Picture 4">
            <a:extLst>
              <a:ext uri="{FF2B5EF4-FFF2-40B4-BE49-F238E27FC236}">
                <a16:creationId xmlns:a16="http://schemas.microsoft.com/office/drawing/2014/main" id="{F30E7A5F-287F-474B-88E7-BE3B8EE168DA}"/>
              </a:ext>
            </a:extLst>
          </p:cNvPr>
          <p:cNvPicPr>
            <a:picLocks noChangeAspect="1"/>
          </p:cNvPicPr>
          <p:nvPr/>
        </p:nvPicPr>
        <p:blipFill>
          <a:blip r:embed="rId2"/>
          <a:stretch>
            <a:fillRect/>
          </a:stretch>
        </p:blipFill>
        <p:spPr>
          <a:xfrm>
            <a:off x="618867" y="1007998"/>
            <a:ext cx="8800195" cy="5324959"/>
          </a:xfrm>
          <a:prstGeom prst="rect">
            <a:avLst/>
          </a:prstGeom>
        </p:spPr>
      </p:pic>
    </p:spTree>
    <p:extLst>
      <p:ext uri="{BB962C8B-B14F-4D97-AF65-F5344CB8AC3E}">
        <p14:creationId xmlns:p14="http://schemas.microsoft.com/office/powerpoint/2010/main" val="3224534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Practice problem-2</a:t>
            </a:r>
            <a:endParaRPr lang="en-IN" dirty="0"/>
          </a:p>
        </p:txBody>
      </p:sp>
      <p:sp>
        <p:nvSpPr>
          <p:cNvPr id="5" name="Rectangle 4"/>
          <p:cNvSpPr/>
          <p:nvPr/>
        </p:nvSpPr>
        <p:spPr>
          <a:xfrm>
            <a:off x="312964" y="1244377"/>
            <a:ext cx="10031186" cy="369332"/>
          </a:xfrm>
          <a:prstGeom prst="rect">
            <a:avLst/>
          </a:prstGeom>
        </p:spPr>
        <p:txBody>
          <a:bodyPr wrap="square">
            <a:spAutoFit/>
          </a:bodyPr>
          <a:lstStyle/>
          <a:p>
            <a:pPr marL="416" algn="just">
              <a:spcBef>
                <a:spcPts val="648"/>
              </a:spcBef>
              <a:buClr>
                <a:srgbClr val="000000"/>
              </a:buClr>
            </a:pPr>
            <a:r>
              <a:rPr lang="en-IN" dirty="0"/>
              <a:t>The following data represent 15 quarters of manufacturing capacity utilization</a:t>
            </a:r>
          </a:p>
        </p:txBody>
      </p:sp>
      <p:pic>
        <p:nvPicPr>
          <p:cNvPr id="6" name="Picture 5"/>
          <p:cNvPicPr>
            <a:picLocks noChangeAspect="1"/>
          </p:cNvPicPr>
          <p:nvPr/>
        </p:nvPicPr>
        <p:blipFill>
          <a:blip r:embed="rId2"/>
          <a:stretch>
            <a:fillRect/>
          </a:stretch>
        </p:blipFill>
        <p:spPr>
          <a:xfrm>
            <a:off x="1973885" y="1690831"/>
            <a:ext cx="2941015" cy="4294550"/>
          </a:xfrm>
          <a:prstGeom prst="rect">
            <a:avLst/>
          </a:prstGeom>
        </p:spPr>
      </p:pic>
      <p:sp>
        <p:nvSpPr>
          <p:cNvPr id="7" name="Rectangle 6"/>
          <p:cNvSpPr/>
          <p:nvPr/>
        </p:nvSpPr>
        <p:spPr>
          <a:xfrm>
            <a:off x="1220968" y="6191641"/>
            <a:ext cx="4314001" cy="369332"/>
          </a:xfrm>
          <a:prstGeom prst="rect">
            <a:avLst/>
          </a:prstGeom>
        </p:spPr>
        <p:txBody>
          <a:bodyPr wrap="none">
            <a:spAutoFit/>
          </a:bodyPr>
          <a:lstStyle/>
          <a:p>
            <a:r>
              <a:rPr lang="en-US" dirty="0">
                <a:latin typeface="Helvetica Neue"/>
              </a:rPr>
              <a:t>Find the 2,3 &amp; 4 quarter moving average</a:t>
            </a:r>
          </a:p>
        </p:txBody>
      </p:sp>
    </p:spTree>
    <p:extLst>
      <p:ext uri="{BB962C8B-B14F-4D97-AF65-F5344CB8AC3E}">
        <p14:creationId xmlns:p14="http://schemas.microsoft.com/office/powerpoint/2010/main" val="27219663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4323481" y="4821010"/>
            <a:ext cx="2857500" cy="1600200"/>
          </a:xfrm>
          <a:prstGeom prst="rect">
            <a:avLst/>
          </a:prstGeom>
        </p:spPr>
      </p:pic>
      <p:sp>
        <p:nvSpPr>
          <p:cNvPr id="4" name="Text Placeholder 3">
            <a:extLst>
              <a:ext uri="{FF2B5EF4-FFF2-40B4-BE49-F238E27FC236}">
                <a16:creationId xmlns:a16="http://schemas.microsoft.com/office/drawing/2014/main" id="{188F581D-9F40-4F70-8A65-1C0D9B64F5BB}"/>
              </a:ext>
            </a:extLst>
          </p:cNvPr>
          <p:cNvSpPr>
            <a:spLocks noGrp="1"/>
          </p:cNvSpPr>
          <p:nvPr>
            <p:ph type="body" idx="1"/>
          </p:nvPr>
        </p:nvSpPr>
        <p:spPr>
          <a:xfrm>
            <a:off x="831850" y="2025557"/>
            <a:ext cx="10515600" cy="1500187"/>
          </a:xfrm>
        </p:spPr>
        <p:txBody>
          <a:bodyPr>
            <a:normAutofit/>
          </a:bodyPr>
          <a:lstStyle/>
          <a:p>
            <a:pPr algn="ctr"/>
            <a:r>
              <a:rPr lang="en-IN" sz="4800" b="1" dirty="0">
                <a:latin typeface="+mn-lt"/>
              </a:rPr>
              <a:t>Thanks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ISM_Session_3">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5A758FEF1429047AE09681CC0F7D167" ma:contentTypeVersion="32" ma:contentTypeDescription="Create a new document." ma:contentTypeScope="" ma:versionID="9551dfe7ae6685899f3a6bf4cd9dc226">
  <xsd:schema xmlns:xsd="http://www.w3.org/2001/XMLSchema" xmlns:xs="http://www.w3.org/2001/XMLSchema" xmlns:p="http://schemas.microsoft.com/office/2006/metadata/properties" xmlns:ns2="15d03a25-cda5-4943-9684-7d18d97bb3bc" xmlns:ns3="1abdae7a-7178-4d1e-9626-01799792f2da" targetNamespace="http://schemas.microsoft.com/office/2006/metadata/properties" ma:root="true" ma:fieldsID="71fbf1ccf07ddaff14b871bd721e86b3" ns2:_="" ns3:_="">
    <xsd:import namespace="15d03a25-cda5-4943-9684-7d18d97bb3bc"/>
    <xsd:import namespace="1abdae7a-7178-4d1e-9626-01799792f2da"/>
    <xsd:element name="properties">
      <xsd:complexType>
        <xsd:sequence>
          <xsd:element name="documentManagement">
            <xsd:complexType>
              <xsd:all>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d03a25-cda5-4943-9684-7d18d97bb3bc" elementFormDefault="qualified">
    <xsd:import namespace="http://schemas.microsoft.com/office/2006/documentManagement/types"/>
    <xsd:import namespace="http://schemas.microsoft.com/office/infopath/2007/PartnerControls"/>
    <xsd:element name="NotebookType" ma:index="8" nillable="true" ma:displayName="Notebook Type" ma:internalName="NotebookType">
      <xsd:simpleType>
        <xsd:restriction base="dms:Text"/>
      </xsd:simpleType>
    </xsd:element>
    <xsd:element name="FolderType" ma:index="9" nillable="true" ma:displayName="Folder Type" ma:internalName="FolderType">
      <xsd:simpleType>
        <xsd:restriction base="dms:Text"/>
      </xsd:simpleType>
    </xsd:element>
    <xsd:element name="CultureName" ma:index="10" nillable="true" ma:displayName="Culture Name" ma:internalName="CultureName">
      <xsd:simpleType>
        <xsd:restriction base="dms:Text"/>
      </xsd:simpleType>
    </xsd:element>
    <xsd:element name="AppVersion" ma:index="11" nillable="true" ma:displayName="App Version" ma:internalName="AppVersion">
      <xsd:simpleType>
        <xsd:restriction base="dms:Text"/>
      </xsd:simpleType>
    </xsd:element>
    <xsd:element name="TeamsChannelId" ma:index="12" nillable="true" ma:displayName="Teams Channel Id" ma:internalName="TeamsChannelId">
      <xsd:simpleType>
        <xsd:restriction base="dms:Text"/>
      </xsd:simpleType>
    </xsd:element>
    <xsd:element name="Owner" ma:index="13"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4" nillable="true" ma:displayName="Math Settings" ma:internalName="Math_Settings">
      <xsd:simpleType>
        <xsd:restriction base="dms:Text"/>
      </xsd:simpleType>
    </xsd:element>
    <xsd:element name="DefaultSectionNames" ma:index="15" nillable="true" ma:displayName="Default Section Names" ma:internalName="DefaultSectionNames">
      <xsd:simpleType>
        <xsd:restriction base="dms:Note">
          <xsd:maxLength value="255"/>
        </xsd:restriction>
      </xsd:simpleType>
    </xsd:element>
    <xsd:element name="Templates" ma:index="16" nillable="true" ma:displayName="Templates" ma:internalName="Templates">
      <xsd:simpleType>
        <xsd:restriction base="dms:Note">
          <xsd:maxLength value="255"/>
        </xsd:restriction>
      </xsd:simpleType>
    </xsd:element>
    <xsd:element name="Teachers" ma:index="17"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18"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19"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0" nillable="true" ma:displayName="Distribution Groups" ma:internalName="Distribution_Groups">
      <xsd:simpleType>
        <xsd:restriction base="dms:Note">
          <xsd:maxLength value="255"/>
        </xsd:restriction>
      </xsd:simpleType>
    </xsd:element>
    <xsd:element name="LMS_Mappings" ma:index="21" nillable="true" ma:displayName="LMS Mappings" ma:internalName="LMS_Mappings">
      <xsd:simpleType>
        <xsd:restriction base="dms:Note">
          <xsd:maxLength value="255"/>
        </xsd:restriction>
      </xsd:simpleType>
    </xsd:element>
    <xsd:element name="Invited_Teachers" ma:index="22" nillable="true" ma:displayName="Invited Teachers" ma:internalName="Invited_Teachers">
      <xsd:simpleType>
        <xsd:restriction base="dms:Note">
          <xsd:maxLength value="255"/>
        </xsd:restriction>
      </xsd:simpleType>
    </xsd:element>
    <xsd:element name="Invited_Students" ma:index="23" nillable="true" ma:displayName="Invited Students" ma:internalName="Invited_Students">
      <xsd:simpleType>
        <xsd:restriction base="dms:Note">
          <xsd:maxLength value="255"/>
        </xsd:restriction>
      </xsd:simpleType>
    </xsd:element>
    <xsd:element name="Self_Registration_Enabled" ma:index="24" nillable="true" ma:displayName="Self Registration Enabled" ma:internalName="Self_Registration_Enabled">
      <xsd:simpleType>
        <xsd:restriction base="dms:Boolean"/>
      </xsd:simpleType>
    </xsd:element>
    <xsd:element name="Has_Teacher_Only_SectionGroup" ma:index="25" nillable="true" ma:displayName="Has Teacher Only SectionGroup" ma:internalName="Has_Teacher_Only_SectionGroup">
      <xsd:simpleType>
        <xsd:restriction base="dms:Boolean"/>
      </xsd:simpleType>
    </xsd:element>
    <xsd:element name="Is_Collaboration_Space_Locked" ma:index="26" nillable="true" ma:displayName="Is Collaboration Space Locked" ma:internalName="Is_Collaboration_Space_Locked">
      <xsd:simpleType>
        <xsd:restriction base="dms:Boolean"/>
      </xsd:simpleType>
    </xsd:element>
    <xsd:element name="IsNotebookLocked" ma:index="27" nillable="true" ma:displayName="Is Notebook Locked" ma:internalName="IsNotebookLocked">
      <xsd:simpleType>
        <xsd:restriction base="dms:Boolean"/>
      </xsd:simpleType>
    </xsd:element>
    <xsd:element name="Teams_Channel_Section_Location" ma:index="28" nillable="true" ma:displayName="Teams Channel Section Location" ma:internalName="Teams_Channel_Section_Location">
      <xsd:simpleType>
        <xsd:restriction base="dms:Text"/>
      </xsd:simpleType>
    </xsd:element>
    <xsd:element name="MediaServiceMetadata" ma:index="29" nillable="true" ma:displayName="MediaServiceMetadata" ma:hidden="true" ma:internalName="MediaServiceMetadata" ma:readOnly="true">
      <xsd:simpleType>
        <xsd:restriction base="dms:Note"/>
      </xsd:simpleType>
    </xsd:element>
    <xsd:element name="MediaServiceFastMetadata" ma:index="30" nillable="true" ma:displayName="MediaServiceFastMetadata" ma:hidden="true" ma:internalName="MediaServiceFastMetadata" ma:readOnly="true">
      <xsd:simpleType>
        <xsd:restriction base="dms:Note"/>
      </xsd:simpleType>
    </xsd:element>
    <xsd:element name="MediaServiceSearchProperties" ma:index="31" nillable="true" ma:displayName="MediaServiceSearchProperties" ma:hidden="true" ma:internalName="MediaServiceSearchProperties" ma:readOnly="true">
      <xsd:simpleType>
        <xsd:restriction base="dms:Note"/>
      </xsd:simpleType>
    </xsd:element>
    <xsd:element name="MediaServiceDateTaken" ma:index="32" nillable="true" ma:displayName="MediaServiceDateTaken" ma:hidden="true" ma:indexed="true" ma:internalName="MediaServiceDateTaken" ma:readOnly="true">
      <xsd:simpleType>
        <xsd:restriction base="dms:Text"/>
      </xsd:simpleType>
    </xsd:element>
    <xsd:element name="MediaServiceGenerationTime" ma:index="33" nillable="true" ma:displayName="MediaServiceGenerationTime" ma:hidden="true" ma:internalName="MediaServiceGenerationTime" ma:readOnly="true">
      <xsd:simpleType>
        <xsd:restriction base="dms:Text"/>
      </xsd:simpleType>
    </xsd:element>
    <xsd:element name="MediaServiceEventHashCode" ma:index="34" nillable="true" ma:displayName="MediaServiceEventHashCode" ma:hidden="true" ma:internalName="MediaServiceEventHashCode" ma:readOnly="true">
      <xsd:simpleType>
        <xsd:restriction base="dms:Text"/>
      </xsd:simpleType>
    </xsd:element>
    <xsd:element name="MediaLengthInSeconds" ma:index="35" nillable="true" ma:displayName="MediaLengthInSeconds" ma:hidden="true" ma:internalName="MediaLengthInSeconds" ma:readOnly="true">
      <xsd:simpleType>
        <xsd:restriction base="dms:Unknown"/>
      </xsd:simpleType>
    </xsd:element>
    <xsd:element name="lcf76f155ced4ddcb4097134ff3c332f" ma:index="37" nillable="true" ma:taxonomy="true" ma:internalName="lcf76f155ced4ddcb4097134ff3c332f" ma:taxonomyFieldName="MediaServiceImageTags" ma:displayName="Image Tags" ma:readOnly="false" ma:fieldId="{5cf76f15-5ced-4ddc-b409-7134ff3c332f}" ma:taxonomyMulti="true" ma:sspId="eb8cb680-6a83-4177-80f4-b15e2230c4d8" ma:termSetId="09814cd3-568e-fe90-9814-8d621ff8fb84" ma:anchorId="fba54fb3-c3e1-fe81-a776-ca4b69148c4d" ma:open="true" ma:isKeyword="false">
      <xsd:complexType>
        <xsd:sequence>
          <xsd:element ref="pc:Terms" minOccurs="0" maxOccurs="1"/>
        </xsd:sequence>
      </xsd:complexType>
    </xsd:element>
    <xsd:element name="MediaServiceOCR" ma:index="3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abdae7a-7178-4d1e-9626-01799792f2da" elementFormDefault="qualified">
    <xsd:import namespace="http://schemas.microsoft.com/office/2006/documentManagement/types"/>
    <xsd:import namespace="http://schemas.microsoft.com/office/infopath/2007/PartnerControls"/>
    <xsd:element name="TaxCatchAll" ma:index="38" nillable="true" ma:displayName="Taxonomy Catch All Column" ma:hidden="true" ma:list="{a62e0b61-37fe-427a-8d40-754df8cab5f8}" ma:internalName="TaxCatchAll" ma:showField="CatchAllData" ma:web="1abdae7a-7178-4d1e-9626-01799792f2d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NotebookType xmlns="15d03a25-cda5-4943-9684-7d18d97bb3bc" xsi:nil="true"/>
    <lcf76f155ced4ddcb4097134ff3c332f xmlns="15d03a25-cda5-4943-9684-7d18d97bb3bc">
      <Terms xmlns="http://schemas.microsoft.com/office/infopath/2007/PartnerControls"/>
    </lcf76f155ced4ddcb4097134ff3c332f>
    <LMS_Mappings xmlns="15d03a25-cda5-4943-9684-7d18d97bb3bc" xsi:nil="true"/>
    <Owner xmlns="15d03a25-cda5-4943-9684-7d18d97bb3bc">
      <UserInfo>
        <DisplayName/>
        <AccountId xsi:nil="true"/>
        <AccountType/>
      </UserInfo>
    </Owner>
    <TaxCatchAll xmlns="1abdae7a-7178-4d1e-9626-01799792f2da" xsi:nil="true"/>
    <FolderType xmlns="15d03a25-cda5-4943-9684-7d18d97bb3bc" xsi:nil="true"/>
    <CultureName xmlns="15d03a25-cda5-4943-9684-7d18d97bb3bc" xsi:nil="true"/>
    <Distribution_Groups xmlns="15d03a25-cda5-4943-9684-7d18d97bb3bc" xsi:nil="true"/>
    <Templates xmlns="15d03a25-cda5-4943-9684-7d18d97bb3bc" xsi:nil="true"/>
    <Invited_Students xmlns="15d03a25-cda5-4943-9684-7d18d97bb3bc" xsi:nil="true"/>
    <IsNotebookLocked xmlns="15d03a25-cda5-4943-9684-7d18d97bb3bc" xsi:nil="true"/>
    <Teachers xmlns="15d03a25-cda5-4943-9684-7d18d97bb3bc">
      <UserInfo>
        <DisplayName/>
        <AccountId xsi:nil="true"/>
        <AccountType/>
      </UserInfo>
    </Teachers>
    <Students xmlns="15d03a25-cda5-4943-9684-7d18d97bb3bc">
      <UserInfo>
        <DisplayName/>
        <AccountId xsi:nil="true"/>
        <AccountType/>
      </UserInfo>
    </Students>
    <Student_Groups xmlns="15d03a25-cda5-4943-9684-7d18d97bb3bc">
      <UserInfo>
        <DisplayName/>
        <AccountId xsi:nil="true"/>
        <AccountType/>
      </UserInfo>
    </Student_Groups>
    <Math_Settings xmlns="15d03a25-cda5-4943-9684-7d18d97bb3bc" xsi:nil="true"/>
    <Teams_Channel_Section_Location xmlns="15d03a25-cda5-4943-9684-7d18d97bb3bc" xsi:nil="true"/>
    <AppVersion xmlns="15d03a25-cda5-4943-9684-7d18d97bb3bc" xsi:nil="true"/>
    <TeamsChannelId xmlns="15d03a25-cda5-4943-9684-7d18d97bb3bc" xsi:nil="true"/>
    <Self_Registration_Enabled xmlns="15d03a25-cda5-4943-9684-7d18d97bb3bc" xsi:nil="true"/>
    <Has_Teacher_Only_SectionGroup xmlns="15d03a25-cda5-4943-9684-7d18d97bb3bc" xsi:nil="true"/>
    <DefaultSectionNames xmlns="15d03a25-cda5-4943-9684-7d18d97bb3bc" xsi:nil="true"/>
    <Is_Collaboration_Space_Locked xmlns="15d03a25-cda5-4943-9684-7d18d97bb3bc" xsi:nil="true"/>
    <Invited_Teachers xmlns="15d03a25-cda5-4943-9684-7d18d97bb3bc" xsi:nil="true"/>
  </documentManagement>
</p:properties>
</file>

<file path=customXml/itemProps1.xml><?xml version="1.0" encoding="utf-8"?>
<ds:datastoreItem xmlns:ds="http://schemas.openxmlformats.org/officeDocument/2006/customXml" ds:itemID="{F647142B-F39C-488A-AE87-89CC4E206821}"/>
</file>

<file path=customXml/itemProps2.xml><?xml version="1.0" encoding="utf-8"?>
<ds:datastoreItem xmlns:ds="http://schemas.openxmlformats.org/officeDocument/2006/customXml" ds:itemID="{2EDDEFE6-CF05-430A-8579-C25B3EFD4F28}"/>
</file>

<file path=customXml/itemProps3.xml><?xml version="1.0" encoding="utf-8"?>
<ds:datastoreItem xmlns:ds="http://schemas.openxmlformats.org/officeDocument/2006/customXml" ds:itemID="{8CE0F9CA-F66F-4409-ACE1-A22D7AF790B9}"/>
</file>

<file path=docProps/app.xml><?xml version="1.0" encoding="utf-8"?>
<Properties xmlns="http://schemas.openxmlformats.org/officeDocument/2006/extended-properties" xmlns:vt="http://schemas.openxmlformats.org/officeDocument/2006/docPropsVTypes">
  <TotalTime>4454</TotalTime>
  <Words>3162</Words>
  <Application>Microsoft Office PowerPoint</Application>
  <PresentationFormat>Widescreen</PresentationFormat>
  <Paragraphs>502</Paragraphs>
  <Slides>49</Slides>
  <Notes>3</Notes>
  <HiddenSlides>0</HiddenSlides>
  <MMClips>0</MMClips>
  <ScaleCrop>false</ScaleCrop>
  <HeadingPairs>
    <vt:vector size="6" baseType="variant">
      <vt:variant>
        <vt:lpstr>Fonts Used</vt:lpstr>
      </vt:variant>
      <vt:variant>
        <vt:i4>17</vt:i4>
      </vt:variant>
      <vt:variant>
        <vt:lpstr>Theme</vt:lpstr>
      </vt:variant>
      <vt:variant>
        <vt:i4>3</vt:i4>
      </vt:variant>
      <vt:variant>
        <vt:lpstr>Slide Titles</vt:lpstr>
      </vt:variant>
      <vt:variant>
        <vt:i4>49</vt:i4>
      </vt:variant>
    </vt:vector>
  </HeadingPairs>
  <TitlesOfParts>
    <vt:vector size="69" baseType="lpstr">
      <vt:lpstr>Helvetica</vt:lpstr>
      <vt:lpstr>Calibri Light</vt:lpstr>
      <vt:lpstr>Cambria</vt:lpstr>
      <vt:lpstr>Wingdings</vt:lpstr>
      <vt:lpstr>Arial Narrow</vt:lpstr>
      <vt:lpstr>ui-monospace</vt:lpstr>
      <vt:lpstr>Arial</vt:lpstr>
      <vt:lpstr>Courier New</vt:lpstr>
      <vt:lpstr>Calibri</vt:lpstr>
      <vt:lpstr>Helvetica Light</vt:lpstr>
      <vt:lpstr>Times New Roman</vt:lpstr>
      <vt:lpstr>Arial MT</vt:lpstr>
      <vt:lpstr>Montserrat</vt:lpstr>
      <vt:lpstr>Open Sans</vt:lpstr>
      <vt:lpstr>Calibri (Body</vt:lpstr>
      <vt:lpstr>Helvetica Neue</vt:lpstr>
      <vt:lpstr>Tahoma</vt:lpstr>
      <vt:lpstr>Office Theme</vt:lpstr>
      <vt:lpstr>2_Office Theme</vt:lpstr>
      <vt:lpstr>ISM_Session_3</vt:lpstr>
      <vt:lpstr>Introduction  to Statistical Methods </vt:lpstr>
      <vt:lpstr>PowerPoint Presentation</vt:lpstr>
      <vt:lpstr> Contact Session 12 </vt:lpstr>
      <vt:lpstr>Case Study</vt:lpstr>
      <vt:lpstr>Correlation Vs Time Series</vt:lpstr>
      <vt:lpstr>Correlation Vs Time Series</vt:lpstr>
      <vt:lpstr> Agenda </vt:lpstr>
      <vt:lpstr>Introduction to Time Series</vt:lpstr>
      <vt:lpstr>Introduction to Time Series</vt:lpstr>
      <vt:lpstr>Introduction to Time Series</vt:lpstr>
      <vt:lpstr>Decomposition of Time Series</vt:lpstr>
      <vt:lpstr>Decomposition/Components of Time Series</vt:lpstr>
      <vt:lpstr>Trend component</vt:lpstr>
      <vt:lpstr>Seasonal component</vt:lpstr>
      <vt:lpstr>Seasonal Component</vt:lpstr>
      <vt:lpstr>Cyclic component</vt:lpstr>
      <vt:lpstr>Cyclic component</vt:lpstr>
      <vt:lpstr>Difference Between Seasonal and Cyclic Components </vt:lpstr>
      <vt:lpstr>Irregular component</vt:lpstr>
      <vt:lpstr>Irregular component</vt:lpstr>
      <vt:lpstr>Irregular component</vt:lpstr>
      <vt:lpstr>Learning Check</vt:lpstr>
      <vt:lpstr>Learning Check</vt:lpstr>
      <vt:lpstr>Additive model</vt:lpstr>
      <vt:lpstr>Multiplicative model</vt:lpstr>
      <vt:lpstr>Key Differences</vt:lpstr>
      <vt:lpstr>Difference Between Forecasting and Prediction </vt:lpstr>
      <vt:lpstr>Forecasting</vt:lpstr>
      <vt:lpstr>Forecasting</vt:lpstr>
      <vt:lpstr>Forecasting, Planning and Goals</vt:lpstr>
      <vt:lpstr>Forecasting frame</vt:lpstr>
      <vt:lpstr>Forecasting frame</vt:lpstr>
      <vt:lpstr>Forecasting frame</vt:lpstr>
      <vt:lpstr>Forecasting Methods</vt:lpstr>
      <vt:lpstr>Smoothing Techniques – Moving Averages</vt:lpstr>
      <vt:lpstr>Key Differences</vt:lpstr>
      <vt:lpstr>Measurement of forecast error</vt:lpstr>
      <vt:lpstr>Performance Measures</vt:lpstr>
      <vt:lpstr>Choice of the Performance Measure</vt:lpstr>
      <vt:lpstr>Simple Moving Average</vt:lpstr>
      <vt:lpstr>Simple Moving Average</vt:lpstr>
      <vt:lpstr>Example 1</vt:lpstr>
      <vt:lpstr>Example 2</vt:lpstr>
      <vt:lpstr>Example 3</vt:lpstr>
      <vt:lpstr>Weighted Moving Average</vt:lpstr>
      <vt:lpstr>Practice Problem -1</vt:lpstr>
      <vt:lpstr>Solution:</vt:lpstr>
      <vt:lpstr>Practice problem-2</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M.Tech.(Data Science &amp; Engineering) Introduction to Statistical Methods</dc:title>
  <dc:creator>Lenovo</dc:creator>
  <cp:lastModifiedBy>Srinath Naidu .</cp:lastModifiedBy>
  <cp:revision>259</cp:revision>
  <dcterms:created xsi:type="dcterms:W3CDTF">2022-12-02T02:19:44Z</dcterms:created>
  <dcterms:modified xsi:type="dcterms:W3CDTF">2026-07-25T05:47:24Z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0x01010035A758FEF1429047AE09681CC0F7D167</vt:lpwstr>
  </property>
</Properties>
</file>