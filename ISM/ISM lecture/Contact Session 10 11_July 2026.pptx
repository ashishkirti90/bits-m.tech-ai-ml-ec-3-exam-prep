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notesSlides/notesSlide2.xml" ContentType="application/vnd.openxmlformats-officedocument.presentationml.notesSlide+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0" r:id="rId5"/>
  </p:sldMasterIdLst>
  <p:notesMasterIdLst>
    <p:notesMasterId r:id="rId61"/>
  </p:notesMasterIdLst>
  <p:sldIdLst>
    <p:sldId id="3200" r:id="rId6"/>
    <p:sldId id="3202" r:id="rId7"/>
    <p:sldId id="3204" r:id="rId8"/>
    <p:sldId id="3042" r:id="rId9"/>
    <p:sldId id="3205" r:id="rId10"/>
    <p:sldId id="3044" r:id="rId11"/>
    <p:sldId id="3045" r:id="rId12"/>
    <p:sldId id="3046" r:id="rId13"/>
    <p:sldId id="3047" r:id="rId14"/>
    <p:sldId id="3048" r:id="rId15"/>
    <p:sldId id="3049" r:id="rId16"/>
    <p:sldId id="3052" r:id="rId17"/>
    <p:sldId id="3074" r:id="rId18"/>
    <p:sldId id="3056" r:id="rId19"/>
    <p:sldId id="3057" r:id="rId20"/>
    <p:sldId id="3062" r:id="rId21"/>
    <p:sldId id="3063" r:id="rId22"/>
    <p:sldId id="3064" r:id="rId23"/>
    <p:sldId id="3067" r:id="rId24"/>
    <p:sldId id="3068" r:id="rId25"/>
    <p:sldId id="3129" r:id="rId26"/>
    <p:sldId id="3121" r:id="rId27"/>
    <p:sldId id="3130" r:id="rId28"/>
    <p:sldId id="3131" r:id="rId29"/>
    <p:sldId id="3133" r:id="rId30"/>
    <p:sldId id="3135" r:id="rId31"/>
    <p:sldId id="3140" r:id="rId32"/>
    <p:sldId id="3142" r:id="rId33"/>
    <p:sldId id="3143" r:id="rId34"/>
    <p:sldId id="3144" r:id="rId35"/>
    <p:sldId id="3145" r:id="rId36"/>
    <p:sldId id="3149" r:id="rId37"/>
    <p:sldId id="3157" r:id="rId38"/>
    <p:sldId id="3166" r:id="rId39"/>
    <p:sldId id="3159" r:id="rId40"/>
    <p:sldId id="3199" r:id="rId41"/>
    <p:sldId id="3151" r:id="rId42"/>
    <p:sldId id="3153" r:id="rId43"/>
    <p:sldId id="3154" r:id="rId44"/>
    <p:sldId id="3155" r:id="rId45"/>
    <p:sldId id="3156" r:id="rId46"/>
    <p:sldId id="3168" r:id="rId47"/>
    <p:sldId id="3169" r:id="rId48"/>
    <p:sldId id="3170" r:id="rId49"/>
    <p:sldId id="3175" r:id="rId50"/>
    <p:sldId id="3178" r:id="rId51"/>
    <p:sldId id="3176" r:id="rId52"/>
    <p:sldId id="3177" r:id="rId53"/>
    <p:sldId id="3077" r:id="rId54"/>
    <p:sldId id="3173" r:id="rId55"/>
    <p:sldId id="3206" r:id="rId56"/>
    <p:sldId id="3207" r:id="rId57"/>
    <p:sldId id="3197" r:id="rId58"/>
    <p:sldId id="3198" r:id="rId59"/>
    <p:sldId id="3208" r:id="rId60"/>
  </p:sldIdLst>
  <p:sldSz cx="14084300" cy="7924800"/>
  <p:notesSz cx="14084300" cy="79248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8180" autoAdjust="0"/>
    <p:restoredTop sz="94660"/>
  </p:normalViewPr>
  <p:slideViewPr>
    <p:cSldViewPr showGuides="1">
      <p:cViewPr varScale="1">
        <p:scale>
          <a:sx n="57" d="100"/>
          <a:sy n="57" d="100"/>
        </p:scale>
        <p:origin x="684"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29:32.993"/>
    </inkml:context>
    <inkml:brush xml:id="br0">
      <inkml:brushProperty name="width" value="0.025" units="cm"/>
      <inkml:brushProperty name="height" value="0.025" units="cm"/>
    </inkml:brush>
  </inkml:definitions>
  <inkml:trace contextRef="#ctx0" brushRef="#br0">1 45 6073,'0'-23'466,"0"18"5385,0-2 6163,4 7-11720,89-7 1004,-62 5-1008,58 2 1,-37 2-154,387 5 273,-360-2-370,42 0 53,432-11 58,-241 12-142,-183-2-63,134 20 35,-91-5 20,37 1 63,-78-10-118,30 2 9,214 15 32,-222-12 45,-28-4-47,262 16-18,-174-16 68,135 5-65,-246-13 82,363 5 52,197 3-173,-288 1-17,-168-8 169,-53-3-147,126-1 189,64 0-80,-260 2-30,339 7-104,-170 3 12,-49 1 109,42-4-73,186 3 148,-135-8-97,142-1 8,-242 0 37,-46 0-143,297 6 129,-297-4-47,806 30 702,-641-20-649,299 16 134,-165-13 87,-76-5-32,-158-4-132,93 6-22,67 6 41,-51-3-72,385 20-11,-391-22 25,44 3 44,-61-5-130,-86-6 82,-56-5-72,338 8 103,-311-2-77,126 4-7,-7 1-1,-225-12-1,716-4 305,-596-3-175,-4 1-38,89-2 32,8-2-81,118-2 237,-205 8-48,183 5-157,-242 1-25,155 5 53,281 2 696,-295-5-49,323-9-656,-289 1-100,41-2 0,-286 3 0,-37-1 0,-13 4 0,-27-1 0,2-1-25,0 0-1,-1 1 1,1-1-1,0 0 1,-1 0 0,1 0-1,0 0 1,-1-1-1,1 1 1,0 0 0,1-1-1,-2 0-75,0 0 0,0 0-1,-1 1 1,1-1 0,0 0 0,-1 0-1,1 0 1,0 0 0,-1 0-1,1-1 1,-1 1 0,1 0 0,-1 0-1,0 0 1,0 0 0,1 0-1,-1-1 1,0 1 0,0 0 0,0-2-1,-4-25-2526,1 18 915,-2 1 0,1-1 0,-8-11 0,-2-3-3634,-7-18-7177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08.173"/>
    </inkml:context>
    <inkml:brush xml:id="br0">
      <inkml:brushProperty name="width" value="0.025" units="cm"/>
      <inkml:brushProperty name="height" value="0.025" units="cm"/>
    </inkml:brush>
  </inkml:definitions>
  <inkml:trace contextRef="#ctx0" brushRef="#br0">15 288 5813,'-14'-4'17635,"33"3"-16639,6 1-3028,-12-2 3725,10-1-1414,1 2 1,0 0 0,0 1-1,45 7 1,-30-3-140,488 3 1355,-380-10-1361,190-13 269,-166 6-233,-139 9-152,380-24 269,-113 9-55,-126 8-107,138-3 18,9 1 182,161-11 334,237-15 408,-385 16-110,-186 15-649,-117 10-1695,-23-3 789,-7-2 501,1 0 0,-1 0 0,1 0 0,-1 0 0,0 0 1,1-1-1,-1 1 0,1 0 0,-1 0 0,0 0 0,1 0 1,-1-1-1,0 1 0,1 0 0,-1 0 0,0-1 0,0 1 0,1 0 1,-1 0-1,0-1 0,0 1 0,1 0 0,-1-1 0,0 1 1,0 0-1,0-1 0,1 1 0,-1-1 0,0 1 0,0-1 0,3-11-1137,-3 11 1056,0-3-595,-1 0 0,1 0 0,0-1 1,-1 1-1,0 0 0,0 0 1,-1 0-1,1 0 0,-1 0 0,0 0 1,-4-7-1,2 3-1273,-8-26-9217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08.900"/>
    </inkml:context>
    <inkml:brush xml:id="br0">
      <inkml:brushProperty name="width" value="0.025" units="cm"/>
      <inkml:brushProperty name="height" value="0.025" units="cm"/>
    </inkml:brush>
  </inkml:definitions>
  <inkml:trace contextRef="#ctx0" brushRef="#br0">308 0 13173,'0'0'1975,"-4"1"-277,0 0-1466,0 1 0,1-1 0,-1 1 0,1 0 0,-1-1-1,1 1 1,0 1 0,0-1 0,0 0 0,0 1 0,0 0 0,0-1 0,1 1-1,-1 0 1,1 1 0,0-1 0,-3 6 0,-33 57 1404,-66 119 737,77-131-1725,-30 86 0,55-134-585,-3 7 283,1 0-1,-4 26 1,8-37-268,-1 1 0,1-1 0,0 1 0,0 0 1,0-1-1,0 1 0,0-1 0,0 1 0,1-1 0,-1 1 0,1-1 0,0 1 0,0-1 0,0 1 1,0-1-1,0 0 0,0 0 0,1 1 0,-1-1 0,1 0 0,-1 0 0,4 2 0,2 1 152,0 0 0,0 0 0,0-1 0,1 0 0,0-1-1,0 1 1,0-1 0,0-1 0,0 0 0,1 0 0,13 1 0,140-10 496,-92 2-665,-1 0-53,-21 1-29,-1 1-1,1 3 1,50 6 0,-60 5-3012,-55-13-288,11 4 2541,1-1 0,-1 1 0,1 0 0,-1 1 0,1-1 0,0 1 0,0 0 0,-5 4 0,-10 6-3474,-27 9-7824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09.374"/>
    </inkml:context>
    <inkml:brush xml:id="br0">
      <inkml:brushProperty name="width" value="0.025" units="cm"/>
      <inkml:brushProperty name="height" value="0.025" units="cm"/>
    </inkml:brush>
  </inkml:definitions>
  <inkml:trace contextRef="#ctx0" brushRef="#br0">3 33 12033,'0'0'151,"0"0"0,0 0 0,0 0 0,0 0 0,-1-1 0,1 1 0,0 0-1,0 0 1,0 0 0,0 0 0,0 0 0,-1 0 0,1-1 0,0 1 0,0 0 0,0 0 0,0 0 0,0 0 0,0 0 0,0-1-1,0 1 1,0 0 0,0 0 0,0 0 0,0-1 0,-1 1 0,1 0 0,0 0 0,0 0 0,0 0 0,1-1 0,-1 1 0,0 0-1,0 0 1,0 0 0,0-1 0,0 1 0,0 0 0,0 0 0,0 0 0,0 0 0,0 0 0,0-1 0,0 1 0,1 0-1,-1 0 1,0 0 0,0 0 0,0 0 0,0-1 0,0 1 0,1 0 0,-1 0 0,0 0 0,0 0 0,0 0 0,0 0 0,1 0-1,-1 0 1,0 0 0,0 0 0,0 0 0,1 0 0,-1 0 0,25-4 3410,44 2-1776,-63 2-1044,369-16 4096,-346 14-4922,0 2 0,36 4 0,5-1-643,-67-3-1235,-34-7-24874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09.772"/>
    </inkml:context>
    <inkml:brush xml:id="br0">
      <inkml:brushProperty name="width" value="0.025" units="cm"/>
      <inkml:brushProperty name="height" value="0.025" units="cm"/>
    </inkml:brush>
  </inkml:definitions>
  <inkml:trace contextRef="#ctx0" brushRef="#br0">1 102 13349,'27'-9'12787,"17"5"-9901,-6 2-1491,232-18 444,-92 10-1328,145-15-511,-285 19-348,-38 5 54,0 0 1,0 0-1,-1 0 1,1 0-1,-1 1 1,1-1-1,0 0 0,-1 0 1,0 1-1,1-1 1,-1 0-1,1 1 1,-1-1-1,0 1 1,1-1-1,-1 1 0,0-1 1,0 1-1,-1-1 1,-29-9-8325,7 9-6328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0.152"/>
    </inkml:context>
    <inkml:brush xml:id="br0">
      <inkml:brushProperty name="width" value="0.025" units="cm"/>
      <inkml:brushProperty name="height" value="0.025" units="cm"/>
    </inkml:brush>
  </inkml:definitions>
  <inkml:trace contextRef="#ctx0" brushRef="#br0">1479 4 14245,'-1'-1'107,"0"1"-1,0-1 1,0 1-1,-1-1 1,1 1-1,0 0 1,0 0-1,-1 0 1,1-1-1,0 1 1,0 0-1,-1 1 0,1-1 1,0 0-1,0 0 1,-1 0-1,1 1 1,0-1-1,0 1 1,0-1-1,0 1 1,-1-1-1,1 1 1,0 0-1,0-1 1,0 1-1,0 0 1,0 0-1,-1 1 1,-5 2 1085,-1-3-925,-2-1-70,-1 2-1,1-1 0,0 1 0,0 1 0,0-1 1,0 2-1,1 0 0,-1 0 0,-10 7 0,-100 64 825,4 6-1,3 5 1,4 5 0,-173 188-1,210-198-540,5 3 0,3 3 1,3 2-1,-56 116 0,82-133-245,3 1 0,4 1 1,2 2-1,4 0 0,4 2 1,-12 108-1,26-149-158,2 1 0,2-1 0,1 1 0,3-1 0,0 0 0,2 0 0,2 0 0,2-1 0,14 35 0,-15-49-190,1 0 0,1-1-1,0 0 1,2 0 0,1-2-1,0 0 1,2 0 0,0-1-1,0-1 1,2-1 0,0 0 0,1-2-1,1 0 1,0-1 0,23 11-1,-27-17-308,0-1 0,0 0-1,0-1 1,1-1-1,0-1 1,-1 0-1,1-1 1,1-1 0,31-2-1,-23-1-1333,-1-2 0,1-1 0,-1 0-1,0-2 1,47-20 0,27-25-9468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0.610"/>
    </inkml:context>
    <inkml:brush xml:id="br0">
      <inkml:brushProperty name="width" value="0.025" units="cm"/>
      <inkml:brushProperty name="height" value="0.025" units="cm"/>
    </inkml:brush>
  </inkml:definitions>
  <inkml:trace contextRef="#ctx0" brushRef="#br0">596 1 12365,'-11'10'685,"0"0"0,1 1-1,1 1 1,-1-1 0,2 1 0,0 1-1,-10 20 1,-20 28 942,-133 163 1062,141-184-2194,-36 62 0,-2 4 195,-37 58 146,74-101-809,30-59-329,4-8-1419,28-36-2412,-12 2-2356,1-13-2584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0.879"/>
    </inkml:context>
    <inkml:brush xml:id="br0">
      <inkml:brushProperty name="width" value="0.025" units="cm"/>
      <inkml:brushProperty name="height" value="0.025" units="cm"/>
    </inkml:brush>
  </inkml:definitions>
  <inkml:trace contextRef="#ctx0" brushRef="#br0">1 0 14393,'0'0'5339,"0"4"-3502,0-3-1773,1 3 199,-1 0 0,0 0 0,1 0 0,0 0 0,0 0 0,0 0 0,1-1 1,-1 1-1,1 0 0,0-1 0,0 1 0,0-1 0,1 0 0,-1 0 0,1 0 0,-1 0 0,5 4 0,25 24 1177,-2 2 0,34 50 0,-20-25-685,189 250 582,-143-185-1365,-28-30-1052,-50-71-513,0 1 0,11 30-1,-22-49 500,0 0-1,0 0 1,0 0-1,0 0 0,0 0 1,-1 0-1,0 7 0,0-3-1579,0 19-9803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1.211"/>
    </inkml:context>
    <inkml:brush xml:id="br0">
      <inkml:brushProperty name="width" value="0.025" units="cm"/>
      <inkml:brushProperty name="height" value="0.025" units="cm"/>
    </inkml:brush>
  </inkml:definitions>
  <inkml:trace contextRef="#ctx0" brushRef="#br0">130 4 15873,'3'-1'252,"1"0"0,0 1-1,0-1 1,-1 1-1,1 0 1,0 0-1,0 0 1,-1 0-1,1 1 1,0 0-1,-1-1 1,1 1 0,5 3-1,-2-1 215,-1 1 0,0 0 0,0 0 0,0 0 0,0 1 0,7 8 0,1 3 250,0 0 0,-1 1 0,-1 0 0,0 1 0,-2 0 0,17 40 0,32 122 1237,-55-163-1744,30 120 339,-7 1 0,-6 1 0,-6 0-1,-6 1 1,-15 228 0,-14-147-1241,-9-1 1,-107 394 0,33-307-3330,38-158-154,-11-8-3507,3-29-4493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1.837"/>
    </inkml:context>
    <inkml:brush xml:id="br0">
      <inkml:brushProperty name="width" value="0.025" units="cm"/>
      <inkml:brushProperty name="height" value="0.025" units="cm"/>
    </inkml:brush>
  </inkml:definitions>
  <inkml:trace contextRef="#ctx0" brushRef="#br0">44 41 12937,'0'0'16,"-2"0"287,-1 1 0,1 0 1,0-1-1,0 1 0,0-1 0,-1 0 1,1 0-1,0 0 0,0 0 1,-1 0-1,1 0 0,0 0 0,0-1 1,0 1-1,0-1 0,-1 0 0,-2-1 1,17 1 3777,-2 0-3201,53 2 3891,73-3-531,-88-1-3944,-20 0-327,0 1-1,1 2 1,-1 0-1,44 8 1,-66-7-1364,-7-4-863,1-1 1647,-4-15-3342,4 19 3579,0-1 0,0 0 0,-1 1 0,1-1-1,0 1 1,-1-1 0,1 1 0,-1-1 0,1 1 0,0-1-1,-1 1 1,1-1 0,-1 1 0,1 0 0,-1-1-1,1 1 1,-2-1 0,-2 0-2057,-1 1 0,1 0 0,-1 0-1,1 0 1,-7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1.980"/>
    </inkml:context>
    <inkml:brush xml:id="br0">
      <inkml:brushProperty name="width" value="0.025" units="cm"/>
      <inkml:brushProperty name="height" value="0.025" units="cm"/>
    </inkml:brush>
  </inkml:definitions>
  <inkml:trace contextRef="#ctx0" brushRef="#br0">0 151 18190,'22'-13'720,"-9"4"6,1 2-1,-1-1 1,1 2-1,1 0 1,-1 0-1,25-5 1,171-15 7212,-122 17-7108,137-6-820,-194 13-51,-29 2-168,1 0 0,-1-1 0,1 1 1,-1-1-1,1 0 0,-1 0 0,0 0 0,5-2 0,-7 3 134,0-1-1,0 1 1,0 0 0,0 0 0,0-1-1,0 1 1,0 0 0,0 0 0,0-1-1,0 1 1,0 0 0,0 0 0,0-1-1,0 1 1,-1 0 0,1 0 0,0 0 0,0-1-1,0 1 1,0 0 0,0 0 0,0 0-1,-1-1 1,1 1 0,0 0 0,0 0-1,0 0 1,0 0 0,-1-1 0,1 1-1,0 0 1,0 0 0,-1 0 0,1 0 0,0 0-1,0 0 1,0 0 0,-1 0 0,1 0-1,0 0 1,0 0 0,-1 0 0,1 0-1,0 0 1,-1 0 0,-48-10-8715,41 9 6838,-35-6-11707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2.859"/>
    </inkml:context>
    <inkml:brush xml:id="br0">
      <inkml:brushProperty name="width" value="0.025" units="cm"/>
      <inkml:brushProperty name="height" value="0.025" units="cm"/>
    </inkml:brush>
  </inkml:definitions>
  <inkml:trace contextRef="#ctx0" brushRef="#br0">298 1 16365,'17'2'2001,"-30"-4"3979,13 6-4586,3 27-391,-2-1-1,-1 1 1,-8 52-1,-24 97 368,23-136-1010,-145 844 927,125-723-3027,-8 66-2608,36-222 3774,2-8 374,-1 0 0,0 0-1,0 0 1,0 1 0,0-1 0,0 0 0,-1 0 0,1 1-1,0-1 1,-1 0 0,1 0 0,0 0 0,-1 0 0,1 1-1,-1-1 1,0 0 0,1 0 0,-1 0 0,0 0 0,0 0-1,0 0 1,1-1 0,-1 1 0,0 0 0,0 0 0,0-1-1,0 1 1,0 0 0,-2 0 0,2-1-66,0 1 15,1-1 0,0 0 0,-1 0 0,1 1 0,-1-1 0,1 0 0,-1 0 0,1 0 1,0 0-1,-1 1 0,1-1 0,-1 0 0,1 0 0,-1 0 0,1 0 0,-1 0 0,1 0 0,-1 0 0,1 0 0,-1 0 0,1-1 0,-1 1 0,1 0 1,-1 0-1,-4-20-10326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3.143"/>
    </inkml:context>
    <inkml:brush xml:id="br0">
      <inkml:brushProperty name="width" value="0.025" units="cm"/>
      <inkml:brushProperty name="height" value="0.025" units="cm"/>
    </inkml:brush>
  </inkml:definitions>
  <inkml:trace contextRef="#ctx0" brushRef="#br0">36 95 14605,'-3'-1'2109,"1"0"-1840,0 0 0,0 0 1,0 1-1,0-1 1,0 1-1,0-1 1,0 1-1,0 0 1,0 0-1,0 0 0,0 0 1,-3 1-1,5-1-200,0 0 0,0 0 0,-1 0 0,1 0 0,0 1 0,0-1 0,0 0 0,-1 0 0,1 1 0,0-1 0,0 0-1,0 0 1,0 1 0,-1-1 0,1 0 0,0 0 0,0 1 0,0-1 0,0 0 0,0 1 0,0-1 0,0 0 0,0 0 0,0 1 0,0-1 0,0 0-1,0 1 1,0-1 0,0 1 0,8 17 1623,-3-11-1330,0-1-1,0 0 0,0 0 1,1 0-1,0 0 1,6 4-1,14 13 578,139 130 2375,-133-125-2805,48 31 1,-4-3 117,-71-52-618,1 0 1,-1-1-1,0 0 1,1 0-1,0 0 0,0-1 1,0 1-1,0-1 1,0-1-1,0 1 0,0-1 1,0 0-1,1-1 1,-1 1-1,0-1 0,1 0 1,-1-1-1,0 0 1,1 0-1,-1 0 0,0-1 1,0 1-1,0-2 1,0 1-1,5-4 0,14-6 15,-2-2-1,0-1 1,0-1-1,27-26 1,-43 36-24,34-28 0,-2-2 0,-1-2 0,53-71 0,-10 9-7312,-42 54 3292,-21 29-2963,3 5-4485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3.918"/>
    </inkml:context>
    <inkml:brush xml:id="br0">
      <inkml:brushProperty name="width" value="0.025" units="cm"/>
      <inkml:brushProperty name="height" value="0.025" units="cm"/>
    </inkml:brush>
  </inkml:definitions>
  <inkml:trace contextRef="#ctx0" brushRef="#br0">56 92 5673,'0'0'12647,"-4"1"-11831,-31 14 511,31-9-723,-1 19-190,2 0 1,0 1-1,2-1 0,1 0 0,0 1 0,7 35 0,-5-50-329,0 0 0,1 0 0,1-1 0,-1 1-1,2 0 1,0-1 0,0 0 0,0-1 0,1 1 0,1-1-1,0 0 1,0 0 0,1-1 0,0 0 0,0 0 0,1-1-1,0 0 1,0-1 0,15 9 0,-9-6-109,-2-1-149,0 0 0,22 9 0,-30-15 112,-1 0 1,1-1 0,0 0 0,-1 0 0,1 0-1,0 0 1,0-1 0,0 0 0,-1 0-1,1 0 1,0-1 0,7-1 0,-5 0 3,0-1 0,-1 0 0,1 0 0,-1-1 0,0 0 0,0 0 0,0 0 0,0-1 0,-1 1 0,0-1 0,0-1 0,0 1-1,0-1 1,4-8 0,7-11-145,-2-1 0,14-32 0,-26 53 186,13-34-89,18-77-1,-15 46 237,12-54 285,-29 122-406,-1 0 1,0 0-1,1 0 1,0 0-1,-1 0 0,1 0 1,0 0-1,0 0 1,0 0-1,0 0 1,0 1-1,1-1 0,1-2 1,0 7-5,4 4 4,-3-5 18,-1 1-1,-1 0 0,1 0 0,0 0 1,-1 0-1,1 1 0,-1-1 0,0 1 1,0-1-1,0 1 0,-1 0 0,3 6 1,16 100 607,-17-99-528,0 0 0,1 0 1,0 0-1,1-1 0,0 0 1,0 0-1,10 13 0,-10-16-50,5 8 14,1 0 1,0 0 0,1-1 0,1 0 0,0-1-1,1-1 1,0 0 0,1-1 0,0 0 0,1-1-1,0-1 1,25 11 0,-33-18-144,1 0 1,-1 0-1,0 0 0,1-1 1,-1 0-1,1-1 1,-1 0-1,1 0 0,-1-1 1,1 0-1,-1-1 0,0 0 1,0 0-1,0 0 0,0-1 1,0-1-1,0 1 0,0-1 1,-1 0-1,0-1 0,0 0 1,0 0-1,9-9 1,-3 0-73,0-1 1,0-1-1,-1 0 1,12-23-1,-2-2 63,-20 37 94,-1-1 14,0 0 0,0 0 0,0 0 1,0 0-1,2-5 0,-1 7 8,-1-1 1539,0 9-977,2 8-234,-1-5-191,-1 0 0,1 0 0,0 0 0,1 0 0,0-1 1,0 1-1,1-1 0,0 0 0,0 0 0,1 0 0,8 9 0,15 11 135,-9-9-208,1 0-1,0-2 1,27 17 0,-40-29-310,0 0 0,1 0-1,0-1 1,-1 0 0,1 0-1,0-1 1,1 0 0,-1 0 0,0-1-1,1 0 1,-1-1 0,0 0-1,1 0 1,9-2 0,-7-1-621,0 1 1,-1-2-1,17-6 0,5-3-1536,22-5-4173,5-6-4259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4.330"/>
    </inkml:context>
    <inkml:brush xml:id="br0">
      <inkml:brushProperty name="width" value="0.025" units="cm"/>
      <inkml:brushProperty name="height" value="0.025" units="cm"/>
    </inkml:brush>
  </inkml:definitions>
  <inkml:trace contextRef="#ctx0" brushRef="#br0">15 22 15281,'-10'-14'6044,"11"17"-4944,1 5-801,0 1 1,0 0-1,-1 0 1,0 0-1,-1 0 1,0 0-1,0 0 1,-1 0-1,0 0 1,-1 0-1,-3 10 1,5-16-267,-3 30 320,1-1 1,2 1-1,2 0 1,8 49-1,-7-62-138,0 0 0,2-1-1,0 1 1,1-1 0,13 26-1,-17-42-154,0 1 0,0-1 0,0 0 0,1 0 0,-1 0 0,1 0 0,-1-1 0,4 3 0,5 5 115,-7-7-96,-1 0-1,1 0 1,0 0-1,0 0 1,1-1-1,-1 0 1,0 0 0,1 0-1,-1-1 1,1 1-1,-1-1 1,1 0-1,0 0 1,0-1 0,-1 1-1,1-1 1,0 0-1,8-1 1,0-1 97,-1 0-1,0 0 1,1-1 0,-1-1-1,22-9 1,-17 4-124,-1-1-1,0 0 1,0-1-1,-1-1 1,26-25-1,57-77 38,-84 95-572,0-1-1,-1 0 1,-1 0-1,11-28 1,-19 39 218,-1 1 0,0-1-1,0 0 1,-1 0 0,0 0 0,-1 0 0,0-1 0,-1 1 0,0 0 0,0 0 0,0-1 0,-1 1 0,-5-16-1,5 22-132,0 0 0,0 0 0,0 0-1,0 0 1,-1 0 0,1 1-1,-1-1 1,0 1 0,0-1-1,0 1 1,0-1 0,0 1-1,-4-2 1,4 3-374,0-1-1,0 1 1,-1 0-1,1 0 1,-1 0 0,1 0-1,-1 0 1,0 1-1,-2-1 1,-23-5-9582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5.490"/>
    </inkml:context>
    <inkml:brush xml:id="br0">
      <inkml:brushProperty name="width" value="0.025" units="cm"/>
      <inkml:brushProperty name="height" value="0.025" units="cm"/>
    </inkml:brush>
  </inkml:definitions>
  <inkml:trace contextRef="#ctx0" brushRef="#br0">361 1174 9381,'0'0'4266,"-5"0"-3211,1 0-893,0 0-39,0 0 1,0 0-1,0 0 1,-1 1-1,1-1 0,0 1 1,0 0-1,0 0 0,0 1 1,0-1-1,0 1 1,0 0-1,1 0 0,-1 0 1,-3 3-1,-76 56 1129,-50 42 368,122-92-1318,2 0-1,-1 0 1,1 1-1,1 0 0,-12 24 1,19-34-263,1 0 1,0 1 0,0-1 0,0 0-1,0 0 1,0 0 0,0 0 0,0 0-1,1 1 1,-1-1 0,1 0-1,0 0 1,-1 0 0,1 0 0,0 0-1,0 0 1,0-1 0,0 1 0,3 3-1,-1-3-8,0 1 0,0-1-1,0 0 1,0-1 0,0 1-1,1 0 1,-1-1 0,0 0-1,1 0 1,-1 0 0,1 0 0,0 0-1,-1-1 1,1 0 0,6 0-1,4 0 65,1-1-1,20-5 0,-27 5-70,4-2 33,1 0 0,0-1-1,-1-1 1,0 0 0,19-11 0,53-39 162,-34 21-110,-42 29-107,0-1-1,0 1 1,0-2-1,-1 1 1,1-1-1,-2 0 1,10-12-1,-2 2-50,-12 14-256,-11 9 149,6-4 163,2-2-6,-1 1 0,0 0 0,1 0 0,-1 0-1,1 0 1,-1 1 0,1-1 0,0 0 0,-1 0 0,1 1 0,0-1 0,0 1 0,0-1 0,0 1 0,0 0 0,0-1 0,1 1-1,-1 0 1,0 0 0,1 0 0,0-1 0,-1 1 0,1 0 0,0 0 0,0 0 0,0 0 0,0-1 0,0 1 0,0 0 0,0 0-1,1 0 1,-1 0 0,1-1 0,0 1 0,-1 0 0,1 0 0,0-1 0,0 1 0,0 0 0,0-1 0,0 1 0,0-1 0,2 2 0,4 4 35,0 0 0,0-1 0,0 0 0,1 0 0,0-1 0,0 0 1,15 6-1,-3-2 93,1-1 0,-1 0-1,2-2 1,-1-1 0,1-1 0,-1 0 0,1-2 0,26 0 0,-37-2-101,1 0 0,-1-1 0,0-1 0,1 0 1,-1-1-1,0 0 0,0-1 0,0 0 0,-1 0 0,1-1 1,-1-1-1,0 0 0,-1 0 0,1-1 0,-1 0 0,-1 0 0,13-15 1,8-14-165,-1-2 0,-2 0-1,-2-2 1,30-67 0,52-179-606,-33 19 401,-37 129 256,-19 75 73,6-18 421,21-143 1,-32 159-194,-10 59 24,-4 13-128,-38 140 94,-20 81 376,28-85-314,0-9 322,-25 233 0,56-340-492,0 0-1,2 0 0,7 51 0,-4-62-59,-1-1 0,2 0-1,0 0 1,1-1 0,0 1 0,1-1 0,1 0 0,10 13 0,-11-17-29,0 0 1,1 0 0,1-2-1,-1 1 1,1-1-1,11 8 1,-13-12-39,-1 0 0,1 0 0,0-1 0,0 0 0,0-1 0,0 1 0,0-1 0,1-1 0,-1 1 0,0-1 0,10 0 0,-3-1-102,0-1 1,0 0 0,0-1 0,0-1 0,-1 0 0,1-1 0,-1 0 0,0-1 0,0-1 0,0 0 0,-1 0 0,0-2 0,20-15 0,-4 1-130,-2-2 0,-1-1 1,-1-2-1,27-35 0,-38 42 161,0 0-1,-1-1 1,-1 0 0,-1-1-1,-1 0 1,11-42 0,-19 58 72,0-1 0,0 0 0,0 0 0,-1 1 0,0-12 1,0 5-7,0 10-16,-3 6 38,-2 2 79,1 1-1,0 0 1,0 0-1,1 0 1,-1 0-1,1 0 1,1 1-1,-1-1 1,1 1-1,0 0 1,1-1-1,-1 1 1,1 0 0,1 0-1,-1 0 1,1 0-1,0 0 1,2 10-1,1 3 286,1 0 0,1 0 0,0-1 1,1 1-1,14 27 0,-12-31-137,0 0 0,1-1 0,1 0 0,0-1 0,17 19-1,-21-26-153,1-1-1,0 1 0,1-1 0,-1-1 0,1 1 0,0-1 1,1 0-1,-1-1 0,1 0 0,0 0 0,16 3 0,-21-6-78,0-1-1,0 1 1,0-1 0,0-1-1,0 1 1,0 0-1,0-1 1,0 0-1,0 0 1,-1 0-1,1 0 1,0-1 0,4-1-1,-1 0-50,1-2-83,0 1 1,-1-1-1,1 0 0,-1 0 0,0-1 0,0 0 0,-1 0 1,0-1-1,0 0 0,0 0 0,8-13 0,2-8-625,22-51-1,-37 76 750,12-30-400,11-38-1,-9 21 345,-14 47 523,2 5-35,9 9 88,-1 1 1,0 0 0,13 19 0,-11-14-236,-1-4 40,0 0 1,1-1-1,0 0 0,30 19 0,-12-9 47,-8-6-113,2-1-1,0-2 1,40 16-1,-19-9-59,-45-20-189,1 1 1,-1 0 0,1-1 0,0 1-1,0-1 1,-1 0 0,1 1-1,0-1 1,0 0 0,-1 0-1,1 0 1,0 0 0,0-1-1,-1 1 1,1 0 0,0-1 0,0 1-1,-1-1 1,1 1 0,2-2-1,-1 0-29,-1 0 0,1 0 0,-1 0 0,1-1 0,-1 1 0,0 0 0,0-1 0,0 0 0,0 1 0,3-7 0,-3 4-1,0 1 0,1-1-1,-2-1 1,1 1 0,-1 0-1,0 0 1,0-1-1,0 1 1,-1 0 0,1-1-1,-1 1 1,-1-1 0,1 1-1,-3-10 1,-17-47 632,19 58-223,2 1-182,5-32 200,-6 35-348,1-1 0,0 1 0,0 0 0,0 0-1,0 0 1,0 0 0,0 0 0,0 0 0,0 0-1,0 1 1,-1-1 0,1 0 0,0 0 0,0 1-1,0-1 1,0 1 0,0-1 0,0 1-1,0-1 11,23 11 397,-1 2 0,37 24-1,-35-21-154,44 23 1,-44-28-403,0-1 1,1-2 0,0 0 0,0-2 0,0-1-1,1-1 1,0-1 0,35 0 0,-34-5-2072,36-5 1,-32 1-2678,31-10 0,-7-4-9696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16.438"/>
    </inkml:context>
    <inkml:brush xml:id="br0">
      <inkml:brushProperty name="width" value="0.025" units="cm"/>
      <inkml:brushProperty name="height" value="0.025" units="cm"/>
    </inkml:brush>
  </inkml:definitions>
  <inkml:trace contextRef="#ctx0" brushRef="#br0">0 880 10505,'59'-15'1937,"-48"12"2471,40-4-1325,-2 4-1700,95-18 0,-15 0-262,136-8 772,820-82 1045,244-13-2118,560-71-159,-1067 103 238,1 24-179,892-28-142,-1338 82-368,91-6 18,-1 5-275,-448 16-232,2 0-1056,-21-1 1269,0 0 0,1-1 0,-1 1-1,0 0 1,0 0 0,1 0 0,-1 0-1,0-1 1,0 1 0,0 0 0,1 0 0,-1-1-1,0 1 1,0 0 0,0 0 0,0-1-1,0 1 1,0 0 0,1 0 0,-1-1 0,0 1-1,0 0 1,0-1 0,0 1 0,0 0-1,0 0 1,0-1 0,0 1 0,0 0 0,0-1-1,0 1 1,0 0 0,-1 0 0,1-1 0,0 1-1,0 0 1,0 0 0,0-1 0,0 1-1,0 0 1,-1 0 0,1-1 0,0 1 0,0 0-1,0 0 1,-1 0 0,1-1 0,0 1-1,0 0 1,-1 0 0,1 0 0,-1-1 0,0 0-346,0-1 1,-1 1 0,1 0-1,-1-1 1,1 1 0,-1 0-1,0 0 1,1 0 0,-1 0-1,0 0 1,0 0 0,0 1 0,1-1-1,-1 1 1,0-1 0,0 1-1,0 0 1,0-1 0,-2 1-1,-13-2-2976,-42-14-9610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58.588"/>
    </inkml:context>
    <inkml:brush xml:id="br0">
      <inkml:brushProperty name="width" value="0.025" units="cm"/>
      <inkml:brushProperty name="height" value="0.025" units="cm"/>
    </inkml:brush>
  </inkml:definitions>
  <inkml:trace contextRef="#ctx0" brushRef="#br0">28 561 6297,'0'0'15054,"-3"-1"-14402,-10-4-959,1 0 4670,13 4-4233,-1 1 1,0-1 0,1 0-1,-1 1 1,1-1 0,-1 0-1,1 1 1,-1-1 0,1 1-1,0-1 1,-1 1 0,1-1-1,0 1 1,-1-1 0,1 1-1,0 0 1,0-1 0,-1 1-1,3 0 1,7-4 0,0 0-1,1 1 1,0 0-1,-1 1 1,1 1 0,0 0-1,16 0 1,-3-1 3,725-50 2642,-28 5-2644,-382 23-124,1022-134-8,-819 64 0,-243 56 0,-279 37 0,0 0 0,0-1 0,-1-2 0,1 0 0,-1 0 0,19-9 0,-16 4 2,-17 9 0,-2 0-4,-1 1 0,1-1 1,-1 0-1,1 1 0,0-1 0,-1 0 0,1-1 0,-1 1 1,1 0-1,2-2 0,-1 2-288,-10-17-8945,6 16 8680,-1-2-227,0 1-1,0-1 1,0 1-1,0-1 1,-1 1-1,1-1 1,-1 1-1,0-1 1,0 1-1,1 0 1,-5-3-1,-9-12-9514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0:59.706"/>
    </inkml:context>
    <inkml:brush xml:id="br0">
      <inkml:brushProperty name="width" value="0.025" units="cm"/>
      <inkml:brushProperty name="height" value="0.025" units="cm"/>
    </inkml:brush>
  </inkml:definitions>
  <inkml:trace contextRef="#ctx0" brushRef="#br0">334 225 5733,'-21'-24'1112,"17"20"-152,-35 7 1623,36-3-1753,-1 0-54,-31 6 664,32-5-803,-1-1-91,-10-3 305,0 1 0,0 1 0,0 0 0,0 1 0,-1 1 0,-26 4 1,38-4 178,-50-8 1155,36 0-957,16 6-1063,-1 0 0,1 1-1,-1-1 1,1 0 0,-1 0-1,0 1 1,1-1-1,-1 1 1,1 0 0,-1-1-1,-2 1 1,65-17 1470,273-17 718,-250 28-1916,404-10 305,5 21-157,-399-3-564,682 17-21,-27 0 0,-595-16 0,483 1 0,-571-5 0,715-30 0,-284-18 0,-174 15 0,-147 27 0,-155 6-333,-28 1-1278,-1-1 1,1-1 0,-13-3 0,-12-3-1637,-27-2-4286,-21-6-4696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1:02.035"/>
    </inkml:context>
    <inkml:brush xml:id="br0">
      <inkml:brushProperty name="width" value="0.025" units="cm"/>
      <inkml:brushProperty name="height" value="0.025" units="cm"/>
    </inkml:brush>
  </inkml:definitions>
  <inkml:trace contextRef="#ctx0" brushRef="#br0">0 519 5080,'27'0'1279,"-22"0"553,-6-4-1178,-7-28 558,6 29 2408,1 0-2778,-2-1 36,-7-13-718,7 6 8107,7 9-7599,3-2-459,0 0 0,0 1 0,0 0 1,0 1-1,1-1 0,-1 1 0,1 1 0,0-1 0,15 1 0,732-14 2883,-223 14-2608,488-4-166,-474-9-267,-184 6-86,-20 2 68,124-5 56,313-4-95,-429 11-6,215-6 27,-186-7-34,529-23-35,-341 6 110,-219 12-4,217-8-84,-342 25 9,251-1 11,-107 4-23,19 0 65,-159 0 1,47 1 0,-50 8 34,74 3-82,791 39 320,-546-33-115,-419-14-136,69 3-3,130 1 96,89 9 243,-133-2-139,283 17 269,-248-10-328,15-6-190,-233-10 0,72 1 0,-143-8 0,-24 3 0,1 0-2,-1 0 0,0 0 0,0-1 0,1 1 0,-1 0 0,0 0 0,0-1 0,1 1 0,-1-1 0,0 1 0,0-1 0,0 1 0,2-2 0,-3 0-39,0 0-1,0 0 1,-1 0 0,1 0-1,0 1 1,-1-1 0,0 0-1,1 0 1,-1 1-1,0-1 1,0 0 0,0 1-1,0-1 1,0 1 0,-2-2-1,-20-28-1262,6 15 401,-1 1 0,0 0 0,-1 1 0,-23-12-1,27 16 353,-202-105-9125,199 106 8467,-133-66-10628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7:18.218"/>
    </inkml:context>
    <inkml:brush xml:id="br0">
      <inkml:brushProperty name="width" value="0.025" units="cm"/>
      <inkml:brushProperty name="height" value="0.025" units="cm"/>
    </inkml:brush>
  </inkml:definitions>
  <inkml:trace contextRef="#ctx0" brushRef="#br0">1 1 4908,'19'2'2050,"24"-2"8668,-22-2-11370,-17 2 2760,0 0-1728,82 0 755,459 10 19,-230 4-998,27 1-81,-81-5-89,235 3 77,-75-19-69,-327 8-16,16-1 53,183-6-99,-85 4 85,80 0 22,-164 1-10,67-3-16,-6-7-52,-38 0 64,29 1-96,22-4 119,388 20-24,86 23-38,-650-29 4,389 4-28,-237-6 72,-166 1-30,578 6 88,-126 2-159,-265-7 74,-131 3-24,-41-2 10,0-1 1,34-2-1,-26-1 20,1 2 0,31 3-1,43 0 21,-74-3-21,52 6 0,27 1-8,135 6 16,-94-7-27,46 6-4,-101-8 24,-45-2 5,108 10-125,108 12 139,-80-11 153,-92-8-69,369 34 197,-398-34-260,121 4 142,-130-9 83,82-11 0,332-34 1047,-306 41-885,-23 7 183,-39 4 526,-100-6-956,66 6 1109,-66-6-1252,29 1 524,61-2-1,-10-7 52,-77 6-589,-1 0-1,0 0 0,1 1 0,-1 0 1,0 0-1,1 1 0,-1 0 1,12 3-1,-14-3 157,-8-6-2738,-9-13 880,-2 0 1,-20-20-1,-2 8-5354,-10-1-6344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7:20.462"/>
    </inkml:context>
    <inkml:brush xml:id="br0">
      <inkml:brushProperty name="width" value="0.025" units="cm"/>
      <inkml:brushProperty name="height" value="0.025" units="cm"/>
    </inkml:brush>
  </inkml:definitions>
  <inkml:trace contextRef="#ctx0" brushRef="#br0">289 88 5697,'0'0'136,"1"0"0,-1-1 1,0 1-1,1-1 0,-1 1 1,0-1-1,0 1 0,1-1 1,-1 1-1,0-1 0,0 1 1,0-1-1,0 1 1,0-1-1,0 1 0,0-1 1,0 1-1,0-1 0,0 1 1,0-1-1,0 1 0,0-1 1,0 1-1,-1-1 1,-11-1 2578,8 2-3347,-159 10 3472,155-9-2502,0-1 1,-1 0-1,1 0 1,0-1-1,0 0 1,-14-4 0,7 2 246,12 2 1311,0 3-1560,-6 3-360,-1 2 1326,25-6-487,10-2-610,0 2-1,25 4 1,18 0-4,397 17 404,-247-11-286,284-7-50,1-24-105,8-13 109,107-5 67,101 13-144,-1 23-140,-539 6-50,254 9 285,-89-1 290,146 9 929,-243-10-759,-66-5-37,-49-3 300,-128-3-742,-7-2-3090,-54-44-4046,37 28 1448,-5-3-5987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7:36.386"/>
    </inkml:context>
    <inkml:brush xml:id="br0">
      <inkml:brushProperty name="width" value="0.025" units="cm"/>
      <inkml:brushProperty name="height" value="0.025" units="cm"/>
    </inkml:brush>
  </inkml:definitions>
  <inkml:trace contextRef="#ctx0" brushRef="#br0">50 268 5537,'0'0'7246,"-2"1"-6777,-24 12 4750,24-11-4762,0 0-111,0-1-43,0 1-1,1 0 1,-1-1-1,0 1 0,0 0 1,1 0-1,0 0 1,-3 5-1,18 0 86,-9-6-332,0 0 0,-1 0 0,1-1 0,0 0 0,-1 0 0,1 0 0,0 0-1,-1-1 1,1 1 0,0-1 0,-1-1 0,1 1 0,-1 0 0,5-3 0,25-6 118,132-29 227,26-4-251,-118 31-45,128-18-66,-83 16-54,125-6-28,-124 15 37,-63 1-12,87 6 1,327 5 101,-459-8-85,440-19 101,-323 16-171,-74 4 50,83-10-1,-89 4 5,71 2 1,6-1 33,361-29-27,-435 34 25,85 9 0,-112-7 12,-1-2 0,41-4 1,32 1-57,-58 5 5,5 0 60,52-3 0,242-18-114,-290 13 59,-27 3 0,-1 1 0,28 1 1,-15 3 15,-11 0 3,0-1 0,34-3 0,-28 0 23,1 1 1,31 4-1,-32-1-28,-1-2 1,36-2-1,13-4 5,88 4-1,-88 3 108,182 0-166,-180 4 31,-47-2 25,36-1-1,37-2-18,69-4 105,-127 1-106,55 3 0,27-1 113,21-2-158,-62 3 87,-2-2-50,40-2 139,89-5-156,-105 6 137,5 1-168,67-3 29,-153 3 22,53 5 0,-9 0 28,90 4 13,-35-5 79,1 0-119,-15 8 78,75 3-114,-1-13 145,12 4-44,-57 0-127,59 0 74,37 0-29,-169-1 49,33 4-13,57 0 102,-58 0-159,71 0 101,-115-3-86,37 2 174,144 1-99,-142-1-83,12 2 37,-67-8 106,168 6-164,-160-2 75,70-5 1,19 1-57,102 3 91,-115-5-51,55-5 105,15 0-114,207 0 35,-357 7 39,346-4-52,-329 2 64,340-3-25,-256 7-105,66 3 55,79 3 20,-147-8 166,4 0-28,50-3 56,-21 7-223,-49 2 176,24-3-141,57 0 122,-93 1-112,0-1 10,256 1 133,-293-2-164,117 0 15,112 9 58,-209-8-80,-3 4-7,42-1 82,209-8-4,-214 2-75,203 11 121,-94-4-196,80 4 107,-304-10 9,40 3 1,145 3 608,-135-7-459,215 3 574,-8 18-16,-199-13-152,105-3 0,-57-4-177,188 20 253,-104 3-338,131-5 1378,-301-26-3288,-52-12-2844,4 11 2300,0 0 1,0 1-1,-21-11 1,17 11-710,-23-17-8794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28.979"/>
    </inkml:context>
    <inkml:brush xml:id="br0">
      <inkml:brushProperty name="width" value="0.025" units="cm"/>
      <inkml:brushProperty name="height" value="0.025" units="cm"/>
    </inkml:brush>
  </inkml:definitions>
  <inkml:trace contextRef="#ctx0" brushRef="#br0">1 42 23803,'15934'0'0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32.558"/>
    </inkml:context>
    <inkml:brush xml:id="br0">
      <inkml:brushProperty name="width" value="0.025" units="cm"/>
      <inkml:brushProperty name="height" value="0.025" units="cm"/>
    </inkml:brush>
  </inkml:definitions>
  <inkml:trace contextRef="#ctx0" brushRef="#br0">407 120 4952,'-15'-11'4553,"-7"5"-4297,7 3 95,14 3-335,0-1 1,0 1-1,0 0 1,0 0 0,0 0-1,0 0 1,0 0 0,0 0-1,0 0 1,0 0-1,0 0 1,0 1 0,0-1-1,0 0 1,0 1-1,0-1 1,0 1 0,0-1-1,0 1 1,-3 1 30,-18 4 46,-107 34 1318,117-37-768,0 1-1,0-2 0,-15 3 1,17-4 2,1 0 0,-1 1 1,1 0-1,0 1 0,-12 5 0,20-8-548,-1 0 0,1 1-1,0-1 1,0 0-1,0 0 1,0 0 0,0 0-1,-1 0 1,1 0 0,0 0-1,0 0 1,0 0-1,0 0 1,-1-1 0,1 1-1,-2-1 1,-2-1 215,-13-1 853,15 3 198,6-3 109,4-2-979,0 1 1,1-1 0,0 1-1,0 0 1,15-4-1,50-12 1253,-44 13-1074,80-16 690,113-8 1,-131 19-1091,463-34-272,-529 42 0,-145 11-4049,-18-6-5306,115-3 3021,6-3-3711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33.210"/>
    </inkml:context>
    <inkml:brush xml:id="br0">
      <inkml:brushProperty name="width" value="0.025" units="cm"/>
      <inkml:brushProperty name="height" value="0.025" units="cm"/>
    </inkml:brush>
  </inkml:definitions>
  <inkml:trace contextRef="#ctx0" brushRef="#br0">1 84 8081,'0'0'15589,"3"0"-13873,156-21 4637,204 13-5486,-77 3-706,-160 8-161,-108-3-241,-1-1-1267,-33-9-1081,-44-13-9585,11 4-1097</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37.863"/>
    </inkml:context>
    <inkml:brush xml:id="br0">
      <inkml:brushProperty name="width" value="0.025" units="cm"/>
      <inkml:brushProperty name="height" value="0.025" units="cm"/>
    </inkml:brush>
  </inkml:definitions>
  <inkml:trace contextRef="#ctx0" brushRef="#br0">2526 414 5505,'3'-16'1079,"0"-3"205,-2 5 5873,0 16-6982,1-1 1,-1 0-1,1 1 0,-1-1 1,1 0-1,-1 0 1,1 0-1,0 0 1,0 0-1,5 2 7434,-22-23-6675,14 18 372,-4 1-1181,-144-36 559,99 27-460,25 5-41,-33-11 1,42 11-103,-1 1-1,-23-3 1,-14-4 1,-5-2-22,-38-10 7,33 9-89,8 3 70,-46-19-9,-114-17 1,204 45-91,-166-20 117,170 21-64,-87-5 19,-109 6-1,184 1-29,-28 1-64,32-2 79,0 1 1,0 1-1,0 0 1,-28 9-1,41-10-3,0-1-1,0 1 1,0-1 0,0 0-1,0 1 1,0-1 0,-5-1-1,6 1-1,-1-1 1,1 1-1,-1 0 0,1 0 1,-1 1-1,1-1 0,0 0 0,-1 1 1,1-1-1,-5 3 0,-22 7-3,-2-2-1,-47 8 0,48-11 2,-1 2 1,-54 18-1,65-17 1,-32 6 0,2 0 28,-67 23-48,108-33 23,1 0 0,-1 0-1,1 1 1,0 0 0,-13 11-1,18-14-8,-11 12-30,-60 60 60,71-71-22,-6 7-4,0 1 1,1 0-1,-14 21 1,21-29 16,0 0-15,-8 23-29,2-7 38,0 1 0,-4 27-1,1 9 4,3-1 7,3-22-44,1-12 5,3-17 30,-1 0 10,-2 39 8,3-38-36,0-1-46,0 40 57,0-39 15,0-1-1,-6 34-74,5-35 62,1 1 22,3 84 0,1-5-31,-4-79 18,1 0 1,15 122-6,-15-123-21,-1 1-68,3 40 107,-3-39 0,1-2-5,5 32-34,-6-31 12,1 0 10,19 66 2,-20-67 0,1 1 8,10 31-25,0 1 1,33 64-1,-28-74 18,1-1 0,1-1 1,1-1-1,27 25 0,35 21 21,-58-51-7,4 1-17,1-2-1,0-1 1,1-1 0,57 20-1,-67-27-26,36 11 39,104 21 0,-26-8-11,85 10 91,-215-41-99,224 15 33,-136-12-36,152 6 91,29-10 200,-54-14-231,-93 4 10,-90 9 41,58-11 0,-62 7-71,46-1 0,-72 6-35,0 0 0,1-1-1,-1 0 1,0 0 0,6-1-1,16-4 7,196-36 50,-111 17 19,-65 16 97,-2-2 0,1-2 1,-2-2-1,56-26 1,49-40 942,-134 70-1050,0-1 0,-1-1 0,-1 0 0,0 0 1,0-1-1,10-17 0,30-32 95,-46 56-136,-3 2-7,8-21-16,3-9-6,-4-3 0,6-4 0,-1-3 0,-4-1 0,0 4 0,7-53 0,-10-11 0,0-5 0,-8 93 0,0-1 0,-1 0 0,-1 0 0,0 0 0,-6-23 0,-4-26 0,4 20 0,-10-54 0,11 74 0,2 22 0,-1 1 0,-49-73 0,36 54 0,-1 1 0,-1 0 0,-32-27 0,-79-53 0,91 72 0,22 17 0,-39-25 0,26 17 0,26 18 0,0 0 0,-1 0 0,0 0 0,0 1 0,0 0 0,0 0 0,-7-2 0,-110-34 0,-80-17 0,195 52 0,1 1 0,-27 0 0,26 3 0,-33-7 0,-8-1 0,3 1 0,-2-2 0,4 5 0,37 5 0,-1-1 0,-22-6 0,25 5 0,-1 0 0,1 0 0,-1 0 0,0 0 0,1 1 0,-8 1 0,-33-1 0,11-1 0,-51-7 0,41 1 0,16 6 0,24 2 0,0 2 0,-21 0 0,-26-2 0,0-1 0,-309 17 0,270-15 0,54-3 0,-52 7 0,12 2 0,69-6 0,0 0 0,-28-1 0,11-2 0,4 1 0,-12 8-1749,-8 0-2071,40-8 3567,0 0 0,0 0-1,0 1 1,-1-1 0,1 0-1,0 0 1,0 1 0,0-1-1,0 0 1,0 1-1,0-1 1,0 1 0,0 0-1,0-1 1,-2 2 0,-2 1-765,-41 15-8737,18-11 367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55.063"/>
    </inkml:context>
    <inkml:brush xml:id="br0">
      <inkml:brushProperty name="width" value="0.025" units="cm"/>
      <inkml:brushProperty name="height" value="0.025" units="cm"/>
    </inkml:brush>
  </inkml:definitions>
  <inkml:trace contextRef="#ctx0" brushRef="#br0">29 78 10753,'0'0'4441,"-3"-3"-2425,-22-19 8118,29 21-8228,49-2-147,60 3-1,413-2-1758,-264 4 0,-116-2 0,-131-1 30,-15 1-30,1 0 1,-1 0-1,0 0 1,0 0-1,0 0 1,0 0-1,0 0 1,0 0-1,0 0 1,0 0-1,0 0 1,0 0-1,0 0 1,0 0-1,0 0 1,0 0-1,1-1 1,-1 1-1,0 0 1,0 0-1,0 0 1,0 0-1,0 0 1,0 0-1,0 0 1,0 0-1,0 0 1,0 0-1,0 0 1,0 0-1,0 0 1,0 0-1,0-1 1,0 1-1,0 0 1,0 0-1,0 0 1,0 0-1,0 0 1,0 0-1,0 0 1,0 0-1,0 0 1,0 0-1,0 0 1,0 0-1,0 0 1,0-1-1,0 1 1,-1 0-1,1 0 1,0 0-1,0 0 1,0 0-1,0 0 1,0 0-1,0 0 1,0 0-1,0 0 1,0 0-1,0 0 1,0 0-1,0 0 1,-12-5-269,11 5 225,-93-24-7460,54 15-2173,16 2-2679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55.726"/>
    </inkml:context>
    <inkml:brush xml:id="br0">
      <inkml:brushProperty name="width" value="0.025" units="cm"/>
      <inkml:brushProperty name="height" value="0.025" units="cm"/>
    </inkml:brush>
  </inkml:definitions>
  <inkml:trace contextRef="#ctx0" brushRef="#br0">4 22 11313,'1'0'81,"-1"0"0,0 0-1,1-1 1,-1 1 0,0 0 0,1 0 0,-1 0-1,0-1 1,1 1 0,-1 0 0,0 0-1,1-1 1,-1 1 0,0 0 0,0-1 0,1 1-1,-1 0 1,0-1 0,0 1 0,0 0 0,1-1-1,-1 1 1,0 0 0,0-1 0,0 1 0,0-1-1,0 1 1,0-1 0,-10 6 7566,14-5-5273,47 0-1565,313 10 7472,80 5-8281,-392-17 0,-43 3-691,37 0-2867,-45-4-626,6-15-3751,3-3-5480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56.167"/>
    </inkml:context>
    <inkml:brush xml:id="br0">
      <inkml:brushProperty name="width" value="0.025" units="cm"/>
      <inkml:brushProperty name="height" value="0.025" units="cm"/>
    </inkml:brush>
  </inkml:definitions>
  <inkml:trace contextRef="#ctx0" brushRef="#br0">36 53 14561,'-31'8'2273,"30"-8"-2252,1 0 1,0 0 0,0 0-1,0 0 1,0 1-1,0-1 1,0 0 0,0 0-1,0 0 1,0 0-1,0 0 1,0 0-1,0 0 1,-1 0 0,1 0-1,0 0 1,0 0-1,0 0 1,0 0 0,0 0-1,0 0 1,0 0-1,0 0 1,-1 0-1,1 0 1,0 0 0,0 0-1,0 0 1,0 0-1,0 0 1,0 0 0,0 0-1,0 0 1,0 0-1,-1 0 1,1 0 0,0 0-1,0 0 1,0 0-1,0 0 1,0-1-1,0 1 1,0 0 0,0 0-1,0 0 1,0 0-1,0 0 1,0 0 0,0 0-1,0 0 1,0 0-1,0 0 1,-1-1-1,1 1 1,0 0 0,0 0-1,0 0 1,0 0-1,0 0 1,0 0 0,0 0-1,0 0 1,0-1-1,1 1 1,13-10 1804,-6 6-1127,-1 1 1,1 0-1,0 0 1,0 1-1,0 0 1,10-1-1,55-4 3611,-67 6-4252,221 6 2698,-100 0-2072,121 6-684,77 0 0,-300-13 10,-25 2-11,0 0 0,0 0 1,0 0-1,0 0 0,0 0 0,0 0 0,0 0 1,0 0-1,1 0 0,-1 0 0,0 0 0,0 0 1,0 0-1,0 0 0,0 0 0,0 0 1,0 0-1,0 0 0,0 0 0,1 0 0,-1 0 1,0 0-1,0 0 0,0 0 0,0 0 1,0 0-1,0 0 0,0 0 0,0-1 0,0 1 1,0 0-1,0 0 0,0 0 0,0 0 1,0 0-1,0 0 0,0 0 0,0 0 0,1 0 1,-1 0-1,0-1 0,0 1 0,0 0 1,0 0-1,0 0 0,0 0 0,0 0 0,0 0 1,-1 0-1,1 0 0,0 0 0,0-1 1,0 1-1,0 0 0,0 0 0,0 0 0,0 0 1,0 0-1,0 0 0,0 0 0,0 0 1,0 0-1,0 0 0,0 0 0,0-1 0,0 1 1,-1 0-1,-13-6-789,-2-1-1169,-1 1 38,-33-10 0,-14 7-9483,32 6-341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38:56.644"/>
    </inkml:context>
    <inkml:brush xml:id="br0">
      <inkml:brushProperty name="width" value="0.025" units="cm"/>
      <inkml:brushProperty name="height" value="0.025" units="cm"/>
    </inkml:brush>
  </inkml:definitions>
  <inkml:trace contextRef="#ctx0" brushRef="#br0">26 74 14917,'-7'-3'435,"5"2"-222,1 0 1,-1 1-1,0-1 0,1 0 1,-1 0-1,1 0 0,-1 0 1,1-1-1,-1 1 0,-1-2 1,4 2-70,1 0 1,-1 1-1,0-1 1,1 0-1,-1 1 1,0-1-1,1 1 1,-1 0-1,1-1 1,-1 1-1,0 0 1,1 0-1,-1 0 1,1 0-1,-1 0 1,1 0-1,1 1 1,55-3 2613,124-4 4120,1 10-4117,239 4-2685,-311-8-82,-63-1 6,-41-1 0,-7 2-23,-1 0 0,1 0 0,0-1 0,0 1 0,-1 0 0,1 0 0,0 0 0,0-1 0,0 1 0,-1 0 0,1 0 0,0 0 0,0-1 0,0 1 0,0 0 0,0 0 0,-1-1 0,1 1 0,0 0 0,0 0 0,0-1 0,0 1 0,0 0 0,0-1 0,0 1 0,0 0 0,0 0 0,0-1 0,0 1 0,0 0 0,0-1 0,0 1 0,1 0 0,-1 0 0,0-1 0,0 1 0,0 0 0,0 0 0,0-1 0,0 1 0,1 0 0,-1 0 0,0 0 0,0-1 0,0 1 0,1 0 0,-1 0 0,0 0 0,0 0 0,1-1 0,-1 1 0,0 0 0,0 0 0,1 0 0,-1 0 0,0 0 0,0 0 0,1 0 0,-1 0 0,0 0 0,1 0 0,-1 0 0,0 0 0,1 0 0,-22-14-2799,13 10 1345,0 0 0,-1 1 0,-16-5 0,-13 3-6668,7 2-3268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4:48.012"/>
    </inkml:context>
    <inkml:brush xml:id="br0">
      <inkml:brushProperty name="width" value="0.025" units="cm"/>
      <inkml:brushProperty name="height" value="0.025" units="cm"/>
    </inkml:brush>
  </inkml:definitions>
  <inkml:trace contextRef="#ctx0" brushRef="#br0">263 0 5881,'0'0'4618,"-4"1"-3950,-34 8 621,34-8-232,0 0-598,-131 44 1952,88-22-454,44-22-1249,-11 6-98,2 2-284,10-8 704,5 0-800,36 13 98,1-1 1,0-3-1,51 8 0,131 4-105,-150-16-126,865 39 250,-664-37-263,-17-2 20,125 5-43,548 67 21,-520-39-131,-209-22 44,335 23 22,-313-25 54,238-7 315,-310-8-339,365-7 70,-402 3-22,26 1-153,223 2 66,-120-2-62,459-13 38,-321 3 22,-62 4 26,349-5 56,374 69-96,-640-26 77,-291-23-132,252 12 108,250 17 8,-252-4-134,249 22 16,-280-34 56,642 46 44,-299-23 41,-19-2 161,201 14-9,-786-50-193,288 3 82,-44-3-34,138-7 25,-273-2-125,199-5 162,-112-3 47,-62 2 162,149-7-22,-227 13-241,350-11 207,-214 0-242,-88 4-13,123-8-126,292-9 288,-299 22 20,2 0-122,34-8 135,-111 2-176,147-7 7,252-5 89,441-7 276,-705-3-289,51-4-42,298 19 54,0 29 145,-311-1-112,109-21 29,-53-8-75,-109 32-120,-212-4 30,110 6 160,-65-6 264,-165-8-474,0 1 0,0 0-1,-1-1 1,1 1 0,0-1-1,0 1 1,-1-1 0,1 0-1,0 1 1,-1-1-1,1 0 1,-1 1 0,1-1-1,-1 0 1,1 0 0,-1 1-1,1-1 1,-1 0 0,0 0-1,1 0 1,-1 0-1,0-1 1,1 1 4,-1 0-14,1 0 0,-1 0 0,0-1 0,1 1 0,-1 0-1,0-1 1,0 1 0,0 0 0,0 0 0,0-1 0,0 1-1,0 0 1,0 0 0,-1-1 0,1 1 0,0 0 0,-1 0 0,1-1-1,-1 1 1,0 0 0,0-2 0,-21-23-528,12 15 183,-79-90-4485,4 6-4994,35 24-1627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4:54.466"/>
    </inkml:context>
    <inkml:brush xml:id="br0">
      <inkml:brushProperty name="width" value="0.025" units="cm"/>
      <inkml:brushProperty name="height" value="0.025" units="cm"/>
    </inkml:brush>
  </inkml:definitions>
  <inkml:trace contextRef="#ctx0" brushRef="#br0">32 106 8585,'0'0'43,"0"-1"1,0 1 0,0-1-1,-1 1 1,1 0-1,0-1 1,0 1-1,-1-1 1,1 1 0,0 0-1,-1-1 1,1 1-1,0 0 1,-1 0 0,1-1-1,-1 1 1,1 0-1,-1 0 1,1-1-1,0 1 1,-1 0 0,1 0-1,-1 0 1,1 0-1,-1 0 1,1 0-1,-1 0 1,1 0 0,-1 0-1,1 0 1,-1 0-1,1 0 1,-1 0 0,1 0-1,0 0 1,-1 1-1,0-1 1,-10 15 1155,6-6 8898,10-9-9795,28 2 166,1-3 0,-1 0 1,42-8-1,113-8 790,-115 12-938,110-8 506,548-34 246,-273 35-1025,-184 7-135,-185 8 87,13-1 49,257-14 0,-215 8 19,421 7-59,-276-8 38,-203 3-12,387 3-32,-274 9 18,112 0-66,-166-3 43,502 0 39,-519-7-9,80-7-20,-73 1-15,-13 0 39,137 0-90,-40 6-30,-138 2 130,89 7-44,80 5 49,-76-7-24,285 11-12,21-15-34,-347 8-34,-32 0 142,-31-3-64,-44-4 2,36 1 0,-12-3-38,55 10 1,23 1-28,-9-4 41,53 0 39,-60-5 3,-96-4-37,690 13-149,-648-12 145,-30-1-35,34 4-1,69 7 69,56 8-101,-25 3 166,8 2-102,108 17 91,-109-27-28,23-2 25,-44-7-100,-53-4 30,355 7 0,-89-7-41,130 5-43,199 43 167,-412-33-37,-101-7-84,155-4 428,-128-4-163,108-6 176,-67 0-275,130-2 11,301 0-196,-584 7 78,504 7 69,320 48 238,-469-25-105,-276-21-151,91-3 144,-18-1 70,-28-9-22,-126 0-184,56-3 14,65-2-45,-22 9-46,-185 0-32,-9-4-2380,-14-7 1389,-4-4-188,-1 1 0,-1 1 0,-1 1 0,0 1-1,-29-8 1,-37 1-5314,-5-2-4201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8.515"/>
    </inkml:context>
    <inkml:brush xml:id="br0">
      <inkml:brushProperty name="width" value="0.025" units="cm"/>
      <inkml:brushProperty name="height" value="0.025" units="cm"/>
    </inkml:brush>
  </inkml:definitions>
  <inkml:trace contextRef="#ctx0" brushRef="#br0">70 32 4440,'-5'-9'700,"-2"-5"287,5 6 7552,-12 18-8662,6-3-446,1 0 1,0 0 0,-7 9-1,13-16 463,1 1 1,-1 0-1,1 0 0,-1 0 0,1 0 1,0 0-1,0 0 0,-1 0 0,1-1 1,0 1-1,0 0 0,0 0 1,0 0-1,0 0 0,0 0 0,0 0 1,1 2-1,-1 2-480,-2 12-2311,1-13-1002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021"/>
    </inkml:context>
    <inkml:brush xml:id="br0">
      <inkml:brushProperty name="width" value="0.025" units="cm"/>
      <inkml:brushProperty name="height" value="0.025" units="cm"/>
    </inkml:brush>
  </inkml:definitions>
  <inkml:trace contextRef="#ctx0" brushRef="#br0">27 1 4948,'0'0'2005,"-1"3"-1093,-5 29 641,6-29-896,0 2-88,-1 20-72,1 46 570,1-64-987,-1 1 0,0 0 0,-1 0 0,-2 11 0,0 16-116,6-12-81,-3-18 20,0-2-125,3 32-371,-2-31 228,-1-1-2039,10 25 2534,-11-20-59,-1-1-1,0 0 1,0 0 0,-1 0 0,-5 10-1,3-6 32,4-8 65,1 1-217,0 33 210,0-32-89,-4 13-7,3-9-302,1-1 0,0 1 0,0 0-1,1 0 1,0 0 0,4 16 0,-1 1-1013,-3-22 146,-3-3-441,-7 5 257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130"/>
    </inkml:context>
    <inkml:brush xml:id="br0">
      <inkml:brushProperty name="width" value="0.025" units="cm"/>
      <inkml:brushProperty name="height" value="0.025" units="cm"/>
    </inkml:brush>
  </inkml:definitions>
  <inkml:trace contextRef="#ctx0" brushRef="#br0">32 0 5428,'0'0'3121,"-3"18"-2685,-1-1 1016,4 4-1412,0 4-120,-7-8-204,4 1-324,-8 0-2908,8 6 511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290"/>
    </inkml:context>
    <inkml:brush xml:id="br0">
      <inkml:brushProperty name="width" value="0.025" units="cm"/>
      <inkml:brushProperty name="height" value="0.025" units="cm"/>
    </inkml:brush>
  </inkml:definitions>
  <inkml:trace contextRef="#ctx0" brushRef="#br0">99 0 4620,'0'0'1229,"-14"18"-549,3-1 836,1 1-948,3 3-92,3 3-120,4-6 72,-7 6-216,4 1-96,-4 3-168,0 3-192,3-6-284,1-4-404,-8-4-2481,1-3 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415"/>
    </inkml:context>
    <inkml:brush xml:id="br0">
      <inkml:brushProperty name="width" value="0.025" units="cm"/>
      <inkml:brushProperty name="height" value="0.025" units="cm"/>
    </inkml:brush>
  </inkml:definitions>
  <inkml:trace contextRef="#ctx0" brushRef="#br0">63 0 4088,'0'0'3158,"-1"4"-2434,-8 23 80,4-11-482,0 0-1,1 0 1,-3 24 0,3-5-228,-10 45 0,0-10-2156,14-44-1153,3-2 1227</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592"/>
    </inkml:context>
    <inkml:brush xml:id="br0">
      <inkml:brushProperty name="width" value="0.025" units="cm"/>
      <inkml:brushProperty name="height" value="0.025" units="cm"/>
    </inkml:brush>
  </inkml:definitions>
  <inkml:trace contextRef="#ctx0" brushRef="#br0">35 1 4360,'-10'21'868,"-1"-11"57,-3 4 1063,14 11-1552,4-4 248,-4 0-460,0 0-16,0 3-280,0-6-344,0 3-3304,0 3 1219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747"/>
    </inkml:context>
    <inkml:brush xml:id="br0">
      <inkml:brushProperty name="width" value="0.025" units="cm"/>
      <inkml:brushProperty name="height" value="0.025" units="cm"/>
    </inkml:brush>
  </inkml:definitions>
  <inkml:trace contextRef="#ctx0" brushRef="#br0">67 0 5228,'-18'56'921,"8"-42"-221,-1 7 468,4-7-888,4 4-16,-4 3-116,3 0-108,1 0-612,-1 0-72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19.885"/>
    </inkml:context>
    <inkml:brush xml:id="br0">
      <inkml:brushProperty name="width" value="0.025" units="cm"/>
      <inkml:brushProperty name="height" value="0.025" units="cm"/>
    </inkml:brush>
  </inkml:definitions>
  <inkml:trace contextRef="#ctx0" brushRef="#br0">1 0 2660,'0'42'824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0.042"/>
    </inkml:context>
    <inkml:brush xml:id="br0">
      <inkml:brushProperty name="width" value="0.025" units="cm"/>
      <inkml:brushProperty name="height" value="0.025" units="cm"/>
    </inkml:brush>
  </inkml:definitions>
  <inkml:trace contextRef="#ctx0" brushRef="#br0">1 0 1772,'3'25'500,"15"-15"72,-22 11-612,1-3-240,-8 0-1064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0.297"/>
    </inkml:context>
    <inkml:brush xml:id="br0">
      <inkml:brushProperty name="width" value="0.025" units="cm"/>
      <inkml:brushProperty name="height" value="0.025" units="cm"/>
    </inkml:brush>
  </inkml:definitions>
  <inkml:trace contextRef="#ctx0" brushRef="#br0">4 0 4120,'0'4'1009,"10"31"1021,-20 39-496,8-57-1597,1-1 1,2 34 0,1-7-1646,-5-25-810,2 6 1222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0.434"/>
    </inkml:context>
    <inkml:brush xml:id="br0">
      <inkml:brushProperty name="width" value="0.025" units="cm"/>
      <inkml:brushProperty name="height" value="0.025" units="cm"/>
    </inkml:brush>
  </inkml:definitions>
  <inkml:trace contextRef="#ctx0" brushRef="#br0">64 0 4252,'0'0'1277,"0"18"-297,0 7-276,-4-8 84,-3-3-372,4 14-56,-1-3-100,-3 10-144,0-4-196,0 1-412,4-4-352,-11 0-1388,7 3-289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0.813"/>
    </inkml:context>
    <inkml:brush xml:id="br0">
      <inkml:brushProperty name="width" value="0.025" units="cm"/>
      <inkml:brushProperty name="height" value="0.025" units="cm"/>
    </inkml:brush>
  </inkml:definitions>
  <inkml:trace contextRef="#ctx0" brushRef="#br0">49 0 4352,'-2'8'258,"1"-5"-162,1-1 1,-1 0 0,1 1 0,-1-1-1,0 0 1,0 1 0,0-1 0,0 0-1,-1 0 1,1 0 0,0 0 0,-1 0-1,1-1 1,-1 1 0,0 0 0,0-1-1,0 1 1,-2 1 0,1-2 656,1 4-207,-6 39 262,7-40-506,1 0-14,4 38 812,-5-39-977,1 0 0,-1 0-1,1 0 1,-1 0 0,0 0 0,0 0 0,-2 3 0,1 2 185,1-5 1156,8 15-549,-5-13-637,1 1 0,-1-1 0,1 1 0,1-1 0,5 8 0,-7-11 311,-2-1-527,0 1 1,0-1-1,0 1 0,1-1 0,-1 1 1,1-1-1,-1 1 0,1-1 0,0 1 1,1 2-1,-1-2 12,0-1 1,0 1-1,0 0 1,0 1-1,-1-1 1,1 0-1,-1 0 1,1 0-1,-1 0 1,0 0-1,1 3 1,5 130 2002,-5-96-1498,-1-35-260,0 0-285,0 5 976,0 15-4876,-4-37-1037,1-7 927,3 16-2065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1.704"/>
    </inkml:context>
    <inkml:brush xml:id="br0">
      <inkml:brushProperty name="width" value="0.025" units="cm"/>
      <inkml:brushProperty name="height" value="0.025" units="cm"/>
    </inkml:brush>
  </inkml:definitions>
  <inkml:trace contextRef="#ctx0" brushRef="#br0">347 1 6105,'23'0'2329,"-18"0"-193,-10 0-283,-6 0-431,0 1-1,0 1 1,-21 4-1,13 1-750,0 1 0,0 1 0,1 1 0,-25 16 0,-61 56 525,91-71-928,6-5-108,1 1 1,0-1-1,0 2 0,0-1 0,1 1 0,0-1 1,0 2-1,1-1 0,0 0 0,1 1 1,-4 11-1,6-16-73,0 0 0,0 0-1,0 0 1,0 0 0,1 0 0,0 1-1,0-1 1,0 0 0,0 0 0,0 1 0,1-1-1,0 0 1,0 0 0,0 0 0,0 0 0,1 0-1,0 0 1,0 0 0,0 0 0,0-1 0,0 1-1,1-1 1,-1 0 0,1 1 0,0-1 0,0 0-1,4 2 1,5 3 54,0-1 0,1-1 0,0 0-1,0-1 1,0 0 0,0-1 0,1-1-1,0 0 1,24 2 0,15-2 288,66-4-1,-45-1-190,-54 2-78,1-1 0,-1-1 0,1-1 1,35-10-1,-56 13-163,0 0 1,0 0-1,0 0 1,0 0 0,0 0-1,1 0 1,-1 0-1,0 0 1,0 0-1,0 0 1,0 0-1,0-1 1,1 1 0,-1 0-1,0 0 1,0 0-1,0 0 1,0 0-1,0 0 1,0 0-1,0 0 1,1 0-1,-1 0 1,0 0 0,0-1-1,0 1 1,0 0-1,0 0 1,0 0-1,0 0 1,0 0-1,0 0 1,0 0 0,0-1-1,0 1 1,0 0-1,1 0 1,-1 0-1,0 0 1,0 0-1,0-1 1,0 1-1,0 0 1,0 0 0,0 0-1,-1 0 1,1 0-1,0-1 1,0 1-1,0 0 1,0 0-1,0-5-169,-1 0-1,0-1 0,0 1 0,0 0 1,-1 1-1,0-1 0,0 0 0,0 0 1,0 1-1,-1-1 0,0 1 0,0 0 0,0 0 1,0 0-1,-8-7 0,3 4-144,0 1-1,0 0 1,-1 0-1,0 1 1,0 0-1,-14-5 1,-61-17-2051,64 23 1316,0-2-1,0-1 1,1 0-1,0-1 1,-26-16-1,-6-9-5678,37 19-342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1.906"/>
    </inkml:context>
    <inkml:brush xml:id="br0">
      <inkml:brushProperty name="width" value="0.025" units="cm"/>
      <inkml:brushProperty name="height" value="0.025" units="cm"/>
    </inkml:brush>
  </inkml:definitions>
  <inkml:trace contextRef="#ctx0" brushRef="#br0">4 18 12981,'18'-14'2272,"-29"28"-267,1 0 4875,17-32-8496,0 4-604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2.562"/>
    </inkml:context>
    <inkml:brush xml:id="br0">
      <inkml:brushProperty name="width" value="0.025" units="cm"/>
      <inkml:brushProperty name="height" value="0.025" units="cm"/>
    </inkml:brush>
  </inkml:definitions>
  <inkml:trace contextRef="#ctx0" brushRef="#br0">1 137 7277,'0'-23'2031,"0"18"4362,3 6-4990,2 0-1043,0-1 0,0 0 0,0 0-1,0 0 1,-1-1 0,1 0 0,0 0 0,8-3-1,41-18 2904,-39 15-1872,32-10 0,23-6 228,-52 16-1319,1 0 0,0 2 0,0 0 0,0 1 0,37-2-1,-51 6-407,0 0-1,1 0 0,-1 0 0,0 1 0,0 0 0,1 0 0,-1 1 0,0-1 0,0 1 0,0 0 0,6 4 0,-9-4-4,0-1-1,0 1 1,0 0-1,0 0 1,-1 0-1,1 0 1,0 0-1,-1 0 1,0 0-1,1 1 1,-1-1-1,0 0 1,0 1-1,0-1 1,-1 1-1,1 0 1,-1-1-1,1 1 1,-1-1-1,0 1 1,0 0-1,0 4 1,-2 3-283,1 0 0,-2-1 1,1 1-1,-1-1 0,-1 0 1,-7 14-1,8-15 131,-10 15-1035,0 0 0,-29 37-1,9-13-158,-15 22 826,37-46 2372,8-15-1064,1-5 1834,11-4-1561,-1 0-1,0 0 0,14-5 1,-2 1-99,60-10 1659,44-5 1329,-104 18-3837,71-11 0,-87 12 0,-4 1 0,1-1 0,-1 1 0,1 0 0,-1 0 0,1 0 0,-1 0 0,1 0 0,-1 0 0,0 0 0,1 0 0,-1 0 0,1 0 0,-1 0 0,1 0 0,-1 0 0,1 0 0,-1 0 0,1 0 0,-1 0 0,0 0 0,1 1 0,-1-1 0,1 0 0,-1 0 0,0 1 0,1-1 0,-1 2 0,0 0 0,0 0 0,0 0 0,0 0 0,-1 0 0,1 0 0,-1 0 0,1 0 0,-1 0 0,0 0 0,0 0 0,0 0 0,0-1 0,0 1 0,-1 1 0,-22 31 0,-6-1-521,-2-1-1,-1-2 1,-72 51-1,87-69-566,0-1-1,0-1 1,-1 0-1,-30 9 1,42-17 360,-1 0 0,0-1-1,1 0 1,-1-1 0,1 0 0,-1 0-1,0 0 1,1-1 0,-1 0 0,1-1 0,-1 0-1,1 0 1,-11-5 0,-2 1-3804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2.910"/>
    </inkml:context>
    <inkml:brush xml:id="br0">
      <inkml:brushProperty name="width" value="0.025" units="cm"/>
      <inkml:brushProperty name="height" value="0.025" units="cm"/>
    </inkml:brush>
  </inkml:definitions>
  <inkml:trace contextRef="#ctx0" brushRef="#br0">0 498 18250,'7'-9'811,"1"1"0,0 0-1,1 0 1,-1 0 0,2 1 0,14-9 0,-9 9 148,1 0 0,0 0-1,31-7 1,124-24 1385,205-19-1,-251 41-2024,966-78-319,-534 55 0,-289 10 0,-261 28-65,1-1 0,-1 1 0,0-1 0,0-1 0,9-3-1,-15 6 29,0 0 0,0-1 0,0 1 0,0-1 0,0 1-1,-1-1 1,1 1 0,0-1 0,0 0 0,0 1 0,-1-1-1,1 0 1,0 0 0,-1 1 0,1-1 0,0 0 0,-1 0-1,1 0 1,-1 0 0,0 0 0,1 0 0,-1 0 0,0 0-1,1 0 1,-1 0 0,0 0 0,0 0 0,0 0 0,0 0-1,0 0 1,0 0 0,0 0 0,0 0 0,-1 0-1,1 0 1,0 0 0,-1 0 0,1 0 0,0 0 0,-1 0-1,1 0 1,-1 0 0,0 0 0,1 1 0,-1-1 0,0 0-1,1 0 1,-1 1 0,0-1 0,-1-1 0,-31-26-4591,25 24 2556,0-1 0,0 1 0,-12-4-1,-37-10-12507</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25.352"/>
    </inkml:context>
    <inkml:brush xml:id="br0">
      <inkml:brushProperty name="width" value="0.025" units="cm"/>
      <inkml:brushProperty name="height" value="0.025" units="cm"/>
    </inkml:brush>
  </inkml:definitions>
  <inkml:trace contextRef="#ctx0" brushRef="#br0">35 56 8493,'-3'0'1291,"-3"0"-2111,-17-1 5758,20-2-1649,14-4-2088,6-1-577,-8 8-26,13 6-209,0-1 1,1-1-1,0-1 0,44 1 1,424-3 1155,-222-4-1246,66 13-197,160 4 105,382 25-152,-192-5-119,-669-33 64,957 9-16,-452-35 43,139-2 1,390-25 46,-539 27-30,-211 23-105,133-7 66,-102 3-76,-133 7 55,529 17-55,-646-14 66,405 7 49,-62-14 37,-253-1-102,394-19 80,0 1-76,-221 24 94,-92 2-117,354 29 55,-476-23-88,146 14 48,326 43 2,-284-26 16,-126-26 27,-22-2-17,-78-5 21,181-9 0,40-9-59,-124 6 99,409-10-3,755-10 104,-1082 30-205,-77-1 9,369 20 142,-95-2-57,351-18 389,-386-5 307,-179 2-223,-57-1-108,177-1 347,-268 0-643,44-1 175,95 4 263,-230-3-514,34 1 84,-19-1-35,-1 2 0,37 6 1,-40-5 94,51 1 1,-75-4-158,-4-3-2420,-11-11 1054,1 1-1,-2 1 1,-27-21 0,-24-9-6688,16 12-2165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32.087"/>
    </inkml:context>
    <inkml:brush xml:id="br0">
      <inkml:brushProperty name="width" value="0.025" units="cm"/>
      <inkml:brushProperty name="height" value="0.025" units="cm"/>
    </inkml:brush>
  </inkml:definitions>
  <inkml:trace contextRef="#ctx0" brushRef="#br0">0 0 28796,'25317'0'0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5:35.593"/>
    </inkml:context>
    <inkml:brush xml:id="br0">
      <inkml:brushProperty name="width" value="0.025" units="cm"/>
      <inkml:brushProperty name="height" value="0.025" units="cm"/>
    </inkml:brush>
  </inkml:definitions>
  <inkml:trace contextRef="#ctx0" brushRef="#br0">126 410 6445,'-45'-3'2592,"41"3"-1647,0-1-193,-40-5 764,40 6 117,2-2-925,1 1-68,-12-12-998,8 9 2510,1 3 3328,13-14-4963,-8 12-438,1 1-45,-1-1 0,1 1 0,0 0 0,0-1-1,0 1 1,0 0 0,0 0 0,0 1-1,1-1 1,-1 0 0,1 1 0,-1 0 0,1-1-1,-1 1 1,1 0 0,0 0 0,3 0-1,8-3 78,1 2 0,18-2-1,-11 2 47,203-13 958,-153 11-821,270 7 663,-117 3-533,-224-6-420,847-10 1279,-72-11-1063,-610 15-225,447-24 65,331-38-115,-444 36 101,-357 24-98,812-41 148,-663 36-131,-79 7 43,36-2 19,179-7-23,111 22-42,-352-4 91,894 19 805,-406 0-480,-565-17-141,-80-4-47,32-5-1,4 1 145,25-1 304,-88 4-615,-3-1-1879,-1-1 1591,0 1 0,0 0 0,-1-1 0,1 1 0,0 0 0,0 0 0,-1 0 1,1 0-1,0 0 0,-3-1 0,-1-1-431,-9-7-2079,-1 2 1,-1 0-1,-32-12 1,-20-7-9129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9:47.618"/>
    </inkml:context>
    <inkml:brush xml:id="br0">
      <inkml:brushProperty name="width" value="0.025" units="cm"/>
      <inkml:brushProperty name="height" value="0.025" units="cm"/>
    </inkml:brush>
  </inkml:definitions>
  <inkml:trace contextRef="#ctx0" brushRef="#br0">217 11 8177,'0'0'8220,"-2"-1"-7743,-8-2 0,0 1 0,0 0 1,-1 1-1,1 0 0,-20 1 1,26 0-502,-4 0 226,0 1 1,0 1-1,-1 0 1,1 0-1,-14 6 1,8-2 23,-4-1-24,15-3 602,-1-1-614,-7 4-317,-5 3 1229,17-5-549,12 1-386,58 11 298,-40-8-364,39 5 1,-58-11-99,645 38 274,-424-39-133,222 0-142,-34 3-101,-221 8 16,-56-2 81,157 30 1,-30 10-27,313 19-15,-283-42 184,-117-14-184,165 12 65,-160-10-103,-130-9 91,65 14 1,-70-14 17,3 0-46,-35-1 38,0-1 0,29 0 0,-12-1-50,138 6 118,133 25-228,-116-22 106,120 7-150,292-9 87,-337-2 56,-183-7 110,50 4-41,42 2 2,-42-5-73,-97 0 57,43-5 1,28 0-20,95 2 19,8 1-4,81 6 12,-76-4-56,-134 0 57,51 3 56,-12 1 143,-36-3 74,104 8 90,241 14-93,-370-19-316,189 24 216,44 4 273,-212-27-403,55 2 15,201-7-66,64 14 194,-249-5 114,225 23 109,-298-27-399,32 5-1253,-113-11 1191,0 0 1,1 0-1,-1 1 0,0-1 1,1 0-1,-1 0 0,0 0 1,1 0-1,-1 0 1,0 0-1,1 0 0,-1 0 1,1 0-1,-1 0 0,0 0 1,1 0-1,-1 0 1,0-1-1,1 1 0,-1 0 1,0 0-1,1 0 1,-1 0-1,0-1 0,1 1 1,2-2-261,13-8-871,-16 10 1072,1-1 1,-1 1 0,1 0-1,-1 0 1,1-1 0,-1 1-1,1-1 1,-1 1 0,0 0-1,1-1 1,-1 1 0,0-1-1,1 1 1,-1-1 0,0 1-1,1-1 1,-1 1 0,0-1-1,0 1 1,0-1 0,0 1-1,1-1 1,-1 0 0,-3-2-451,0 0 0,0 1 0,0 0 0,0-1 0,-1 1 0,-6-3 0,10 5 541,-60-31-6007,-15-1-3316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49:50.117"/>
    </inkml:context>
    <inkml:brush xml:id="br0">
      <inkml:brushProperty name="width" value="0.025" units="cm"/>
      <inkml:brushProperty name="height" value="0.025" units="cm"/>
    </inkml:brush>
  </inkml:definitions>
  <inkml:trace contextRef="#ctx0" brushRef="#br0">180 19 4724,'-55'19'921,"51"-17"-798,1-1 0,-1 1 0,1 0 0,0 0-1,0 0 1,-1 0 0,1 1 0,-4 5 0,-9 5 469,-14 1 1745,27-13-1856,0 0-1,0 0 1,1 0 0,-1 0 0,0 0-1,1 1 1,-1-1 0,1 1-1,0 0 1,0 0 0,-1 0 0,1 0-1,0 0 1,1 0 0,-1 1 0,-3 4-1,4-5 822,3 3-1062,-1-1-1,1 0 0,0 1 1,1-1-1,-1 0 1,6 6-1,-2-6-75,1 0-1,-1 0 1,1-1-1,0 0 1,0 0 0,11 2-1,-6-1-14,12 1 54,0 0-1,0-2 1,0-1-1,0-1 1,35-2-1,13 0 106,166-7 446,-71 0-460,439-21 373,-64-26-461,-261 25-37,-109 14 30,-81 6-82,340-27 83,-361 34-190,297-4-5,-279 9-5,456 17 110,-323-12-104,-11 0 20,213 16-94,-140-24 199,-167-3-46,404 10 292,-369-2-324,51 3-52,151 13 69,-179-11-83,-124-7 39,315 24-49,-84-18 53,-31-2 83,8 7-68,-73-5-21,325 37 35,-342-24-98,364 49 22,-14-18 31,-367-41 61,381-3-68,-87-5 72,-131 15-90,494 10-19,-553-17-67,-73-1 150,161 4 4,-178-8 73,91 2 52,697-5-27,-561-7-129,-246-3-11,83-1-105,178-1 54,-97 17 95,-131-3-113,197-2 190,-158-8-85,-99 0-91,269 13 89,0 20 38,-182-11-93,-115-12 17,0-4-1,148-18 1,39-24-25,375-6 19,-473 38-38,-153 7 56,79-3 36,148-27 1,41-6-39,-220 31 37,189-5 200,-91 8-64,211 1 304,-205 4-274,321 10 240,-421-7-403,220 6 117,-229-10-127,5 1 36,106-12 1,-49 3-56,-49 5 3,11-2 74,156 13 0,-17-5 444,-164-5-188,93 9-1,-36 2 39,5 1 5,-69-3-408,70-2 0,-72-4 0,84 12 0,-118-9 0,-21-5 0,2-1 0,25 6 0,13 4-284,-64-25-3531,7 5 2556,10 8 708,-1 1 1,1 0-1,-1 0 1,0 0-1,0 1 1,-1-1-1,1 1 0,-1-1 1,-6-2-1,-19-3-6552,-13-7-4713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19.254"/>
    </inkml:context>
    <inkml:brush xml:id="br0">
      <inkml:brushProperty name="width" value="0.025" units="cm"/>
      <inkml:brushProperty name="height" value="0.025" units="cm"/>
    </inkml:brush>
  </inkml:definitions>
  <inkml:trace contextRef="#ctx0" brushRef="#br0">22 0 7857,'-21'28'14594,"23"-29"-14466,0-1-1,0 1 0,0 0 0,1-1 1,-1 1-1,0 0 0,1 0 0,-1 0 1,1 1-1,-1-1 0,4 0 0,173 21 1842,44 6-662,-67-10-959,66 8 90,113 15-61,233 37-157,-78-12-111,-192-31-32,-18-2-17,81 6 23,-155-18-52,308 2-16,-355-18-24,1075 8-10,-814-22 14,609 4-81,-821 8 96,448-9 22,-351 4 43,-42 1-28,536 0 71,-160 22 12,-200-6 65,-13 1 23,148 0 319,-316-8-348,75 1-42,-144-3-60,132-4-66,-248-4-1967,-69 4 485,-6-3-531,0-1 1280,0 0 0,0 0-1,0 1 1,0-1 0,-1 1-1,0 0 1,0-1 0,0 1-1,0 0 1,0 1 0,-1-1-1,1 0 1,-1 1 0,1 0-1,-1 0 1,-8-3 0,-37-15-9495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22.951"/>
    </inkml:context>
    <inkml:brush xml:id="br0">
      <inkml:brushProperty name="width" value="0.025" units="cm"/>
      <inkml:brushProperty name="height" value="0.025" units="cm"/>
    </inkml:brush>
  </inkml:definitions>
  <inkml:trace contextRef="#ctx0" brushRef="#br0">1 164 10385,'0'0'1265,"3"-1"-98,21-2 167,0 1 1,0 1 0,28 3 0,78 12 289,-67-6-983,318 27 1156,81 10-1082,-2-4-381,-220-22-162,370 8-23,-327-19-158,526 3-87,-552-4 79,173 3 44,-294-5-24,-39 0-8,-43-1 63,66-4 0,124-7-28,206-9 210,-362 14-257,230-15-86,-96 2 80,-34 3 9,37 1 10,339 3 68,-366 9-88,86 5 126,-207-4 9,53 3-58,16 3 131,-67-6-179,65 4-41,35 2 49,82 7-7,44-2 67,-62-5-68,21 3 23,-143-8 102,334 0-106,-296-2 55,47 2 39,76 10 70,66-4 263,457-13 179,-683 6-633,122-4-14,-88-3 24,-60 4-34,659 22-72,-701-18 131,275 7-61,-159-6 41,-66-2 73,57-1-148,94-5 70,28-2 51,-76-4-118,137 5 126,-225 6-142,-23-1 167,204-7 268,-167-6-258,203-24-89,-123 17 47,-71 9 2,-30-1 32,245-15-118,-118 20 43,-207 7-9,319 7-60,-224-4 121,190-1 15,-171-3-30,-46 2-26,87-2-25,76-2 151,21-1 105,-214 2-164,52-3 3,131-13-59,-60 5-26,-41 6-99,-48 4 113,141 0-23,115-9 0,-254 2 32,-30 3-57,80-18 1,87-9 16,-235 33 7,190-8-12,19-3-36,-102 0 67,80-11-49,138-22 43,-196 31-13,-52 5-5,15-4-35,-75 9 37,44-1 0,-3 0-37,77-4 78,-71 5-33,0 5 2,-1 2 0,111 21 0,-118-14 7,183 31 16,63 9 238,-245-42-170,326 30 621,-16-14-191,-283-15-307,-62-4-72,1-2-1,47-2 1,-61-1-60,34 6 0,-50-6-100,3 0 50,0 0 4,34 0 31,-34 0 1,-1 0-58,35 0 3,-34 0 15,0 1 26,31 2 91,-32-3 24,1 0-78,34 3 171,-34-3 11,0 0-139,34 0 144,-34 0 569,-1 1-723,35 5-107,-2-3-1157,-55-7-481,0-1-1,-18-8 1,-33-9-3532,11 8-1924,-4-8-4549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24.533"/>
    </inkml:context>
    <inkml:brush xml:id="br0">
      <inkml:brushProperty name="width" value="0.025" units="cm"/>
      <inkml:brushProperty name="height" value="0.025" units="cm"/>
    </inkml:brush>
  </inkml:definitions>
  <inkml:trace contextRef="#ctx0" brushRef="#br0">95 193 8277,'-47'23'1337,"38"-18"10142,-9-9-9499,-3 1 1975,39-9-2618,-9 8-1172,1 0 0,0 1 0,0 0-1,0 1 1,0 0 0,0 0 0,0 1 0,20 0-1,6-1 155,565-3 1675,-295 11-1388,1065 25-606,-1170-24 0,1463-10 0,-393-42 0,-715 4 0,-314 22 0,304-33 0,-244 34 0,-258 20 0,-33-3 0,10-2 0,-17 3 0,-13 2 0,-19 2-1430,0-1 1,-33-1-1,35-3-1240,1-1 1,-1-1-1,1-2 1,-45-13-1,23-1-9476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2.747"/>
    </inkml:context>
    <inkml:brush xml:id="br0">
      <inkml:brushProperty name="width" value="0.025" units="cm"/>
      <inkml:brushProperty name="height" value="0.025" units="cm"/>
    </inkml:brush>
  </inkml:definitions>
  <inkml:trace contextRef="#ctx0" brushRef="#br0">3620 352 12181,'0'0'4479,"2"-1"-3315,11-9 863,-11 3 862,-5 5-2668,1 0-1,-1 1 0,0-1 1,1 0-1,-1 1 0,0 0 1,0 0-1,-4-1 0,6 1-315,-29-9 319,15 5-94,0-1 1,-23-12-1,-71-32 361,70 34-330,-58-17 1,27 11-2,-332-78 381,345 89-467,-122-17 50,126 21-72,-49-2 25,-139 6 0,139 3 77,-47 8-65,-39 6-73,53 2 2,52-5 92,-201 23 30,243-30-122,23-3-1,-1 1 0,0 1 0,-20 6 0,-66 19-7,-41 14-22,26 8 9,64-28 5,1 2 1,1 3-1,2 2 1,-50 36 0,4-2 55,81-51-56,0-2 1,-20 10-1,21-13-2,1 1-1,0 1 1,-21 16-1,24-15 11,1 0-1,0 0 1,1 1 0,0 1 0,1 0-1,0 0 1,1 0 0,0 1 0,1 1-1,-7 18 1,8-13 1,0 1 0,2-1 0,0 1-1,2 0 1,-1 35 0,-2-23 0,5-30-15,-1 0 0,1 1 0,-1-1 0,1 0 0,-1 0 0,1 1 0,0-1 0,0 0 0,0 0 0,1 1 0,-1-1 0,0 0 0,1 1 0,0-1 0,1 3 0,3 6 2,0 0 0,1-1-1,0 0 1,1 0 0,0 0-1,1-1 1,12 12 0,71 56-84,-66-58 90,-21-16-2,82 59 42,-40-30-87,-30-21 62,0 0-1,29 15 1,3-3-7,-7-2 3,76 25 0,-19-19-34,2-5 0,136 13 0,-12-17-21,-168-17 20,-1-2 0,59-9 0,63-9 48,20-4-11,-76 10-53,18-3-17,-128 14 54,118-16 58,66-4-98,-58-1 84,-39 6-49,-21 3-4,90-28 0,70-37 673,-227 75-587,1-1 1,-1 0-1,-1 0 1,1-1-1,-1-1 0,1 0 1,-2 0-1,1 0 1,-1-1-1,0 0 1,-1-1-1,10-14 0,2-8 46,-1-1 0,21-53-1,-18 37 54,-11 25-75,-1-1 1,-1 0-1,-1 0 1,-1-1 0,-2 1-1,0-1 1,-2 0-1,0 0 1,-2 0-1,-1-1 1,-1 1 0,-9-48-1,5 50-105,-1 0 0,0 1 0,-2 0 0,0 0 0,-2 1 0,0 0 0,-2 0 0,0 2 0,-1-1 0,-1 2 0,0 0 0,-2 1 0,-31-26 0,13 17-565,-1 2-1,-1 2 1,-54-25 0,74 40-103,0 1 0,-20-4 0,24 7 147,5 1-210,0 0-1,0 1 1,-1 0-1,1 1 0,0 0 1,-1 0-1,1 0 1,-16 4-1,-13 4-6285,9-1-2889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04.613"/>
    </inkml:context>
    <inkml:brush xml:id="br0">
      <inkml:brushProperty name="width" value="0.025" units="cm"/>
      <inkml:brushProperty name="height" value="0.025" units="cm"/>
    </inkml:brush>
  </inkml:definitions>
  <inkml:trace contextRef="#ctx0" brushRef="#br0">60 449 11589,'-2'1'156,"1"1"0,-1-1 0,0 0 0,0 0 0,1 0 0,-1 0 0,0 0 0,0-1 0,0 1-1,0 0 1,0-1 0,0 0 0,0 1 0,-1-1 0,1 0 0,0 0 0,0 0 0,0 0 0,0-1 0,0 1 0,0-1 0,0 1 0,0-1 0,0 1 0,0-1 0,0 0 0,-5-2 6710,12 1-6222,55-11 797,0 3-1,110-5 1,-86 10-990,316-17 545,511-25-354,-285 19-528,-272 4-83,240-11-48,-288 25 19,36 2 9,-130 2-24,-125 4 14,161-6 25,150-6 34,33 1 67,-46 1-51,104 12-59,-453 1-17,622 2 179,-246-3-56,55 6 37,-305-2-136,168 3-6,808 11 51,-675-12-55,-257-4-2,81 4 61,118 1 333,-158-7-86,42 0 184,105 3 205,-311-4-709,13-1 0,-67 3 0,-23 1 0,0 0 0,22-4 0,-24 1-10,0 1 1,-1-1-1,1 0 1,0 0-1,-1 0 1,5-3-1,-8 4-2,1 0-1,-1 0 0,0 0 0,0 0 1,0 0-1,0 0 0,0 0 0,0-1 0,1 1 1,-1 0-1,0 0 0,0 0 0,0 0 1,0 0-1,0 0 0,0 0 0,0-1 1,0 1-1,0 0 0,0 0 0,0 0 1,0 0-1,0 0 0,0-1 0,1 1 1,-1 0-1,0 0 0,0 0 0,0 0 0,0 0 1,-1-1-1,1 1 0,0 0 0,0 0 1,0 0-1,0 0 0,0 0 0,0 0 1,0-1-1,0 1 0,0 0 0,0 0 1,0 0-1,0 0 0,0 0 0,0 0 1,-1 0-1,1-1 0,0 1 0,-39-85-5782,-1 0-5145,19 29-1403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7.405"/>
    </inkml:context>
    <inkml:brush xml:id="br0">
      <inkml:brushProperty name="width" value="0.025" units="cm"/>
      <inkml:brushProperty name="height" value="0.025" units="cm"/>
    </inkml:brush>
  </inkml:definitions>
  <inkml:trace contextRef="#ctx0" brushRef="#br0">95 608 11925,'-17'-21'13853,"16"22"-13724,0 0 0,1 1 1,-1-1-1,1 0 0,0 1 1,-1-1-1,1 0 0,0 1 1,0-1-1,0 0 1,0 3-1,0 3 152,-4 20 230,1-1 0,1 1 0,3 36 0,0-9-67,-9 134 446,2 50-335,8-178-464,0 94-308,-4-134 56,0 33-731,-1-80 636,2 0 0,1 0 0,4-35 0,0 3 69,34-377-245,-25 360 710,3 0-1,3 2 1,49-123-1,43-29 1078,-89 189-992,1 2 0,2 0 1,54-57-1,-75 88-350,1-1 0,-1 1 0,1 1 0,0-1 1,0 1-1,11-5 0,-15 7-12,1 0 1,0 1-1,-1-1 1,1 1-1,0-1 1,-1 1-1,1 0 1,0-1-1,0 1 0,0 0 1,-1 0-1,1 1 1,0-1-1,0 0 1,-1 1-1,1-1 1,0 1-1,-1-1 1,1 1-1,0 0 1,-1-1-1,1 1 1,1 1-1,-2 0-1,1-1 0,-1 1 0,0-1-1,0 1 1,1-1 0,-1 1 0,0-1 0,-1 1 0,1 0 0,0 0-1,0 0 1,-1-1 0,1 1 0,-1 0 0,0 0 0,1 0 0,-1 0 0,0 0-1,0 0 1,0 0 0,-1 0 0,1 0 0,0-1 0,-1 1 0,1 0-1,-2 3 1,0 6-9,0 3-57,-2 0 0,0 0 0,0-1-1,-2 1 1,1-1 0,-13 19 0,-55 77-1241,47-73 700,-5 6-530,-2-1 0,-61 59 0,74-82-6,0 0 1,-1-1-1,-2-2 0,1 0 0,-1-1 1,-47 19-1,68-32 795,1 0 0,-1-1 1,0 1-1,0-1 0,1 1 0,-1-1 0,0 0 1,0 1-1,0-1 0,0 0 0,0 0 0,0 0 1,1 0-1,-1-1 0,0 1 0,0-1 0,0 1 1,0-1-1,1 1 0,-1-1 0,0 0 0,1 0 0,-3-1 1,-17-11-7289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7.764"/>
    </inkml:context>
    <inkml:brush xml:id="br0">
      <inkml:brushProperty name="width" value="0.025" units="cm"/>
      <inkml:brushProperty name="height" value="0.025" units="cm"/>
    </inkml:brush>
  </inkml:definitions>
  <inkml:trace contextRef="#ctx0" brushRef="#br0">1165 0 12233,'-10'3'1013,"1"0"1,0-2-1,-1 1 0,-11 0 1,8-1-545,1 1 1,0 1 0,-1 0 0,1 0 0,1 1 0,-1 1 0,-20 11-1,2-2 137,-16 9 31,0 2 0,2 1 1,0 3-1,3 2 0,0 1 0,-48 51 0,16-6 203,4 3 0,-64 98-1,82-103-307,3 2 0,4 3 0,-49 120 0,73-146-302,1 1 1,4 1 0,1 0 0,4 1-1,1 0 1,-1 88 0,11-113-265,0 1-1,3-1 1,0 0 0,2 0 0,2 0 0,1 0 0,1-1 0,1-1 0,2 0 0,1-1 0,2 0 0,0-1 0,2-1 0,1 0-1,1-2 1,1 0 0,29 25 0,-37-38-481,1-2-1,0 1 1,0-2-1,1 0 1,0-1-1,1 0 1,0-1-1,0-1 0,25 7 1,-27-10-844,1-1-1,0 0 1,-1-1-1,1 0 1,0-1-1,-1-1 1,18-3-1,51-17-11397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8.233"/>
    </inkml:context>
    <inkml:brush xml:id="br0">
      <inkml:brushProperty name="width" value="0.025" units="cm"/>
      <inkml:brushProperty name="height" value="0.025" units="cm"/>
    </inkml:brush>
  </inkml:definitions>
  <inkml:trace contextRef="#ctx0" brushRef="#br0">817 0 12741,'-3'2'2220,"-23"10"1534,23-12-2274,-14 12 790,-3 4-1589,0 0 1,1 1-1,-26 30 1,-44 65 712,71-89-1117,-346 527 3085,333-500-3200,-7 15-55,15-25-546,-51 68 0,71-104 145,0 0 1,1 0 0,-1 0 0,1 0-1,0 1 1,0-1 0,-2 6-1,2 6-3420,0-31-3094,1 3 3591,0-24-7328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8.518"/>
    </inkml:context>
    <inkml:brush xml:id="br0">
      <inkml:brushProperty name="width" value="0.025" units="cm"/>
      <inkml:brushProperty name="height" value="0.025" units="cm"/>
    </inkml:brush>
  </inkml:definitions>
  <inkml:trace contextRef="#ctx0" brushRef="#br0">27 0 14037,'-3'3'2461,"-2"1"-1547,4-4-749,0 1 1,0-1-1,0 1 1,0-1-1,0 1 1,0 0-1,0 0 1,0-1-1,0 1 1,0 0 0,0 0-1,1 0 1,-1 0-1,0 0 1,1 0-1,-1 0 1,1 0-1,-1 0 1,1 0-1,-1 0 1,1 0-1,0 1 1,-1-1-1,1 0 1,0 0-1,0 0 1,0 0-1,0 1 1,0-1-1,0 0 1,0 0-1,1 0 1,-1 1-1,0-1 1,1 0-1,-1 0 1,1 1-1,80 140 7110,-46-84-6731,3-2 0,50 58 1,-26-36-387,47 55-158,61 88 0,-156-198-4,-1 1-1,-1 1 1,11 31-1,-22-53-181,0 0 0,0 0-1,-1 1 1,1-1 0,-1 0 0,0 0 0,1 1 0,-1-1-1,-1 0 1,1 1 0,-1 2 0,-7 11-3815,-6-7-4420,-4-3-6688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9.017"/>
    </inkml:context>
    <inkml:brush xml:id="br0">
      <inkml:brushProperty name="width" value="0.025" units="cm"/>
      <inkml:brushProperty name="height" value="0.025" units="cm"/>
    </inkml:brush>
  </inkml:definitions>
  <inkml:trace contextRef="#ctx0" brushRef="#br0">71 13 13309,'-71'1'6747,"71"-1"-6590,0 0-78,8-4 1290,22-4 3396,0 7-2699,-1 1 0,44 7-1,-46-4-1993,269 6 6,-230-9-84,-57-1 72,23 5-503,-36-5-297,1 1-1,-1 0 1,0 1 0,1-1-1,-1 1 1,-4 0-1,-9 2-1105,-49 9-6545,7-1-5661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9.173"/>
    </inkml:context>
    <inkml:brush xml:id="br0">
      <inkml:brushProperty name="width" value="0.025" units="cm"/>
      <inkml:brushProperty name="height" value="0.025" units="cm"/>
    </inkml:brush>
  </inkml:definitions>
  <inkml:trace contextRef="#ctx0" brushRef="#br0">0 116 20702,'144'-42'3348,"-74"35"-352,-3 7-511,-4-3-245,-4-4-1244,8-4-996,-1 8 0,1-1 0,-4-3 0,-3 4 0,-32 3 0,3 0 0,8 0 0,-29-11-3468,1 1-157,-36 3-19065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49.981"/>
    </inkml:context>
    <inkml:brush xml:id="br0">
      <inkml:brushProperty name="width" value="0.025" units="cm"/>
      <inkml:brushProperty name="height" value="0.025" units="cm"/>
    </inkml:brush>
  </inkml:definitions>
  <inkml:trace contextRef="#ctx0" brushRef="#br0">126 88 9049,'0'0'16795,"2"-4"-15771,-1 1-878,0 0 0,0 0 0,1 0 0,-1 0 0,1 0 0,0 0 0,-1 0 0,1 1 0,1-1 0,-1 0 0,0 1 0,0 0 0,1 0 0,0 0 0,-1 0 0,1 0 0,0 0 0,0 0 0,5-1 0,28-7 831,0 2 1,47-5-1,-22 11-923,-35 3-61,-1 0 7,-21 0 2,0 0 0,0 0-1,0 0 1,0 0 0,0 0 0,0 1-1,0 0 1,5 3 0,-8-4-9,0 0 0,0 0 0,0 1 0,0-1 0,0 1 0,0-1 0,0 0 0,-1 1 0,1-1 0,0 1 0,-1 0 0,1-1 0,-1 1 0,0 0 0,1-1 0,-1 1 0,0 0 0,0-1 0,0 1 0,0 0 0,-1-1 0,1 1 0,-1 3 0,-6 22-707,0 0 0,-17 37-1,0 3-961,14-42 940,0-2 0,-23 37 1,6-10-101,-1-5 383,11-20 1183,-10 5 985,20-24-1225,5-3 427,5-3 70,216 31 1641,-216-31-2628,-1 1 0,1-1 0,0 1 0,-1 0 0,1 0 0,0 0 0,-1 0 0,1 0 0,-1 0 0,0 1 0,1-1 0,-1 1 0,0 0 0,0-1 0,0 1 0,2 3 0,-3-3 0,0 0 0,0-1 0,0 1 0,0 0 0,-1 0 0,1 0 0,-1 0 0,1 1 0,-1-1 0,0 0 0,0 0 0,0 0 0,0 0 0,0 0 0,-1 0 0,1 0 0,0 0 0,-1 0 0,0 0 0,1 0 0,-2 3 0,-6 12-24,-1 0 0,0-1 0,-1 1 0,-1-2 0,0 1 0,-1-2 0,-22 21 0,-3-2-392,-70 51-1,84-69-1034,-49 27 0,62-38 937,1 0 0,-1 0 0,0-1 0,0 0 0,-1-1-1,1 0 1,0-1 0,-12 1 0,19-2-47,0 0-1,0 0 1,0-1-1,0 1 1,0-1 0,0 0-1,0 0 1,0 0 0,0 0-1,0 0 1,0-1 0,0 1-1,1-1 1,-1 0 0,-4-3-1,3 2-522,-33-27-10079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0.529"/>
    </inkml:context>
    <inkml:brush xml:id="br0">
      <inkml:brushProperty name="width" value="0.025" units="cm"/>
      <inkml:brushProperty name="height" value="0.025" units="cm"/>
    </inkml:brush>
  </inkml:definitions>
  <inkml:trace contextRef="#ctx0" brushRef="#br0">344 1 11897,'0'0'13196,"3"1"-11954,13 8-922,-1 1-1,0 0 1,-1 1-1,-1 1 1,0 0 0,0 1-1,-1 0 1,-1 1-1,0 0 1,17 30 0,-4 0 652,-3 0 0,30 85 0,-18-18-972,-4 2 0,-6 0 0,-4 2 0,4 133 0,-21-155-40,-4 0 1,-4 0-1,-5-1 0,-3 0 1,-44 150-1,16-110-213,-5-2 1,-7-3-1,-81 142 0,104-216-1586,-65 86-1,19-52-2211,53-64-42,-38 28-1,-11-3-8523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2.499"/>
    </inkml:context>
    <inkml:brush xml:id="br0">
      <inkml:brushProperty name="width" value="0.025" units="cm"/>
      <inkml:brushProperty name="height" value="0.025" units="cm"/>
    </inkml:brush>
  </inkml:definitions>
  <inkml:trace contextRef="#ctx0" brushRef="#br0">2 77 14733,'0'0'138,"0"0"0,0-1 0,-1 1-1,1 0 1,0-1 0,0 1-1,0 0 1,0-1 0,0 1 0,0 0-1,0-1 1,0 1 0,0 0-1,0 0 1,0-1 0,0 1 0,0 0-1,0-1 1,0 1 0,0 0-1,0-1 1,0 1 0,0 0 0,1-1-1,-1 1 1,0 0 0,0 0 0,0-1-1,0 1 1,1 0 0,-1 0-1,0-1 1,0 1 0,1 0 0,-1-1-1,11-7 1597,0 5-554,0 1 0,0-1 0,0 2-1,0 0 1,1 0 0,-1 1 0,17 1-1,1 0-162,1-3-595,37-7 0,0-1-379,-22 4-43,-16 3 0,38-2 0,-65 5 5,1 0 0,0 0-1,-1 0 1,1 0 0,0-1 0,-1 1 0,6-2 0,38-8-199,-72 21-2513,5 0 893,-53 20-7257,-1-8-6965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2.641"/>
    </inkml:context>
    <inkml:brush xml:id="br0">
      <inkml:brushProperty name="width" value="0.025" units="cm"/>
      <inkml:brushProperty name="height" value="0.025" units="cm"/>
    </inkml:brush>
  </inkml:definitions>
  <inkml:trace contextRef="#ctx0" brushRef="#br0">0 257 22726,'148'-85'3148,"-75"61"-343,-10 6-281,0 1-960,4-8-1564,-4 8 0,0-1 0,7 4 0,-3 0 0,-8 4 0,-13-1 0,-29 8 0,11 3 0,4 0-1484,-50 21-9565,1 3-6201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3.099"/>
    </inkml:context>
    <inkml:brush xml:id="br0">
      <inkml:brushProperty name="width" value="0.025" units="cm"/>
      <inkml:brushProperty name="height" value="0.025" units="cm"/>
    </inkml:brush>
  </inkml:definitions>
  <inkml:trace contextRef="#ctx0" brushRef="#br0">165 14 15801,'-7'-5'1106,"-10"-3"1688,17 8-2710,-1 0-1,1 0 1,-1 0-1,1 0 1,-1 0-1,1 0 0,-1 1 1,1-1-1,-1 0 1,1 0-1,-1 0 1,1 1-1,0-1 0,-1 0 1,1 0-1,-1 1 1,1-1-1,0 1 1,-1-1-1,1 0 0,0 1 1,0-1-1,-1 0 1,1 1-1,0-1 1,0 1-1,-1-1 0,1 1 1,0-1-1,0 1 1,0-1-1,0 1 1,0 0-1,-24 94 4256,0 53-2021,9-56-1297,-42 281 491,53-352-1686,2-13-268,1 0-1,-1 0 0,2 0 1,-1 0-1,2 14 1,2 1-1333,-3-18-847,2-9-1535,11-16-2538,4-12-3971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3.555"/>
    </inkml:context>
    <inkml:brush xml:id="br0">
      <inkml:brushProperty name="width" value="0.025" units="cm"/>
      <inkml:brushProperty name="height" value="0.025" units="cm"/>
    </inkml:brush>
  </inkml:definitions>
  <inkml:trace contextRef="#ctx0" brushRef="#br0">119 119 11333,'0'-1'114,"0"0"0,-1 1 0,1-1 0,0 1 1,0-1-1,-1 1 0,1-1 0,-1 1 0,1-1 0,-1 1 0,1-1 0,0 1 1,-1 0-1,1-1 0,-1 1 0,0 0 0,1-1 0,-1 1 0,1 0 0,-1 0 0,1-1 1,-1 1-1,0 0 0,1 0 0,-1 0 0,0 0 0,1 0 0,-2 0 0,-5 15 4127,1 3-4306,-28 44 2698,22-41-1202,10-17-1094,-1 0-1,1 0 0,0-1 0,0 1 1,1 0-1,-1 1 0,1-1 1,-1 5-1,2-6-211,0 0 0,-1 0 0,1 0 0,1 0-1,-1 0 1,0 0 0,1 0 0,0 0 0,0 0 0,0 0 0,0 0 0,0 0 0,0-1 0,1 1-1,-1 0 1,1-1 0,0 1 0,0-1 0,0 0 0,0 1 0,0-1 0,0 0 0,4 2-1,5 4 259,1-1-1,0 0 0,0-1 1,14 5-1,-20-9-219,12 6-52,0-1 1,1 0 0,-1-2-1,1 0 1,1-1 0,-1-1-1,0-1 1,1-1 0,-1-1-1,1 0 1,-1-1-1,1-1 1,-1-1 0,0-1-1,33-11 1,-47 13-112,4-1 0,0 0 0,0-1 0,0-1 0,-1 0 0,9-6 1,-14 9-2,-1 0 1,0 0 0,0 0 0,1 0 0,-2-1 0,1 1 0,0-1 0,0 1-1,-1-1 1,0 0 0,1 0 0,-1 0 0,0 1 0,0-1 0,0 0 0,-1 0 0,1 0-1,-1 0 1,0-1 0,0 1 0,0-5 0,-2-4-146,-1 0 0,0 1 1,0 0-1,-1-1 0,0 1 0,-1 1 1,-1-1-1,1 1 0,-2 0 0,1 0 1,-2 0-1,1 1 0,-1 0 1,0 1-1,-16-12 0,6 5-424,0 1-1,-1 1 1,-1 1 0,-1 0-1,1 2 1,-2 0 0,-26-7-1,34 13-107,0 1 0,0 0 0,-1 1 0,1 1 0,-1 0 0,0 1 0,1 0-1,-1 1 1,1 1 0,-1 1 0,-25 7 0,-21 2-6848,41 0 303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4.045"/>
    </inkml:context>
    <inkml:brush xml:id="br0">
      <inkml:brushProperty name="width" value="0.025" units="cm"/>
      <inkml:brushProperty name="height" value="0.025" units="cm"/>
    </inkml:brush>
  </inkml:definitions>
  <inkml:trace contextRef="#ctx0" brushRef="#br0">0 130 11157,'1'1'146,"1"-1"0,-1 1 1,0 0-1,1-1 0,-1 1 0,0-1 0,1 1 0,-1-1 1,1 0-1,-1 1 0,1-1 0,-1 0 0,1 0 0,-1 0 1,1 0-1,-1 0 0,1 0 0,2-1 0,-3-1 193,1 0-1,-1 1 1,1-1 0,-1 0-1,0 0 1,0 0-1,0 0 1,0 0-1,0 0 1,0 0 0,0-3-1,0 4-189,0-1 164,0 0 0,1 0 1,-1 0-1,1 1 0,0-1 0,-1 1 0,1-1 0,0 1 0,0-1 0,0 1 0,0 0 0,0 0 0,1 0 0,-1 0 0,4-1 0,4-3 584,11-6 435,1 1 0,0 0 1,40-11-1,74-2 1261,-102 19-2481,-18 5-301,-15 0 176,-1-1 0,0 0 0,1 0 0,-1 1 0,0-1 1,1 0-1,-1 0 0,0 1 0,0-1 0,0 0 1,1 1-1,-1-1 0,0 0 0,0 1 0,0-1 1,0 1-1,0-1 0,0 0 0,1 1 0,-1-1 0,0 0 1,0 1-1,0-1 0,0 1 0,-1-1 0,0 5-148,0-1-1,0 0 0,-1 0 0,0 0 1,-4 7-1,2-3-82,-14 20-1192,0 0 0,-2-1 0,-43 44 0,33-38 269,-37 52 0,62-78 1569,0-1-1,0-1 0,0 1 0,-1-1 0,-8 7 0,13-11 218,5 1 6,9 1 102,-6 0-271,1-1 0,0-1 0,0 1 1,0-1-1,0-1 0,15 0 1,196 0 2467,-170 1-2924,44 5 0,-93-6 0,2 0 0,-1 0 0,0 1 0,0-1 0,1 0 0,-1 0 0,0 0 0,0 1 0,0-1 0,1 1 0,-1-1 0,0 1 0,0-1 0,0 1 0,0 0 0,0-1 0,2 3 0,-3-2 0,0 1 0,1 0 0,-1 0 0,0 0 0,0 0 0,0-1 0,0 1 0,0 0 0,-1 0 0,1 0 0,0-1 0,-1 1 0,0 0 0,1 0 0,-1-1 0,0 1 0,0 0 0,0-1 0,0 1 0,-1 1 0,-25 33 0,6-16-10,-35 27 1,33-28-257,6-7-614,-1 1 0,0-2 0,-1-1 0,0 0 0,-39 14 0,13-10-5045,-74 12 1,34-13-6445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4.503"/>
    </inkml:context>
    <inkml:brush xml:id="br0">
      <inkml:brushProperty name="width" value="0.025" units="cm"/>
      <inkml:brushProperty name="height" value="0.025" units="cm"/>
    </inkml:brush>
  </inkml:definitions>
  <inkml:trace contextRef="#ctx0" brushRef="#br0">1015 0 9917,'-3'3'335,"0"-1"0,-1 0 0,1 0 0,-1 0 0,1 0 0,-1 0 0,0-1 0,0 0 0,0 0-1,0 0 1,0 0 0,0 0 0,0-1 0,-6 0 0,3 1 268,-1 0-1,0 0 1,-12 4 0,-7 6-26,0 2 1,0 1 0,2 1-1,0 1 1,0 1 0,2 1-1,-32 31 1,5 2 307,-83 112 1,63-62-83,5 3 1,4 3 0,5 2 0,5 3 0,-43 136 0,70-173-434,4 2-1,3 0 0,3 1 1,4 1-1,-1 85 1,11-109-209,3 0 0,2-1 1,2 1-1,3-1 0,2 0 1,2-1-1,3-1 0,26 57 1,-16-54-227,3-2-1,2-1 1,2-1 0,3-2 0,43 45 0,-58-70-415,0-2 1,1 0-1,1-2 1,1 0-1,1-2 1,1 0-1,0-2 1,1-2-1,1 0 1,40 13-1,74 16-4389,-45-23-1493,21-12-5993</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4.866"/>
    </inkml:context>
    <inkml:brush xml:id="br0">
      <inkml:brushProperty name="width" value="0.025" units="cm"/>
      <inkml:brushProperty name="height" value="0.025" units="cm"/>
    </inkml:brush>
  </inkml:definitions>
  <inkml:trace contextRef="#ctx0" brushRef="#br0">326 11 12285,'-29'-9'2123,"23"7"-175,10 4-139,37 9 1677,-34-6-1914,-7-5-1568,87 112 4270,-72-92-3748,-2 2 0,-1-1-1,18 46 1,4 38 1,-4 1 0,-6 1 1,-4 2-1,-4 0 0,1 193 0,-19-199-527,-25 178 0,-54 95 0,66-320-38,-63 218-1058,49-185 30,-41 85-1,-46 36-3029,52-102 1121,-17 40-4320,3-20-4855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5.557"/>
    </inkml:context>
    <inkml:brush xml:id="br0">
      <inkml:brushProperty name="width" value="0.025" units="cm"/>
      <inkml:brushProperty name="height" value="0.025" units="cm"/>
    </inkml:brush>
  </inkml:definitions>
  <inkml:trace contextRef="#ctx0" brushRef="#br0">137 145 14801,'16'-3'2760,"-25"10"778,6-4-3197,-1-1 0,1 1 0,0-1 0,0 1 0,0 0-1,1 0 1,-5 6 0,4-1-77,1 1-1,0 0 1,1-1 0,0 1-1,0 0 1,1 13-1,0 2 123,-41 482 2758,1-25-2770,38-453-417,0 8-348,0 1-1,6 50 1,-4-85 320,0-1 1,1 1-1,-1 0 1,1-1-1,-1 1 1,1 0-1,0-1 0,-1 1 1,1-1-1,0 1 1,0-1-1,0 1 1,0-1-1,0 1 0,1-1 1,-1 0-1,2 2 1,-2-3 36,-1 0-1,0 0 1,1 1 0,-1-1 0,1 0 0,-1 0-1,1 0 1,-1 0 0,1 0 0,-1 0 0,1 0-1,-1 0 1,1 0 0,-1 0 0,1 0 0,-1 0 0,1 0-1,-1 0 1,0 0 0,1-1 0,-1 1 0,1 0-1,0-1 1,0 0-22,0 1 0,0-1 0,0 0 0,0-1-1,0 1 1,0 0 0,-1 0 0,1 0 0,0 0 0,-1-1-1,1 1 1,0-2 0,2-8-219,-1 1 0,-1 0 0,0-1 0,0-14 0,0-4-204,9-73-1056,15-228-932,-22 249 2977,3 1-1,4 1 1,37-144-1,-37 189 199,2 2-1,1-1 1,1 2-1,32-52 1,58-60 2183,-89 126-2480,0 0-1,2 0 1,-1 2 0,2 0-1,29-19 1,-47 34-408,0 0-1,0 0 1,0 0 0,0 1-1,0-1 1,0 0-1,0 0 1,-1 0-1,1 0 1,0 0 0,0 0-1,0 0 1,0 0-1,0 1 1,0-1 0,0 0-1,1 0 1,-1 0-1,0 0 1,0 0 0,0 0-1,0 0 1,0 0-1,0 0 1,0 1 0,0-1-1,0 0 1,0 0-1,0 0 1,0 0 0,0 0-1,0 0 1,0 0-1,0 0 1,1 0 0,-1 0-1,0 0 1,0 0-1,0 0 1,0 0 0,0 1-1,0-1 1,0 0-1,0 0 1,0 0 0,1 0-1,-1 0 1,0 0-1,0 0 1,0 0 0,0 0-1,0 0 1,0 0-1,0 0 1,0 0-1,1-1 1,-1 1 0,0 0-1,0 0 1,0 0-1,0 0 1,0 0 0,0 0-1,0 0 1,1 8-16,-1 1 0,0-1 0,0 0 0,-1 0 0,0 1 0,-1-1 0,0 0 0,-5 15 0,-5 5-449,-18 32 1,12-26-104,-6 8-446,-1 0 0,-2-2-1,-38 43 1,-111 99-5276,164-172 5291,0 1 0,-2-2 0,-25 16 0,4-7-4414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6.072"/>
    </inkml:context>
    <inkml:brush xml:id="br0">
      <inkml:brushProperty name="width" value="0.025" units="cm"/>
      <inkml:brushProperty name="height" value="0.025" units="cm"/>
    </inkml:brush>
  </inkml:definitions>
  <inkml:trace contextRef="#ctx0" brushRef="#br0">29 49 13897,'2'-3'595,"1"-1"0,0 1-1,1 0 1,-1 0 0,1 0 0,-1 1-1,1-1 1,0 1 0,0 0 0,0 0-1,0 0 1,0 0 0,0 1 0,1 0-1,-1 0 1,0 0 0,1 0 0,-1 1-1,6-1 1,2 0-389,-8 0 329,14-2 253,2 0-498,-20 3-278,1 0-1,0 0 1,0 0-1,-1 0 0,1 0 1,0 0-1,0 0 1,-1 0-1,1 1 1,0-1-1,-1 0 1,1 1-1,0-1 0,-1 0 1,1 1-1,0-1 1,-1 1-1,1-1 1,-1 1-1,1-1 1,-1 1-1,1-1 1,0 2-1,1 0 15,1 0-85,0 1 0,1 0 0,-1 0-1,0 1 1,0-1 0,-1 1 0,1-1 0,-1 1 0,0 0 0,0 0 0,0 0 0,0 0 0,-1 0 0,0 0-1,0 1 1,1 4 0,0 6-297,-2-1 0,1 1 0,-4 22-1,2-23 98,0 0 1,2 22-1,0-6 14,-1-26 358,0-1 1,1 1-1,-1 0 1,1-1-1,-1 1 1,1-1-1,0 1 1,0-1 0,1 0-1,1 4 1,-2-3 107,1-1-1,0 1 1,0-1 0,1 1 0,-1-1 0,1 0-1,-1 0 1,1 0 0,0-1 0,0 1 0,1 0 0,-1-1-1,7 4 1,1-1 144,0-1 0,0 0-1,16 3 1,-19-6-226,1 1 0,-1 1-1,-1-1 1,1 1 0,0 0 0,-1 1-1,1 0 1,11 8 0,-17-10-120,0 0 0,-1 0 1,0 0-1,1 0 0,-1 1 1,0-1-1,0 0 0,0 0 0,0 1 1,-1-1-1,1 1 0,-1-1 0,1 0 1,-1 1-1,0-1 0,0 1 1,0-1-1,0 1 0,0-1 0,-1 1 1,1-1-1,-1 0 0,1 1 1,-1-1-1,-2 4 0,0 3-63,-1 0-1,0 0 1,-1 0-1,0-1 1,-8 11 0,-3 1-576,0 1 0,-2-2 0,0 0 1,-1-2-1,0 0 0,-2 0 1,-30 17-1,32-23-871,-1-1 0,-38 14 0,48-21-144,0-1 1,0 0-1,0 0 0,-20 0 0,-17-5-9520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6.469"/>
    </inkml:context>
    <inkml:brush xml:id="br0">
      <inkml:brushProperty name="width" value="0.025" units="cm"/>
      <inkml:brushProperty name="height" value="0.025" units="cm"/>
    </inkml:brush>
  </inkml:definitions>
  <inkml:trace contextRef="#ctx0" brushRef="#br0">962 17 9825,'-21'-4'692,"0"0"526,0 1 1,0 0-1,-34 1 1,20 8 289,0 1 0,-53 18 0,63-16-1212,-1 2 0,1 1-1,1 1 1,0 1 0,-29 22 0,16-7 218,0 2 0,-39 44 0,38-32-80,2 1-1,2 3 0,1 0 1,3 2-1,2 1 1,2 2-1,3 0 0,-33 108 1,45-119-279,3 0 1,1 0-1,3 0 1,1 1-1,3 63 1,3-72-169,1-1-1,2 0 1,1 0 0,1 0-1,2-1 1,1 0 0,24 47-1,-16-42-420,2-2 0,1 0 0,2-1 0,38 40 0,-42-53-793,1 0 1,1-1 0,49 30-1,10-3-5524,6-3-4397</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6.830"/>
    </inkml:context>
    <inkml:brush xml:id="br0">
      <inkml:brushProperty name="width" value="0.025" units="cm"/>
      <inkml:brushProperty name="height" value="0.025" units="cm"/>
    </inkml:brush>
  </inkml:definitions>
  <inkml:trace contextRef="#ctx0" brushRef="#br0">97 11 14065,'0'-1'80,"0"1"-1,0 0 1,1 0-1,-1-1 0,0 1 1,0 0-1,0 0 1,0-1-1,0 1 1,0 0-1,0-1 0,0 1 1,0 0-1,0-1 1,0 1-1,0 0 1,0 0-1,0-1 0,0 1 1,0 0-1,0-1 1,0 1-1,0 0 1,0 0-1,-1-1 0,1 1 1,0 0-1,0 0 1,0-1-1,0 1 1,-1 0-1,1 0 0,0 0 1,0-1-1,0 1 1,-1 0-1,1 0 1,-1-1-1,-11 6 4026,9-3-3623,0 0 0,0 0-1,0 1 1,0-1 0,1 1-1,0 0 1,-4 4 0,4-1-204,0-1 1,1 0-1,0 1 1,0-1 0,0 1-1,1-1 1,0 1-1,0 0 1,1 6 0,0 17 213,-29 361 2283,7-148-3142,20-213-751,2 32-1,6-5-7179,-7-57 8197,0 1 0,0 0 1,0 0-1,0 0 0,0 0 0,0 0 0,0 0 0,0 0 0,0 0 0,0 0 0,0 0 1,0 0-1,0 0 0,0-1 0,1 1 0,-1 0 0,0 0 0,0 0 0,0 0 0,0 0 1,0 0-1,0 0 0,0 0 0,0 0 0,0 0 0,0 0 0,1 0 0,-1 0 0,0 0 1,0 0-1,0 0 0,0 0 0,0 0 0,0 0 0,0 0 0,0 0 0,0 0 0,1 0 1,-1 0-1,0 0 0,0 0 0,0 0 0,0 0 0,0 0 0,0 0 0,0 0 0,0 1 1,0-1-1,0 0 0,0 0 0,0 0 0,0 0 0,1 0 0,-1 0 0,0 0 0,0 0 1,0 0-1,0 0 0,0 0 0,0 1 0,0-1 0,0 0 0,0 0 0,0 0 0,0 0 1,17-12-10531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7.100"/>
    </inkml:context>
    <inkml:brush xml:id="br0">
      <inkml:brushProperty name="width" value="0.025" units="cm"/>
      <inkml:brushProperty name="height" value="0.025" units="cm"/>
    </inkml:brush>
  </inkml:definitions>
  <inkml:trace contextRef="#ctx0" brushRef="#br0">0 60 19278,'23'23'3165,"-23"-22"-3112,0-1 0,1 0 0,-1 0 0,0 0 0,0 0 0,0 1 0,0-1 0,0 0 0,0 0 0,0 0 0,0 0 0,0 1 0,0-1 0,0 0 0,1 0 0,-1 0-1,0 0 1,0 0 0,0 0 0,0 1 0,0-1 0,1 0 0,-1 0 0,0 0 0,0 0 0,0 0 0,0 0 0,1 0 0,-1 0 0,0 0 0,0 0 0,0 0 0,1 0 0,-1 0-1,0 0 1,0 0 0,0 0 0,0 0 0,1 0 0,-1 0 0,0 0 0,0 0 0,0 0 0,0 0 0,1 0 0,-1 0 0,0-1 0,0 1 0,0 0 0,0 0 0,0 0 0,1 0 0,-1 0-1,0 0 1,0-1 0,1 0 115,1-1 154,0 0 0,0-1-1,0 1 1,0 0 0,0 1-1,1-1 1,-1 0 0,1 1-1,-1-1 1,1 1 0,0 0-1,-1-1 1,1 2 0,0-1-1,0 0 1,0 0 0,0 1-1,0-1 1,5 1 0,63 4 56,85-8 1,-155 4-414,0 0 1,0 0-1,0 0 0,0 0 1,0 0-1,0 0 0,0-1 0,0 1 1,0 0-1,0-1 0,0 1 1,0-1-1,-1 1 0,1-1 1,1 0-1,-2 1-19,1-1 0,-1 1 0,0 0 0,0-1 0,0 1 0,0 0 0,0-1 0,0 1 0,0 0 0,0-1 0,0 1-1,0 0 1,0-1 0,0 1 0,0 0 0,0-1 0,0 1 0,0 0 0,0 0 0,0-1 0,0 1 0,0 0 0,-1-1 0,1 1 0,0 0 0,0 0 0,-1-1 0,-14-13-4931,-19 2-3422,-16-4-5916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7.528"/>
    </inkml:context>
    <inkml:brush xml:id="br0">
      <inkml:brushProperty name="width" value="0.025" units="cm"/>
      <inkml:brushProperty name="height" value="0.025" units="cm"/>
    </inkml:brush>
  </inkml:definitions>
  <inkml:trace contextRef="#ctx0" brushRef="#br0">132 0 12149,'0'0'9152,"-4"1"-7730,2-1-1273,0 0 0,1 0 1,-1 0-1,0 0 0,0 1 1,0-1-1,1 1 0,-1 0 1,0-1-1,1 1 0,-1 0 1,0 0-1,1 0 0,-1 0 1,1 0-1,0 0 0,-3 3 1,2 0 112,1 0 1,0 1 0,0-1 0,0 0 0,1 1 0,-1-1-1,1 9 1,0-11-203,1 235 2775,-1 8-1651,-9-67-853,-7 107-994,11-190-315,3-44-1218,-15 89 0,15-133 1328,0 0 1,0 0-1,-1 0 0,0-1 1,0 1-1,-1-1 1,-5 8-1,-3 6-4969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7.798"/>
    </inkml:context>
    <inkml:brush xml:id="br0">
      <inkml:brushProperty name="width" value="0.025" units="cm"/>
      <inkml:brushProperty name="height" value="0.025" units="cm"/>
    </inkml:brush>
  </inkml:definitions>
  <inkml:trace contextRef="#ctx0" brushRef="#br0">344 36 12693,'-23'-33'5550,"21"31"-3070,9 2-1720,0 1 0,-1 0 1,1 0-1,0 0 0,-1 1 0,1 0 0,-1 0 0,0 1 0,8 4 0,-1 1-18,0 0-1,20 17 1,-30-21-660,1-1 0,0 1 0,-1 0 0,0 0 0,0 0 0,0 1 0,0-1 0,-1 1 0,0-1 0,0 1 0,0 0 0,0 0-1,-1 0 1,0 0 0,2 10 0,-3-5 32,0-1-1,0 1 0,-1 0 1,0 0-1,0 0 0,-1-1 1,-3 10-1,-1-3-598,0-1-1,-1 0 1,0 0 0,-1-1-1,-1 0 1,0-1 0,-1 1 0,-1-2-1,0 0 1,0 0 0,-1-1-1,-1 0 1,1-1 0,-29 17 0,21-16-583,0-1 0,0-1 1,-1 0-1,0-2 1,-1 0-1,1-1 1,-1-2-1,-1 0 1,1-1-1,-25 0 1,-3-8-9694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8.163"/>
    </inkml:context>
    <inkml:brush xml:id="br0">
      <inkml:brushProperty name="width" value="0.025" units="cm"/>
      <inkml:brushProperty name="height" value="0.025" units="cm"/>
    </inkml:brush>
  </inkml:definitions>
  <inkml:trace contextRef="#ctx0" brushRef="#br0">708 0 16325,'7'10'913,"12"15"-84,-19-25-719,0 0 0,0 0 0,1 1 0,-1-1 1,0 0-1,0 0 0,0 1 0,1-1 0,-1 0 0,0 1 1,0-1-1,0 0 0,0 1 0,0-1 0,0 0 1,0 1-1,0-1 0,0 0 0,0 1 0,0-1 1,0 1-1,0-1 0,0 0 0,0 1 0,0-1 0,0 0 1,0 1-1,0-1 0,-1 0 0,1 1 0,0-1 1,0 0-1,0 0 0,-1 1 0,1-1 0,0 0 0,0 0 1,0 1-1,-1-1 0,1 0 0,0 0 0,-1 1 1,1-1-1,0 0 0,-1 0 0,1 0 0,0 0 0,-1 0 1,1 0-1,0 0 0,-1 1 0,36-7 3493,-35 6-3570,0 0 0,0 0 0,0 0 0,0-1 0,1 1 0,-1 0 0,0 0 0,0 0 0,0 0 0,0 0 0,1 0 0,-1 0 0,0 0 0,0 0 0,0 0 0,0 0 0,0 0 0,1 1 0,-1-1 0,0 0 0,0 0 0,0 0 0,0 0 0,0 0 1,1 0-1,-1 0 0,0 0 0,0 0 0,0 0 0,0 1 0,0-1 0,0 0 0,0 0 0,1 0 0,-1 0 0,0 0 0,0 0 0,0 1 0,0-1 0,0 0 0,0 0 0,0 0 0,0 0 0,0 1 0,7 14 198,-1 0 0,-1 1 0,0 0 0,-2 0 1,1 0-1,-2 0 0,0 1 0,-1 29 0,-4 11 640,-12 69 1,10-94-813,-30 161-59,-68 207 0,-109 224 0,201-596 0,-168 406-2274,157-393 414,-3 0-1,-55 69 1,66-90 302,0 0-1,-15 30 1,1 9-4364,-1-4-5409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8.609"/>
    </inkml:context>
    <inkml:brush xml:id="br0">
      <inkml:brushProperty name="width" value="0.025" units="cm"/>
      <inkml:brushProperty name="height" value="0.025" units="cm"/>
    </inkml:brush>
  </inkml:definitions>
  <inkml:trace contextRef="#ctx0" brushRef="#br0">0 26 10909,'65'-16'11485,"2"8"-6271,70 7-3064,-69 2-55,-63-2-2034,0 2-1,0-1 1,0 0 0,0 1 0,0 0-1,0 0 1,0 1 0,5 1-1,-8-2-45,0 0-1,-1 0 0,1 0 0,0 1 0,-1-1 0,1 0 0,-1 1 1,1-1-1,-1 1 0,0 0 0,1-1 0,-1 1 0,0 0 0,0 0 1,0 0-1,-1 0 0,1 0 0,0 0 0,-1 0 0,1 0 0,-1 0 0,0 0 1,1 0-1,-1 0 0,-1 4 0,-2 36-14,-1 1 0,-3-1 0,-20 67 0,-2 16 0,-27 146-34,54-262-533,0 0-1,1 1 1,0-1-1,1 0 1,0 0-1,0 1 1,1-1-1,3 16 1,-3-21-1890,2-9-3040,6-4 2597,-7 6 602,12-11-9192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8.845"/>
    </inkml:context>
    <inkml:brush xml:id="br0">
      <inkml:brushProperty name="width" value="0.025" units="cm"/>
      <inkml:brushProperty name="height" value="0.025" units="cm"/>
    </inkml:brush>
  </inkml:definitions>
  <inkml:trace contextRef="#ctx0" brushRef="#br0">36 25 14925,'-30'3'2279,"25"-2"94,10-2-164,294-6 7965,-208 8-9392,145-5-757,-197 8-3927,-43-7 3347,0 1 0,0-1 1,0 1-1,-1 0 0,1 0 0,-1 0 0,0 1 0,1 0 0,-1 0 0,-8-1 0,7 2-799,0 0 0,0 0 1,0 1-1,0 0 0,-12 3 0,-29 7-10300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0:59.751"/>
    </inkml:context>
    <inkml:brush xml:id="br0">
      <inkml:brushProperty name="width" value="0.025" units="cm"/>
      <inkml:brushProperty name="height" value="0.025" units="cm"/>
    </inkml:brush>
  </inkml:definitions>
  <inkml:trace contextRef="#ctx0" brushRef="#br0">1 186 6449,'7'-5'2008,"-9"13"-498,2-7-1395,-2 2 3834,14-17-2085,-10 12-1568,0 1 0,0-1 1,0 1-1,1-1 1,-1 1-1,0 0 0,1 0 1,-1 0-1,1 0 0,0 1 1,-1-1-1,1 1 0,0-1 1,-1 1-1,1 0 0,0 0 1,4 1-1,-1-1-660,-3 0 465,0-1 1,0 0 0,0 1 0,-1-1 0,1 0 0,0 0-1,0 0 1,-1-1 0,1 1 0,-1-1 0,1 1 0,-1-1-1,0 0 1,1 0 0,-1 0 0,0 0 0,0-1 0,2-3-1,13-11 628,-4 8 174,27-14 1,-20 12-245,4-1 201,47-16-1,-54 22-712,-1 1-100,0 1 0,0 0 0,0 1-1,1 1 1,18-1 0,-6 0-938,-6-1-4442,-27 6 313,-3 5 2575,4-5 440,-11 12-7458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08.145"/>
    </inkml:context>
    <inkml:brush xml:id="br0">
      <inkml:brushProperty name="width" value="0.025" units="cm"/>
      <inkml:brushProperty name="height" value="0.025" units="cm"/>
    </inkml:brush>
  </inkml:definitions>
  <inkml:trace contextRef="#ctx0" brushRef="#br0">3101 115 5320,'2'-7'428,"-1"3"-1487,0-6 17511,-5 10-16324,-86-11 180,-77-13 136,147 20-334,0 1-1,-31 0 1,29 2-31,-28-5 1,-15-2 7,-76 0-1,101 7-77,-63-1 2,-14 0 14,-12 1 21,83 2 2,-49-5 0,55 1-1,-67 4 0,34 1-10,-26 3 62,-165 29 0,256-33-87,-93 19-37,-42-3 20,-185 47 0,255-38-7,50-17 13,-32 8 0,35-11-4,1 0-1,0 1 0,-33 17 1,38-16 13,-1-1 0,-24 8 0,29-12-5,0 1-1,1 0 1,-1 1 0,1 0 0,0 0-1,-13 10 1,-109 106 16,104-93 19,2 2 1,-32 48 0,39-48-32,2 1 1,1 0-1,1 1 1,1 1-1,3 1 1,0-1-1,-7 51 1,7 4-4,3 0-1,4 1 1,4-1 0,15 112-1,-13-160-4,-2-25 7,1 1-1,0 0 1,7 24-1,6 1 8,10 38 29,-23-69-36,2 0-1,-1-1 1,1 1 0,1-1-1,0 0 1,7 10 0,43 53 11,-29-39-9,-15-21-2,0-1 0,1 1 0,0-2 0,16 11 0,10 9-21,-9-9 54,2 0-1,0-2 1,1-2 0,49 20-1,97 26 29,-70-28-91,-42-18 63,-45-13-28,36 13 0,-11-2-21,1-1 0,1-3 0,83 9 0,-129-20 7,158 13 20,-99-5 19,0-3 1,0-3 0,0-2-1,70-10 1,10 2-91,-72 5 90,88-3-93,25-1 143,-159 6-126,34 4 1,10 0 21,20-5 113,40-2-156,23 1 131,-19 1-135,257-20-15,-350 20 93,205-20-10,-163 12 51,50-10-102,73-28 110,115-22-76,-258 60-8,-29 6 108,52-14 1,-23 7-154,-52 10 129,1 0 1,0-1-1,0 0 0,0 0 1,-1-1-1,0 0 1,15-7-1,18-9 658,-33 17-603,0-2 0,-1 1 1,13-8-1,-3 1 22,-11 7-89,0-1 0,0 0 0,10-8 0,6-6 86,41-25 0,-12 9-104,-12 8 118,-26 17 16,0 1-1,0-2 1,12-12 0,4-1 66,-22 18-186,-1 0 0,1 0 0,7-9 1,22-19 84,-29 27-115,0 0 1,0 0-1,10-13 1,11-15 174,-19 23-133,0 1-1,-1-1 1,9-15 0,0-5 59,-2 4 19,23-56-1,-37 80-132,26-72 93,32-141 0,-48 114 5,-5 45-38,-6 48-53,0-1-1,0 1 1,-1 0-1,-1-11 1,-2-12 26,3 12-23,-1 0 0,0 0 0,-2 0 0,0 1-1,-1-1 1,-2 1 0,1 0 0,-18-32 0,-9-7 25,-52-69 0,68 103-48,-20-27 26,29 40-16,-1 0 1,1 1 0,-1 0-1,-1 1 1,0 0 0,-13-8 0,-13-14-32,23 20 26,0 1 0,-1 1 0,-1 0 0,1 0 0,-25-9 0,-85-26-14,45 18 46,20 5-21,-1 3 0,-1 3 0,0 2 0,-93-7 0,44 4-49,-7 0 50,-207 9-36,247 8 37,-44-8 33,71 2-22,-53 3 0,-107-3 1,3-1 0,-14 5-29,-24 2 12,117-3 45,-13 1 30,43 16-54,24-2-16,-3-1 5,41-6 2,-65 4-1,95-10-35,-1 1 0,1-1 1,0 2-1,-9 1 0,0 1-161,15-4 127,-1 0 1,0 0-1,0 0 1,1 0-1,-1 0 1,0 0-1,1 0 1,-1-1-1,0 1 1,0 0-1,1 0 1,-1-1-1,0 1 1,1 0-1,-1-1 1,0 1-1,1 0 1,-1-1-1,1 1 1,-1-1-1,0 1 1,0-1-1,-2-2-278,2 2-724,-7-2 2426,4 3-5549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22.138"/>
    </inkml:context>
    <inkml:brush xml:id="br0">
      <inkml:brushProperty name="width" value="0.025" units="cm"/>
      <inkml:brushProperty name="height" value="0.025" units="cm"/>
    </inkml:brush>
  </inkml:definitions>
  <inkml:trace contextRef="#ctx0" brushRef="#br0">21 28 6089,'-21'18'16941,"22"-18"-16908,0 0 1,-1 0-1,1-1 0,0 1 1,-1 0-1,1-1 0,0 1 1,-1 0-1,1-1 0,-1 1 1,1 0-1,0-1 0,-1 1 1,1-1-1,-1 1 1,0-1-1,1 0 0,-1 1 1,1-1-1,-1 1 0,0-1 1,1 0-1,-1 0 0,1 0-4,-1 0 0,0 0 0,1 0-1,-1 0 1,1 1 0,0-1 0,-1 0-1,1 0 1,0 1 0,-1-1 0,1 0-1,0 1 1,0-1 0,-1 0 0,1 1-1,0 0 1,0-1 0,0 1 0,1-1 0,71-7 675,0 4 1,102 6-1,-36 1-345,189-3 188,-108-3-356,145 2-136,-287 4-40,100 8-10,-147-8 12,38-2 0,-36-1-5,32 4 0,12 2-32,84-4 0,-88-3 24,137 5 13,-63 4-15,155 3 29,-46-10-57,-15-5-14,180-12 79,-342 14-17,50-4-83,435-15 132,-359 14-65,-1 0 13,169 14-42,12 0 1,-198-4-17,-30-7 65,107 3-28,-160 5-11,65 4-4,-74-5 13,6 2-25,36 0 89,-85-4-40,301 15-33,-335-15-29,151 7 64,65 3-18,37-4-34,8 0 80,89 3-77,-203-3 27,-99-3-34,25 0 67,108 2-6,-122-1-17,857 15 3,-535-14-93,-351-5 103,-30-2-20,-1 1 0,32 5 0,146 10 11,-85-9-46,230 17 24,-153-18 56,-42-2-80,191 4 36,-292-7 8,459 11-126,-314 3 163,29 4-32,-142-14-12,48 2-20,159 13 1,-245-15 22,83 2 28,-41-4-48,165 4 53,48 2-38,52 6-78,-71-3 73,-149-8-3,192-2 67,-168-2-36,302-9-80,-207 1 101,-3 0-29,460-1-71,-326-5 97,-277 9-110,527-22 172,-546 27-96,79-5 22,62-15-52,-101 11 6,153 8 1,-137 3 57,322 10-96,-256-5 81,7 1-19,477 0 455,-292-17-128,4 22-278,-244-2-29,570 1 120,-501-12 92,787 49 831,-522-31-585,-204-12-376,-105 13-67,-26-2-6,-60-5 1,-110-24-240,-49-24-2992,-119-49-1,6 5-5902,32 1-3120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24.438"/>
    </inkml:context>
    <inkml:brush xml:id="br0">
      <inkml:brushProperty name="width" value="0.025" units="cm"/>
      <inkml:brushProperty name="height" value="0.025" units="cm"/>
    </inkml:brush>
  </inkml:definitions>
  <inkml:trace contextRef="#ctx0" brushRef="#br0">0 14 28178,'10560'0'0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28.587"/>
    </inkml:context>
    <inkml:brush xml:id="br0">
      <inkml:brushProperty name="width" value="0.025" units="cm"/>
      <inkml:brushProperty name="height" value="0.025" units="cm"/>
    </inkml:brush>
  </inkml:definitions>
  <inkml:trace contextRef="#ctx0" brushRef="#br0">32 1 6997,'2'7'256,"-2"-5"-124,1 0 0,0 1-1,-1-1 1,1 1 0,-1-1 0,0 0-1,0 1 1,0 2 0,0-4-79,-1 0 0,1-1 1,0 1-1,-1 0 0,1-1 0,-1 1 1,1-1-1,-1 1 0,1 0 1,-1-1-1,1 1 0,-1-1 0,0 0 1,1 1-1,-1-1 0,0 1 0,1-1 1,-1 0-1,0 0 0,1 1 0,-1-1 1,0 0-1,0 0 0,1 0 1,-1 0-1,0 0 0,0 0 0,1 0 1,-2 0-1,-15 3 11313,34-1-9118,38 0-1830,263 18 3588,-148-5-3436,49-4-321,-158-8-153,82-7 1,-62 0-88,357-20 98,-105 7-87,-254 14 16,143-1 73,-146 6-78,43 3-11,321 29-44,-219-23 68,-120-8-100,-24-1 70,126 10 13,-24-4-2,-10-2-21,94 8-63,38 11 67,-181-20 12,0 0 11,60 9-17,51-2-37,-157-10 36,0 0-1,120 6-6,-82-4 14,60 6-14,-144-8-10,36-1-1,-44-2-7,1 1 1,-1 1-1,26 4 0,-33-2 17,0-2-1,0 1 0,0-2 0,21-1 0,-3 0-3,29 3-20,140 9 13,39 3 1,-55-6-71,107 9 92,-219-11-2,333 20-6,-348-22-69,67-1 109,66-6-59,-79 6-3,-98-3 12,172 5 33,-170-4-21,95 3-68,36-1 97,-67 1-28,161 7 6,-42 4-19,-110-12-9,254 3-40,-155-12 82,-90 1-41,495-5 47,-233 9-61,-305 1 38,251 9 14,32 5-25,-225-12 6,17 0 3,81 3-70,-53-7 96,-51-2-47,361-3 282,-23 1-227,-367 6-45,33-1 21,85-9-6,41-4-17,98-5-16,-104 9-26,95 0 65,-20 5-20,25-1-10,-154-1 4,-95 3 3,92 7 0,238 1 5,-217-7 8,109-4-13,-2 0-29,48 0-87,-336 7 116,587 7-46,-459-12 29,-25 0 39,304-9-151,-133 3 38,-127 6 33,508 0 48,-606 8 16,422 18-9,-472-20 2,477 23 12,-236-14 1,597 14 92,-13 8 427,-654-25-77,0 0-60,162 15 138,-196-9-489,-118-10-302,-24-3-2914,-33-12 1333,-1 0-1,1 1 1,-2 2 0,-39-9-1,4 2-2718,-51-21-6581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31.022"/>
    </inkml:context>
    <inkml:brush xml:id="br0">
      <inkml:brushProperty name="width" value="0.025" units="cm"/>
      <inkml:brushProperty name="height" value="0.025" units="cm"/>
    </inkml:brush>
  </inkml:definitions>
  <inkml:trace contextRef="#ctx0" brushRef="#br0">49 279 6733,'6'-6'963,"-5"6"-247,-4 10 5234,1-13-5585,0 1 132,-11-12-653,9 5 5024,-14 8-3681,18 1-1099,-1 0-1,1 0 0,-1 0 1,1 0-1,-1 0 1,0 0-1,1 0 1,-1 0-1,1 0 0,-1 0 1,1 0-1,-1-1 1,1 1-1,-1 0 0,1 0 1,-1-1-1,1 1 1,-1 0-1,1-1 0,0 1 1,-1 0-1,1-1 1,-1 1-1,1-1 0,0 1 1,-1-1-1,1 0 1,3-13 2417,0 8-3104,-2 4 644,1 0 1,-1 0-1,1 0 0,0 0 1,0 0-1,0 0 0,0 0 1,0 0-1,1 1 0,-1-1 0,0 1 1,1 0-1,-1 0 0,1-1 1,-1 2-1,1-1 0,-1 0 1,1 0-1,0 1 0,4-1 1,12-1 202,36-1 0,-32 3-157,211-7 508,-45 3-361,-42-3-120,326-18 258,-382 16-322,43-2-4,318-14 45,-130 4-164,-176 13 129,180-5-51,-24 6-21,-113-7 68,1 4-101,475 6 75,-224 8-22,-84 3-34,-163-18 91,19-5-90,-175 12 32,53-2-28,120 8-1,-69 1 55,84 8-41,-135-11 4,449-10 49,-25 14-56,-393 1-32,52 7 95,53 1-28,440 1-31,-424 2 16,-129-7 15,44 8 10,18 1-24,114 10-66,-111-7 84,-21-4 7,-47-7 109,-1 1-1,-84-8-81,0 0 0,41-3 0,-3 1-8,257 6 74,-296-7-143,163 10 39,63 4-33,-97-9 45,3 1-23,-62 0 0,116-8 0,-61-2-2,-49 5-17,87-1-42,18 7 50,-99 0 16,41 2-31,90 2 112,-111-10-28,113-1 41,-151-1-82,44-2 16,-8 2 74,-70 2 62,16 3 48,21-1-5,-40-3-19,-1 2 1,62 9-1,-83-7-117,52-2 1,-9-1 190,-36 0-53,22 2 476,-56-3-538,0 1-111,0 1-48,2 0-6,25-4-1,-24 3 1,24-9 0,-15 2 0,1 1 0,-1 10 0,-15-5 1,0 0 0,0 0-1,0 0 1,0 0 0,0 0 0,0 0 0,0 0-1,0 0 1,0 0 0,0 0 0,0 0 0,-1 0-1,1 0 1,0 0 0,0 0 0,0 0 0,0 0-1,0 0 1,0 0 0,0 1 0,0-1 0,0 0-1,0 0 1,0 0 0,0 0 0,0 0 0,0 0-1,0 0 1,0 0 0,0 0 0,0 0 0,0 0-1,0 0 1,0 0 0,0 1 0,0-1-1,0 0 1,0 0 0,0 0 0,0 0 0,0 0-1,0 0 1,0 0 0,0 0 0,0 0 0,0 0-1,0 0 1,-15 1 37,-25-5-419,20-2-1473,1 0 0,0-2 0,-33-17 0,-3-1-7023,9 10-4308</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32.864"/>
    </inkml:context>
    <inkml:brush xml:id="br0">
      <inkml:brushProperty name="width" value="0.025" units="cm"/>
      <inkml:brushProperty name="height" value="0.025" units="cm"/>
    </inkml:brush>
  </inkml:definitions>
  <inkml:trace contextRef="#ctx0" brushRef="#br0">88 0 5424,'-7'30'3095,"7"-28"-598,-4-3-1454,-28-5 675,29 6-106,-1-1-860,-34-9 6450,43 9-6565,29-4 106,0 1-1,0 1 1,66 4-1,-29 1-338,345 5 889,-160-1-989,73-6-20,98-4-55,85 2 32,-216 10-132,290 11 12,-151 5-77,-179-8 16,458 35 456,-239 12-224,-345-43-261,351 48 40,4-37 142,95-38 260,-376-2-327,155-2-19,-309 14-784,-46-2-350,-11-3-601,-87-10-3240,-32-5-4069,17-8-3350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51:34.799"/>
    </inkml:context>
    <inkml:brush xml:id="br0">
      <inkml:brushProperty name="width" value="0.025" units="cm"/>
      <inkml:brushProperty name="height" value="0.025" units="cm"/>
    </inkml:brush>
  </inkml:definitions>
  <inkml:trace contextRef="#ctx0" brushRef="#br0">9 295 13145,'-9'-11'2812,"19"14"1627,18 7-3022,120-9 1986,352 31 167,-111-12-2719,4-4-478,-275-12-321,76 2 11,342 9 83,-3-21 24,-188-12-86,339-10 0,-226 8-86,-62-13 25,-5-22 82,-25 4-67,280-18-18,-562 61-26,58-4 5,225-2 76,181-3-112,-88 8 14,-260 3-27,-80 3 62,382-1 30,-127 6 43,44 1-93,-165 3-26,78 5 14,46 3-17,-307-10 26,310 24 50,-186-8 31,251 33-82,-251-35 23,-95-11 14,201 3 89,-126-7 102,-61-5 67,31 2 955,-127 2-1374,-18-3 15,0 0-1,0 1 1,0-1 0,0 0 0,-1 0 0,1 0 0,0 0 0,0 0-1,-1 1 1,1-1 0,0 0 0,-1 0 0,1 1 0,-1-1 0,1 0 0,-1 0-1,1 1 1,-2-2 0,-13-16-2435,-35-32-1,31 32-2568,-34-40-1,15 2-6852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0:20.939"/>
    </inkml:context>
    <inkml:brush xml:id="br0">
      <inkml:brushProperty name="width" value="0.025" units="cm"/>
      <inkml:brushProperty name="height" value="0.025" units="cm"/>
    </inkml:brush>
  </inkml:definitions>
  <inkml:trace contextRef="#ctx0" brushRef="#br0">62 242 5889,'-27'-17'2631,"25"16"300,-16 8-1385,17-7-1432,0 1 0,0-1-1,1 0 1,-1 0 0,0 1 0,0-1-1,1 1 1,-1-1 0,0 1-1,1-1 1,-1 1 0,1-1 0,-1 1-1,0-1 1,1 1 0,0 0-1,-1-1 1,1 1 0,-1 0 0,1 0-1,0-1 1,-1 1 0,1 0 0,0 0-1,0-1 1,0 1 0,-1 0-1,1 0 1,0 0 0,0-1 0,0 1-1,0 0 1,1 0 0,-1 0-1,0-1 1,0 1 0,0 0 0,1 0-1,-1 0 1,1 3-468,2 14 1016,-2-14 1885,6 16-1835,-6-16-608,1 1 1,0-1-1,0 0 1,0 0-1,0 0 1,0 0-1,4 4 1,-5-7-91,1 0 0,-1 1 0,0-1-1,1 0 1,-1 0 0,1 0 0,0 0 0,-1 0 0,1 0 0,0 0 0,-1-1 0,1 1-1,0-1 1,0 1 0,0-1 0,0 0 0,-1 1 0,1-1 0,0 0 0,2-1 0,125 1 123,-1-1-78,377-21 102,-354 19-147,427 2-28,47 8 40,68-19-19,-271-10 18,93-7 12,641-25 45,-693 37 11,476-15 4,-790 28-79,120-3 71,176-7-108,-116 5 32,217-13 40,-460 14-40,241-14 600,-271 17 390,98-21 0,-128 21-788,6 1-213,-25 3-471,-1 1 1,0-1 0,1 0 0,9-4 0,-13 4 630,7-5-3723,-20-6-3943,-5-2-2236</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30.800"/>
    </inkml:context>
    <inkml:brush xml:id="br0">
      <inkml:brushProperty name="width" value="0.035" units="cm"/>
      <inkml:brushProperty name="height" value="0.035" units="cm"/>
    </inkml:brush>
  </inkml:definitions>
  <inkml:trace contextRef="#ctx0" brushRef="#br0">4102 470 12061,'-16'-4'1235,"16"4"-1194,0 0-1,0 0 1,-1 0 0,1 0-1,0 0 1,0-1-1,0 1 1,0 0-1,0 0 1,0 0-1,0 0 1,0 0-1,0 0 1,-1 0-1,1 0 1,0 0-1,0 0 1,0-1-1,0 1 1,0 0-1,0 0 1,0 0 0,0 0-1,0 0 1,0 0-1,0 0 1,0-1-1,0 1 1,0 0-1,0 0 1,0 0-1,0 0 1,0 0-1,0 0 1,0-1-1,0 1 1,0 0-1,0 0 1,0 0-1,0 0 1,0 0 0,0 0-1,0 0 1,0-1-1,0 1 1,0 0-1,0 0 1,1 0-1,21-11 2384,-16 8 4073,-20-8-6111,-17-12-159,-1 1 1,-35-18-1,17 10-96,-25-7-147,15 8 18,-25-15 32,-2 4 0,-140-43 0,82 48-53,83 22 45,6 3 15,0 1 0,-68 0 0,59 3-92,44 3 48,0 1 1,-23 2 0,-292 29-24,72 9-5,-229 81 10,386-94 19,-10 4 81,-26 7-97,52-14 83,11-5-42,51-12-2,0 2-1,-51 18 0,-113 34 17,90-31-78,20-7 17,44-12 33,-55 21 0,58-16 17,1 1-1,-59 36 0,31-11-37,41-27 35,0 2-1,-33 26 1,42-28-76,-7 3 59,1 2 0,1 1 0,0 0 0,-17 27 0,12-19 13,3-2-13,17-17-8,0 0 1,1 0 0,-1 0-1,2 0 1,-1 0 0,1 0-1,0 9 1,3 58-32,-1-69 47,0-1 1,1 1-1,0 0 0,0-1 0,1 0 0,-1 1 0,1-1 0,1 0 0,-1-1 0,0 1 0,8 7 0,9 14 15,4 5-11,1-1 1,2-1 0,0-1-1,2-2 1,52 37-1,-27-26-12,1-3 0,102 45-1,-119-64 17,1-2 0,0-1 0,0-3 0,62 8 0,166-2 26,7-26-69,-65 0 117,-94 4-67,29 0 4,18-2-66,-82 4 27,314-7 26,-252 9 2,-38 2-6,20 2 28,-26 2-2,62 4 61,83-2-26,-200-7 58,-3 1-32,-1-2 0,1-2 1,46-11-1,43-15-13,28-8-18,-27-5 360,-126 43-225,11-7 200,-7 2-333,-1 0 0,0 0 0,0 0 0,-1-1 0,1 0-1,-2 0 1,1-1 0,-1 0 0,9-16 0,-4 7-22,24-36-58,12-33 156,-20 21 143,-24 63-220,-1-1-3,16-24 36,-16 9 8,0 0 1,1 0-1,5-24 1,-1 22 0,-4 14-70,0 1 1,0-1-1,-1 0 1,0 0-1,0-9 1,-3-17-1,-10-40 0,11 69-43,1 1-1,-1 0 0,0-1 0,1 1 0,-1 0 1,-1 0-1,1 0 0,-2-3 0,-7-16 77,0-13 30,10 31 12,-2-1-90,-15-80 287,10 48-179,7 33 23,-1 2-130,0 0 0,0 0-1,0 0 1,1 0 0,-1-1 0,0 1-1,1 0 1,-1 0 0,1-1-1,0 1 1,-1-3 0,-9-20 389,-12-4-378,-1 1 0,-1 1 0,-52-44 0,32 38-970,-2 2 0,0 2 1,-66-29-1,22 11-798,34 16-1172,-34-18-5764,15 13-4124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8"/>
    </inkml:context>
    <inkml:brush xml:id="br0">
      <inkml:brushProperty name="width" value="0.035" units="cm"/>
      <inkml:brushProperty name="height" value="0.035" units="cm"/>
    </inkml:brush>
  </inkml:definitions>
  <inkml:trace contextRef="#ctx0" brushRef="#br0">5361 400 5753,'18'-3'11214,"-18"-1"-10966,-7-30 316,7 33-546,-1 0-1,1 0 1,-1 1-1,1-1 1,-1 0-1,1 0 1,-1 1-1,0-1 1,1 0-1,-1 1 1,0-1 0,0 0-1,0 1 1,0-1-1,1 1 1,-1 0-1,0-1 1,0 1-1,0 0 1,-1-1-1,0 0 33,-10-5 44,1-1-27,0 1-1,-1 1 1,1 0 0,-1 0 0,-17-3 0,-491-107 1033,101 44-464,343 60-435,-595-59 563,420 55-638,201 13-117,-431-7 726,470 9-702,-40 0 27,-61-7 1,96 5-40,0 2 1,0 0 0,-18 3-1,-19-1 9,-284 6-61,120-1 86,141-7-40,-263 11 10,169 1-41,92-8-5,-102 18 1,160-19 24,-33 1 0,33-3 3,-36 6 0,-38 10 1,41-8 1,0 2 1,-59 22 0,87-26-18,-46 8 1,12-3 0,-20 9-14,75-20 28,0 0-28,-14 2 20,1 2 0,-1 0 1,1 1-1,0 1 0,0 1 0,1 0 0,-27 19 0,-7 4-19,-8 7 12,48-29 6,9-6 3,0 0 0,-1 0 0,1 0 0,-1 0 0,0 0 0,0 0 0,0-1 0,-4 5 0,-1 2-2,1-2-4,0 0 1,1 0-1,0 1 1,0 0-1,1 0 1,-5 12-1,8-18 7,0 0 0,1 0 0,-1 0 0,0 0-1,0 0 1,0-1 0,0 1 0,-1 0 0,1-1-1,-2 3 1,2-3-9,0 0 0,0 0 0,0 1 0,0-1 0,0 0 0,0 1 0,0-1 0,1 1 0,-1-1 0,0 1 0,1 0 0,-1-1 0,1 1 0,-1 2 0,-5 43 10,6-42-2,0-1 1,0 1-1,1 0 0,-1-1 0,1 1 0,0 0 0,0-1 0,1 1 0,-1-1 0,1 1 0,3 4 0,0 1 3,1 0 0,14 18-1,23 34 4,-31-43-2,28 34 0,15 18-13,-44-55 10,1 0-1,0-1 0,1-1 0,22 21 1,49 31-64,105 64 0,-128-95 76,33 21-119,-76-45 117,0 0 1,1-1-1,34 13 1,67 16-39,-91-30 27,5 0 14,44 4 1,-10-1-23,49 11-26,78 11 22,-47-14 51,-74-13-24,123 13-37,233-9 0,55-29-13,-334 10 17,58-11-11,-68 4-55,25-4 95,31-3-71,-32 1 90,-63 7-62,275-32 0,-326 39 31,107-9-52,48-2 95,-139 15-31,-5 2 5,71-13 1,-66 5-34,-24 3 26,72-19 0,-73 18 36,-32 6-12,0-1 0,-1 1 0,14-5 0,14-7 66,-33 12 18,-1 1-68,9-4-15,1 0 1,16-9 0,-11 6-8,-17 6-25,1 0 0,0 0 0,0 0 0,-1 0 0,1 0 1,0-1-1,-1 1 0,1 0 0,1-2 0,8-7-15,10 5 34,-15 3-19,-1 1 0,0 0 0,0-1 0,0 0 1,0 0-1,0 0 0,0-1 0,0 0 0,6-5 0,17-6-1,-22 11 6,0 0 0,0 0-1,-1 0 1,1-1 0,5-5 0,-9 8 38,1-1-10,0 0-1,0 1 1,0-1-1,0 0 1,-1 0-1,1 0 1,2-4-1,-2 4 0,-1 0 545,9-9-508,-9 9-50,-1 0 0,1 0 0,-1 0 0,0 0 0,0 0 0,0 0 0,0-1 0,0 1 0,0 0 1,-1-1-1,1 1 0,-1-1 0,1 1 0,-1 0 0,0-1 0,0 1 0,-1-5 0,-9-46 274,4 25-51,4 12 21,-1 1 1,0 0-1,0 0 0,-2 1 0,1-1 1,-11-19-1,-1 0 42,10 19-236,-1 1 0,-1-1 0,0 1 0,0 1 0,-2 0 0,-11-14 1,8 13-71,-1 1 1,0 0 0,-1 1-1,0 0 1,-1 1 0,-1 1 0,1 0-1,-37-13 1,22 10-230,0 3 1,-1 0-1,0 3 0,-1 0 1,1 2-1,-40-1 0,-12 3-4005,-134-23-1,179 16-1249,16-1-3407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4:00.636"/>
    </inkml:context>
    <inkml:brush xml:id="br0">
      <inkml:brushProperty name="width" value="0.035" units="cm"/>
      <inkml:brushProperty name="height" value="0.035" units="cm"/>
    </inkml:brush>
  </inkml:definitions>
  <inkml:trace contextRef="#ctx0" brushRef="#br0">1 82 19181,'3438'-82'0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20.293"/>
    </inkml:context>
    <inkml:brush xml:id="br0">
      <inkml:brushProperty name="width" value="0.035" units="cm"/>
      <inkml:brushProperty name="height" value="0.035" units="cm"/>
    </inkml:brush>
  </inkml:definitions>
  <inkml:trace contextRef="#ctx0" brushRef="#br0">1 126 7733,'9'6'2328,"-8"-6"-1465,0 1 1,0-1 0,0 0-1,0 1 1,0-1 0,0 0-1,1 0 1,-1 0 0,0 0-1,0 0 1,0 0 0,0 0-1,2-1 1,4 0-650,-3 0-1903,78-8 3078,27-13-729,137-25-314,-218 42-328,45-6 27,60-11-12,-27 7 50,-98 17-68,-3-1-11,-3 0-2,1 0-1,-1 0 1,1 0 0,-1 0 0,0 0 0,1 0 0,-1 1 0,0-1 0,0 1 0,0-1 0,0 1-1,0 0 1,0 0 0,2 3 0,-2 4 9,0-1 0,-1 1 0,0-1 0,0 1 1,-1 0-1,0 0 0,-2 9 0,1 8 27,-17 485 621,3-290-74,-4 32 480,-10 97 391,24-292-1249,3-21-54,-1 0 0,-3 0 0,-13 52 0,7-49 16,8-23-96,-1-1-1,0 1 1,-2-1 0,1 0-1,-2-1 1,0 0-1,-19 26 1,15-28-27,0 0 0,-1-1 0,-1 0 0,0-1 0,0-1 0,-1 0 0,0-1 0,-25 11 0,15-10-436,-1 0 0,0-2 0,-1-1 1,-52 6-1,68-11-96,1-2 0,-1 1 1,1-2-1,-1 1 0,0-1 1,1-1-1,-21-5 0,24 4-199,0 0 0,0 0 0,0-1 0,-12-7 0,13 7-447,0-1-1,1 0 1,-1 0 0,1-1-1,-6-8 1,-15-25-9003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20.841"/>
    </inkml:context>
    <inkml:brush xml:id="br0">
      <inkml:brushProperty name="width" value="0.035" units="cm"/>
      <inkml:brushProperty name="height" value="0.035" units="cm"/>
    </inkml:brush>
  </inkml:definitions>
  <inkml:trace contextRef="#ctx0" brushRef="#br0">7 256 14641,'-4'-1'464,"2"4"1386,2 3 2772,39 335-1262,-32-150-2767,9 122-325,-7-259-1051,17 59 1,-18-82 316,-7-26-52,-2-35-2257,-8-49 1462,1 14 764,-26-536 1471,34 569-602,8-155 1189,-3 137 143,19-87 0,-17 106-1093,-5 18-200,1 1 0,5-17 0,-6 25-261,0 0 0,0 0 0,0 0 0,0 1 0,1-1 0,-1 1-1,1-1 1,0 1 0,0 0 0,7-6 0,-10 9-93,0 0 0,0 0 0,0 0 0,0 0 0,0 0 0,1 0 0,-1 0 0,0-1-1,0 1 1,0 0 0,0 0 0,0 0 0,1 0 0,-1 0 0,0 0 0,0 0 0,0 0 0,0 0 0,1 0 0,-1 0 0,0 0 0,0 0 0,0 0 0,0 0 0,1 0 0,-1 0 0,0 0 0,0 0 0,0 0 0,0 1 0,0-1 0,1 0 0,-1 0 0,0 0 0,0 0-1,0 0 1,0 0 0,0 0 0,0 0 0,1 1 0,-1-1 0,0 0 0,6 5-53,0 0 0,0 0-1,-1 0 1,1 1 0,-1-1 0,-1 2 0,1-1-1,-1 0 1,0 1 0,0 0 0,-1 0-1,0 0 1,0 0 0,-1 0 0,0 1-1,2 8 1,-2-4-296,-1-1-1,0 0 1,-1 1 0,0-1-1,-1 1 1,0-1 0,-1 0-1,0 0 1,-4 12 0,-5 9-4905,-24 52 0,13-38-4599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21.310"/>
    </inkml:context>
    <inkml:brush xml:id="br0">
      <inkml:brushProperty name="width" value="0.035" units="cm"/>
      <inkml:brushProperty name="height" value="0.035" units="cm"/>
    </inkml:brush>
  </inkml:definitions>
  <inkml:trace contextRef="#ctx0" brushRef="#br0">378 254 7065,'0'0'7718,"-3"0"-6808,-8 3-673,1 0-1,0 1 0,0 0 0,1 1 0,-1-1 1,1 2-1,0 0 0,-11 9 0,-65 62 418,56-45-481,-38 57-1,25-33 127,35-47-176,1 0 0,0 0 0,1 0 0,0 1 0,0 0 0,1 0 0,0 0-1,1 1 1,0-1 0,-3 19 0,6-26-82,0-1-1,0 1 1,0-1-1,0 1 1,1-1-1,-1 1 1,1-1-1,-1 1 1,1-1-1,0 0 1,0 1-1,0-1 1,0 0-1,0 1 1,1-1-1,-1 0 1,1 0-1,-1 0 1,1 0-1,0-1 1,0 1-1,0 0 1,0-1-1,0 1 1,0-1-1,0 0 1,0 0-1,0 1 1,1-1-1,-1-1 1,5 2-1,3-3 25,0 0 0,-1-1-1,1 0 1,-1-1 0,16-6-1,-15 6-18,1-1 1,-1-1-1,-1 0 1,1 0-1,-1-1 0,0 0 1,0-1-1,0 0 1,-1 0-1,14-16 0,-5 0 21,0 0 0,20-35 0,-19 28 17,-1-1 1,-2-1-1,0 0 0,-3-1 0,-1 0 1,-1-1-1,7-44 0,-12 27 127,-2 19 275,9-40 0,-10 59-283,-1 0 0,0-1 0,-1-15 0,0 14-152,0 11 11,-3 7-9,-2 3-45,0 0 0,0 1-1,1-1 1,0 1 0,0 0 0,1 0-1,0 1 1,0-1 0,0 1 0,1-1 0,-1 9-1,-5 30-217,3 0 0,2 0 0,4 78 0,34 108-3273,-24-187-1055,23 59 0,-8-39-4871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21.673"/>
    </inkml:context>
    <inkml:brush xml:id="br0">
      <inkml:brushProperty name="width" value="0.035" units="cm"/>
      <inkml:brushProperty name="height" value="0.035" units="cm"/>
    </inkml:brush>
  </inkml:definitions>
  <inkml:trace contextRef="#ctx0" brushRef="#br0">119 1144 9989,'0'0'12000,"-4"0"-10754,-40 0 1158,44 0-2383,0 1-1,0-1 1,-1 0-1,1 0 1,0 0-1,0 0 1,0 0-1,0 0 1,-1 0-1,1 0 1,0 0 0,0 0-1,0-1 1,-1 1-1,1 0 1,0 0-1,0 0 1,0 0-1,0 0 1,-1 0-1,1 0 1,0 0-1,0 0 1,0-1 0,0 1-1,0 0 1,-1 0-1,1 0 1,0 0-1,0 0 1,0-1-1,0 1 1,0 0-1,0 0 1,0 0-1,0 0 1,0-1 0,0 1-1,0 0 1,0 0-1,0 0 1,0-1-1,-1 1 1,2 0-1,-1 0 1,0-1-1,-18-90 1317,-5-95 0,20 164-1196,3 18-131,-12-111 301,3-119 0,10 200-281,2 0 0,2 0 0,1 0 0,2 0-1,1 1 1,19-46 0,-21 64-31,1 0-1,1 0 0,0 1 1,1 1-1,0 0 1,1 0-1,0 1 1,1 0-1,1 1 1,0 0-1,0 1 0,1 1 1,0 0-1,21-9 1,-28 15-207,1 0 0,-1 1 0,1 0 0,0 1 0,0-1 0,0 1 0,0 1 0,0 0 0,0 0 0,0 0 0,0 1 0,0 0 0,0 1 0,0 0 0,0 0 0,-1 0 0,1 1 1,-1 0-1,1 1 0,-1 0 0,7 5 0,-10-6-298,0 1 1,-1-1 0,1 1 0,-1 0 0,0 1-1,0-1 1,0 1 0,-1-1 0,1 1-1,2 7 1,-1 1-1768,0 0 0,2 17 0,-1 1-8028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21.847"/>
    </inkml:context>
    <inkml:brush xml:id="br0">
      <inkml:brushProperty name="width" value="0.035" units="cm"/>
      <inkml:brushProperty name="height" value="0.035" units="cm"/>
    </inkml:brush>
  </inkml:definitions>
  <inkml:trace contextRef="#ctx0" brushRef="#br0">0 82 18226,'105'-41'2552,"-39"27"-348,-17 6-332,-27 4-380,12 1-363,3-1-241,-4 0-196,8 4-332,-11-3-1032,7 3-801,-52 14-10976,0 5 612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35.490"/>
    </inkml:context>
    <inkml:brush xml:id="br0">
      <inkml:brushProperty name="width" value="0.035" units="cm"/>
      <inkml:brushProperty name="height" value="0.035" units="cm"/>
    </inkml:brush>
  </inkml:definitions>
  <inkml:trace contextRef="#ctx0" brushRef="#br0">22 302 6173,'0'0'5345,"-2"2"-4731,-5 3-1705,-4 2 6114,11-7-4897,0-1-1,-1 1 0,1 0 0,0-1 1,0 1-1,0-1 0,0 1 0,-1-1 1,1 1-1,0-1 0,0 1 1,0-1-1,0 1 0,0-1 0,0 1 1,0 0-1,0-1 0,0 1 0,1-1 1,-1 1-1,0-1 0,0 1 1,0-1-1,0 1 0,1 0 0,-1-1 1,0 1-1,0-1 0,1 0 0,0 0-61,0-1 0,0 1 0,0-1 0,0 1 0,0 0 0,0-1 0,0 1-1,1 0 1,-1 0 0,0-1 0,1 1 0,-1 0 0,1 1 0,-1-1-1,1 0 1,0 0 0,-1 1 0,1-1 0,0 1 0,-1-1 0,3 1-1,48-7 62,-19 4 67,22-6-84,79-3 0,338 10 282,-243 8-306,-82 1-55,30-5 84,103 4 26,66 2-70,-95 3 23,-50-5-72,-70 0 33,141 9-32,-161-9-16,41 2-18,-74-8 40,361-11-35,-224 8 69,16-2-42,102-19 9,-181 15-38,206-5-9,-125 10-38,-197 2 53,135-12 31,-42 3-55,1-1 7,312-35 36,-238 29 11,59 1-18,8 0 299,141-17 230,65-6 1864,-397 32-819,-68 7-1349,1 1 1,-1 0 0,21 4-1,-29-3-283,-8-5-5184,-4 0 3985,1 0-1,-1 0 1,1 1-1,-1-1 0,0 2 1,-1-1-1,-13-2 1,-46-3-9074</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37.289"/>
    </inkml:context>
    <inkml:brush xml:id="br0">
      <inkml:brushProperty name="width" value="0.035" units="cm"/>
      <inkml:brushProperty name="height" value="0.035" units="cm"/>
    </inkml:brush>
  </inkml:definitions>
  <inkml:trace contextRef="#ctx0" brushRef="#br0">1 186 10269,'0'0'6891,"4"0"-6338,13-1 16,-1 0 1,21-6-1,-22 4-213,0 0 0,0 1 0,0 1 0,26 1 0,6 2-41,0-1 1,59-8 0,-54 3-147,412-11 339,366 4-335,-120-14-46,-197-1-170,101 4 36,-377 18-25,289-11 43,44 11-4,-425 7 27,-28 1-53,262 1 82,-227-5-9,400-4-77,-353 5 54,-4 0-3,59 3 3,-76 0-3,-104-1-15,-48-2-3,1-1-1,35-3 1,-8-1 64,71 4 0,-8 0 70,83 1-48,-71 1-6,95 6-32,-69 0 52,-32-4-152,130 2 126,-79 5-156,-32-6 197,43-2-198,58-2 39,-17 1 33,547-16 118,-464 6-7,-69-1-35,3 0 12,228-3 238,-251 8-161,175 5 897,-182 6 309,11 1-198,-145-4-788,58 6 275,-93-7-202,75-5 1,-2 2 237,-55-4-349,-58 4-213,0-1-83,33-2-64,-33 3 45,-9-3-5213,-7-6 3712,-24-15-3252,3 9-1580,-19-5-4681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0.704"/>
    </inkml:context>
    <inkml:brush xml:id="br0">
      <inkml:brushProperty name="width" value="0.035" units="cm"/>
      <inkml:brushProperty name="height" value="0.035" units="cm"/>
    </inkml:brush>
  </inkml:definitions>
  <inkml:trace contextRef="#ctx0" brushRef="#br0">698 3 7129,'0'0'15871,"-5"-1"-15478,-8 0-293,0 1 0,0 0 1,1 1-1,-1 0 0,0 1 0,-22 6 1,-76 31-5,-222 104-113,284-122 97,28-13 660,1 1-1,-26 16 1,46-25-727,0 0 1,0 0-1,0 0 0,0 0 1,0 0-1,0 0 0,0 0 0,0 0 1,0 0-1,0 0 0,1 0 1,-1 0-1,0 0 0,0 0 0,0 0 1,0 0-1,0 0 0,0 0 1,0 0-1,0 0 0,0 0 1,0 0-1,0 1 0,0-1 0,0 0 1,0 0-1,0 0 0,0 0 1,1 0-1,-1 0 0,0 0 0,0 0 1,0 0-1,0 0 0,0 0 1,0 0-1,0 0 0,0 0 0,0 1 1,0-1-1,0 0 0,0 0 1,0 0-1,0 0 0,0 0 1,0 0-1,0 0 0,0 0 0,0 0 1,0 0-1,0 0 0,0 0 1,-1 1-1,1-1 0,0 0 0,0 0 1,0 0-1,0 0 0,0 0 1,0 0-1,0 0 0,0 0 1,0 0-1,23 11 731,1-1 0,0 0 0,1-2-1,47 9 1,10 3 285,-39-8-809,43 13 114,-78-22-316,0 0-1,0 0 1,0 1 0,-1 1-1,1-1 1,-1 1-1,10 9 1,-15-11-22,0-1 0,0 1 0,-1-1 1,1 1-1,-1-1 0,0 1 0,1 0 0,-1 0 0,-1 0 0,1 0 0,0 0 1,-1 0-1,1 0 0,-1 0 0,0 0 0,0 0 0,0 0 0,0 0 1,-2 4-1,0 4-152,-1 1 1,0-1 0,-6 14-1,5-14-265,-2 0 0,1-1 0,-2 0 0,1 0 0,-1 0 0,-1-1 0,0 0 1,0 0-1,0-1 0,-1 0 0,-13 8 0,5-4-1701,-34 17 0,-19 0-5628,7-9-4289</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1.493"/>
    </inkml:context>
    <inkml:brush xml:id="br0">
      <inkml:brushProperty name="width" value="0.035" units="cm"/>
      <inkml:brushProperty name="height" value="0.035" units="cm"/>
    </inkml:brush>
  </inkml:definitions>
  <inkml:trace contextRef="#ctx0" brushRef="#br0">438 994 13157,'0'0'8754,"-4"0"-8322,-33-4 200,34 4 847,4-3-1169,14-25 377,-13 25-14,6-16-389,-2 1-256,-6 18-28,0 0-1,0 0 0,0 0 0,0 0 1,0 0-1,0-1 0,0 1 0,0 0 1,0 0-1,1 0 0,-1 0 0,0 0 0,0 0 1,0-1-1,0 1 0,0 0 0,0 0 1,0 0-1,0 0 0,0 0 0,0 0 1,0-1-1,0 1 0,-1 0 0,1 0 0,0 0 1,0 0-1,0 0 0,0 0 0,0-1 1,0 1-1,0 0 0,0 0 0,0 0 1,0 0-1,0 0 0,0 0 0,-1 0 0,1 0 1,0 0-1,0 0 0,0-1 0,0 1 1,0 0-1,0 0 0,-1 0 0,1 0 1,0 0-1,0 0 0,0 0 0,0 0 1,0 0-1,0 0 0,-1 0 0,1 0 0,0 0 1,0 0-1,0 0 0,-8-2-57,0 0 0,0 0 0,-1 0 0,1 1-1,0 0 1,-1 1 0,1 0 0,0 0 0,-11 2 0,-9 4-14,0 0 1,0 2 0,1 1 0,-51 24 0,3 10-115,70-39 183,0-1-1,0 2 1,0-1-1,0 0 1,1 1-1,-1 0 1,1 0-1,1 1 1,-1-1-1,1 1 1,0-1-1,0 1 1,0 0-1,-3 12 1,5-16 5,1 1 0,-1 0 0,1 0 0,-1 0 0,1 0 0,0 0 0,0 0 0,0-1 0,1 1 0,-1 0 0,1 0 0,-1 0 0,1 0 0,0-1 0,0 1 0,0 0 0,1-1 0,-1 1 0,0-1 0,1 1 0,0-1 0,0 0 0,-1 1 0,1-1 0,1 0 0,-1 0 0,0-1 0,0 1 0,4 2 0,2 1 24,1 0 0,0 0 0,1 0-1,-1-1 1,1-1 0,0 0 0,11 3 0,1-3-30,0 0 1,1-1-1,0-1 1,-1-1-1,27-4 1,113-23-404,-133 21 288,23-5-245,61-20-1,-91 23 113,0-1 0,-1-1 0,0-1 0,0-1 0,22-17 0,-22 13-122,0-1 1,-1-1-1,-1-1 1,-1-1-1,0 0 1,-2-1-1,0-1 0,-1-1 1,-2 0-1,0 0 1,12-34-1,-6 0-231,-3-1 0,13-79 0,2-121 1754,-6 38 2381,-21 173-2425,-6 41-125,-4 35-183,-56 506 2680,21 216-1459,37-627-1831,-6 326 306,2-23-282,-15 155-1684,23-562 848,0-20 600,0 0 1,0 0-1,1 0 0,-1 0 1,0 0-1,0 0 1,0 0-1,0 0 0,0 0 1,0 0-1,0 0 1,0 0-1,0 0 0,0 0 1,0 0-1,0 0 0,0 0 1,0 0-1,0 0 1,0 0-1,1 0 0,-1 0 1,0 0-1,0 0 1,0 0-1,0 0 0,0 0 1,0 0-1,0 0 1,0 0-1,0 0 0,0 0 1,0 0-1,0 0 1,0 0-1,0 0 0,0 0 1,0 1-1,0-1 1,0 0-1,1 0 0,-1 0 1,0 0-1,0 0 1,0 0-1,8-34-895,24-176-315,-20 116 902,36-313-572,-6 45 432,-5-12 417,-23 75 422,-13 294-396,-1 0 1,0 0-1,0 0 0,-1 0 0,0 0 1,1 0-1,-2 0 0,1 0 0,0 1 1,-4-8-1,4 10 2,0 1 1,0 0-1,0-1 0,0 1 1,-1 0-1,1 0 1,0-1-1,-1 1 1,1 0-1,-1 1 0,1-1 1,-1 0-1,1 0 1,-1 0-1,0 1 0,1-1 1,-1 1-1,0 0 1,1-1-1,-1 1 1,0 0-1,0 0 0,1 0 1,-1 0-1,0 0 1,0 0-1,1 1 1,-1-1-1,-2 1 0,-16 5-869,0 0-1,1 1 1,0 1 0,-27 16-1,20-9-2529,-25 20-1,-1 7-4649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2.278"/>
    </inkml:context>
    <inkml:brush xml:id="br0">
      <inkml:brushProperty name="width" value="0.035" units="cm"/>
      <inkml:brushProperty name="height" value="0.035" units="cm"/>
    </inkml:brush>
  </inkml:definitions>
  <inkml:trace contextRef="#ctx0" brushRef="#br0">465 465 10801,'0'0'1708,"-4"-1"-222,-7 0-950,-1 1 0,1 0 0,0 1 0,0 0 0,-1 1 1,1 0-1,-18 6 0,-80 34 866,104-40-1368,-32 16 446,-45 29 1,31-16-121,42-25-238,0 0 0,0 0 0,1 1 0,0 0 0,0 0 0,-8 11 0,15-15 50,1 0-114,1 1 0,0 0 0,0 0-1,0-1 1,1 1 0,2 5 0,-1-3 26,-3-5-80,0-1-1,0 0 1,0 0-1,1 0 1,-1 1 0,0-1-1,0 0 1,0 0-1,0 0 1,0 1-1,1-1 1,-1 0 0,0 0-1,0 0 1,0 0-1,0 0 1,1 1-1,-1-1 1,0 0 0,0 0-1,0 0 1,1 0-1,-1 0 1,0 0-1,0 0 1,1 0 0,-1 0-1,0 0 1,0 0-1,0 0 1,1 0-1,-1 0 1,0 0 0,0 0-1,1 0 1,11 2 35,0-1 0,-1 0 0,1-1 0,0-1 0,0 0 0,0 0 0,-1-1 0,16-4 0,19-8 32,-11 5-16,0-2 1,-1-1-1,-1-2 0,37-21 0,-63 31-52,48-33-90,-50 33 47,-1 0 0,0 0 0,0 0 0,0 0 0,0-1 0,-1 1 0,0-1 0,0 0 0,3-7 0,-7 5-67,-5-1 79,0 1 0,0 0 1,-1 1-1,0-1 0,0 1 0,0 1 0,-1-1 1,0 1-1,0 1 0,0-1 0,-1 1 0,0 1 1,-14-5-1,18 7 135,2 1-80,0-1-1,0 0 1,0 0-1,-1 0 1,1 0-1,-4-2 1,3 1 5,1 1 187,7 1 22,16 5-158,0 0-1,0 1 1,0 1 0,21 11-1,79 46-1,-81-43-154,47 35-1105,-21-13-1307,-58-43 2230,-3-1 212,-1 0 40,0 0 0,0 0-1,0 0 1,0 0 0,0 0-1,-1-1 1,1 0 0,0 1 0,-1-1-1,0 0 1,1 0 0,-1 0 0,0 0-1,0-1 1,0 1 0,0-1-1,1-2 1,38-53 893,-35 50-636,-1 0-1,-1 0 1,1-1 0,-1 1-1,-1-1 1,1 0 0,-2 0-1,3-12 1,-1 8 473,-1 0 0,11-23 1,-4 18 29,1-1 0,1 2 0,1-1 0,1 2 0,0 0 0,19-17 0,-32 32-729,0 1 1,0-1-1,0 0 1,1 0 0,-1 1-1,0-1 1,1 1-1,-1-1 1,1 1-1,-1-1 1,0 1-1,1 0 1,-1 0 0,1 0-1,-1 0 1,1 0-1,-1 0 1,1 0-1,-1 0 1,0 1 0,1-1-1,-1 0 1,1 1-1,-1-1 1,0 1-1,1 0 1,-1-1-1,0 1 1,2 2 0,0-2-82,2 5 78,17 34-169,-21-39 119,-1 0 0,1 1-1,-1-1 1,1 0 0,-1 0 0,0 0 0,1 1-1,-1-1 1,0 0 0,0 1 0,0-1-1,0 0 1,0 0 0,0 1 0,0-1-1,-1 2 1,0 3-82,1-4 48,0 0-1,0 0 1,0 0 0,0 0-1,0 1 1,1-1 0,-1 0 0,1 0-1,-1 0 1,1-1 0,0 1-1,0 0 1,0 0 0,0 0-1,0 0 1,0-1 0,0 1-1,1 0 1,-1-1 0,3 3-1,-2-3 38,0 0 0,0 0 1,0-1-1,0 1 0,0-1 0,0 1 0,0-1 0,0 1 0,1-1 0,-1 0 0,0 0 0,0 0 0,0 0 0,0-1 1,0 1-1,0 0 0,0-1 0,0 0 0,0 1 0,3-2 0,18-10-129,1 0 0,-2-2 0,0 0 0,0-2 0,32-30 0,33-23-785,-66 54 318,119-88-2463,-56 30-7394,-70 59 789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3.049"/>
    </inkml:context>
    <inkml:brush xml:id="br0">
      <inkml:brushProperty name="width" value="0.035" units="cm"/>
      <inkml:brushProperty name="height" value="0.035" units="cm"/>
    </inkml:brush>
  </inkml:definitions>
  <inkml:trace contextRef="#ctx0" brushRef="#br0">405 806 6613,'-22'17'1096,"-1"-1"1,0-1 0,-32 15 0,40-22-781,-87 43 2877,87-44-2662,-13 4 884,1 1 0,1 2 0,-40 26 0,63-38-631,3 0-746,0 1 1,0-1-1,1 0 1,-1 1-1,0-1 1,1 0-1,0 1 0,0-1 1,-1 0-1,1 0 1,0 0-1,1 1 1,-1-1-1,0 0 0,1-1 1,-1 1-1,1 0 1,-1 0-1,1-1 1,0 1-1,0 0 0,0-1 1,0 0-1,0 0 1,0 1-1,0-1 1,3 1-1,6 1 39,0 0 0,-1 0 0,1-1 1,19 1-1,-3 0 20,-6-1-58,0 0-1,0-1 0,0-1 1,36-5-1,-53 4-73,0 0-1,0 0 1,0 0 0,-1-1 0,1 1 0,-1-1-1,1 0 1,4-3 0,0 0-87,-8 5 104,1-1-1,0 1 1,-1-1 0,1 0 0,0 1-1,-1-1 1,1 1 0,0-1-1,-1 0 1,1 0 0,-1 1-1,0-1 1,1 0 0,-1 0-1,1 0 1,-1 1 0,0-1 0,0 0-1,1 0 1,-1 0 0,0-1-1,1-2-53,0-1-14,0-1-1,-1 1 1,1 0-1,-1-1 1,0 1-1,0-1 1,-1 1-1,0-1 1,0 1-1,0 0 1,-2-6-1,2 10 70,1 0 0,-1 0 0,0 0 0,0 0-1,0 0 1,0 0 0,0 0 0,1 1 0,-2-1-1,1 0 1,-2-1 0,-1-1-15,-2-4 215,8 3-71,18 6-22,31 15 113,103 46 34,-105-45-142,-15-7-385,1-1 1,44 6 0,6-5-1748,-82-11 1913,-1 0 0,0-1 1,0 1-1,1 0 0,-1-1 1,0 0-1,0 1 0,0-1 1,0 0-1,0 0 0,0 0 1,0-1-1,0 1 0,0 0 1,0-1-1,-1 1 0,4-4 1,-3 2 56,0-1-1,0 1 1,-1-1 0,1 0 0,-1 1 0,0-1 0,0 0 0,0 0 0,0 1 0,-1-1 0,0 0 0,0 0 0,0 0 0,0-4 0,1-17-15,21-159 887,13-180 2881,-28 241-1932,1-120 3259,-4 152-3599,-12 108-889,-27 138-112,11-41-302,-61 367-151,77-421-351,2 105-1,7-140 237,2-1 1,0 0 0,1 0-1,1-1 1,2 1 0,0-1-1,12 25 1,-17-45 152,0 1-1,0-1 0,0 0 1,0 0-1,1 0 0,-1 0 1,1-1-1,0 1 1,0-1-1,0 1 0,0-1 1,0 0-1,1 0 0,-1 0 1,0-1-1,1 1 1,0-1-1,-1 0 0,1 0 1,0 0-1,0-1 0,-1 1 1,1-1-1,7 0 1,3 0 54,-1-1 1,0-1 0,0 0-1,1-1 1,16-6 0,22-12 180,0-1 0,-2-3 0,68-46 0,-32 19 12,-40 27-150,-19 11 8,33-24-1,-57 36-195,-7 8-1070,-2 4 721,-1 0 1,0 0 0,-1-1 0,0 0 0,0-1 0,-17 13 0,-67 44-4834,30-24-1307,10-3-3370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3.320"/>
    </inkml:context>
    <inkml:brush xml:id="br0">
      <inkml:brushProperty name="width" value="0.035" units="cm"/>
      <inkml:brushProperty name="height" value="0.035" units="cm"/>
    </inkml:brush>
  </inkml:definitions>
  <inkml:trace contextRef="#ctx0" brushRef="#br0">99 0 13189,'-5'3'361,"0"-1"0,1 0 0,-1 0 0,0 0 0,-10 1 0,13-2-113,0-1-1,-1-1 0,1 1 1,0 0-1,0 0 0,0-1 1,0 1-1,-1-1 1,1 0-1,0 0 0,0 0 1,0 0-1,0 0 0,1 0 1,-1 0-1,-2-2 0,3 3-89,1 1 0,-1-1 0,0 1 0,1-1 0,-1 1 0,1-1 0,-1 1 0,1-1 0,-1 1 0,1 0 0,-1-1 0,1 1 0,0 0 0,-1-1 0,1 1 0,0 0 0,-1 0 0,1-1 0,0 1 0,0 1 0,0-2-88,-5 25 898,1 0 0,1 0 0,2 0 0,2 36 0,-1-29-663,-1 64 563,3 87 81,3-74-671,-5-58-849,4 0 0,1 0-1,17 73 1,8-4-3819,-8-29-5993,-14-64 237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3.617"/>
    </inkml:context>
    <inkml:brush xml:id="br0">
      <inkml:brushProperty name="width" value="0.035" units="cm"/>
      <inkml:brushProperty name="height" value="0.035" units="cm"/>
    </inkml:brush>
  </inkml:definitions>
  <inkml:trace contextRef="#ctx0" brushRef="#br0">212 13 15245,'23'-4'7164,"-8"-3"-5163,-11 5-123,-10 3-827,-23 4-644,-45 13-858,24-3 452,28-9 258,1 0 1,-28 14 0,46-19 96,4 3 7,0 4-242,-1-4-73,1-1-1,-1 1 0,1-1 1,-1 1-1,1-1 1,0 1-1,0-1 1,1 0-1,-1 0 1,1 1-1,0-1 1,0 0-1,0-1 1,0 1-1,0 0 1,0 0-1,1-1 1,-1 1-1,6 2 1,13 11 128,1-2 1,1-1 0,0-1 0,26 11-1,2-4-99,54 14 0,-93-30-286,0 0 0,0 0 0,1-2 0,-1 1-1,0-2 1,1 1 0,-1-2 0,14-1 0,13-9-3614,3-8-4598,-9-4-5371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4.293"/>
    </inkml:context>
    <inkml:brush xml:id="br0">
      <inkml:brushProperty name="width" value="0.035" units="cm"/>
      <inkml:brushProperty name="height" value="0.035" units="cm"/>
    </inkml:brush>
  </inkml:definitions>
  <inkml:trace contextRef="#ctx0" brushRef="#br0">276 2017 13249,'-2'0'130,"-6"-3"569,1 1 0,0-1 0,0-1 0,0 1 0,1-1 0,-1 0 0,-6-7 0,13 11-628,-1 0 0,1 0-1,0 0 1,0 0 0,0-1-1,0 1 1,-1 0 0,1 0 0,0 0-1,0-1 1,0 1 0,0 0 0,0 0-1,-1 0 1,1-1 0,0 1-1,0 0 1,0 0 0,0-1 0,0 1-1,0 0 1,0 0 0,0-1 0,0 1-1,0 0 1,0 0 0,0-1 0,0 1-1,0 0 1,0 0 0,0-1-1,1 1 1,-1 0 0,0-1 0,5-15 1595,-2 9-1055,-1-1-1,0 1 1,-1 0 0,1-1-1,-1 1 1,0-13-1,-35-280 3948,-29-31-4116,-22-145-62,69 368-380,4 35 0,-5-124 0,17 175 0,1 0 0,1 0 0,0 0 0,2 0 0,1 0 0,0 1 0,2 0 0,0 0 0,2 0 0,11-20 0,-12 29-44,1 0-1,0 1 1,1 0 0,0 1-1,0 0 1,1 0 0,1 1-1,-1 1 1,2 0 0,-1 0-1,1 1 1,0 1 0,0 0-1,1 1 1,0 1 0,-1 0-1,2 0 1,-1 2 0,0-1-1,1 2 1,16 0 0,-23 1-286,0 1 1,0 0-1,-1 1 1,1-1-1,0 1 1,-1 1-1,0 0 1,1 0 0,-1 0-1,0 1 1,-1 0-1,1 0 1,-1 0-1,0 1 1,0 0-1,0 1 1,0-1-1,-1 1 1,0 0 0,0 0-1,-1 1 1,0-1-1,0 1 1,0 0-1,-1 0 1,0 0-1,0 1 1,-1-1-1,2 11 1,-1 1-3248,-1 39-1,-4 20-8191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4.483"/>
    </inkml:context>
    <inkml:brush xml:id="br0">
      <inkml:brushProperty name="width" value="0.035" units="cm"/>
      <inkml:brushProperty name="height" value="0.035" units="cm"/>
    </inkml:brush>
  </inkml:definitions>
  <inkml:trace contextRef="#ctx0" brushRef="#br0">1 212 21662,'111'-82'3012,"-14"49"-492,-15 3-451,-12 11-417,-6 5-352,-9 2-748,-6 1-552,-27 11 0,19-3-948,0-5-1080,-26 16-993,3-1-407,-29 30-3444,4-3-6614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5.372"/>
    </inkml:context>
    <inkml:brush xml:id="br0">
      <inkml:brushProperty name="width" value="0.035" units="cm"/>
      <inkml:brushProperty name="height" value="0.035" units="cm"/>
    </inkml:brush>
  </inkml:definitions>
  <inkml:trace contextRef="#ctx0" brushRef="#br0">10 4 6581,'-2'23'10922,"0"1"-7764,-1 30-2580,3-45-431,1-5-36,-1 1 0,0-1 0,0 1 0,0-1 0,0 1 0,-3 8 0,3-8 4,-1 0 0,1 0 1,0 0-1,0-1 0,1 1 1,-1 0-1,1 0 1,0 0-1,1 0 0,-1 0 1,1-1-1,0 1 0,0 0 1,0-1-1,5 7 0,-3-5-15,0 0-1,0 0 0,0-1 1,1 1-1,0-1 0,0 0 1,0 0-1,1-1 0,0 0 1,9 6-1,-1-3 41,4 1-241,-1 0 1,1-1 0,0-1-1,29 7 1,-42-12 30,0-1 1,0 1-1,0-1 0,1 0 1,-1-1-1,0 1 0,0-1 1,0 0-1,0 0 0,0 0 1,0-1-1,0 0 1,0 0-1,-1 0 0,1 0 1,-1-1-1,1 0 0,-1 0 1,0 0-1,0 0 0,6-7 1,-4 3-51,0-1 0,0 1 0,-1-1 0,0 0-1,-1-1 1,1 1 0,-2-1 0,1 0 0,-1 0 0,4-18 0,-7 24 119,0-2 75,-7-42 796,4 49-756,-4 3-54,5-4-47,1-1 0,0 1-1,-1 0 1,1 0 0,0-1 0,-1 1-1,1 0 1,0 0 0,0 0-1,0 1 1,0-1 0,0 0 0,0 0-1,0 1 1,0-1 0,0 0 0,1 1-1,-1-1 1,1 1 0,-1-1-1,1 1 1,-1-1 0,1 1 0,0-1-1,0 1 1,0-1 0,0 1-1,0 2 1,3 6 5,0 0-1,1-1 1,1 0-1,-1 0 1,1 0-1,1 0 1,0-1 0,0 0-1,0 0 1,1 0-1,0-1 1,1 0-1,-1-1 1,2 1-1,-1-1 1,0-1 0,1 0-1,0 0 1,0-1-1,17 6 1,-4-1-192,-17-7 76,0 1 0,1-1 0,-1 0 1,1 0-1,0 0 0,-1-1 0,1 0 1,0 0-1,0 0 0,0-1 0,0 0 0,0 0 1,0 0-1,8-2 0,-6-1-44,1 0-1,-1-1 1,1 1 0,-1-2-1,0 1 1,0-1-1,-1 0 1,0-1 0,0 0-1,0 0 1,0 0 0,-1-1-1,0 0 1,-1 0-1,1 0 1,7-17 0,0-4 261,-1-1 1,-2 0-1,12-50 1,-11 35 528,-9 40-540,-1-1 0,1 1 0,0 0-1,0 0 1,5-7 0,-5 9 619,-5 3-702,-1 1 0,1 0 0,0-1 1,-1 1-1,1 0 0,0 1 0,0-1 0,0 1 0,1-1 1,-5 6-1,3 0-13,1-1 1,-1 2 0,2-1-1,-1 0 1,1 0 0,1 1-1,-1 0 1,1 10 0,-1-3 41,1-9-17,0 0 0,1 0 1,0 0-1,1 0 0,1 10 1,-1-10 9,0-2 88,14 5 197,-13-9-318,0-1-1,0 1 1,0-1 0,0 0 0,-1 0 0,1 0-1,0 0 1,0 0 0,0 0 0,0 0 0,0-1 0,-1 1-1,1-1 1,0 1 0,0-1 0,0 0 0,-1 1-1,1-1 1,0 0 0,-1 0 0,3-2 0,2-1 21,255-160 3217,-199 128-2424,-59 34-813,1 1 1,-1-1 0,0 1-1,0-1 1,1 1-1,-1 0 1,1 1-1,-1-1 1,1 0-1,4 1 1,-2-1-44,-6 1 23,0 0 0,1 0-1,-1 0 1,0 0 0,0 0-1,0 0 1,1 0 0,-1 0-1,0 0 1,0 0 0,0 0-1,0 0 1,1 0 0,-1 0-1,0 0 1,0 0 0,0 0-1,1 0 1,-1 0 0,0 0-1,0 0 1,0 0 0,0 0-1,1 1 1,-1-1 0,0 0-1,0 0 1,0 0 0,0 0-1,0 0 1,0 0 0,1 1-1,-1-1 1,0 0 0,0 0-1,0 0 1,0 0 0,0 1-1,0-1 1,0 0 0,0 0-1,0 0 1,0 1 0,0-1-1,0 0 1,0 0 0,0 1-1,7 15-751,-2 1 0,0 0-1,0 0 1,-2 1 0,0-1 0,-1 1 0,-1 28-1,-1-45 654,-1 11-2081,1 1 0,0-1 0,2 16 0,5 2-7598</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6.526"/>
    </inkml:context>
    <inkml:brush xml:id="br0">
      <inkml:brushProperty name="width" value="0.035" units="cm"/>
      <inkml:brushProperty name="height" value="0.035" units="cm"/>
    </inkml:brush>
  </inkml:definitions>
  <inkml:trace contextRef="#ctx0" brushRef="#br0">466 1145 5485,'-90'14'1047,"78"-12"-737,1 0 1,0 1-1,0 1 1,0 0-1,1 0 1,0 1-1,-11 7 1,-9 4 489,-60 31 1974,80-43-2260,1 1-1,0 0 0,0 1 0,0 0 0,1 1 0,0 0 0,-9 9 0,2-2 338,9-9-510,0 1 0,0 0 1,0 0-1,1 0 0,0 1 0,0 0 0,0 0 0,1 0 0,0 1 0,1 0 0,-5 15 0,7-21-266,1 0 0,-1 1 0,1-1 0,0 1 0,0-1 0,0 0 0,1 1 0,-1-1 1,1 1-1,-1-1 0,1 0 0,0 1 0,-1-1 0,1 0 0,1 0 0,-1 0 0,0 0 0,0 0 0,1 0 0,-1 0 0,1 0 0,-1 0 0,1-1 0,0 1 0,0-1 0,0 1 0,0-1 0,0 0 0,0 1 0,0-1 0,0 0 0,1-1 0,-1 1 0,3 1 0,9 1 141,-1 0-1,0-1 1,1 0 0,23-1-1,-24-1-49,25 0 0,0-2-1,-1-2 1,1-2-1,-1-1 1,-1-1 0,1-2-1,60-27 1,-70 26-317,0-2-1,-1-2 1,0 0 0,-1-1 0,-1-2 0,23-21 0,-29 22-88,-1-2 0,-1 0 0,0-1 0,-1 0 0,-2-2 1,0 1-1,15-36 0,-8 7-154,-1-2 1,-4 0-1,-1-1 0,-3-1 1,-2 0-1,-2 0 1,-2-97-1,-22-109 647,8 149 323,7 70-142,-2 1 0,-10-43 0,9 44-107,3 29-231,-3 27 7,-2 23 183,2 1-1,-1 73 1,6-98-196,1 152 1226,31 219 0,-24-324-1222,4-1 0,3 0 1,2-1-1,28 66 1,-36-105-282,2 0 0,1-1 1,0 0-1,2-1 1,0-1-1,1 0 0,1-1 1,0-1-1,2 0 1,21 16-1,-36-30 106,1-1 1,0 1-1,0-1 0,0 0 0,1 0 1,-1 0-1,0-1 0,1 1 1,-1-1-1,1 0 0,-1-1 1,1 1-1,-1-1 0,1 0 0,0 0 1,7-1-1,-5 0-29,0-1 0,0 0-1,0 0 1,0 0 0,0-1-1,-1 0 1,0-1 0,1 1 0,6-6-1,-4 0-66,0 1 0,-1-1-1,0-1 1,0 0 0,-1 0-1,0-1 1,0 1-1,4-14 1,-5 13 48,9-20-74,-1 0 0,-2-2 0,-1 1 0,8-41 1,-19 70 703,2 7-196,21 81 671,12 34-198,-23-88-512,-2-4 125,16 31 1,-21-48-311,1-2 1,-1 1 0,1-1-1,1 0 1,0 0 0,0-1 0,9 8-1,-8-8-78,1 0-1,0-1 0,0-1 0,1 1 1,-1-1-1,1-1 0,0 0 1,12 3-1,-19-6-27,1 0 0,0-1-1,-1 1 1,1-1 0,0 1 0,-1-1 0,1 0 0,0-1 0,0 1-1,-1-1 1,1 1 0,-1-1 0,1 0 0,-1-1 0,1 1 0,-1-1 0,1 1-1,-1-1 1,0 0 0,0 0 0,0 0 0,0-1 0,0 1 0,-1-1-1,1 1 1,3-6 0,5-6-70,-6 7 63,0 1 1,-1-1-1,1 1 1,-1-1 0,-1 0-1,5-13 1,9-46-60,-16 61 252,2 5 34,0-1-164,-1 1 0,1 0 0,-1-1 0,1 1 0,-1 0 0,1 0 0,-1 1 0,1-1 0,-1 0 0,1 1 0,-1 0 0,1-1 0,3 3 0,25 21 755,-14-10-381,18 14 331,58 35 0,-77-54-766,1 0-1,0-1 1,0 0-1,1-2 1,0 0-1,22 4 1,-36-9-466,-6-3-1246,-4-5 1492,0 1-1,0 0 1,0 0-1,-1 1 0,0 0 1,-10-6-1,-52-25-764,34 18 754,15 7 203,5 4 456,0-1 1,1-1 0,0 0-1,-21-18 1,35 27-391,0 0 0,0 0 0,0 0 0,0 0 0,0 0 0,0 0 0,0 0 0,0-1 0,0 1 0,-1 0 0,1 0 0,0 0 0,0 0 0,0 0 0,0 0 0,0 0 0,0-1 0,0 1 0,0 0 0,0 0 0,0 0 0,0 0 0,0 0 0,0 0 0,0-1 0,0 1 0,0 0 0,0 0 0,0 0 0,0 0 0,0 0 0,0 0 0,0 0 0,0-1 0,0 1 0,0 0 0,1 0 0,-1 0 0,0 0 0,0 0 0,0 0 0,0 0 0,0 0 0,0-1 0,0 1 0,0 0 1,3-5 181,1 1 0,-1-1 0,1 1 0,-1 0 0,1 0 0,0 0 1,1 0-1,-1 0 0,1 1 0,0 0 0,-1 0 0,1 0 1,0 1-1,1 0 0,-1 0 0,7-2 0,12-2 172,0 1 1,0 1-1,1 1 0,0 1 1,-1 1-1,39 4 0,-58-2-327,0-1 1,-1 1-1,1 1 0,-1-1 1,0 0-1,1 1 0,-1 0 1,0 0-1,0 0 0,0 1 1,0-1-1,5 6 0,-3-4-13,-4-2-3,-2 3-57,0 45-267,0-46 72,0 16-309,0 1 265,0-17 2,7-5-61,-1-1 360,0 1-1,1-1 1,-1-1-1,0 1 1,0-1-1,7-5 1,41-30 379,-3 3-10,-31 26-218,1 1 0,0 1 0,0 1 1,0 1-1,1 0 0,0 2 0,0 0 0,0 2 0,0 0 0,30 4 1,-39-1-114,-1 0 1,0 0-1,0 1 1,0 1-1,0 0 1,-1 0-1,0 1 1,1 1 0,-2 0-1,1 0 1,-1 1-1,0 1 1,0 0-1,-1 0 1,0 1-1,0 0 1,13 18 0,-20-23-145,-1 0 0,1 0 0,0 0 0,-1 0-1,0 0 1,0 0 0,0 1 0,-1-1 0,1 0 0,-1 1 0,0-1 0,0 0 0,0 0 0,-2 7 0,0 14-712,2-11 209,1-8 198,-1 0-1,0 1 0,-1-1 1,-1 11-1,1-15 179,0 1-1,0-1 1,0 0-1,0 1 1,0-1-1,-1 0 1,1 0-1,-1 0 1,1 0-1,-1 0 1,0-1-1,1 1 1,-1 0-1,0-1 1,0 1-1,-3 0 1,-1 2-626,-25 12-2182,2-12-3711,-9-6-3872</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6.666"/>
    </inkml:context>
    <inkml:brush xml:id="br0">
      <inkml:brushProperty name="width" value="0.035" units="cm"/>
      <inkml:brushProperty name="height" value="0.035" units="cm"/>
    </inkml:brush>
  </inkml:definitions>
  <inkml:trace contextRef="#ctx0" brushRef="#br0">209 5 7209,'-112'0'-732,"64"-4"-1177,0 19 325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6.838"/>
    </inkml:context>
    <inkml:brush xml:id="br0">
      <inkml:brushProperty name="width" value="0.035" units="cm"/>
      <inkml:brushProperty name="height" value="0.035" units="cm"/>
    </inkml:brush>
  </inkml:definitions>
  <inkml:trace contextRef="#ctx0" brushRef="#br0">1 190 14617,'37'-20'3299,"62"-25"0,-70 33-2363,10-2 699,1 1 0,0 3 0,57-8 0,-11 2-143,-29 3-866,50-9 772,-87 19-3189,31 0 0,-53 3 1351,1 0 0,-1 1 1,0-1-1,0 1 0,1-1 0,-1 1 1,0 0-1,0 0 0,1 0 1,-1 0-1,-1 2 0,-8 3-1064,-33 17-5597,-1-3-4658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7.484"/>
    </inkml:context>
    <inkml:brush xml:id="br0">
      <inkml:brushProperty name="width" value="0.035" units="cm"/>
      <inkml:brushProperty name="height" value="0.035" units="cm"/>
    </inkml:brush>
  </inkml:definitions>
  <inkml:trace contextRef="#ctx0" brushRef="#br0">327 613 12005,'-49'13'2096,"39"-11"2368,7 2-3569,-17 28 157,5-9-495,0 0 0,-36 40 0,43-53-453,0-1 1,0 2-1,-9 17 1,11-18-68,4-7 320,4-4-351,-1 1 0,1-1-1,-1 1 1,1-1 0,-1 0 0,0 0 0,0 1 0,1-1 0,-1 0 0,0 0 0,0 0 0,1-2-1,5-2 9,0 0-14,0-1 0,-1 1 0,0-1-1,1-1 1,-2 1 0,1-1-1,-1 0 1,6-11 0,-8 13-79,-1-1 0,0 1 1,0 0-1,0-1 0,-1 0 1,1 1-1,-2-1 0,1 0 1,0 0-1,-1 0 0,0 1 1,-1-1-1,-1-11 0,1 10-71,-1 1-1,0 0 0,0 0 1,0-1-1,0 1 1,-1 1-1,0-1 0,0 0 1,-1 1-1,0 0 0,0 0 1,0 0-1,0 0 0,-1 0 1,1 1-1,-7-5 0,-40-41-545,50 48 1616,2-2-507,0 0-347,0-1 0,0 1 0,1 0-1,0 0 1,0 0 0,0 0 0,0 0-1,0 0 1,1 1 0,0-1 0,0 1 0,0 0-1,0 0 1,0 0 0,0 0 0,1 0-1,6-3 1,28-21 454,-1-2-1,44-43 0,16-14 1004,-27 22-5,-49 43-812,1 1 1,33-24-1,-30 27-176,-11 6 105,1 1 1,0 1-1,1 0 0,-1 1 1,30-10-1,-44 18-617,0-1-1,0 1 1,0 0-1,0-1 1,0 1-1,0 0 1,0 0 0,0 0-1,0 0 1,0 0-1,0 0 1,0 0-1,0 0 1,0 0-1,0 1 1,0-1 0,0 0-1,0 1 1,0-1-1,0 0 1,1 2-1,0 0-9,0 0 0,-1 1 0,1-1 0,-1 1 0,1-1 0,-1 1 0,0 0 0,0-1 0,1 4 0,3 10-8,-1-1 0,-1 1 0,0 0 0,-1 0 0,0 30 0,-12 87 0,7-94 0,-53 351 0,37-272 0,-89 496 0,42-247 0,28-189 0,-80 234 0,108-381-171,-2 1 0,-1-2 0,-31 54 1,41-79-63,0 0 1,0 0-1,-1 0 1,0-1-1,0 0 1,0 0-1,-1 0 0,1 0 1,-1-1-1,0 1 1,0-1-1,0 0 1,-6 2-1,5-4-187,1 1-1,-1-1 0,0-1 0,1 1 0,-1-1 1,1 0-1,-1 0 0,0 0 0,1-1 1,-1 0-1,0 0 0,1 0 0,-10-4 0,4 0-1441,-1 0-1,1 0 0,-17-11 1,-35-32-10641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8.319"/>
    </inkml:context>
    <inkml:brush xml:id="br0">
      <inkml:brushProperty name="width" value="0.035" units="cm"/>
      <inkml:brushProperty name="height" value="0.035" units="cm"/>
    </inkml:brush>
  </inkml:definitions>
  <inkml:trace contextRef="#ctx0" brushRef="#br0">768 1 9577,'0'2'61,"-4"6"345,1 1 1,-1 0-1,-1-1 0,0 0 1,0 0-1,0 0 0,-1-1 1,0 0-1,-14 12 0,3-2 455,1 0 0,1 1 0,1 0 0,-22 36 0,6-9-139,-173 264 1473,108-160-1645,-69 106-286,148-233-1151,0 0 0,-35 34 0,51-56 818,-1 0 0,1 1 0,0-1 0,-1 1 0,1-1 0,0 0 0,-1 1-1,1-1 1,-1 0 0,1 1 0,-1-1 0,1 0 0,-1 1 0,1-1 0,-1 0-1,1 0 1,-1 0 0,1 0 0,-1 0 0,1 1 0,-1-1 0,1 0 0,-1 0-1,1 0 1,-1 0 0,1 0 0,-1-1 0,1 1 0,-1 0 0,1 0 0,-1 0-1,1 0 1,-1 0 0,1-1 0,-1 1 0,1 0 0,-1-1 0,1 1 0,-1 0-1,1-1 1,0 1 0,-1 0 0,1-1 0,-1 1 0,1-1 0,0 1 0,0-1 0,-1 1-1,1 0 1,0-1 0,0 1 0,-1-2 0,0-2-727,-1-1 1,1 0-1,-1 1 1,2-1-1,-1 0 1,0-7-1,3-27-6064</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8.517"/>
    </inkml:context>
    <inkml:brush xml:id="br0">
      <inkml:brushProperty name="width" value="0.035" units="cm"/>
      <inkml:brushProperty name="height" value="0.035" units="cm"/>
    </inkml:brush>
  </inkml:definitions>
  <inkml:trace contextRef="#ctx0" brushRef="#br0">32 3 13537,'-14'-2'288,"-4"1"3388,20 4-1540,10 5-627,75 50 4357,-59-38-4774,-1 1 1,27 28-1,0 0-116,-34-32-847,212 194 1599,-204-182-2372,-1 1 1,-2 1 0,-1 1 0,-2 1-1,31 61 1,-50-87-227,-1 0 0,1 0 0,-1 1 0,-1-1 0,1 0 0,-1 1 0,0-1 0,-1 0 0,0 1 0,-1 8 0,0 6-3777,1 6-7414</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8.792"/>
    </inkml:context>
    <inkml:brush xml:id="br0">
      <inkml:brushProperty name="width" value="0.035" units="cm"/>
      <inkml:brushProperty name="height" value="0.035" units="cm"/>
    </inkml:brush>
  </inkml:definitions>
  <inkml:trace contextRef="#ctx0" brushRef="#br0">31 1 17238,'-15'11'2504,"0"-4"-396,22 15-332,5 4-324,-9 4-312,1 0-256,0 18-175,-1 23-105,-3-19-264,-3 0-328,3 0-776,7-7-281,-3-23-543,-4 8-768,-4-4-1136,-11-15-13046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9.094"/>
    </inkml:context>
    <inkml:brush xml:id="br0">
      <inkml:brushProperty name="width" value="0.035" units="cm"/>
      <inkml:brushProperty name="height" value="0.035" units="cm"/>
    </inkml:brush>
  </inkml:definitions>
  <inkml:trace contextRef="#ctx0" brushRef="#br0">261 1 18310,'-7'22'2464,"3"4"-528,-11-4-256,0 16-336,0-1-332,4 4-203,-4 11-173,-7 3-188,0 5-352,3-4-672,4-4-437,-11-4-391,8-7-800,-5-11-724,12-15-3185,-11-4-5400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9.377"/>
    </inkml:context>
    <inkml:brush xml:id="br0">
      <inkml:brushProperty name="width" value="0.035" units="cm"/>
      <inkml:brushProperty name="height" value="0.035" units="cm"/>
    </inkml:brush>
  </inkml:definitions>
  <inkml:trace contextRef="#ctx0" brushRef="#br0">417 15 14301,'-18'-12'2120,"14"10"-132,1 2-194,-5 2-1043,6-2-623,-1 0 0,1 0 0,0 1-1,-1 0 1,1-1 0,0 1 0,0 0-1,0 0 1,-1 0 0,1 0 0,0 0 0,0 1-1,1-1 1,-1 0 0,0 1 0,0 0-1,1-1 1,-1 1 0,1 0 0,-1 0 0,1 0-1,0 0 1,-2 3 0,-110 226 2522,55-107-2245,-30 101-1642,68-166 120,-9 10-4900,29-68 5912,0-1 1,0 0-1,0 0 0,0 0 0,0 0 1,0 0-1,0 1 0,0-1 0,-1 0 1,1 0-1,0 0 0,0 0 0,0 0 1,0 1-1,0-1 0,0 0 0,0 0 1,0 0-1,0 0 0,0 0 0,-1 0 1,1 0-1,0 1 0,0-1 0,0 0 1,0 0-1,0 0 0,0 0 0,-1 0 1,1 0-1,0 0 0,0 0 0,0 0 1,0 0-1,0 0 0,-1 0 0,1 0 1,0 0-1,0 0 0,0 0 0,0 0 1,-1 0-1,1 0 0,0 0 0,0 0 1,0 0-1,0 0 0,0 0 0,-1 0 1,1 0-1,0 0 0,0 0 0,0-1 1,0 1-1,0 0 0,-1 0 0,-20-9-9645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9.579"/>
    </inkml:context>
    <inkml:brush xml:id="br0">
      <inkml:brushProperty name="width" value="0.035" units="cm"/>
      <inkml:brushProperty name="height" value="0.035" units="cm"/>
    </inkml:brush>
  </inkml:definitions>
  <inkml:trace contextRef="#ctx0" brushRef="#br0">1 0 17554,'33'0'2636,"-3"0"-288,11 4-240,18 18-328,-18 8-435,11 4-233,4 10-204,3 1-120,1 7-204,3-4-136,-4 4-288,1 4-428,-15 0-520,-1-12-640,-3 8-777,-22-22-1143,-8 4-3632,4-5-6790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49.974"/>
    </inkml:context>
    <inkml:brush xml:id="br0">
      <inkml:brushProperty name="width" value="0.035" units="cm"/>
      <inkml:brushProperty name="height" value="0.035" units="cm"/>
    </inkml:brush>
  </inkml:definitions>
  <inkml:trace contextRef="#ctx0" brushRef="#br0">1 148 13101,'81'-65'5121,"-76"61"-4768,-1 1 1,1 0-1,0 0 0,0 0 0,0 1 0,0 0 0,0 0 0,1 0 1,-1 0-1,10 0 0,20-7 1743,133-37 2958,-161 47-4658,-2 1-252,-3-1-117,0-1 0,0 1 0,-1 0 0,1 0 0,0 0 0,0 0 0,-1 0 0,1 0 1,-1 0-1,1 0 0,-1 1 0,1-1 0,1 3 0,-3 4-7,-1 1 0,0 0 0,0-1 0,-1 1 0,0 0 1,0-1-1,-6 14 0,5-15-21,-40 103-185,25-67 28,-16 54-1,31-85 166,0 0 0,0 0 0,1 0 0,0 24 0,2-32 23,0-1 0,0 1 0,1-1 0,-1 1 0,1 0 0,0-1 0,0 1 0,1-1 0,-1 0 0,1 1 0,-1-1 0,1 0 0,0 0 0,0 0 0,0 0 0,1-1 0,-1 1 0,1 0 0,0-1 0,-1 0-1,5 3 1,-1-2 23,0 1 0,1-2 0,0 1 0,-1-1 0,1 0 0,0 0 0,0-1 0,0 0 0,0 0 0,10 0-1,8-2 147,36-5-1,-33 3-393,0-2 0,1-1 0,39-15 1,-56 16-408,-1 1 1,0-2 0,1 0 0,-2 0-1,1-1 1,-1 0 0,0-1 0,-1 0-1,17-18 1,-5 2-7247,1 8-6034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0.179"/>
    </inkml:context>
    <inkml:brush xml:id="br0">
      <inkml:brushProperty name="width" value="0.035" units="cm"/>
      <inkml:brushProperty name="height" value="0.035" units="cm"/>
    </inkml:brush>
  </inkml:definitions>
  <inkml:trace contextRef="#ctx0" brushRef="#br0">525 0 18538,'-4'56'2484,"-15"-4"-444,1 0-308,-1 8-348,-7 10-320,-7 8-211,3 15-273,-11 4-200,0 7-312,-3-11-604,10 3-528,-3-6-277,4-12-763,-12-19-432,4-14-984,-4-8-1845,31-22-4308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0.367"/>
    </inkml:context>
    <inkml:brush xml:id="br0">
      <inkml:brushProperty name="width" value="0.035" units="cm"/>
      <inkml:brushProperty name="height" value="0.035" units="cm"/>
    </inkml:brush>
  </inkml:definitions>
  <inkml:trace contextRef="#ctx0" brushRef="#br0">86 1 14985,'-56'48'1853,"41"-40"-249,0 3 732,27 7-1688,-1-3-280,7-4-276,1 1-492,3-9-644,4 1-1028,0-19-3413,0 4-4416</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0.527"/>
    </inkml:context>
    <inkml:brush xml:id="br0">
      <inkml:brushProperty name="width" value="0.035" units="cm"/>
      <inkml:brushProperty name="height" value="0.035" units="cm"/>
    </inkml:brush>
  </inkml:definitions>
  <inkml:trace contextRef="#ctx0" brushRef="#br0">53 0 17930,'0'0'4240,"-22"4"-2892,3 3-776,11 16-6072,5-1-49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0.685"/>
    </inkml:context>
    <inkml:brush xml:id="br0">
      <inkml:brushProperty name="width" value="0.035" units="cm"/>
      <inkml:brushProperty name="height" value="0.035" units="cm"/>
    </inkml:brush>
  </inkml:definitions>
  <inkml:trace contextRef="#ctx0" brushRef="#br0">86 1 19918,'-11'22'2096,"4"-4"2200,-16 8-11216,-10 8 1147,22-23-4860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0.828"/>
    </inkml:context>
    <inkml:brush xml:id="br0">
      <inkml:brushProperty name="width" value="0.035" units="cm"/>
      <inkml:brushProperty name="height" value="0.035" units="cm"/>
    </inkml:brush>
  </inkml:definitions>
  <inkml:trace contextRef="#ctx0" brushRef="#br0">376 1 14181,'-119'29'768,"75"-10"-516,-8-19-1040,-11 0-1432,3 15-1348,23 0-2073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1.220"/>
    </inkml:context>
    <inkml:brush xml:id="br0">
      <inkml:brushProperty name="width" value="0.035" units="cm"/>
      <inkml:brushProperty name="height" value="0.035" units="cm"/>
    </inkml:brush>
  </inkml:definitions>
  <inkml:trace contextRef="#ctx0" brushRef="#br0">942 13 17670,'-87'-11'2304,"83"10"-2109,0 1 0,0 0 0,0 0 0,0 0-1,0 1 1,0-1 0,0 1 0,0 0 0,1 0-1,-1 0 1,0 1 0,1-1 0,-1 1 0,1 0-1,-6 3 1,0 1 230,-10 8 59,1 0-1,0 0 1,1 2-1,1 0 1,1 1-1,-24 33 1,8-11-123,-291 397 1440,238-318-1874,-32 51-1450,82-115 556,-12 23-1714,41-61 146,11-33-15765</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1.424"/>
    </inkml:context>
    <inkml:brush xml:id="br0">
      <inkml:brushProperty name="width" value="0.035" units="cm"/>
      <inkml:brushProperty name="height" value="0.035" units="cm"/>
    </inkml:brush>
  </inkml:definitions>
  <inkml:trace contextRef="#ctx0" brushRef="#br0">0 37 16582,'4'-31'2622,"-5"30"-2586,1 1 0,0 0 0,0 0 0,0 0 0,0 0 0,0 0 0,0 0 0,0-1 0,0 1 0,0 0 0,0 0 0,0 0 0,0 0-1,0 0 1,0 0 0,0-1 0,0 1 0,0 0 0,0 0 0,0 0 0,0 0 0,0 0 0,0-1 0,0 1 0,0 0 0,0 0 0,0 0 0,0 0-1,0 0 1,0-1 0,0 1 0,0 0 0,0 0 0,1 0 0,-1 0 0,0 0 0,0 0 0,0 0 0,0 0 0,0-1 0,0 1 0,0 0 0,1 0-1,-1 0 1,0 0 0,0 0 0,0 0 0,0 0 0,0 0 0,1 0 0,-1 0 0,0 0 0,0 0 0,0 0 0,0 0 0,0 0 0,1 0 0,-1 0-1,0 0 1,0 0 0,0 0 0,0 0 0,0 0 0,1 0 0,-1 1 0,14 3 1492,-11-3-1221,1-1 0,-1 2-1,1-1 1,-1 0 0,0 1 0,1 0-1,-1 0 1,0 0 0,0 0 0,0 0-1,0 0 1,-1 1 0,1-1-1,2 4 1,173 180 2120,65 76 208,-206-220-3431,23 31-2967,-54-64 3086,0 1 1,-1-1-1,0 1 1,0 1 0,-1-1-1,5 17 1,2 16-7074,0-20-4989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3:51.866"/>
    </inkml:context>
    <inkml:brush xml:id="br0">
      <inkml:brushProperty name="width" value="0.035" units="cm"/>
      <inkml:brushProperty name="height" value="0.035" units="cm"/>
    </inkml:brush>
  </inkml:definitions>
  <inkml:trace contextRef="#ctx0" brushRef="#br0">116 0 12729,'-1'4'259,"1"-1"0,-1 0 1,0 1-1,0-1 0,0 0 0,-1 0 0,1 0 0,-1 0 0,1 0 0,-1 0 1,0 0-1,0-1 0,0 1 0,-1-1 0,1 1 0,-1-1 0,1 0 0,-1 0 1,-4 2-1,4 3 885,-23 118 1664,13-69-2265,3 6-97,7-43-264,0 1 0,-1-1 0,-9 25 0,12-41 1854,4-7-1827,176-203 1080,-161 186-807,1 2-1,30-25 0,-44 40-397,-1 1 0,0 0-1,1-1 1,-1 2-1,1-1 1,0 0 0,0 1-1,0 0 1,0 0 0,0 1-1,1-1 1,-1 1 0,1 0-1,-1 1 1,0-1-1,7 1 1,-8 1-34,0 0-1,0 0 0,1 0 1,-1 0-1,0 1 1,0-1-1,0 1 0,-1 0 1,1 1-1,0-1 1,-1 1-1,1-1 1,-1 1-1,0 0 0,0 0 1,0 0-1,0 1 1,-1-1-1,5 8 1,2 6 55,0 0 1,-1 1 0,0 0-1,-2 0 1,8 35 0,8 101-278,-5-25-1647,-6-79 177,4 23-2473,-11-27-6852</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4:02.169"/>
    </inkml:context>
    <inkml:brush xml:id="br0">
      <inkml:brushProperty name="width" value="0.035" units="cm"/>
      <inkml:brushProperty name="height" value="0.035" units="cm"/>
    </inkml:brush>
  </inkml:definitions>
  <inkml:trace contextRef="#ctx0" brushRef="#br0">550 181 5753,'-13'6'1053,"13"-6"-1014,-1 0 0,1 0-1,0 0 1,-1 0 0,1 0-1,-1 0 1,1 0 0,0 0-1,-1 0 1,1 0 0,0 0-1,-1 0 1,1-1-1,0 1 1,0 0 0,-1 0-1,1 0 1,0-1 0,-1 1-1,1 0 1,0 0 0,0-1-1,-1 1 1,1 0 0,0 0-1,0-1 1,0 1-1,-1 0 1,1-1 0,0 1-1,0 0 1,0-1 0,0 1-1,0 0 1,0-1 0,0 1-1,0 0 1,0-1 0,0 1-1,0-1 1338,-3-1-858,-21-17 450,21 17 152,-15 7 119,5 3-543,11-6 1347,-2-3-1416,-33-8 540,33 8-711,0 1-112,-95 7 1313,94-7-1177,-2 1-307,0 0-1,0 0 1,0 0-1,0 1 1,1 0-1,-1 0 1,0 1 0,-10 5-1,15-6-92,-3-2-14,-90 7 141,53-4-71,39-2-63,-1 0 3,-43 11 73,42-10 299,2-3-342,-28-5 99,28 5 211,6 1-289,49-13 262,-23 5-191,33-4 0,554-23 1327,-225 21-1350,-103 3-146,47-4-117,365-18 812,-583 29-275,-13-1 138,48-1 409,-146 6-927,79 4 846,-48-8 384,-38 1-2862,-4-6 417,4 7 670,0 0 0,0-1 0,-1 1 0,1 0 0,0 0 0,-1 0 0,0 0 0,1 0 0,-1 0 0,0 0 1,0 1-1,0-1 0,0 1 0,0-1 0,0 1 0,-3-1 0,-13-5-6527</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4:03.097"/>
    </inkml:context>
    <inkml:brush xml:id="br0">
      <inkml:brushProperty name="width" value="0.035" units="cm"/>
      <inkml:brushProperty name="height" value="0.035" units="cm"/>
    </inkml:brush>
  </inkml:definitions>
  <inkml:trace contextRef="#ctx0" brushRef="#br0">45 193 7453,'0'0'7306,"-4"0"-6290,-37-3 7249,60-5-6705,-15 6-1453,0 0 0,1 0 0,-1 1 0,1-1 0,0 1 0,-1 1 0,1-1 0,0 1 0,0-1 0,8 2 0,0-1 28,534-22 2441,-224 4-1570,386-1 372,-379 12-1054,756-2 210,-859 10-497,425-24-37,-500 20 0,-104-4 0,-37 6 0,23 1 0,12 0-203,-50 0-272,1-1-1,0 0 0,-1 1 1,1-1-1,0-1 0,-6-2 1,-5-2-728,-36-10-4168,13 4-1287,-26-8-6361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4:43.932"/>
    </inkml:context>
    <inkml:brush xml:id="br0">
      <inkml:brushProperty name="width" value="0.035" units="cm"/>
      <inkml:brushProperty name="height" value="0.035" units="cm"/>
    </inkml:brush>
  </inkml:definitions>
  <inkml:trace contextRef="#ctx0" brushRef="#br0">5289 71 10465,'1'0'261,"-1"0"-1,0 0 1,1 0 0,-1 0-1,0 0 1,1 0 0,-1 0-1,0 0 1,1 0 0,-1 0-1,0-1 1,1 1 0,-1 0 0,0 0-1,1 0 1,-1 0 0,0-1-1,0 1 1,1 0 0,-1 0-1,0-1 1,0 1 0,0 0-1,1 0 1,-1-1 0,0 1-1,0 0 1,0-1 0,0 1 0,0 0-1,1-1 1,-14-2 2995,-40 3-4035,21 0 1536,-82-9-345,-81-3-24,-219 10-6,19 0 74,294-3-383,-62 0-40,-122 5 18,127 7-58,20 0 19,-48 8-6,19 0 161,-134 12-33,104-5 50,-330 30 306,403-31-482,60-8-7,0 2 90,-78 29 0,30-7-164,-110 47 58,110-38-26,61-24 43,0 2 1,2 2-1,1 3 0,1 1 1,1 3-1,2 1 1,2 3-1,-40 43 1,11 6 49,17-18-6,23-29-96,-34 56-1,1 0 91,22-34-60,2 1 0,4 2 0,-38 87 0,52-107 13,16-34 6,1 1 0,-1-1 0,2 1 0,-1 1 0,-2 13 0,3-1 76,-15 71-93,17-87 31,2 1 1,-1-1-1,1 0 1,0 0-1,1 0 0,0 0 1,0 0-1,0 0 0,5 10 1,2 22 7,-2-15 20,1 1 1,2-1-1,0-1 1,2 0-1,17 30 1,-9-17-23,11 15 10,1-2 0,71 85 1,-30-52-96,161 142 0,-161-168 7,2-4 1,3-2-1,94 45 1,-131-77 37,1-2 0,58 16 1,-22-7-15,188 43 64,-166-47-96,153 16 48,-80-16-10,44 1-40,-53-9 51,87 1 1,-114-11-11,316-12-9,-134-3-28,73 4 0,33-1-65,-271 4 112,138-3 46,-269 7-40,534-11-55,-109-35 106,-371 37-89,132-19 50,115-13-90,450-9-99,-535 34 114,380-25 25,-139-25 152,-77-11-37,-333 63-100,30-7 1,-40 4 142,130-41-179,-140 41 219,85-44 0,-122 54 52,1-1 0,-1 0 0,-1 0 0,0-1 0,16-17 0,-21 19-93,0 0 0,0 0 0,-1-1 0,-1 1 0,1-1 0,-1 0-1,0 0 1,-1-1 0,0 1 0,2-12 0,4-13 183,-6 24-146,0 0 1,-1-1-1,0 0 1,1-15-1,3-32 562,-4 43-554,-1 0-1,0 1 1,0-16 0,-7-16 65,-1 1 0,-17-54 0,8 36-83,-1 7-18,-2 1 0,-3 0 0,-42-73 0,38 84-27,-1 2-1,-3 0 1,-42-44-1,34 40-58,-85-81 152,42 47-115,32 31-51,-59-42-1,45 39-8,-8-3-1,-108-62 1,139 92-6,-23-11 1,-68-27 0,65 32 2,-5 0 16,-126-36 0,-80-1 46,-103-11-114,167 41 39,-19 3 35,22 4 109,134 17-152,-88-16 45,24 3-49,100 21-23,-134-22 45,-305-39 180,466 63-195,-9 1 7,1-2 0,-1-1 0,1-1 0,0 0 0,-39-19 0,59 24 6,0 0 0,-1 1 1,1-1-1,-1 0 0,1 1 1,-1-1-1,1 1 0,-1 0 1,1-1-1,-1 1 0,1 0 1,-1 0-1,1 0 1,-3 0-1,-3 0-1,-13-3-12,16 3-36,1-2 51,-69-21 78,70 22-79,0 0-1,0 1 1,0-1 0,0 1-1,0 0 1,0-1 0,0 1-1,0 0 1,0 0 0,0 0-1,0 1 1,-3 0-1,2-1 0,0 1-1,0-1 0,1 0 1,-1 0-1,0 0 0,0 0 1,0 0-1,-5-2 0,-20-3 16,-42-2-1,47 5-4,-1 0-1,1-2 0,-41-10 0,56 12-18,0 1 0,0-1-1,0 2 1,-15 0 0,18 0 3,1 0-38,0-1 46,-37-5 15,38 5-10,-2 1-49,-7-1-446,-1 0 0,1 1 0,-1 1-1,-19 3 1,29-3-1391,-6-1-5282,-1-2 4482,0 0-163,-16-1-8395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6:36.400"/>
    </inkml:context>
    <inkml:brush xml:id="br0">
      <inkml:brushProperty name="width" value="0.035" units="cm"/>
      <inkml:brushProperty name="height" value="0.035" units="cm"/>
    </inkml:brush>
  </inkml:definitions>
  <inkml:trace contextRef="#ctx0" brushRef="#br0">820 30 5553,'-22'-30'8263,"24"32"-8010,20 13 245,-20-13 1419,-21 2-1677,-43 8-88,44-9-42,1 0 0,-31 11 0,-7 0 270,50-12-358,0 0 0,0-1-1,-1 1 1,1-1 0,-10 0 0,-6 3 48,7-1 23,-1 0-42,0 0 0,1 2 1,-1 0-1,1 0 0,-17 10 1,30-14-47,0 0 0,0-1 1,0 1-1,0-1 0,-1 1 0,1-1 1,0 1-1,0-1 0,0 1 1,-1-1-1,1 0 0,0 0 0,0 0 1,-3 0-1,-4 1 18,-3 3-30,0 1 1,1 0-1,0 1 1,0 0-1,-10 7 1,-6 4-27,24-16 27,1 0 0,-1 1 1,0-1-1,1 0 0,-1 1 0,1-1 0,0 0 0,-1 1 0,1 0 0,-1 1 0,-13 14-133,5-8 143,1 0 1,0 1 0,1 0 0,0 0-1,-8 15 1,12-19-9,-1 1 12,-13 20 10,2-1-1,-14 31 1,18-31-20,4-10 54,0 0 0,-6 25 1,-14 60-79,6 1 0,-13 138 0,30-190 39,3 0 0,2 0 0,10 82 0,-1-63 10,-8-46 18,2-1 0,10 43 0,-6-41-14,-2 1-1,3 48 0,1 2 23,-6-19-39,-3-43-40,1 0 1,0 0-1,3 14 1,-1-6 50,3 39 1,-4-39-18,0-1 1,6 27-1,30 119 6,-27-114-37,2-1 1,33 87-1,-36-114 75,-5-12-42,0 0 0,1 0 0,0-1 0,1 0 0,14 19 0,48 50 110,-44-53-40,-15-15-59,0-2 1,23 19-1,-11-15-34,1-1-1,0 0 0,1-2 0,0-1 0,40 11 0,-53-17 41,-8-3-73,2 0 26,142 9 18,-142-10 44,-2 0-1,41-3 34,-39 3-41,-1 0 2,10-1-11,0 0 1,-1-1-1,20-4 1,-10-1-51,-1-1 0,0-1 0,41-22 0,-45 21 21,35-13 0,-5 2 167,-28 11-154,-9 4 36,1 0 0,-1 1 0,1 0 1,15-4-1,-25 9-39,0-1 1,0 0-1,0 0 1,0 0-1,0 0 0,0 0 1,-1 0-1,1-1 1,0 1-1,1-2 1,2-2 14,2 2-18,-1-1 0,0-1-1,0 1 1,0-1 0,0-1 0,6-7 0,-2 3 21,-7 7 18,-1 0-33,0-1 0,1 1 0,-1 0 0,1 0 0,0 0 0,4-4 0,-2 3 2,21-27 51,-23 29-27,-2-2-28,1 0 1,-1 0-1,1 0 0,0 1 0,0-1 1,4-4-1,-4 6-2,-2-1-7,0 0 1,0 0-1,0 0 0,1 0 0,-1 0 1,1 0-1,0 0 0,0 0 1,0 0-1,0 1 0,0-1 0,3-3 1,16-25-16,-17 28 56,-3 2-33,0-1 0,1 1 0,-1-1 1,1 1-1,-1-1 0,1 1 0,0-1 0,-1 1 0,1 0 0,0-1 0,0 1 0,0 0 1,1-1-1,11-18-49,18-52 393,-30 69-310,11-16 69,-6 5-41,0-1 0,0 0 0,-1-1 0,-1 1 0,-1-1-1,0 0 1,-1 0 0,-1 0 0,0-23 0,-1 13 47,2 0-1,6-30 1,-6 41-85,0 1 0,-1-21 1,2-17-12,6-69 35,0 1 25,-8 113-75,0-1 1,-1 1-1,0-14 1,-1 9 23,1 8 16,0 0 14,0-40 76,0 40-55,-1-1-60,-5-35-1,5 37 4,1-1-6,-9-23-7,7 24-30,1-1 21,-19-55 25,2 13-57,15 35 46,-1 0 0,0 1-1,-7-13 1,10 22-9,1 0 1,-1 0-1,1 0 0,0 0 0,-1 0 0,1 0 0,0 0 1,0 0-1,-1 0 0,1 0 0,0 0 0,0 0 0,0 0 0,0-1 1,0 1-1,1-2 0,0-3 17,-4-15 33,2 16-8,1 1-13,-4-45 52,2 36-42,1 0-1,0 0 1,1-25-1,1 35 31,-2-1-10,-23-113 192,23 115-265,0-3 24,1 0 1,-1 0-1,0 1 0,-1-1 1,1 0-1,-4-6 0,3 6 15,0 1-1,0-1 0,1 0 1,-1 0-1,1 0 0,0-8 1,0 9-11,1 0 0,-1 0 1,0 0-1,0-1 1,-1 1-1,1 0 0,-1 1 1,-2-6-1,1 3-1,0 1 0,1 0 0,0-1 0,-2-9 0,2 3-9,-1-7 42,-2-29 1,4 44-46,1-1 1,-1 0-1,0 1 1,0-1 0,-2-7-1,-1 0 7,3 8 29,-5-15 66,2 4-78,3 12 74,0 0-65,-11-21 16,10 21 5,0 1-41,-23-20 9,23 20 5,-1 0 13,-98-88 920,90 82-912,1 0 1,-1 0-1,0 1 0,0 0 1,-13-5-1,-33-21 163,43 24-212,-1 0-1,-30-12 0,30 15 15,1 0-1,1-2 0,-1 1 1,-14-13-1,15 12-17,0 0 1,0 0-1,0 1 1,-1 1-1,-15-5 1,11 4 10,3 1-56,12 5-35</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6:38.446"/>
    </inkml:context>
    <inkml:brush xml:id="br0">
      <inkml:brushProperty name="width" value="0.035" units="cm"/>
      <inkml:brushProperty name="height" value="0.035" units="cm"/>
    </inkml:brush>
  </inkml:definitions>
  <inkml:trace contextRef="#ctx0" brushRef="#br0">1120 204 5757,'15'-18'16166,"-26"17"-16081,0-1 0,1 0 1,-1 0-1,0-1 0,1-1 0,0 0 1,0 0-1,0-1 0,0 0 1,-16-12-1,8 6-29,-30-14 1,-30-11-18,58 25-25,0 1 1,-1 1-1,-1 1 0,1 1 1,-1 1-1,0 1 1,-26-3-1,31 7-8,0 1-1,0 1 1,0 1-1,-1 1 1,2 0 0,-1 1-1,-29 11 1,19-4 3,-1 2 1,2 0 0,-42 29-1,-14 6-21,66-37-3,10-7 9,1-1-1,-1 1 1,1 0-1,0 1 1,0-1 0,0 1-1,1 0 1,-1 1-1,-5 9 1,-7 12 19,7-14-14,2 1 1,-12 25-1,4-2-8,2 1-1,2 1 0,-12 66 1,5-1 9,7-42-15,-6 94-1,16-122 15,-2-1-1,-10 47 0,12-70-6,0 0-1,1 0 0,0-1 0,1 1 0,0 0 0,2 18 0,1 1 10,-3 117-29,0-112-9,2-1-1,11 57 1,2 28-46,30 241-73,-40-324 142,48 239-292,-40-220 185,2 0 0,24 54-1,-33-95 46,1 0 0,0 0 0,1-1 0,0 0 0,1-1 0,1 0 0,17 17 0,2-2-37,-16-14 51,0 0-1,24 16 0,-27-22 48,1 0 0,-1 0-1,1-1 1,0 0 0,0-1 0,15 3 0,-23-6 12,0 0-1,0 0 1,0 0 0,0 1-1,-1-1 1,1 1-1,0-1 1,-1 1 0,5 3-1,-2-1 0,-1-2-28,14 9-61,-10-7 92,0-1 1,0 0 0,1-1 0,-1 1 0,13 0 0,-20-3 3,3 1 27,0 0-14,33 9 8,-33-10-53,1 0 20,90-4 245,-90 4-224,1 0-1,-1-1 0,1 0 1,-1 0-1,6-3 1,2 1 1,-4 1-2,0 0-1,0-1 1,-1 0 0,1 0 0,9-6 0,10-3 24,-5 2 14,0-1 0,22-14 0,23-11 50,-58 31-83,-1 0-1,-1-1 1,1 0-1,13-12 0,0-1 24,-16 14-24,-1 0 0,0-1 0,0 0 0,0 0 0,5-8 0,13-16 2,-14 20 7,0-1 0,-1 0 0,0-1 0,0 1 0,-2-2 0,10-20 0,13-45-4,30-132 1,-25 64 65,-28 121-74,4-38-1,-1 4 39,32-147 207,-33 161-196,3-57 0,0 1 49,-7 81-68,-3 14-19,0 0 0,0-1-1,0 1 1,-1-13 0,0 4 29,0 1-1,3-21 1,-2 23-17,0 0 0,0 0-1,-1 0 1,-1 0 0,-1-13 0,-13-56 101,9 41-37,-1 1 1,-2 1-1,-2 0 0,-18-44 0,9 34 148,10 25 48,-15-28 0,22 45-257,-1-1 0,-1 1 1,1 1-1,-1-1 0,0 0 0,0 1 0,-1 0 0,-9-6 1,3 2 64,-1 0 1,2-1 0,-21-21-1,8 7 182,-1 0 0,-38-27 0,26 23-227,-27-15 33,4 4 78,0 3-167,56 34 10,-1 0 0,1 0 0,-1 0-1,0 1 1,-5-1 0,5 1-11,1 0 0,-1 0 0,1-1 0,0 1 0,-1-1 0,-5-3-1,1 0-849,0 1 0,-1 0 0,0 1-1,-10-2 1,16 4-1228,0 3-984,-19 10-2434,-10 15-3174</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6:51.975"/>
    </inkml:context>
    <inkml:brush xml:id="br0">
      <inkml:brushProperty name="width" value="0.035" units="cm"/>
      <inkml:brushProperty name="height" value="0.035" units="cm"/>
    </inkml:brush>
  </inkml:definitions>
  <inkml:trace contextRef="#ctx0" brushRef="#br0">2448 192 11825,'0'0'6449,"-1"-2"-5753,-12-23 292,12 23 2062,-1 1-3042,0 1-1,1-1 1,-1 0 0,0 1-1,0-1 1,0 0 0,1 0-1,-1 0 1,0 0 0,-1-2-1,-12-6 43,14 8-45,-10-4 52,1 0 0,-20-6 0,-39-19 52,44 22-101,-24-6-21,-1 1 0,-93-11-1,-21 6 11,-74 4-7,-169 24 185,317-4-100,24 0 8,-21 1 33,58-3-69,7-2-51,1 1-1,-1 1 0,1 1 1,0 1-1,-33 14 0,18-7-4,28-11 14,0 1 0,1 0 0,-1 0 0,1 1 0,-1-1 0,-6 7 0,10-8-12,1 0 0,-1 0 0,0 0 0,0-1 0,1 1 0,-6 1 0,-26 11-24,18-2 22,11-8 4,-1 1 0,1-1 0,-1-1 0,1 1 0,-10 3 0,15-7 5,0 0 0,0 0 0,0 1 0,0-1 1,0 1-1,0-1 0,0 1 0,0-1 0,1 1 0,-1-1 1,0 1-1,0 0 0,0-1 0,1 1 0,-1 0 0,0 0 1,1 0-1,-1 0 0,0 1 0,0-1 0,1 1 0,-1-1-1,0 0 1,0 0 0,0 0 0,0 0-1,0 0 1,0 0 0,0 0 0,0 0-1,-1 0 1,-1 1 0,-2 0-2,-15 11-14,-16 27 7,11-13 18,-49 60 30,-32 41 61,99-117-118,0 0 0,1 0 0,-6 16-1,-9 15 80,3-12-78,-17 45 0,9-20 19,18-36 13,1 0 0,-8 34 0,-4 10-85,10-35 81,1-1 0,2 2-1,-4 31 1,1 0-80,4-28 109,-3 58 0,5-31-112,1-38 47,1 0 0,3 35 0,10 89-11,-10-126 31,1-1 0,0 0 0,1 0 0,1 0 1,10 21-1,-14-36 2,0 0 0,0-1 0,0 1 0,-1 0 0,1 0 0,0 0 0,-1 0 0,0 0 0,0 0 0,0-1 0,0 4 0,0-3 2,-1 0 1,1-1 0,0 1-1,1 0 1,-1-1-1,0 1 1,1 0-1,-1-1 1,1 1-1,0-1 1,0 1-1,2 2 1,-1 1-4,1-1 0,-1 1 0,0 0 0,0 0 0,2 9 0,-3-9 2,0-1-1,0 0 1,1 0-1,-1 0 1,1 0-1,1 0 0,3 7 1,-2-7 1,2 4-10,0 0-1,0 0 0,-1 0 1,0 1-1,5 17 1,-7-19 3,0-1 1,0 1-1,1-1 1,0 0-1,1 0 0,9 12 1,-8-12 3,-1 0 0,0 0 0,0 1 0,-1 0 0,5 11 0,-6-12 2,0 0-1,1 0 0,0 0 1,0-1-1,1 1 1,0-1-1,0-1 1,0 1-1,8 6 1,-6-5-8,0 0 1,0 0 0,-1 1-1,1-1 1,4 11 0,-4-8 0,0-1 1,0 1-1,1-1 1,0-1-1,1 0 1,0 0-1,1 0 1,18 11-1,19 16-18,-18-13 19,1-1 0,1-2 0,44 21 0,104 33 26,-118-47-38,-45-18 13,0-1 0,28 9-1,-4-6-27,3 1 82,61 9 0,-53-15-44,0-2 1,96-7-1,-72-2-29,58-6-7,30-8 36,-133 16 1,31-8 0,-58 12-4,81-26 27,61-20 6,-122 38-28,83-36-16,-25 9 12,54-21 5,-8-7 90,-71 35-59,-11 3 66,43-32 0,-57 36 17,96-64 358,-93 61-421,-1-3-1,53-52 1,-86 79-53,1-1 1,-1 1-1,0 0 1,1 0-1,-1 0 1,1-1-1,-1 1 1,0 0 0,1-1-1,-1 1 1,0 0-1,0-1 1,1 1-1,-1 0 1,0-1 0,0 1-1,1 0 1,-1-1-1,0 1 1,0-1-1,0 1 1,0-1-1,0 1 1,1 0 0,-1-1-1,0 1 1,0-1-1,0 1 1,0-1-1,0-7-16,14-17 14,5 2 8,-14 16 19,1 0 0,-1-1 0,0 1 0,0-1 0,-1 0 0,3-8 0,2-7 106,16-28-1,-17 35-77,-6 11-35,0 1 1,0-1-1,-1 1 0,0-1 1,0 1-1,0-1 1,0-5-1,5-23 104,3 11 37,-1-2-1,-1 1 0,-1-1 1,-1 0-1,-1 0 0,2-47 0,-7 33 446,-10-63 0,5 70-347,-12-37-1,6 28-128,-10-35 85,-16-67 68,31 88 16,6 50-214,1 0-19,-18-74 151,18 74-233,-2 1 27,-14-28 18,15 28-8,0-1 7,-11-33 56,10 33-38,1 2-35,-1 0-1,1-1 1,-1 1 0,1 0 0,0-1-1,0 0 1,0 1 0,1-1 0,-1 0 0,0-2-1,-3-10 119,-8-28-31,11 38-52,-1 2-9,-10-31 19,11 31-17,0 2-37,0 0 1,0 0-1,0 0 0,0 0 0,0 0 1,0-1-1,0 1 0,0 0 1,1 0-1,-1 0 0,0-1 0,0-1 1,-1-2 6,-28-42 121,29 45-88,1 1-42,0 1 1,0-1-1,0 0 1,0 1-1,0-1 1,0 0-1,0 1 1,0-1-1,0 1 1,0-1-1,0 0 1,-1 1-1,1-1 1,0 1-1,0-1 1,-1 0-1,1 1 1,-1-1-1,1 1 1,-1-1-1,-15-24 122,14 22-120,-1 0-1,1 0 0,0 0 1,-1 1-1,0-1 0,1 1 1,-1-1-1,-4-2 0,2 2 3,1 0 3,2 1 13,-23-20 49,23 20-59,-1-1-6,-31-22 25,30 24 37,-14-10-52,-65-36 26,80 45-56,-11-5 30,9 3-13,-92-39 119,90 40-99,1 0 0,-1 0 0,0 1 0,-11-3 0,-7-2-54,-28-7 9,46 13 40,4 0-19,-2 1-14,-165-19-26,145 17 6,-159-7-40,80 3 146,-19 12 89,120-6-191,0 1-17,-31 5 14,30-5 50,1 0-24,-41 9-30,33-8 32,1 0-1,-1 0 1,1 1 0,-20 8-1,27-9-8,-1-2 20,-1 1-1457,-4 0 3841,1 0-2006,2 0-3416,2-1-2684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6:56.583"/>
    </inkml:context>
    <inkml:brush xml:id="br0">
      <inkml:brushProperty name="width" value="0.035" units="cm"/>
      <inkml:brushProperty name="height" value="0.035" units="cm"/>
    </inkml:brush>
  </inkml:definitions>
  <inkml:trace contextRef="#ctx0" brushRef="#br0">1368 0 8005,'0'0'94,"-1"0"1,0 1 0,0-1 0,0 0-1,0 0 1,0 0 0,0 0 0,0 1-1,0-1 1,0 1 0,0-1-1,1 0 1,-1 1 0,0-1 0,0 1-1,0 0 1,0 0 0,1 0 10,1-1 0,-1 1 1,1-1-1,-1 0 1,1 1-1,-1-1 0,1 0 1,-1 1-1,1-1 0,10 1 14175,-14-2-13948,-30-3 37,-1 1 1,1 2-1,-54 5 0,20-1-244,-55 5-50,52-3-50,47-4-35,-39 6-1,20-2 32,-1-1 0,-43-3 0,85-1-22,-5 1-1,-1-1-1,0 1 0,1 0 0,-1 1 0,1-1 0,0 1 0,-1 1 0,1-1 0,0 1 0,-9 6 0,14-9 5,0 1-1,-1 0 1,1-1 0,0 1 0,0 0 0,-1-1 0,1 1-1,-1-1 1,1 0 0,0 0 0,-1 1 0,1-1 0,-1 0-1,1 0 1,-2 0 0,-6 0-1,-4 4-13,-1 1 1,1 0-1,0 0 1,0 1 0,-15 11-1,-10 4-105,17-11 144,-31 18-15,49-26-23,-1-1 13,1 1 0,0-1 0,0 1 0,0 0 0,0 0 0,0 0 0,0 0 0,1 1 0,-3 2 0,2-3 6,2-1-9,0 0 0,-1 0 0,1 0 0,0 1 0,0-1 0,0 0 0,0 1 0,0-1 0,0 1 0,0 0 0,0-1 0,1 1 0,-1-1 0,0 3 0,1-2 0,-1 0 1,0 0-1,0 0 0,1 0 0,-1 0 0,0 0 1,-1-1-1,1 1 0,0 0 0,-3 2 0,-11 12-3,0 1-1,1 0 1,1 1-1,0 0 0,-14 30 1,8-7-94,3 1 0,-16 58-1,16-33-22,13-48 104,-1-1 0,0 0-1,-2 0 1,-13 31-1,15-41 7,1 0-1,0 0 0,1 1 1,0 0-1,0-1 0,1 1 0,0 0 1,0 16-1,1-18 7,-1 0 0,0 0 0,-1 0 0,0 0 0,0-1 0,-3 8 0,1-2 4,2-7-13,1 0-1,0 0 0,0 0 1,1 0-1,-1 0 1,1 8-1,1-9 12,-1 0 0,-1 0 0,1-1 1,0 1-1,-1 0 0,0 0 0,0-1 0,0 1 0,-2 5 0,-6 9-5,9-9-4,2 2 11,0 0 0,-1 0 1,0 1-1,0-1 0,-1 0 0,-2 14 0,0-10-13,0 1 0,2 0 0,0 20 0,1-28 17,-1 0 1,0 0-1,-1 1 0,-2 10 1,0 17 23,4 43-227,-2-53 112,4 39 1,5-40 210,-7-23-126,0 0 1,0 0-1,0 0 0,0-1 0,-1 1 0,1 0 1,-1 0-1,1 0 0,-1 0 0,0 0 1,0 0-1,0 1 0,0-1 0,0 2 0,-1 13-3,0-1-1,2 1 1,0-1-1,4 18 1,15 65-22,19 30 4,-37-123 26,4 13-70,-4-12 62,0 0 0,0-1 0,1 1-1,0-1 1,0 0 0,5 8-1,-7-13 1,0 0 0,-1 0 0,1 1 0,0-1 0,-1 1 0,1-1 0,0 0 0,-1 1 0,0-1 0,1 1 0,-1-1 0,0 3 0,0-2 6,0-1-1,1 1 1,-1 0 0,0-1 0,1 1-1,-1-1 1,1 1 0,-1-1-1,1 1 1,0-1 0,-1 0 0,3 3-1,8 9-24,-2-5 16,-2 0 1,1 0-1,5 11 1,6 8 14,-17-23-5,-1-1-5,5 5 6,0 0 0,0-1 0,1 1 0,0-1 0,0-1 0,10 8 0,-15-12-12,-1-2 9,0 0 0,1 1 0,-1-1 0,0 1 0,0-1 0,0 1 0,0 0 0,0-1 0,0 1 0,0 0 0,0 0 0,1 1 0,1 1 3,39 27 2,-34-26-7,-5-2 27,15 6 248,-2 0-347,0 0 1,28 22 0,-42-28 65,14 9 12,-9-7 0,0-1 1,0 0-1,13 4 1,8 3-47,-10-3 36,-10-5 7,1 1 0,-1 1 0,14 7 0,-21-10-1,0-1 0,0 1 0,0-1-1,0 1 1,0-1 0,0 1 0,0-1 0,0 1 0,0-1-1,0 0 1,1 0 0,-1 1 0,0-1 0,2 0 0,5 1 3,46 13 57,59 7 0,-88-17-68,73 9-22,53 12-2,-119-19 49,37 4-1,-25-5-43,-31-4 36,0-1 1,25-2-1,19 1-23,-8 4 10,1-2 0,91-10 0,-82 5 15,-39 3-11,30-4 1,248-48 138,-203 30-114,94-16-87,-128 26 80,75-27-70,-36 10 64,34-17 74,-41 12-46,-19 4-67,-48 19 38,33-11 0,-27 11-36,57-30 0,-9 4 317,-73 35-218,0-1 0,-1 0 0,0 0 0,0 0 0,0-1 0,0 0 1,-1 0-1,1 0 0,6-10 0,-6 8-21,-1 1 1,2 0-1,-1 0 1,14-10-1,-14 12-32,-1-1 0,0 0-1,0 0 1,0 0-1,-1 0 1,7-11-1,15-16 4,-6 9 27,27-39-1,-16 20-12,-23 32-18,-7 8-14,15-30-1,-6 12 19,19-28 1,-16 19 47,-8 17-33,-3 10-24,-1-1 0,0 1 0,0-1 1,0 0-1,0 0 0,0 1 0,-1-1 0,1-6 1,4-16-24,40-135 641,-24 57-137,-10 46-400,-10 51-72,-1 0-1,1 0 1,-1-1-1,-1-9 0,0 6 12,1 6 14,0-1 38,0-94 274,0 95-316,0 0-2,-3-40 30,3 40-42,-1 0 4,-2-33 90,3 33-60,-1 3-55,0 0 0,0-1-1,1 1 1,-1-1 0,1 1 0,-1 0 0,1-1 0,-1 1 0,1-1 0,0-3 0,-1 3 5,-4-18 44,0 0 0,-2 1-1,0 0 1,-1 1 0,-21-35-1,25 47-56,0 1 0,1-1 0,-1 0 0,-4-12 0,5 12 5,0 0 0,0-1-1,-1 1 1,-7-10 0,-12-19 70,20 29-49,-1 0-1,1 0 1,-1 0 0,-1 1-1,1 0 1,-1 0 0,-7-6-1,-34-30 83,34 28-69,-2 1-1,0 0 1,0 1-1,-28-16 1,-65-38 41,92 56-80,-1 1-1,-27-9 1,38 15-23,-14-6 64,-40-15 27,37 15-57,1-1 1,-1-1-1,-19-12 0,39 21 12,-3-1 8,-42-11 131,-3-1-73,-90-13-1,62 23-106,34-3 8,40 7 22,0-1-19,-16-2 9,-9 0 7,0-2-1,-34-11 0,26 10-47,34 6 50,-1-2 8,-12-5 34,0 1 0,-30-8 0,42 14-61,0-1 26,-36-5 71,36 5-126,0 0 9,-79-2-34,77 3 59,2 0-12,-1 0 5,-38 3-4,39-2 19,0-1-19,-36 0-13,-50-4-26,28-7 319,36 8-382,11 2 106,-1 0 0,0 1 0,1 1 0,-1 0-1,-26 6 1,30-6 1,0 0 0,0-1 0,0-1 0,-13-1 0,-13-1-54,1 2 82,30 0 5,-1 1 1,1 0 0,0 0 0,-10 2 0,16-2-26,-1 0 0,0 0 0,0 0 0,1 0 0,-1 0 0,0 0 0,0 0 0,1 0 0,-1-1 0,0 1 0,0 0 0,-2-2 0,2 1-1,0 0 1,1 1-1,-1-1 1,0 1-1,0-1 1,0 1 0,0 0-1,0 0 1,0 0-1,0 0 1,-3 0 0,-29 4 100,31-4-136,-2 0-12,-38 0 19,39 0 30,-23 0 7,-36 6 0,60-5-6,-1-2-17,-23-2 4,-35 0-1,60 2 7,0 1 1,0 0-1,0 0 0,0 0 0,1-1 0,-1 1 1,0-1-1,0 0 0,0 1 0,-2-3 0,3 3 8,0-1 0,-1 0 0,1 1-1,-1-1 1,1 1 0,-1-1-1,1 1 1,-1 0 0,1-1 0,-1 1-1,1 0 1,-1 0 0,1 0-1,-1 0 1,-2 1 0,-132 21 55,50-4 24,54-10-101,-15 8 21,25-11-4,-16 4-18,-2 6-38,31-12 61,0 0 0,1 0 1,-1 1-1,1 0 0,-12 8 0,8-4 14,0-1 0,-1 0 0,-19 7 0,-26 13 313,-65 55-3499,111-76 2227,0 0 0,-1-1 0,1-1 0,-1 0 0,0 0 0,0-2 0,0 1-1,-16 0 1,-19 4-5680,0 1-4263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6:58.737"/>
    </inkml:context>
    <inkml:brush xml:id="br0">
      <inkml:brushProperty name="width" value="0.035" units="cm"/>
      <inkml:brushProperty name="height" value="0.035" units="cm"/>
    </inkml:brush>
  </inkml:definitions>
  <inkml:trace contextRef="#ctx0" brushRef="#br0">74 495 5036,'0'0'2764,"-3"2"-1756,0 0 311,-17 9-2290,6-7 14504,-6-12-12268,6 3 3271,29 2-4411,0 0 0,0 0 0,1 2 0,16 0 0,11-2 14,825-60 664,-80 56-765,-70 0-3,-10-30-22,-243 31-22,-278 8 26,-9-5-14,85 1 7,106 6 3,9-8-7,-236 1-33,28-2 27,113-1-12,-166 6 14,217 4-37,45-7-92,-1-26 118,-228 16-5,438-11-95,-105 7 64,-198 0 37,511-36-4,-415 28 73,192-17 232,-336 21-54,176-21 734,-375 36-1086,57-7 777,-33 9-3691,-67 4 2421,-1 0-1,1-1 0,0 1 1,0-1-1,-7-3 1,-14-2-564,-170-19-9591,95 18 438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6:59.879"/>
    </inkml:context>
    <inkml:brush xml:id="br0">
      <inkml:brushProperty name="width" value="0.035" units="cm"/>
      <inkml:brushProperty name="height" value="0.035" units="cm"/>
    </inkml:brush>
  </inkml:definitions>
  <inkml:trace contextRef="#ctx0" brushRef="#br0">4 19 8649,'11'-19'8862,"-12"25"-8491,-5 35 36,1 1 0,3 0 0,3 54 1,1-21 5,1-6 104,15 88 0,-6-71-184,46 598 1481,-50-317-1051,15 385 437,-12-499-905,15 237 161,24 222-191,-22-298-75,14 741-114,-39-997-92,2 99 93,35 949 52,-24-749-84,-3-55 103,4 197-68,-14-444-43,4 34-35,-1 102 118,-5-94-20,-2 33-34,-2-188-23,1-24-133,0 31 1,2-19-282,0-23-244,-1-14-1332,-60-310-10201,45 180 3211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2.084"/>
    </inkml:context>
    <inkml:brush xml:id="br0">
      <inkml:brushProperty name="width" value="0.035" units="cm"/>
      <inkml:brushProperty name="height" value="0.035" units="cm"/>
    </inkml:brush>
  </inkml:definitions>
  <inkml:trace contextRef="#ctx0" brushRef="#br0">7 4223 7353,'19'34'10439,"-34"-45"-9275,6 7-268,8 10 702,9 14-188,-7-19-1603,0 1 733,6 15-270,16 33 2232,-42-57-1597,3 1-497,16 6-400,0 0 0,0 0 0,0 0 1,0 0-1,0-1 0,-1 1 0,1 0 0,0 0 0,0 0 1,0 0-1,0 0 0,0 0 0,-1 0 0,1 0 0,0 0 1,0 0-1,0-1 0,0 1 0,0 0 0,0 0 1,0 0-1,0 0 0,-1 0 0,1-1 0,0 1 0,0 0 1,0 0-1,0 0 0,0 0 0,0 0 0,0-1 0,0 1 1,0 0-1,0 0 0,0 0 0,0 0 0,0-1 1,0 1-1,0 0 0,0 0 0,0 0 0,4-63 320,2 0 0,16-65-1,-16 99-281,51-201 42,-31 140-51,64-191-49,-63 203 14,174-441-87,-164 427 97,243-565-49,-189 466 13,215-335 1,-194 379-21,-54 74-21,56-63 64,-25 32-10,-46 55-25,2 1 1,53-42-1,-46 43-97,-35 31 120,1 1 0,28-20 1,58-39-71,36-22 54,-69 47 35,-12 7 14,-5 7-52,1 2 0,2 3 0,111-41 0,-40 23 3,49-4-33,-114 42 135,9-3-149,-22 2 79,72-7 1,-11 3 1,-2 6 13,-65 7-26,135-3 6,-72 10-16,0 3 0,190 42 0,-229-33-6,-1 3 0,126 56 0,-179-70 19,131 55 0,-124-53 9,-2 1 0,1 1 0,17 13 0,10 5 8,142 66 29,30 8-14,-102-46-50,-1 6-1,21 13 49,-66-37 7,-46-26-63,42 28 0,15 14 81,-43-30-62,51 43 0,-45-30 47,-20-17-83,-1 1 0,39 45 0,15 24-64,-60-68 82,0-1 1,22 20 0,1 0 14,74 71-27,29 30 105,-85-75-196,90 134 0,-138-180 80,15 35 1,2 5-25,-17-40 48,-2 1 1,0 0-1,-2 0 1,0 0 0,3 26-1,9 28-39,36 148 81,-23-65-124,-18-77 151,4 23-94,19 84 144,-17-101-28,10 104 0,-24-153-25,2 38-36,-2-27 8,13 61 1,-8-60-5,5 54 0,7 7 47,-1-11 222,26 159 821,-42-226-728,16 43 0,-21-73-205,14-23-3170,-13 15 2712,0-1 0,0 1 0,-1-1 0,0 1 0,0-1 0,0 0 0,0 1 0,-1-1 1,0 0-1,1 0 0,-2 1 0,0-6 0,-2-10-2738,-8-30 0,7 34 645,-14-41-8680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2.982"/>
    </inkml:context>
    <inkml:brush xml:id="br0">
      <inkml:brushProperty name="width" value="0.035" units="cm"/>
      <inkml:brushProperty name="height" value="0.035" units="cm"/>
    </inkml:brush>
  </inkml:definitions>
  <inkml:trace contextRef="#ctx0" brushRef="#br0">422 64 11841,'0'-1'90,"-1"1"0,1-1 0,0 1 0,-1-1-1,1 1 1,-1 0 0,1-1 0,-1 1 0,1 0 0,-1-1 0,1 1 0,-1 0-1,1-1 1,-1 1 0,0 0 0,1 0 0,-1 0 0,1 0 0,-1 0 0,0-1-1,1 1 1,-1 0 0,1 0 0,-1 0 0,0 1 0,1-1 0,-1 0 0,1 0-1,-1 0 1,0 0 0,1 1 0,-1-1 0,0 0 0,-22 15 1295,9-5-363,-16 4 408,20-10-1047,1 0 1,-1 1-1,-9 6 0,-3 4-69,1 0-1,0 2 1,1 0-1,0 2 1,2 0 0,0 1-1,1 0 1,1 2-1,-15 27 1,17-21 98,1 0 1,1 0 0,2 1-1,0 1 1,3 0-1,-5 30 1,9-42-172,1 0 0,1 0 0,1 0 0,1 0 0,0 0 1,1 0-1,1-1 0,0 1 0,2-1 0,0 1 0,13 28 0,-10-33-77,0 0 1,0-1-1,1 0 1,1 0-1,0-1 1,1 0-1,0 0 1,1-2-1,0 1 1,0-2-1,1 1 1,0-2-1,27 12 1,-26-13-86,0-1 1,0 0 0,0-1 0,0-1-1,1 0 1,0-1 0,0-1 0,-1 0-1,1-1 1,0 0 0,0-1 0,0-1-1,-1-1 1,20-5 0,-9 0-111,0-2 0,-1 0 0,0-2 1,23-15-1,-36 20-53,-1-1 1,0 0-1,0 0 1,0-1 0,-1-1-1,-1 0 1,0 0-1,0 0 1,-1-1-1,8-16 1,-2 0-286,-1 0 1,-2-1-1,0 0 1,-2-1-1,-1 0 0,-2 0 1,-1 0-1,-1-1 1,-1 0-1,-2 1 0,-1-1 1,-1 0-1,-2 1 1,0-1-1,-3 1 1,-15-48-1,16 62 267,0-1 1,-1 1-1,-1 0 0,0 0 0,-1 1 1,0 0-1,-2 1 0,1 0 1,-2 1-1,1 0 0,-2 0 0,1 1 1,-2 1-1,1 0 0,-1 1 1,-1 1-1,0 0 0,0 1 0,-17-6 1,18 9 251,-1 0 0,1 1 0,-1 1 0,0 0-1,0 1 1,0 1 0,0 0 0,0 1 0,0 1 0,1 0 0,-1 1 0,0 0 0,1 2 0,-18 6 0,29-9-68,0 0 1,0-1-1,0 1 1,0 0-1,0 1 1,1-1-1,-1 0 1,0 1-1,1-1 1,0 1 0,0 0-1,0 0 1,0 0-1,0 0 1,1 0-1,-1 0 1,1 1-1,0-1 1,0 0-1,0 1 1,0-1-1,0 1 1,1-1 0,0 1-1,0-1 1,0 1-1,0 0 1,0-1-1,1 1 1,-1-1-1,3 6 1,0 1 72,0 1-1,1-1 1,0 1 0,1-1-1,0-1 1,0 1 0,1-1 0,0 1-1,9 7 1,8 7-221,2 0 1,1-2-1,0-2 0,2 0 1,0-1-1,1-2 0,62 26 1,-83-40-731,0 0 0,0-1 0,0 0 0,0 0 0,0-1 0,9 0 0,-1 1-2118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3.692"/>
    </inkml:context>
    <inkml:brush xml:id="br0">
      <inkml:brushProperty name="width" value="0.035" units="cm"/>
      <inkml:brushProperty name="height" value="0.035" units="cm"/>
    </inkml:brush>
  </inkml:definitions>
  <inkml:trace contextRef="#ctx0" brushRef="#br0">30 290 7977,'0'0'6664,"-3"-2"-5300,-24-14 6075,32 15-6335,69-11 1074,51-6 111,-19 10-844,251-12 832,-244 18-2253,424 4-18,-155 18-6,390 10 0,-760-30 0,184-4 0,-144 1 0,90-19 0,-137 22 0,0-1 0,0-1 0,0 1 0,-1-1 0,1 0 0,-1 0 0,1 0 0,-1-1 0,6-4 0,8-10-27,-14 11-486,0-1 0,0 1 0,-1-1 0,0 0 0,0 0 0,-1-1 0,0 1 0,0-1 0,0 1 0,-1-1 0,0-14 0,-1 14-1248,0-1 0,-1 1 0,0-1 0,-1 1 1,1 0-1,-5-11 0,-2-7-9513</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4.037"/>
    </inkml:context>
    <inkml:brush xml:id="br0">
      <inkml:brushProperty name="width" value="0.035" units="cm"/>
      <inkml:brushProperty name="height" value="0.035" units="cm"/>
    </inkml:brush>
  </inkml:definitions>
  <inkml:trace contextRef="#ctx0" brushRef="#br0">1 3 8397,'48'3'13184,"-43"-3"-11739,61-4 277,1 3-1,-1 2 1,86 15 0,-132-14-1541,0 1 0,-1 2 1,0 0-1,0 1 0,0 1 1,-1 0-1,31 18 0,-42-21-115,1 1 0,-1 1 0,0-1 0,0 1-1,0 1 1,-1-1 0,0 1 0,0 0 0,-1 0 0,0 1-1,0 0 1,-1 0 0,0 0 0,0 0 0,-1 1 0,0-1 0,-1 1-1,4 17 1,-5-12-52,-1 0-1,-1-1 1,0 1 0,0 0-1,-1 0 1,-1-1-1,0 0 1,-1 1-1,-1-1 1,0 0-1,-1-1 1,-10 18-1,-10 13-81,-2-1-1,-35 39 1,-142 153-2787,169-195 1864,11-13-452,-1-1-1,-43 32 0,48-42-3622,-44 24 0,42-29-6226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4.936"/>
    </inkml:context>
    <inkml:brush xml:id="br0">
      <inkml:brushProperty name="width" value="0.035" units="cm"/>
      <inkml:brushProperty name="height" value="0.035" units="cm"/>
    </inkml:brush>
  </inkml:definitions>
  <inkml:trace contextRef="#ctx0" brushRef="#br0">271 12 10353,'7'-11'9293,"-8"16"-8408,-32 80 223,-47 85-1,-17 44-552,41-82 348,54-128-752,0 1 0,1-1 0,-1 0 0,1 1 0,0-1 0,1 1 0,-1 0 0,1-1 0,0 1 0,0-1 0,1 10 0,0-11-72,0-1 0,0 1 1,0 0-1,0-1 0,1 1 0,-1-1 0,1 0 0,0 1 0,-1-1 1,1 0-1,0 0 0,0 0 0,0 0 0,1-1 0,-1 1 0,0-1 0,1 1 1,-1-1-1,1 0 0,5 2 0,11 4 273,1-1-1,0-1 1,0-1 0,0-1-1,1-1 1,35 0 0,127-16 2178,-149 10-2433,-20 2-97,344-32 0,-308 33-182,-50 1 160,0 0-1,0 0 1,0 0 0,0 0-1,0 0 1,0 0 0,0 0-1,0-1 1,0 1 0,0 0-1,0 0 1,0 0 0,0 0-1,0 0 1,0 0 0,0 0-1,0 0 1,0 0 0,0-1 0,0 1-1,0 0 1,0 0 0,0 0-1,0 0 1,0 0 0,0 0-1,0 0 1,0 0 0,1 0-1,-1 0 1,0 0 0,0-1-1,0 1 1,0 0 0,0 0-1,0 0 1,0 0 0,0 0-1,0 0 1,0 0 0,0 0-1,0 0 1,1 0 0,-1 0-1,0 0 1,0 0 0,0 0-1,0 0 1,0 0 0,0 0-1,0 0 1,0 0 0,0 0 0,1 0-1,-1 0 1,0 0 0,0 0-1,-1-2-340,-1 0 0,1 1-1,-1-1 1,1 0 0,-1 1-1,0-1 1,0 1 0,0-1 0,0 1-1,0 0 1,0 0 0,0 0-1,0 0 1,0 0 0,0 0 0,0 1-1,-4-1 1,-42-3-6789,41 4 5718,-52 0-11747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5.363"/>
    </inkml:context>
    <inkml:brush xml:id="br0">
      <inkml:brushProperty name="width" value="0.035" units="cm"/>
      <inkml:brushProperty name="height" value="0.035" units="cm"/>
    </inkml:brush>
  </inkml:definitions>
  <inkml:trace contextRef="#ctx0" brushRef="#br0">935 13 11937,'0'0'4141,"-4"-2"-2571,-1 0-1334,-1 0-1,1 0 1,-1 1 0,1 0-1,-1 0 1,0 0-1,1 1 1,-1 0 0,0 0-1,1 0 1,-1 1-1,0-1 1,1 1 0,-12 4-1,-5 3 91,-1 0 0,-28 16-1,6 0-112,1 3 0,2 1-1,0 1 1,2 3-1,2 1 1,1 2-1,1 2 1,2 1 0,2 2-1,1 0 1,-33 61-1,-81 186 1336,123-231-1198,2 0 0,2 2 0,-14 78 1,25-88-157,1 0 1,3 0 0,1 0 0,3 0-1,6 49 1,-2-65-129,2 0 0,0-1 0,2 0 1,2 0-1,0-1 0,2-1 0,2 0 0,25 39 0,-20-39-268,2-1 0,1-1 0,2-1 0,0-1 0,2-1 0,0-1 0,1-2 0,2-1 0,0-1 0,56 25 0,-51-29-2075,73 21-1,-72-28-862,0-1 0,41 2 1,0-4-7103</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5.925"/>
    </inkml:context>
    <inkml:brush xml:id="br0">
      <inkml:brushProperty name="width" value="0.035" units="cm"/>
      <inkml:brushProperty name="height" value="0.035" units="cm"/>
    </inkml:brush>
  </inkml:definitions>
  <inkml:trace contextRef="#ctx0" brushRef="#br0">301 3 9701,'0'0'12,"-2"1"193,0 0 0,-1 0 0,1-1 0,0 1 0,-1-1 0,1 0 0,0 1 0,-1-1 0,1-1 0,-1 1 0,1 0 0,0 0 0,-1-1 0,1 1 0,0-1 0,0 0 0,-5-1 0,1 1 1358,-28 13 928,31-10-1576,-1-1-237,-3 3-503,1 0-1,-1 1 1,1-1 0,-1 1 0,1 1-1,1-1 1,-1 1 0,1 0 0,-5 7 0,1 0 0,1 0 1,1 1 0,0 0 0,-6 18 0,1-1-42,-12 31 728,-25 103 0,45-144-558,0 1 0,1 0 0,2 0 0,0 0 0,1 0 0,1 0-1,1 0 1,10 43 0,-9-54-181,1 0 0,0 0-1,0 0 1,1-1 0,1 0-1,-1 1 1,2-2 0,-1 1-1,2-1 1,-1 0 0,1 0 0,0-1-1,1 0 1,0-1 0,0 0-1,0 0 1,1-1 0,0 0-1,1-1 1,-1 0 0,12 4-1,4-2-4,-1 0-1,1-1 1,0-2-1,0-1 1,0 0-1,1-2 1,26-3-1,-46 2-138,1-1 0,0 0 0,-1-1 0,1 0-1,-1 0 1,0-1 0,0 1 0,0-2-1,0 1 1,0-1 0,0 0 0,7-6 0,-4 1-162,0 0 1,-1-1-1,0 0 1,0 0-1,14-23 1,-16 22-42,0-1 1,0 1-1,-1-1 0,-1 0 1,0-1-1,0 1 1,-1-1-1,-1 0 1,0 0-1,2-22 1,-5 13-199,0 1 0,-1-1 1,-2 1-1,0 0 0,-1-1 0,-1 1 1,-15-38-1,16 48 257,-1 1-1,0 0 1,-1 1 0,0-1-1,-1 1 1,0 0 0,0 1 0,-1-1-1,0 2 1,0-1 0,-1 1-1,0 0 1,0 1 0,-1 0-1,1 1 1,-1-1 0,-13-3-1,-11-3-75,-44-9 0,64 18 362,1 0-1,-1 2 1,0 0-1,0 0 1,0 1-1,-17 2 1,28-1-71,0-1-1,1 0 1,-1 1 0,1 0 0,-1 0-1,1 0 1,-1 0 0,1 0 0,0 0-1,0 0 1,-1 1 0,1-1 0,0 1 0,0 0-1,0-1 1,1 1 0,-1 0 0,0 0-1,1 0 1,-1 0 0,1 1 0,0-1-1,-1 0 1,1 1 0,0-1 0,0 1-1,1-1 1,-1 1 0,1-1 0,-1 1-1,1-1 1,0 1 0,0 0 0,0-1 0,0 1-1,0-1 1,0 1 0,2 2 0,-1 4 44,1-1 1,1 1 0,-1-1 0,1 0 0,1 0-1,0 0 1,0 0 0,0-1 0,1 0 0,8 11-1,4-1-26,0 0 0,1 0-1,1-2 1,0 0 0,1-1-1,41 20 1,-36-22-784,0-2-1,1 0 1,36 7 0,-45-13-295,16 4-1992,-9-6-1732,14-7-4216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6.207"/>
    </inkml:context>
    <inkml:brush xml:id="br0">
      <inkml:brushProperty name="width" value="0.035" units="cm"/>
      <inkml:brushProperty name="height" value="0.035" units="cm"/>
    </inkml:brush>
  </inkml:definitions>
  <inkml:trace contextRef="#ctx0" brushRef="#br0">0 1 17466,'3'31'2238,"-2"-25"1471,3-1-2136,14 22-555,0 1 0,-2 1-1,23 56 1,26 104 641,-30-63-1099,-4 1 0,-7 2-1,14 218 1,-33-165-1157,-7 0 1,-30 197-1,-24 1-2928,18-191-474,-12-4-4863,13-76-2933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6.927"/>
    </inkml:context>
    <inkml:brush xml:id="br0">
      <inkml:brushProperty name="width" value="0.035" units="cm"/>
      <inkml:brushProperty name="height" value="0.035" units="cm"/>
    </inkml:brush>
  </inkml:definitions>
  <inkml:trace contextRef="#ctx0" brushRef="#br0">606 38 8589,'0'0'5530,"-4"0"-4196,1 0-1170,-1 0 0,1 0-1,-1 1 1,1-1-1,0 1 1,-1 0-1,1 0 1,0 0 0,0 0-1,-1 1 1,1 0-1,-4 2 1,1 1 17,-1 1-1,1 0 1,0 0 0,-7 9 0,-25 37 262,3 0 0,-50 102 1,57-99-268,-37 69 350,-52 141-1,13 38 296,92-263-766,2-5 250,-12 62 0,22-97-301,0 0 0,0 0 0,0 1 0,0-1 0,0 0 1,1 0-1,-1 0 0,0 0 0,0 1 0,0-1 0,0 0 0,0 0 0,1 0 1,-1 0-1,0 0 0,0 0 0,0 0 0,1 1 0,-1-1 0,0 0 1,0 0-1,0 0 0,1 0 0,-1 0 0,0 0 0,0 0 0,1 0 0,-1 0 1,0 0-1,0 0 0,0 0 0,1 0 0,-1-1 0,0 1 0,0 0 1,0 0-1,1 0 0,-1 0 0,0 0 0,0 0 0,0 0 0,0 0 0,1-1 1,-1 1-1,0 0 0,0 0 0,12-6 60,-5 0-54,0 0 0,-1-1 0,1 0 0,-1 0-1,0 0 1,-1-1 0,1 1 0,-2-1 0,1-1 0,5-14 0,10-15 1,5-6-9,90-171 125,147-396-214,-257 597 91,3-4-5,-2 0 1,0 0 0,-1-1 0,-1 1-1,-1-1 1,0 0 0,0-26 0,-9-12-21,4 47 12,1 7 53,3 8 144,11 22 493,0-1 0,2 0-1,31 41 1,-28-46-203,1-1 0,1-2-1,44 33 1,-31-26-118,65 45 648,119 65 0,-58-40-690,-129-77-1651,48 20 0,-42-23-3111,-2-1-3877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9.224"/>
    </inkml:context>
    <inkml:brush xml:id="br0">
      <inkml:brushProperty name="width" value="0.035" units="cm"/>
      <inkml:brushProperty name="height" value="0.035" units="cm"/>
    </inkml:brush>
  </inkml:definitions>
  <inkml:trace contextRef="#ctx0" brushRef="#br0">738 1 4088,'-16'8'435,"12"-7"-282,1 1 0,-1 0 0,1 0-1,-1 0 1,1 0 0,-1 1-1,1-1 1,0 1 0,0 0 0,-4 5-1,4-5 37,0-1-1,1 1 1,-1-1-1,-1 0 1,1 0-1,0 0 1,0 0 0,-1-1-1,1 1 1,-5 0-1,-14 8 318,8-2-275,-1 0 0,1-2 0,-1 0 0,0 0 0,-25 5-1,-14 5 454,9-2-65,30-10-326,0 1-1,-15 7 0,-91 36 1437,99-41-1134,0 0 1,-1-2-1,0 0 0,-24 1 0,23-3 14,20-2-174,0 0-308,1 0 1,-1-1-1,0 1 0,0-1 1,0 0-1,-4 0 0,-2 0 127,6 1 1893,-13 26-1593,17-27-550,0 0-1,0 0 0,0 0 1,0 0-1,0 0 0,1 0 1,-1 0-1,0 0 0,0 0 0,0-1 1,0 1-1,0 0 0,0 0 1,0 0-1,0 0 0,0 0 1,0 0-1,1 0 0,-1 0 1,0 0-1,0 0 0,0 0 1,0 1-1,0-1 0,0 0 0,0 0 1,0 0-1,0 0 0,0 0 1,1 0-1,-1 0 0,0 0 1,0 0-1,0 0 0,0 0 1,0 0-1,0 0 0,0 0 1,0 0-1,0 0 0,0 1 0,0-1 1,0 0-1,0 0 0,0 0 1,0 0-1,0 0 0,0 0 1,0 0-1,0 0 0,0 0 1,0 0-1,0 1 0,0-1 1,0 0-1,0 0 0,0 0 0,0 0 1,0 0-1,0 0 0,0 0 1,0 0-1,99 12 876,85-21-83,-23 0-273,329 5 385,7 0-559,962-88 913,-1134 65 718,-262 19-1496,-59 8-506,-1 0-565,7 1-12,0 1 0,0-1 0,0 2 0,-1-1 0,14 7 0,-20-8-54,-5 0-464,-1 0 1028,1 1-1,0-1 1,0 1-1,0-1 1,1 1-1,-1 0 1,0 0-1,1 0 1,-1 0-1,-1 2 1,3-3-13,-2 2-340,-6-4-689,0-1 519,1 0 0,-1 0 0,1-1 0,0 0 0,-1 0 0,-11-8 0,4 4-601,-9-4-1926,-28-10-1,10 9-2801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09.523"/>
    </inkml:context>
    <inkml:brush xml:id="br0">
      <inkml:brushProperty name="width" value="0.035" units="cm"/>
      <inkml:brushProperty name="height" value="0.035" units="cm"/>
    </inkml:brush>
  </inkml:definitions>
  <inkml:trace contextRef="#ctx0" brushRef="#br0">1 311 11701,'13'-14'540,"2"-1"0,16-12 0,-24 22-250,0 0 1,1 1 0,-1 0-1,1 0 1,0 0-1,0 1 1,0 1 0,10-3-1,152-29 3514,485-72 2828,322 44-3309,-921 60-3199,127-2 224,69-3 160,-102 5-535,-90 3-1522,-55-1 353,-11-1-369,-34-1-2442,-42 3 0,48 0-70,-38 0-7186</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0.437"/>
    </inkml:context>
    <inkml:brush xml:id="br0">
      <inkml:brushProperty name="width" value="0.035" units="cm"/>
      <inkml:brushProperty name="height" value="0.035" units="cm"/>
    </inkml:brush>
  </inkml:definitions>
  <inkml:trace contextRef="#ctx0" brushRef="#br0">19 357 6981,'-16'38'2641,"14"-35"1388,5-4-3487,38-5 1054,-37 6 3226,15 4-3894,-4-1-533,-12-3 39,1 0-161,146-7 1256,-24 0-585,440-34 1786,-316 18-2239,39-2-125,589-43 95,91 16-228,99-25 165,-914 62-357,239-18 78,-343 27 7,-2 0-732,-16 6-3314,-42-15-1657,9 14 5163,1 0-17,-1 0-1,0 0 1,1 0 0,-1 0 0,0 0 0,0 0 0,0 0-1,1 0 1,-1 1 0,0-1 0,0 0 0,0 1-1,-2-2 1,-32-6-10110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0.704"/>
    </inkml:context>
    <inkml:brush xml:id="br0">
      <inkml:brushProperty name="width" value="0.035" units="cm"/>
      <inkml:brushProperty name="height" value="0.035" units="cm"/>
    </inkml:brush>
  </inkml:definitions>
  <inkml:trace contextRef="#ctx0" brushRef="#br0">1 412 12509,'281'-70'3802,"560"-94"5953,460 24-6204,-1201 132-3513,102-10-295,-160 12 261,-15 3-1364,-10 0-3485,-127 20-4719,26-9-1085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1.131"/>
    </inkml:context>
    <inkml:brush xml:id="br0">
      <inkml:brushProperty name="width" value="0.035" units="cm"/>
      <inkml:brushProperty name="height" value="0.035" units="cm"/>
    </inkml:brush>
  </inkml:definitions>
  <inkml:trace contextRef="#ctx0" brushRef="#br0">628 1 9093,'-13'8'8409,"1"2"-4269,-14 27-4541,13-18 1283,-197 292 271,112-160-897,-44 99-312,62-100-1189,57-121-230,13-15-3212,16-48-350,5-19-3011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1.370"/>
    </inkml:context>
    <inkml:brush xml:id="br0">
      <inkml:brushProperty name="width" value="0.035" units="cm"/>
      <inkml:brushProperty name="height" value="0.035" units="cm"/>
    </inkml:brush>
  </inkml:definitions>
  <inkml:trace contextRef="#ctx0" brushRef="#br0">1 0 13285,'0'0'6074,"2"2"-4151,43 18 1111,49 14 1,28 11-815,382 216 905,-481-248-3559,-1 2 1,21 18 0,-35-27-367,-1 0 0,-1 1 0,1 0 1,-1 0-1,0 0 0,-1 1 0,0 0 0,0 0 0,5 13 0,-6 2-6798,-3-3-5217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2.646"/>
    </inkml:context>
    <inkml:brush xml:id="br0">
      <inkml:brushProperty name="width" value="0.035" units="cm"/>
      <inkml:brushProperty name="height" value="0.035" units="cm"/>
    </inkml:brush>
  </inkml:definitions>
  <inkml:trace contextRef="#ctx0" brushRef="#br0">1034 0 7329,'0'0'11312,"-2"3"-10646,-2 2-472,1 1-1,0-1 1,0 1-1,0 0 1,1 0-1,0 0 1,-2 10-1,-6 51 354,4-14-204,-50 242 557,49-249-795,-126 902 2005,27-120-809,1-6-417,-63 354-280,157-1103-562,-126 812-318,-11 315-1686,132-1045 1633,-1 46-97,-25 174-731,38-355 922,1-7-284,1 1 0,0-1-1,1 19 1,-6-76-2024,-15-251-6097,17 150 1578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3.389"/>
    </inkml:context>
    <inkml:brush xml:id="br0">
      <inkml:brushProperty name="width" value="0.035" units="cm"/>
      <inkml:brushProperty name="height" value="0.035" units="cm"/>
    </inkml:brush>
  </inkml:definitions>
  <inkml:trace contextRef="#ctx0" brushRef="#br0">320 511 5541,'0'-1'79,"1"1"1,-1-1 0,0 1-1,1 0 1,-1-1 0,0 1-1,1-1 1,-1 1 0,0-1-1,0 1 1,0-1 0,0 1-1,1-1 1,-1 1 0,0-1 0,0 1-1,0-1 1,0 0 0,0 1-1,0-1 1,-1 1 0,1-1-1,0 1 1,0-1 0,-3-3 5036,37 19-4875,-34-14-239,0-1 0,1 0-1,-1 0 1,0 0 0,0 0 0,0 0 0,0 0 0,0 0 0,1 0-1,-1 0 1,0 0 0,0 0 0,0 0 0,0 0 0,0 0 0,1 0-1,-1 0 1,0 0 0,0 0 0,0 0 0,0 0 0,0 0 0,1 0 0,-1 0-1,0 0 1,0 0 0,0 0 0,0 0 0,0-1 0,1 1 0,-1 0-1,0 0 1,0 0 0,0 0 0,0 0 0,0 0 0,0 0 0,0-1-1,0 1 1,0 0 0,1 0 0,-1 0 0,0 0 0,0 0 0,0 0-1,0-1 1,0 1 0,5-8 34,3-3 40,-1-1 0,8-15 0,21-34-11,-27 40 433,1 0 1,1 1-1,24-34 0,-13 17 799,-19 34 2356,-7 4-3395,-3 0-226,1 2-1,-1-1 1,1 1 0,0 0-1,0 0 1,0 0-1,0 1 1,1 0-1,0 0 1,-1 1 0,1-1-1,1 1 1,-8 9-1,-10 15 72,-25 40-1,33-47-66,-101 164 119,25-38-59,63-104 85,1 1 1,-36 89 0,37-78 355,23-53-409,4-7-28,101-205 134,-58 123-188,28-45-16,5 4-1,156-195 1,-207 289-3,2 1-1,37-32 0,-64 62-21,0 0 0,1 0 0,0 1 0,-1-1 0,1 1 0,0-1 0,0 1 0,0 0 0,0 0 0,0 0 0,0 0 0,0 0 0,0 1 0,0 0 0,1-1 0,-1 1 0,0 0 0,0 1 0,0-1 0,0 0 0,0 1 0,5 1 0,-2 0 1,-1 1 0,1-1 0,-1 1 1,0 0-1,0 0 0,0 1 0,-1 0 0,1-1 1,-1 1-1,0 1 0,5 5 0,27 42 26,-2 1-1,32 67 1,2 4-3,96 153 35,-144-246-116,47 56 0,-18-27-3039,-39-75-5308,0 3-601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4.842"/>
    </inkml:context>
    <inkml:brush xml:id="br0">
      <inkml:brushProperty name="width" value="0.035" units="cm"/>
      <inkml:brushProperty name="height" value="0.035" units="cm"/>
    </inkml:brush>
  </inkml:definitions>
  <inkml:trace contextRef="#ctx0" brushRef="#br0">469 621 7625,'-23'-26'9474,"20"29"-8613,-156 139 1368,123-106-2037,1 2 1,-35 51-1,15-14-71,-20 31 325,73-103-396,0 0 0,1 1-1,-1-1 1,1 1 0,0-1-1,0 1 1,-1 4 0,2-8-50,-1 3 173,9 16 104,-7-19-272,-1 1 0,0 0 0,1-1 1,-1 1-1,0 0 0,1-1 0,-1 1 1,1-1-1,-1 1 0,1-1 0,-1 1 1,1-1-1,-1 1 0,1-1 0,0 1 1,-1-1-1,1 0 0,0 1 0,-1-1 1,1 0-1,0 0 0,-1 0 0,1 1 1,0-1-1,0 0 0,-1 0 0,1 0 1,0 0-1,0 0 0,-1 0 1,1 0-1,0 0 0,-1-1 0,1 1 1,0 0-1,0 0 0,-1-1 0,2 1 1,2-3 13,1 0 0,0 0 1,-1 0-1,7-6 0,2-2 12,17-11-14,-1-2 0,-2 0 0,38-43-1,-50 48-114,0-1 0,-2 0 0,0-1 0,-1-1 1,-1 0-1,11-31 0,4-25-794,27-138 0,-44 164 573,-3-1 1,-2 0-1,-5-95 0,-4 109 861,-12-47 0,2 14 1284,15 68-1237,-7 17-100,6-12-477,0 0 1,0 0 0,0 1-1,0-1 1,1 0 0,-1 1 0,0-1-1,1 0 1,-1 1 0,1-1-1,-1 3 1,0 11 88,1 0 0,3 30 0,0-16 5,0 39 59,2-1 1,4 0-1,18 69 1,48 103-1236,-15-82-5162,-39-113 860,2-5-3017</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5.504"/>
    </inkml:context>
    <inkml:brush xml:id="br0">
      <inkml:brushProperty name="width" value="0.035" units="cm"/>
      <inkml:brushProperty name="height" value="0.035" units="cm"/>
    </inkml:brush>
  </inkml:definitions>
  <inkml:trace contextRef="#ctx0" brushRef="#br0">157 208 10857,'-21'26'2326,"-22"36"1,36-49-1730,0 0 0,1 0 0,0 1 0,2 0 0,-7 25 0,10-34-532,-4 16 469,2 0 1,-2 32-1,4-39-137,0 0 0,-2-1 0,1 1 0,-2-1 1,-6 20-1,9-30 2266,16 8-1959,30 13-1115,-42-22-160,0-2-93,31 3-1077,-30-2 681,-4-5-2623,0-11 2897,0 5 262,0-1 0,0 0 1,-4-20-1,-3-1 297,2 0 1,1-1-1,2 1 0,2-54 1,23-129 2342,-17 169-1201,1 2 603,-6 40-300,-1 0-708,0-33 937,-4 39-1344,-6 2-58,7-3-41,0 1 0,0-1 0,0 0 0,1 1 0,-1 0 0,0-1 0,1 1 0,-1 0 0,1 0 0,-1 1 0,1-1 0,0 0 0,0 1 0,0 0 0,-2 2 0,-9 28 81,2 1 0,0 0 0,3 0 0,0 1 0,3 0 0,-3 55 0,1-22 202,4-52 27,1 0 1,1 0 0,0 0-1,1 0 1,1 0 0,0 0-1,7 30 1,-8-44-224,1 0 0,0-1 0,0 1 0,0 0 0,0-1 0,0 1-1,0-1 1,0 1 0,1-1 0,-1 0 0,1 1 0,-1-1 0,1 0 0,-1 0 0,1 0 0,-1 0 0,1-1 0,0 1 0,2 1-1,36 5 635,-40-7-724,55 1 789,1-2 1,102-15 0,23-1-43,-104 12-754,36-2-1353,-53 7-1059,-59 0 2241,0 0 1,0 0 0,0 0-1,0 0 1,0 0-1,0 0 1,0 0 0,0 0-1,0-1 1,0 1-1,0 0 1,0-1 0,0 1-1,0-1 1,0 1-1,0-1 1,-1 1 0,3-2-1,2-2-736,3 2-112,-3 1-1408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5.817"/>
    </inkml:context>
    <inkml:brush xml:id="br0">
      <inkml:brushProperty name="width" value="0.035" units="cm"/>
      <inkml:brushProperty name="height" value="0.035" units="cm"/>
    </inkml:brush>
  </inkml:definitions>
  <inkml:trace contextRef="#ctx0" brushRef="#br0">0 430 12781,'8'-5'333,"2"0"413,-1 0-1,1 1 0,0-1 1,1 2-1,19-5 0,68-20 3545,3-1-1285,33 6-37,-50 10-1600,796-100 2182,-201 63-3550,-295 25 0,-243 16 0,167-15 0,-44-5 0,-239 25 34,-20-1 10,-18-2-264,11 6 38,-9-4-334,0 1 0,0 0-1,0 1 1,0 0 0,-16-1 0,-65-4-3413,58 7 2158,-60-2-5929,-3 9-5262</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6.343"/>
    </inkml:context>
    <inkml:brush xml:id="br0">
      <inkml:brushProperty name="width" value="0.035" units="cm"/>
      <inkml:brushProperty name="height" value="0.035" units="cm"/>
    </inkml:brush>
  </inkml:definitions>
  <inkml:trace contextRef="#ctx0" brushRef="#br0">586 499 12989,'-21'-15'2054,"11"12"-284,0 4-1419,-1 0 0,0 1 0,1 0 1,-1 0-1,1 1 0,-1 1 0,1 0 0,0 0 1,1 1-1,-1 0 0,1 1 0,0 0 0,0 1 1,-10 9-1,-18 18 21,0 3 0,-61 79-1,51-49-186,-44 82-1,30-17 222,43-88-154,17-42-218,0 0-1,0 1 1,0-1 0,0 0-1,1 1 1,-1-1 0,1 1-1,0-1 1,0 1 0,0-1-1,0 1 1,0 0 0,0-1-1,1 0 1,-1 1 0,1-1-1,0 1 1,0-1 0,0 0-1,0 1 1,0-1 0,0 0-1,2 3 1,-3-5-26,0 0 0,0 0 0,1 0 0,-1 1 0,0-1 0,0 0 0,0 0 0,0 0 0,0 0 0,0 1 0,1-1 0,-1 0 0,0 0 0,0 0 0,0 0 0,0 0 0,1 0 1,-1 0-1,0 0 0,0 1 0,0-1 0,1 0 0,-1 0 0,0 0 0,0 0 0,0 0 0,1 0 0,-1 0 0,0 0 0,0 0 0,0 0 0,1 0 0,-1 0 0,0 0 0,0-1 0,0 1 0,1 0 0,-1 0 0,0 0 0,0 0 0,0 0 0,1 0 0,24-5 261,-14 3-185,-1 0 1,1-1 0,-1 0-1,1 0 1,-1-1-1,0-1 1,11-6 0,5-6 14,0-2 0,-1-1 1,-1-1-1,-1-1 0,-1-1 1,-1-1-1,-1-1 0,-1-1 0,-2 0 1,0-2-1,25-56 0,-11 5-388,-3-2 0,-3-1 0,16-103 0,-36 154 60,0 0 0,-2-1-1,-2-61 1,-2 74 191,-1-1 0,-1 0 0,-2 1 1,1-1-1,-2 1 0,-1 0 0,-10-22 0,16 40 39,1-1-1,-1 1 1,0-1-1,1 1 1,-1 0-1,0-1 1,0 1-1,0 0 1,0-1-1,0 1 1,0 0-1,0 0 1,0 0 0,-1 0-1,1 0 1,0 0-1,-1 1 1,1-1-1,-1 0 1,1 1-1,0-1 1,-1 1-1,1-1 1,-1 1 0,0 0-1,1-1 1,-1 1-1,1 0 1,-1 0-1,-2 0 1,2 1 3,0 0 0,0 0 0,0 1 1,-1-1-1,1 0 0,0 1 0,1-1 1,-1 1-1,0-1 0,0 1 0,1 0 0,-1 0 1,1 0-1,0 0 0,-1 0 0,1 0 1,0 0-1,0 0 0,-1 5 0,-7 20 237,2 0 1,1 1-1,-3 36 0,1 87 808,8-107-843,2-1 0,2 0 0,2 0 1,1 0-1,3 0 0,25 70 0,-26-91-517,2 1 0,0-2 0,2 0 0,0 0 0,25 29 0,-24-36-602,0 1 1,1-2-1,0 1 0,1-2 1,1 0-1,0-2 0,26 14 1,-7-7-5359,-12-8-4002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6.778"/>
    </inkml:context>
    <inkml:brush xml:id="br0">
      <inkml:brushProperty name="width" value="0.035" units="cm"/>
      <inkml:brushProperty name="height" value="0.035" units="cm"/>
    </inkml:brush>
  </inkml:definitions>
  <inkml:trace contextRef="#ctx0" brushRef="#br0">293 0 9829,'-4'2'81,"-8"1"398,0 1 0,0 0 0,0 1 1,1 0-1,-1 1 0,1 1 0,1-1 0,-16 13 1,14-7-3,1 0 0,0 1 1,0 1-1,2-1 0,-1 2 1,2-1-1,-12 28 0,9-14 95,1 1 0,1 1 0,-7 44 0,2-9 303,9-47-447,1 1-1,0-1 0,1 0 0,2 1 0,-1 22 0,3-36-276,-1 1 1,1-1 0,0 1-1,1-1 1,-1 1-1,1-1 1,0 0-1,0 0 1,1 0-1,-1 0 1,1 0 0,0-1-1,7 9 1,-5-8 1,1 0 1,0 0 0,-1-1-1,1 0 1,1 0 0,-1 0-1,1-1 1,-1 0 0,11 4-1,1-3 60,0 0 0,0 0 0,0-2-1,0 0 1,1-2 0,-1 0 0,30-3-1,-6-4-28,1-1 0,-1-3-1,0-1 1,-1-2 0,43-22-1,-74 31-253,0 0-1,-1-1 0,0 0 0,-1 0 0,1-1 0,-1-1 0,-1 1 0,1-1 0,-1-1 0,-1 1 1,1-1-1,6-13 0,-9 15-102,0 0 0,-1-1 1,0 0-1,0 0 0,-1 0 1,0 0-1,0 0 0,-1 0 1,0 0-1,0-1 0,-1 1 1,0 0-1,-1-1 0,0 1 1,0 0-1,-4-13 0,-1 3-260,-1 0-1,-1 1 0,-1 0 0,-1 0 1,0 0-1,-1 2 0,-1-1 1,0 1-1,-1 1 0,-1 0 0,0 1 1,0 1-1,-2 0 0,1 1 0,-2 0 1,1 2-1,-1 0 0,-1 0 0,-26-7 1,-44-10-264,76 22 1012,0 1 1,0 0-1,-1 1 0,1 0 0,-1 1 1,1 0-1,0 1 0,-1 1 1,1 0-1,-1 1 0,-22 5 1,32-6-189,-1 0 1,1 0-1,0 0 1,0 0-1,-1 1 1,1-1-1,0 1 1,0 0-1,1 0 1,-1 0-1,0 0 1,0 0-1,-3 5 1,4-4 13,1-1 0,0 1 0,-1 0 0,1 0 0,0 0 0,1 0 0,-1 0 0,0 0 0,1 0 0,0 0 0,0 0 0,0 0 0,0 0 0,0 0 0,1 5 0,1 3 81,1 1 1,0-1-1,0 0 0,1 0 1,1-1-1,0 1 1,0-1-1,1 0 1,0 0-1,1-1 1,9 11-1,9 8 229,2-1-1,35 26 1,-43-37-406,2-1 0,0-1 0,1 0 0,0-2 0,37 15 1,-43-21-803,1-1 0,0 0 0,26 3 0,-29-7-1274,1 0-1,-1-1 0,0 0 1,27-4-1,-4-1-10916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7.064"/>
    </inkml:context>
    <inkml:brush xml:id="br0">
      <inkml:brushProperty name="width" value="0.035" units="cm"/>
      <inkml:brushProperty name="height" value="0.035" units="cm"/>
    </inkml:brush>
  </inkml:definitions>
  <inkml:trace contextRef="#ctx0" brushRef="#br0">1 82 17354,'58'-11'2853,"-52"9"-1569,0 0 0,-1 0 0,1 0 1,8-5-1,-1 0-203,7-1 376,0 2 0,31-6 1,87-4-829,-68 10-580,-69 6-124,0 0 0,0 0 0,1 0 0,-1 0 0,0 0 0,0 0 0,0 0 0,0 0 0,1 1-1,-1-1 1,0 0 0,0 1 0,0-1 0,0 1 0,0-1 0,0 1 0,0 0 0,0-1 0,1 2 0,3 2-552,-4-4 506,0 0 0,0 0 0,0 0 0,0 1 0,0-1 0,-1 0 0,1 1 0,0-1 0,0 1-1,-1-1 1,1 1 0,0-1 0,-1 1 0,1 0 0,0-1 0,-1 1 0,1 0 0,-1-1 0,1 1-1,-1 0 1,1 0 0,-1 0 0,0-1 0,1 3 0,-2-1-243,0 0 0,0 1 0,0-1 1,0 0-1,0 0 0,-1 0 0,1 0 0,-1 0 0,1 0 0,-3 2 0,-32 36-7360,-7-2-5169</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7.239"/>
    </inkml:context>
    <inkml:brush xml:id="br0">
      <inkml:brushProperty name="width" value="0.035" units="cm"/>
      <inkml:brushProperty name="height" value="0.035" units="cm"/>
    </inkml:brush>
  </inkml:definitions>
  <inkml:trace contextRef="#ctx0" brushRef="#br0">0 268 18362,'60'-63'3096,"-19"48"-248,18-11-416,-18 7-463,0 1-357,0-5-376,7-3-288,1 15-684,-5 0-280,-3 4-732,4-5-848,-27 12-644,-7-18-941,1-1-43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17.742"/>
    </inkml:context>
    <inkml:brush xml:id="br0">
      <inkml:brushProperty name="width" value="0.035" units="cm"/>
      <inkml:brushProperty name="height" value="0.035" units="cm"/>
    </inkml:brush>
  </inkml:definitions>
  <inkml:trace contextRef="#ctx0" brushRef="#br0">358 59 11941,'-59'-7'3777,"56"7"-3553,0 0 1,0 0-1,0 0 1,0 1-1,0-1 0,0 1 1,0 0-1,0 0 1,1 0-1,-1 0 0,0 0 1,0 1-1,-3 2 0,-2 0 254,-2 2-23,0 0 0,1 1 0,-10 7 1,-27 18 533,31-24-923,-59 37 2038,66-40-1727,1 0 0,0 1 0,0 0-1,0 0 1,1 0 0,0 1 0,-7 10 0,11-8 212,2-7-546,-1 2 42,1 0 0,0 0 0,0 0 0,0 1 0,1-1 0,0 0 0,0 0 0,0 0 0,0 0 0,0 0 0,1-1 0,-1 1 0,1 0 0,0-1 0,0 1 0,1-1 0,-1 1 0,1-1 0,3 4 0,7 4 58,0-1 0,1 0 1,0-1-1,0-1 0,1 0 0,0-1 0,0 0 1,1-1-1,0-1 0,28 5 0,12-1 606,104 3 1,-132-11-721,33 1-29,0-3 0,0-2 0,-1-3 0,85-19 0,-131 21 1,-1 0 1,1 0-1,-1-2 0,0 1 0,-1-2 1,20-12-1,-28 16-3,0 1 0,0-1 0,-1 0 0,1 0 1,-1-1-1,0 1 0,0-1 0,0 0 0,0 1 0,-1-1 1,1-1-1,-1 1 0,0 0 0,0 0 0,-1-1 0,1 1 1,-1-1-1,0 1 0,0-1 0,-1 0 0,1 1 0,-1-1 0,-1-6 1,-1 0-208,0 0 1,-1 0 0,-1 1-1,0-1 1,0 1 0,-1 0 0,-1 1-1,1-1 1,-2 1 0,1 0-1,-1 0 1,0 1 0,-1 0-1,0 0 1,0 1 0,-19-13 0,9 8-175,-1 0 0,-1 2 0,0 0 0,0 1 0,-1 1 0,0 1 1,-36-8-1,22 10 18,0 1 1,-1 2 0,-38 2-1,-104 17-1137,146-11 759,1 0-1,-37 13 0,-18 14-5362,58-20 1431,14-1-2497</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0.917"/>
    </inkml:context>
    <inkml:brush xml:id="br0">
      <inkml:brushProperty name="width" value="0.035" units="cm"/>
      <inkml:brushProperty name="height" value="0.035" units="cm"/>
    </inkml:brush>
  </inkml:definitions>
  <inkml:trace contextRef="#ctx0" brushRef="#br0">504 929 6469,'0'0'7872,"-3"2"-7109,-5 1-380,1 0-1,0 0 1,-1-1-1,-14 4 1,13-5-221,0 2 1,0-1-1,0 1 1,0 0 0,1 1-1,-10 5 1,-12 12 76,1 1 1,1 2-1,1 1 1,-27 32-1,13-8 367,-54 85 0,78-105-406,2 0 0,-20 53 1,34-79-196,-1 0 0,1 0 0,1-1 1,-1 1-1,0 0 0,1 0 1,0 0-1,-1 1 0,1-1 1,0 0-1,1 0 0,-1 0 0,0 0 1,1 0-1,0 0 0,0 0 1,0-1-1,0 1 0,0 0 1,0 0-1,3 2 0,-3-3 3,0-1-1,0 0 1,1 1-1,-1-1 1,1 0-1,-1 0 0,1 0 1,0 0-1,-1 0 1,1-1-1,0 1 1,-1 0-1,1-1 1,3 1-1,-1-1 0,0 1 1,-1-1-1,1 0 0,0-1 0,0 1 0,-1-1 0,1 1 0,-1-1 1,6-2-1,14-6-14,0-2 1,-1 0-1,-1-1 1,1-1-1,-2-1 1,0-1-1,-1-1 1,0-1 0,-1 0-1,-1-1 1,-1-1-1,-1-1 1,0 0-1,-2-1 1,20-39-1,-11 8-268,-2-1 0,-2 0 0,-2-1-1,-3-1 1,9-89 0,-14 43 171,-4-1 0,-13-122 0,-1-22 1633,9 223-1171,-1 1 1,0-1-1,-2 1 1,-8-29-1,11 48-230,-1 7-7,-4 15 3,0 0 0,2 0 0,-4 33 1,0 67 107,5-50-111,1-6 2,3-1 1,9 73 0,32 124 22,-37-233-406,1 0 0,1 0-1,2-1 1,0 0 0,1-1 0,2 0 0,0-1 0,2 0 0,0-1-1,24 28 1,-36-48-275,1 1 0,-1-1 0,1 0-1,0 0 1,-1 0 0,1 0 0,0 0-1,0-1 1,0 0 0,0 1-1,0-1 1,1 0 0,-1 0 0,0-1-1,7 2 1,-10-2 430,46 7-9715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1.311"/>
    </inkml:context>
    <inkml:brush xml:id="br0">
      <inkml:brushProperty name="width" value="0.035" units="cm"/>
      <inkml:brushProperty name="height" value="0.035" units="cm"/>
    </inkml:brush>
  </inkml:definitions>
  <inkml:trace contextRef="#ctx0" brushRef="#br0">0 272 9629,'2'-67'2451,"-2"65"-2310,0 1-1,0-1 1,0 1-1,1 0 0,-1-1 1,0 1-1,1-1 0,-1 1 1,1 0-1,0-1 1,-1 1-1,1 0 0,0 0 1,0 0-1,0-1 0,0 1 1,0 0-1,0 0 1,0 0-1,0 0 0,0 0 1,2 0-1,4-5 757,30-40 3015,-30 37-3257,0 0-1,0 0 1,1 0-1,0 1 0,14-12 1,-1 6 573,0 1-1,42-18 1,-59 29-859,8 10 21,-11-7-395,0 0-1,0-1 1,0 1 0,0 0 0,0 0 0,0-1 0,0 1 0,-1 0 0,1 0 0,0 0 0,0 0-1,-1 0 1,1 0 0,-1 0 0,1 0 0,-1 1 0,1-1 0,-1 0 0,0 2 0,-2 28-329,-6 48-650,4-34 42,-13 56 0,9-69 489,2 0 0,1 1 0,-1 45 0,6-73 587,1-1 286,1 3-165,-1-5-148,-1 1 1,1-1 0,0 0-1,0 0 1,0 0-1,0 0 1,0 0-1,3 3 1,-4-4-62,1 0 0,0-1 0,0 1 0,0-1 0,0 1 0,0-1 0,0 1 0,0-1 0,0 0 0,0 1 0,0-1 0,0 0 0,0 0 0,0 0 0,1 0 0,-1 0 0,0 0 0,0 0 0,0 0 0,0 0 0,0-1 0,0 1 0,0 0 0,2-1 0,175-71 2230,-116 44-2222,77-24 0,-123 49-403,20-7-584,-35 9 722,1 1-1,-1-1 1,1 0 0,-1 1-1,1-1 1,-1 0 0,1 0 0,-1 0-1,1 0 1,-1 0 0,0 0 0,0-1-1,0 1 1,1 0 0,-1-1-1,0-1 1,-1 0-1579,-5 4-448,-22 15-4264,-12 9-3792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1.751"/>
    </inkml:context>
    <inkml:brush xml:id="br0">
      <inkml:brushProperty name="width" value="0.035" units="cm"/>
      <inkml:brushProperty name="height" value="0.035" units="cm"/>
    </inkml:brush>
  </inkml:definitions>
  <inkml:trace contextRef="#ctx0" brushRef="#br0">238 0 12873,'0'0'2075,"-2"1"-301,-1 1-1510,0 0-1,0 0 1,0 1-1,1-1 0,-1 0 1,1 1-1,-1 0 1,1-1-1,0 1 1,0 0-1,0 0 1,-2 5-1,-16 47 538,10-25-380,-20 44 142,1 0-114,-23 85 0,38-105-323,0-4 253,3 1 0,-10 92 1,21-137-229,0 1 0,0-1 0,0 0 0,1 1 0,0-1 1,1 0-1,2 10 0,-3-13-64,1 0 0,-1 0 0,1-1-1,-1 1 1,1 0 0,0-1 0,0 1 0,0-1 0,0 0-1,0 1 1,1-1 0,-1 0 0,1 0 0,0-1 0,-1 1 0,1-1-1,0 1 1,4 1 0,9 1 166,0 0 0,1-1 0,-1-1 0,1 0 0,-1-2 0,28-1 0,106-17 999,-128 14-1126,273-41 651,-273 40-586,8 0-4626,-30 5 4356,0 0-1,0 0 0,0 0 0,0 0 0,0 0 0,0 0 1,0 0-1,0 0 0,0 0 0,-1 2-2235,1-2 2235,0 0 0,0 1 0,0-1 0,0 0 1,0 0-1,0 0 0,-20 10-6277,-34 14-7265</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2.355"/>
    </inkml:context>
    <inkml:brush xml:id="br0">
      <inkml:brushProperty name="width" value="0.035" units="cm"/>
      <inkml:brushProperty name="height" value="0.035" units="cm"/>
    </inkml:brush>
  </inkml:definitions>
  <inkml:trace contextRef="#ctx0" brushRef="#br0">68 264 7697,'-17'6'2447,"-20"9"9867,24-10-8694,43-13-1809,5 2-773,50-4 1,-12 3-18,1273-111 477,-696 70-1216,-203 7-282,82-6 0,-431 42-2280,-115 9-851,3 0 2265,-83 6-4248,0-1-2590,6 5-2984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2.908"/>
    </inkml:context>
    <inkml:brush xml:id="br0">
      <inkml:brushProperty name="width" value="0.035" units="cm"/>
      <inkml:brushProperty name="height" value="0.035" units="cm"/>
    </inkml:brush>
  </inkml:definitions>
  <inkml:trace contextRef="#ctx0" brushRef="#br0">435 413 6741,'-1'13'-221,"9"-1"9737,-18-8-8014,-8 2-1212,1 2-1,0-1 0,1 2 1,-1 0-1,2 1 0,-20 17 0,-23 13 326,42-29-416,0 2 1,1 0 0,0 0-1,-18 24 1,-27 25 567,46-49-532,1 1-1,0 0 1,1 1 0,-18 30-1,29-42-5,2 0 15,0 1-194,0-1 4,-1 0 1,1-1 0,0 1 0,0-1-1,1 1 1,-1-1 0,0 1-1,1-1 1,-1 0 0,3 3-1,-2-4-15,-1 0 0,1-1 0,-1 1 0,1 0 0,0-1 0,-1 1 0,1-1 0,0 0 0,-1 1 0,1-1 0,0 0 0,0 0 0,-1 0 0,1 0 0,0-1 0,-1 1 0,1 0 0,0-1 0,-1 1 0,1-1 0,2-1 0,45-21 544,-22 9-399,9-3-236,-1-1 1,-1-2-1,0-1 0,-2-1 0,0-2 1,41-41-1,-67 58-55,0 0 1,0-1-1,-1 1 1,0-1-1,0 0 1,-1-1-1,0 1 0,0-1 1,-1 0-1,4-16 1,-5 11-27,0 0-1,-1 0 1,0-1 0,-1 1 0,-1 0 0,-3-19 0,-7-28-251,-32-111 0,31 141 419,6 14 8,-8-28-1,10 29 85,2-1-1,-3-26 0,12 61 33,-2-6-122,54 189 584,-6-16-323,69 128-3264,-92-261-64,-6-19-2495,0-3-4215</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3.433"/>
    </inkml:context>
    <inkml:brush xml:id="br0">
      <inkml:brushProperty name="width" value="0.035" units="cm"/>
      <inkml:brushProperty name="height" value="0.035" units="cm"/>
    </inkml:brush>
  </inkml:definitions>
  <inkml:trace contextRef="#ctx0" brushRef="#br0">444 170 5220,'0'21'1532,"0"-19"-752,0-3 125,0-36 5712,-4 36-5256,-12-6-277,11 4-768,0 1-1,0 0 0,0 0 1,0 1-1,0 0 1,0 0-1,-1 0 1,1 0-1,0 1 1,-1-1-1,-9 2 1,-1 1-157,1 1-1,-1 1 1,1 0 0,0 1 0,0 0 0,0 2 0,0-1 0,-20 15 0,11-7 91,-41 34 1,56-40-99,0 0 0,1 0 1,0 1-1,0 0 0,1 1 0,0 0 0,-9 19 1,9-16 200,1 1 0,1 0 0,1 0 0,-6 26 0,9-35-266,1 0 1,-1 0-1,1 0 0,0 0 1,1 0-1,-1-1 1,1 1-1,0 0 1,0 0-1,0 0 1,1-1-1,0 1 1,0-1-1,0 1 1,0-1-1,1 0 0,-1 1 1,1-2-1,4 6 1,0-3-3,0 0 0,0-1 0,0 0 0,1 0 0,0 0 0,0-1 0,0 0 0,1-1 0,-1 0 0,1 0 0,-1-1 0,1 0 0,0 0 0,0-1 0,11 0 0,0 0 8,1-2-1,0 0 0,0-1 1,-1-1-1,33-9 0,-40 8-139,0 0 0,-1-1 0,1-1 0,-1 0 0,0-1 0,-1 0 0,1-1 0,-1 0 0,-1-1 0,0 0 0,11-13 1,-8 7-313,-2 0 0,0-1 1,-1 0-1,0-1 0,-2 0 0,0 0 1,9-28-1,-14 34 102,0-1 1,-1 1-1,0-1 0,-1 1 0,0-1 1,-1 1-1,0-1 0,-1 0 0,-1 1 1,1-1-1,-5-11 0,4 14 32,-1 0 1,0 0-1,-1 0 0,0 1 1,-1-1-1,1 1 1,-1 0-1,-1 0 0,0 1 1,0 0-1,0 0 0,-1 0 1,-14-11-1,9 11 84,0 1 0,0 0-1,-1 0 1,0 2-1,0-1 1,0 1 0,0 1-1,0 1 1,-1 0 0,0 0-1,1 1 1,-16 2 0,25-1 201,-1 1 1,1-1 0,0 1-1,0 0 1,0 1 0,0-1-1,-6 4 1,8-4-4,1-1 0,-1 1-1,1 0 1,-1 0 0,1 0 0,0 0-1,-1 1 1,1-1 0,0 0-1,0 0 1,0 1 0,0-1 0,0 1-1,0-1 1,0 1 0,1-1 0,-1 1-1,0-1 1,1 1 0,-1 3-1,1 1 82,0 0-1,1 1 0,0-1 0,0 0 0,1 0 0,0 0 0,4 11 0,-1-4 77,1-1 1,11 18-1,-7-16-143,1-1 0,-1-1-1,2 1 1,0-2 0,0 0 0,1 0-1,1-1 1,-1-1 0,1 0 0,1-1 0,0-1-1,25 9 1,-27-12-1006,0 0 0,0-1 0,0 0 0,1-2 0,19 2 0,-2-5-4556,5-4-3126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3.893"/>
    </inkml:context>
    <inkml:brush xml:id="br0">
      <inkml:brushProperty name="width" value="0.035" units="cm"/>
      <inkml:brushProperty name="height" value="0.035" units="cm"/>
    </inkml:brush>
  </inkml:definitions>
  <inkml:trace contextRef="#ctx0" brushRef="#br0">1 107 11349,'1'1'126,"0"0"0,0-1 0,0 1-1,0-1 1,1 0 0,-1 1 0,0-1 0,0 0 0,1 0-1,-1 0 1,0 0 0,1 0 0,-1 0 0,0 0 0,0 0-1,1 0 1,-1-1 0,0 1 0,0 0 0,1-1 0,-1 1-1,0-1 1,1 0 0,2-2 252,0-1 1,0 1-1,0-1 0,6-7 0,-7 6 242,1 1 1,0 0-1,0 0 0,1 0 0,8-6 0,7 0 1940,41-15-1,-20 9-955,-40 16-1590,0 0-1,-1 0 1,1 0-1,0 1 1,-1-1-1,1 0 1,0 0-1,-1 0 0,1 1 1,0-1-1,-1 0 1,1 0-1,-1 1 1,1-1-1,-1 1 1,1-1-1,-1 1 0,1-1 1,-1 0-1,1 1 1,-1 0-1,1 0 1,1 1 14,-1-1-38,0 1-1,1-1 0,-1 0 1,0 1-1,0-1 0,-1 1 1,1 0-1,0-1 0,0 1 1,-1-1-1,1 1 0,-1 0 1,1 0-1,-1-1 0,0 1 1,1 0-1,-1 0 0,0-1 1,-1 5-1,-5 39-377,3-30 224,-20 95-983,7-33 473,12-24 162,4-45 505,0-1 0,-1 0 1,1 1-1,-1-1 0,-1 0 1,-2 8-1,4-14 45,-1 0 0,1 0 1,0 1-1,0-1 0,-1 0 0,1 0 1,0 1-1,0-1 0,0 0 0,0 0 1,1 1-1,-1-1 0,0 0 1,0 0-1,1 0 0,-1 1 0,1-1 1,-1 0-1,1 0 0,-1 0 0,1 0 1,0 0-1,-1 0 0,2 1 0,1 1 66,-1-1 0,1 0 0,0 0 0,0 0 0,0-1 0,0 1 0,0-1 0,0 1 0,3 0 0,8 1 209,-1 0-1,1 0 1,19 1-1,-6-3 37,-1-2 1,0 0-1,0-2 0,27-6 1,100-30 579,-63 14-557,32-11-1866,-121 36 1306,1-1 0,-1 1 1,1 0-1,-1-1 0,1 0 1,-1 1-1,1-1 0,-1 0 0,1 0 1,-1 0-1,0 1 0,1-2 1,-1 1-1,0 0 0,0 0 1,0 0-1,0 0 0,0-1 1,0 1-1,0 0 0,0-1 1,-1 1-1,1-1 0,0 1 0,0-3 1,3-8-2655,-3 12 2729,-1 0 0,0 0 0,0 0 0,0 0 0,0 0 0,0-1 0,0 1 0,0 0 0,0 0 0,0 0 0,0 0 0,0 0 0,0-1 0,0 1 0,0 0 0,0 0 0,0 0 0,0 0 0,0 0 0,0 0 1,0-1-1,0 1 0,0 0 0,0 0 0,-1 0 0,1 0 0,0 0 0,0 0 0,0-1 0,0 1 0,0 0 0,0 0 0,0 0 0,0 0 0,-1 0 0,1 0 0,0 0 0,0 0 0,0 0 0,0 0 0,0 0 0,0 0 0,-1 0 1,1 0-1,0-1 0,0 1 0,0 0 0,0 0 0,0 0 0,-1 0 0,1 1 0,0-1 0,0 0 0,0 0 0,0 0 0,0 0 0,0 0 0,-1 0 0,1 0 0,-28-9-11100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4.441"/>
    </inkml:context>
    <inkml:brush xml:id="br0">
      <inkml:brushProperty name="width" value="0.035" units="cm"/>
      <inkml:brushProperty name="height" value="0.035" units="cm"/>
    </inkml:brush>
  </inkml:definitions>
  <inkml:trace contextRef="#ctx0" brushRef="#br0">752 2 12609,'0'0'7977,"-5"0"-7357,1-1-557,-1 1 1,1 0-1,-1 0 0,1 0 1,-1 1-1,1 0 0,-1 0 1,1 0-1,-1 0 0,1 1 1,0-1-1,0 1 0,0 0 1,0 1-1,0-1 0,0 1 1,1-1-1,-6 6 0,-23 20 93,-481 437 723,496-450-489,-1-1 0,-19 12 0,-7 7 1319,44-33-1697,0 0 0,0 0 0,0 0 1,0 0-1,0 0 0,1 0 0,-1 0 0,0 0 0,0 0 0,0 0 1,0 0-1,0 0 0,0 0 0,0 0 0,0 0 0,1 0 0,-1 1 1,0-1-1,0 0 0,0 0 0,0 0 0,0 0 0,0 0 0,0 0 0,0 0 1,0 0-1,0 1 0,0-1 0,0 0 0,0 0 0,0 0 0,0 0 1,0 0-1,0 0 0,0 1 0,0-1 0,0 0 0,0 0 0,0 0 0,0 0 1,0 0-1,0 0 0,0 0 0,0 1 0,0-1 0,0 0 0,0 0 1,0 0-1,0 0 0,0 0 0,0 0 0,0 0 0,0 1 0,0-1 0,-1 0 1,1 0-1,0 0 0,0 0 0,0 0 0,0 0 0,0 0 0,0 0 1,0 0-1,0 0 0,-1 0 0,1 0 0,0 0 0,0 0 0,0 0 0,8 5 230,1-1 0,-1 0 0,1-1 0,0 0 0,0 0 0,0-1 0,1 0 0,-1 0 0,1-1 0,12-1-1,20 0 572,42-6 0,-57 3-496,174-16 657,227-17-1492,-408 35-2199,-1 1 0,28 3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7:24.914"/>
    </inkml:context>
    <inkml:brush xml:id="br0">
      <inkml:brushProperty name="width" value="0.035" units="cm"/>
      <inkml:brushProperty name="height" value="0.035" units="cm"/>
    </inkml:brush>
  </inkml:definitions>
  <inkml:trace contextRef="#ctx0" brushRef="#br0">407 0 11721,'-14'1'729,"0"0"0,0 0 1,0 2-1,1 0 0,-1 0 0,1 1 0,0 1 1,0 0-1,0 1 0,-19 11 0,21-9-531,0-1-1,1 1 0,-18 18 0,4 0 269,2 1-1,0 1 1,2 0 0,-34 63-1,47-75-231,1 0-1,0 0 1,1 0-1,1 0 1,-3 22-1,5-27-34,2 0 0,-1 0 0,2 1 0,-1-1-1,2 0 1,-1 0 0,2 0 0,5 19 0,-4-21-68,-1 0-1,2 0 1,-1-1 0,1 0 0,0 0 0,1 0-1,0-1 1,0 0 0,10 9 0,-4-6 57,1-1 0,-1 0-1,1 0 1,1-1 0,16 6 0,5 0 297,1-1-1,1-3 0,72 12 1,-52-14-32,1-3 1,97-5-1,115-31 531,-90-12-984,-150 33 0,-1-1 0,0-2 0,50-29 0,-68 36 0,-1-1 0,-1-1 0,1 1 0,-1-2 0,-1 1 0,1-1 0,10-16 0,-16 20 0,0 0 0,0 1 0,-1-1 0,1 0 0,-1 0 0,-1-1 0,1 1 0,-1 0 0,0 0 0,0-1 0,0 1 0,-1-1 0,0 1 0,0-1 0,0 1 0,-1-1 0,1 1 0,-4-10 0,0 5-107,0 0 0,-1 1 1,-1-1-1,1 1 0,-1 1 0,-1-1 0,0 1 1,0 0-1,0 0 0,-1 1 0,0 0 1,-1 0-1,0 1 0,-16-9 0,-3 0-451,-1 1 0,-1 1 0,-52-15 0,-15 2-1725,-1 4 0,-168-16 0,252 37 1916,-132-8-3557,48 9-2467,30 7-2027</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24.483"/>
    </inkml:context>
    <inkml:brush xml:id="br0">
      <inkml:brushProperty name="width" value="0.035" units="cm"/>
      <inkml:brushProperty name="height" value="0.035" units="cm"/>
    </inkml:brush>
  </inkml:definitions>
  <inkml:trace contextRef="#ctx0" brushRef="#br0">316 123 4680,'-30'26'2691,"28"-27"-2554,0 0 0,0-1 0,-1 1 0,1 0 0,-1 0 0,1 1 0,0-1 0,-1 0 0,-4 0 0,5 1 8,-1-1 1761,-1 2-1596,-30 12 361,31-12-339,-11 10 269,2-3-222,1 0 0,-20 9 1,2 0 7,20-12-126,0-1 1,-1 1-1,0-2 1,0 1-1,-17 2 1,14-2-270,8-3 3144,-13 6-2568,18-7-551,0 0 1,0 0-1,0 0 1,0 0-1,0 0 1,0 0 0,0 0-1,-1 0 1,1 0-1,0 0 1,0 0-1,0 0 1,0 0-1,0 0 1,0 0-1,0 0 1,-1 0-1,1 0 1,0 1-1,0-1 1,0 0 0,0 0-1,0 0 1,0 0-1,0 0 1,0 0-1,0 0 1,-1 0-1,1 0 1,0 0-1,0 0 1,0 1-1,0-1 1,0 0-1,0 0 1,0 0-1,0 0 1,0 0 0,0 0-1,0 0 1,0 0-1,0 1 1,0-1-1,0 0 1,0 0-1,0 0 1,0 0-1,0 0 1,0 0-1,0 0 1,0 1-1,0-1 1,0 0 0,0 0-1,0 0 1,0 0-1,0 0 1,0 0-1,11 2 472,33-1-340,-5-1 145,89 4 159,25 0-157,163 4-32,-282-8-270,66 1 50,104-2-49,254-44 172,-12-2-161,-339 38 17,72-1 34,-132 9-41,23-4-24,30-1 4,-18 6 29,188 4-51,330 5 55,-384-11-28,-44 3-29,-48-2 43,34-3-67,118-11 67,-99 8 4,128-4 18,-150 8-3,17-1 12,134-4-27,-268 8-27,310 5-18,-298-4 31,234 17-47,-212-9 59,217 14-47,-271-23 32,-2 0 1,1 0 0,16 4-1,29 0-19,77-3-1,-52-3 29,38-4-13,-98 5 5,48 2 0,-12 2-66,353-7 145,-319 5-23,78-1-35,6 0 2,-66 3-134,658 0 126,-554 2-36,65-2 22,-221-2-6,63-2-34,39 0 70,-37 1-23,356-7 285,-310 11-242,79-1-1,271-10-38,-93 0-28,-359 6 10,61 1 34,64 2 42,-100-3-46,288-10 31,-176 3-46,123-3 35,24-12 153,213-16-208,-287 24 271,462-16 172,-674 31-320,71 0 30,45 4 124,15 0 227,-35 1 369,48 5 568,-104-7-830,1 1 207,-106-4-559,47-4 387,-46 3-643,-5 0 6,1 0 0,-1 0-1,0 0 1,0 1 0,0-1 0,0 0 0,1 1 0,-1-1 0,0 1 0,1-1 0,-1 1 0,0-1 0,1 1 0,-1 0 0,1 0 0,2 0-1,-1-1-4,15 2 33,1 1 47,0 1 0,-1 0-1,27 9 1,-41-10-54,0-1 1,0-1-1,0 1 0,0-1 1,0 1-1,6-1 1,7 0 43,210 33 251,-166-29-294,-31-3-37,99 9 97,-126-9-72,17-5-60,-14 3 660,4-3-2591,-27-8-1680,-77-42-7419,32 10-762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2.203"/>
    </inkml:context>
    <inkml:brush xml:id="br0">
      <inkml:brushProperty name="width" value="0.035" units="cm"/>
      <inkml:brushProperty name="height" value="0.035" units="cm"/>
    </inkml:brush>
  </inkml:definitions>
  <inkml:trace contextRef="#ctx0" brushRef="#br0">11229 306 6269,'0'0'12800,"-4"0"-12588,-33-4 266,34 4 157,-2 0-375,-42 0 185,43 0-252,0 0-45,-36 7 155,38-7-287,0 1 0,0-1 0,0 0-1,0 0 1,0 1 0,0-1 0,0 0-1,-1-1 1,1 1 0,0 0 0,0-1 0,0 1-1,-3-2 1,-20-3 140,5 5-21,-38-6-1,22 4-21,10 2-50,-9-5 61,-53 0 0,73 4-91,0 0 0,-17-5-1,17 4-16,0-1 0,-17 1 0,-74-5 2,-2-1 29,-32 1 106,68 2-152,-335-9 191,116 3-135,147 4 17,34 0-26,-102-13 223,52 3 39,146 15-293,0 1 1,-18 0-1,-21-1 75,34-1-111,-53-4-42,-15 0 48,-2-1-10,-74-4-1,30 1 25,-68-3 107,103 5-150,-54-7 73,-53-10-40,45 13 2,9 2-47,-92-9 5,215 19 52,-369 0 12,146 5 17,240-4-45,-160 11 21,-17 2-50,-2 0 94,-77-8-84,226-3-4,3 0 94,-66-3 0,74-1-95,-55 5 1,-11 0 95,72-3-84,-1 1-1,-30 5 1,27-2 12,-31-1 0,32-2 8,-34 6 0,-11 1-17,-28 3 21,-74 3 0,-60-3 201,148-18-224,15 4-62,-23 2 47,-114 10-19,-159 13 53,357-21-1,-13 2 74,-43 0 0,37-4-108,-36 5 0,-6 0 136,-136 13-187,1-1 66,112-14 92,-85-3-115,33 1 29,60 2 149,-6-5-217,-29 3 135,16 0-92,13 1 5,-29 2 28,-181 23-36,24-7 146,269-19-115,0 1 0,-1 0 0,1 1 0,-16 5 0,-21 4 13,27-8 22,-1 2 0,-24 8-1,23-6-52,-35 6 0,-122 20-7,130-23 60,-74 25-1,-40 28-40,127-46 21,0 1-1,-50 34 1,65-37-6,0 1-1,1 1 1,1 1 0,0 0-1,2 1 1,0 1-1,-15 26 1,23-33-15,4-8 18,0 0 0,1 0 0,0 1 0,0-1 0,1 1-1,0-1 1,0 1 0,0 0 0,0 0 0,1 0-1,0 0 1,0 0 0,1 9 0,1-1 6,2 1 0,0-1-1,0 0 1,2 1 0,0-2 0,0 1 0,1-1 0,1 1 0,10 14-1,0-3 5,1 0-1,2-2 0,34 33 1,15 3 21,106 71 1,-90-77-28,175 83 0,-217-119-2,0-1 1,1-2 0,0-2 0,64 8 0,185 7 7,-254-25 4,298 6 122,-128-5-3,-6 4-207,-50-5 111,0 1-23,109 6-81,2 0 38,-35-2 37,-9-1-5,258 29 258,-136-9-317,-209-14-16,99 2 63,-113-13-5,683-8 75,-426-1-26,-277 8-68,30-2 29,276-15 123,-264 13-153,68-7-3,177-19 29,-244 21 16,16 5-2,-46 3 58,155-3-19,74-4-79,-148-1 66,181-11-50,-56-1-10,-131 17 43,-57 3 61,205-2-58,-68 3-48,-106 0-7,39-2 142,-90-5-152,170-18 118,9-16-105,-247 34 30,139-30 144,-152 31-35,42-5 1,-42 8 11,30-8 1,64-10-1,-47 9 40,-29 6-105,-30 5 34,-1-1 0,28-8 0,-28 6-50,0 1 0,19-1-1,16-4 0,-39 6-9,0 0 0,1 1 0,19 1 0,8-1 95,105-4 114,-65 1-141,207-6-59,-279 8 51,-7 1-78,1 0 0,-1 0 1,1 0-1,0 0 0,0 0 0,0 1 1,-1-1-1,1 0 0,0 1 1,0 0-1,0-1 0,0 1 0,0 0 1,2 0-1,0-1 79,5 0-62,0 0 1,0-1-1,0 0 1,-1 0-1,11-5 1,14-4 27,233-66 74,-90 40-186,-139 29 144,49-15-1,-40-1 1262,-43 22-691,-3-1-506,0-34 165,0 33-175,-2 0-22,-16-47 81,9 24-127,-15-30 1,6 24-52,-1 2 0,-2 0 1,-1 1-1,-2 1 0,0 1 0,-30-25 0,22 25-20,-2 1 0,0 2-1,-2 1 1,0 2-1,-1 2 1,-2 1-1,0 2 1,-64-19-1,-37 0-18,-222-28 0,228 45 21,-47-5-1,84 12 29,-40-3-39,-152 1 42,162 10-38,-33-4-49,102 3 113,-74 5 0,65 1 157,25-4-29,35 2-164,1 0-1,-1 0 1,0 1-1,1 0 1,-13 2-1,14-2-12,-1 1-1,1-1 0,-1 0 0,1 0 0,0-1 1,-8-1-1,-3 0 10,-173-1-3,123 3 6,-160 11 142,70-3-141,106-1-53,33-4-158,13-2-319,5 9-10775,2 2 8374,-1-6 1024,11 29-9033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3.066"/>
    </inkml:context>
    <inkml:brush xml:id="br0">
      <inkml:brushProperty name="width" value="0.035" units="cm"/>
      <inkml:brushProperty name="height" value="0.035" units="cm"/>
    </inkml:brush>
  </inkml:definitions>
  <inkml:trace contextRef="#ctx0" brushRef="#br0">34 413 7861,'-3'1'1613,"-27"13"9603,32-14-11189,1 0 0,0 0 0,0 0 0,0 0 0,0 0 0,0 0 0,0-1 0,0 0 1,0 1-1,0-1 0,4-2 0,-6 2-1,2 0-11,-1 0-1,1-1 0,-1 1 1,0-1-1,0 0 0,0 1 1,0-1-1,0 0 0,0-1 1,-1 1-1,1 0 1,2-4-1,-2 2 12,1 1 51,-2 2-71,-1-1 0,1 1 0,0 0 0,0 0 0,0 0 0,0 0 0,0 0 0,0 0-1,0 0 1,0 1 0,2-2 0,-1 0 3,-1 2 6,-1 0 0,0-1-1,0 1 1,1-1-1,-1 1 1,1-1 0,-1 1-1,0 0 1,1-1-1,-1 1 1,1 0 0,-1-1-1,1 1 1,-1 0-1,1 0 1,-1-1 0,1 1-1,-1 0 1,1 0-1,-1 0 1,1 0 0,-1 0-1,1 0 1,-1 0-1,1 0 1,-1 0 0,2 0-1,-7 14 823,-4 8-898,4 3 115,2 0-1,0 0 1,1 0 0,2 0 0,0 0-1,2 0 1,1 0 0,6 25-1,-7-41-23,0 0 0,1-1 0,1 1 0,-1-1 0,1 0 0,0 0 0,1 0 0,0-1-1,0 0 1,11 12 0,-7-10 16,0 0-1,1-1 0,0 1 1,1-2-1,0 0 0,0 0 1,0-1-1,1 0 0,0-1 1,24 7-1,9 0 121,80 8 1,-121-19-160,135 11 200,197-9 0,-280-4-194,776-48 225,-403-11-166,-199 25-38,372-59-101,884-132 189,-1387 212-105,1591-206 167,-1494 195-113,219-18 854,-329 33-478,-71 6-490,1 2-1,0 0 1,0 0 0,0 2 0,27 2 0,-39-2-507,0-1-206,33-18-2346,-37 19 3052,0 0-1,0 0 1,0 0 0,1 0-1,-1 0 1,0 0 0,0 0 0,0 0-1,0-1 1,1 1 0,-1 0-1,0 0 1,0 0 0,0 0-1,0 0 1,0 0 0,1-1-1,-1 1 1,0 0 0,0 0-1,0 0 1,0 0 0,0 0 0,0-1-1,0 1 1,0 0 0,0 0-1,0 0 1,0-1 0,0 1-1,0 0 1,0 0 0,0 0-1,0 0 1,0-1 0,0 1 0,0 0-1,0 0 1,0 0 0,0 0-1,0-1 1,0 1 0,0 0-1,0 0 1,0 0 0,0 0-1,-1-1 1,-1-7-1144,1 0-647,-1-1-1,-1 1 1,-4-11 0,-10-2-6251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3.317"/>
    </inkml:context>
    <inkml:brush xml:id="br0">
      <inkml:brushProperty name="width" value="0.035" units="cm"/>
      <inkml:brushProperty name="height" value="0.035" units="cm"/>
    </inkml:brush>
  </inkml:definitions>
  <inkml:trace contextRef="#ctx0" brushRef="#br0">2 0 11009,'-1'9'-149,"0"2"3434,11-19-322,-9 7-2877,-1 0 1,1 1-1,0-1 1,0 0-1,0 1 1,0-1-1,0 0 1,0 1-1,0-1 0,1 1 1,-1 0-1,0-1 1,0 1-1,0 0 1,0 0-1,1-1 1,-1 1-1,0 0 1,0 0-1,2 1 1,26 5 728,-10-1-332,5-1 159,43 1-1,17 2 365,-45-1-389,0 2-1,-1 2 0,59 23 0,-77-25-428,0 2 0,0 0 0,-1 2 0,0 0 0,-1 1 0,0 0 0,-1 2 0,15 16 0,-16-13-1,-1 0 1,-1 1 0,0 0 0,18 37-1,-27-44-139,0 0 0,0 0 0,-1 1 0,-1-1-1,0 1 1,-1 0 0,0 0 0,-1 0 0,-1 26 0,-3 1-572,-15 74 1,15-102 41,0 0 0,-1 0 1,0 0-1,-1-1 0,0 1 0,-1-1 1,0 0-1,-1-1 0,0 0 0,-11 12 1,-20 13-2942,13-16-2040,8-12-4406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4.939"/>
    </inkml:context>
    <inkml:brush xml:id="br0">
      <inkml:brushProperty name="width" value="0.035" units="cm"/>
      <inkml:brushProperty name="height" value="0.035" units="cm"/>
    </inkml:brush>
  </inkml:definitions>
  <inkml:trace contextRef="#ctx0" brushRef="#br0">496 836 7873,'-4'1'1897,"-10"2"-1020,0 0 0,1 1 1,-1 0-1,1 1 0,-15 8 0,12-4-464,1 1 1,-1 0-1,2 1 0,-1 1 1,2 0-1,-21 23 0,-14 21 206,3 1 0,3 3 0,2 1 0,-37 79 0,73-131-507,0-1 0,1 1 1,1-1-1,-1 1 0,2 0 0,-1 0 0,1 0 0,0 0 0,1 15 0,0-21-73,1-1 0,-1 1 0,1-1-1,-1 1 1,1-1 0,0 1 0,0-1 0,0 0 0,0 1-1,0-1 1,1 0 0,-1 0 0,1 0 0,-1 0 0,1 0-1,2 2 1,-1-3-10,-1 1-1,1-1 1,-1 0-1,1 0 0,0 0 1,0 0-1,-1 0 1,1 0-1,0-1 1,0 1-1,0-1 0,0 0 1,0 0-1,0 0 1,0 0-1,0-1 1,4 0-1,12-4 23,-1 0 0,1-1-1,-1-1 1,0 0 0,0-2 0,-1 0 0,0-1-1,-1 0 1,0-2 0,0 0 0,-1 0-1,14-17 1,6-8-17,-2-2 0,-2-2-1,39-64 1,-38 48-42,-3-1 0,35-101 1,-47 102-41,-2 0 0,7-64 0,-15 82 31,-2 1 2,-1-1-1,-1 0 1,-3 0 0,-5-54-1,-3 35 82,-3-1 0,-20-65 0,28 114-49,0 0 0,0 0-1,-1 0 1,-1 0 0,0 1-1,0 0 1,0 0 0,-13-15-1,16 23-29,1 6 2,-6 33 28,2 1-1,2 0 0,1 0 0,6 66 1,34 160-25,-7-123 151,-7-42-25,28 115-9,-43-177-234,2 0 0,1-1 0,2-1 0,2 0 0,1 0 0,33 49 1,-26-45-426,-22-36 209,4-6-35,1-1 313,0 0 0,0 0 0,0 0 0,-1-1 0,0 0 0,1-1 0,-1 1 0,-1-1 0,1 0 0,-1 0 0,0-1 0,0 0 0,8-11 0,5-14-109,2 0 0,2 1 0,45-48 0,-45 54 149,-7 8-9,1 1-1,22-17 0,-32 28 27,0 0 0,0 1-1,0-1 1,0 1 0,1 0 0,0 1 0,-1 0-1,1 0 1,0 0 0,14-1 0,-14 3 8,0 0 1,0 0-1,-1 1 1,1 0-1,0 0 1,0 0-1,-1 1 1,1 0-1,-1 0 1,1 1-1,-1 0 1,0 0-1,0 0 0,0 1 1,-1-1-1,9 9 1,2 1 0,0 2 1,-2-1 0,0 2-1,0 0 1,-2 1-1,0 0 1,14 26 0,-5-12 92,-18-27 311,-3-9-343,2-2-58,-2 0 0,1 0-1,-1 0 1,0 0 0,0 0 0,-1-1 0,0 1-1,0 0 1,-1 0 0,0 0 0,0 1-1,-4-10 1,-2-2-43,0 1 0,-1 0 0,-1 1 0,0 0 0,-1 1 0,-1 0 0,-1 0 0,0 2 1,0-1-1,-1 2 0,-1 0 0,-19-13 0,-5-9 2,37 32 106,4 0 188,8-7 59,1 1-1,0 0 1,22-12 0,7-4 140,-16 10-136,2 1 0,-1 1 0,1 1 0,39-11 0,-6 0-25,-47 20-209,-1 1-50,-1 2 1,0 0 0,1 0 0,-1 1 0,0 0 0,19 6 0,-26-6-37,1-1-1,0 1 1,0 0 0,-1 1 0,1-1-1,-1 0 1,0 1 0,0 0 0,0 0 0,0 0-1,0 0 1,-1 0 0,1 1 0,-1-1 0,0 1-1,0-1 1,0 1 0,0 0 0,-1 0-1,0 0 1,2 5 0,33 152-740,-36-158 731,2-5 15,0 1 0,0-1 0,0 0 0,0 0 0,0 0 0,0 0 0,-1 0 0,1 0 0,0-3 0,3-1 61,37-55 960,-28 40-247,25-30 1,-26 38-214,0 0 0,30-20 1,-25 20-195,-10 11-193,7 2-118,-12 0-48,0-1 0,1 1 0,-1 0 0,0 0 0,1 0 0,-1 0 0,0 0 0,1 1 0,-1 0 0,0 0 0,0 0 0,0 0-1,1 0 1,-1 0 0,0 1 0,-1 0 0,1-1 0,0 1 0,0 0 0,-1 0 0,1 1 0,-1-1 0,0 1 0,1-1 0,1 4 0,7 14-505,-1 1 0,-1 0 0,11 37 1,-12-33-478,-5-17 55,-1 1 1,0-1-1,-1 1 1,0-1-1,-1 1 1,1 0-1,-2 0 1,-1 11-1,1 3-3837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5.194"/>
    </inkml:context>
    <inkml:brush xml:id="br0">
      <inkml:brushProperty name="width" value="0.035" units="cm"/>
      <inkml:brushProperty name="height" value="0.035" units="cm"/>
    </inkml:brush>
  </inkml:definitions>
  <inkml:trace contextRef="#ctx0" brushRef="#br0">116 1 13489,'-71'15'8993,"86"-4"-8149,0 4-252,-15 11-644,-4 0-284,-7 4-688,-11 14-828,-4-3-1172,15-19-2209,11 4-4180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5.415"/>
    </inkml:context>
    <inkml:brush xml:id="br0">
      <inkml:brushProperty name="width" value="0.035" units="cm"/>
      <inkml:brushProperty name="height" value="0.035" units="cm"/>
    </inkml:brush>
  </inkml:definitions>
  <inkml:trace contextRef="#ctx0" brushRef="#br0">249 1 17666,'-30'34'739,"17"-21"-213,1 1 0,0 1 0,1 0 1,0 1-1,-14 30 0,10-11 449,1 0 0,2 1 0,-13 66 0,-7 115 361,26-163-1076,-9 70-605,5 1 0,7 139 0,5-69-3186,-6-108-6190,3-50-66</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5.588"/>
    </inkml:context>
    <inkml:brush xml:id="br0">
      <inkml:brushProperty name="width" value="0.035" units="cm"/>
      <inkml:brushProperty name="height" value="0.035" units="cm"/>
    </inkml:brush>
  </inkml:definitions>
  <inkml:trace contextRef="#ctx0" brushRef="#br0">22 0 18294,'-22'26'8468,"48"-29"-7235,-3-1-249,14 4-204,26 4-172,-11 3-464,-4-3-432,8 0-1028,0-1-741,-4-6-1287,-4-5-3576,-3 4-6682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5.916"/>
    </inkml:context>
    <inkml:brush xml:id="br0">
      <inkml:brushProperty name="width" value="0.035" units="cm"/>
      <inkml:brushProperty name="height" value="0.035" units="cm"/>
    </inkml:brush>
  </inkml:definitions>
  <inkml:trace contextRef="#ctx0" brushRef="#br0">145 51 11529,'-16'-43'2732,"13"36"-1347,-1 7-19,-37 6 3330,38-6-1302,3 4-2165,1 68 1493,-2 81-1128,-27 140-348,6-87-848,11 20-447,4-48-580,6-161 450,-7 156-2045,11-57-2381,6-65-1267,-9-51 5775,0 0-1,0 0 1,1 0-1,-1 0 1,0 0-1,0 0 1,0-1-1,0 1 1,0 0-1,0 0 1,0 0-1,0 0 1,0 0-1,1 0 1,-1 0-1,0 0 1,0 0-1,0 0 0,0 0 1,0 0-1,0 0 1,1 0-1,-1 0 1,0 0-1,0 0 1,0 0-1,0 0 1,0 0-1,0 0 1,0 0-1,1 0 1,-1 0-1,0 0 1,0 0-1,0 0 1,0 0-1,0 0 1,0 0-1,0 1 1,0-1-1,1 0 1,-1 0-1,0 0 1,0 0-1,0 0 1,0 0-1,0 0 1,0 0-1,0 0 1,0 1-1,0-1 1,0 0-1,0 0 1,0 0-1,0 0 1,0 0-1,0 0 1,0 0-1,0 1 1,0-1-1,0 0 1,19-15-9607</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6.413"/>
    </inkml:context>
    <inkml:brush xml:id="br0">
      <inkml:brushProperty name="width" value="0.035" units="cm"/>
      <inkml:brushProperty name="height" value="0.035" units="cm"/>
    </inkml:brush>
  </inkml:definitions>
  <inkml:trace contextRef="#ctx0" brushRef="#br0">484 1 12205,'-53'43'1557,"52"-42"-1477,1 0 0,-1 0 1,0-1-1,0 1 0,1 0 0,-1-1 0,0 1 1,0-1-1,0 1 0,0-1 0,0 1 0,0-1 1,0 1-1,0-1 0,0 0 0,-1 1 0,-5 0 190,0 0 0,0 1-1,0 0 1,1 0-1,-1 1 1,1 0-1,-1 0 1,1 0 0,0 1-1,-8 7 1,5-4-39,0 1 0,1 0 0,0 0 0,1 1 0,0 0 0,-8 14 0,-17 26 1077,30-46-825,-12 12 498,11-13-604,0 1 1,0-1-1,0 0 1,-1 0-1,1 0 0,-1 0 1,1-1-1,-1 1 1,0-1-1,-5 2 0,-1-1-710,7 0 1307,0-2-938,-9 4-220,1 0 1,0 1 0,0 1-1,0 0 1,-19 13-1,-16 10-539,43-28 683,-9 11-96,9-9 134,-12 12-292,17-12 92,7 35-78,-5-32 194,27 23 266,-22-20 29,0 0 0,1 0 1,0-1-1,0-1 0,13 8 0,165 65 328,-129-57-1709,-33-15-1823,4 0-5983,-7 0-1309</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7.153"/>
    </inkml:context>
    <inkml:brush xml:id="br0">
      <inkml:brushProperty name="width" value="0.035" units="cm"/>
      <inkml:brushProperty name="height" value="0.035" units="cm"/>
    </inkml:brush>
  </inkml:definitions>
  <inkml:trace contextRef="#ctx0" brushRef="#br0">64 0 12585,'0'0'10843,"0"6"-10495,-3 30-112,-1 0 0,-3 0-1,-18 63 1,10-41-135,11-41-75,2 0-1,0-1 0,1 1 0,2 29 0,-1 20 67,-1-60-68,1-1 0,0 1 0,0-1 1,1 0-1,0 1 0,1 5 0,-1-10-11,-1 1-1,0-1 0,1 0 0,-1 1 0,1-1 0,0 0 0,-1 0 0,1 0 1,0 1-1,-1-1 0,1 0 0,0 0 0,0 0 0,0 0 0,0 0 1,0-1-1,0 1 0,1 0 0,-1 0 0,0-1 0,0 1 0,0 0 0,1-1 1,-1 0-1,0 1 0,1-1 0,-1 0 0,0 1 0,1-1 0,-1 0 1,2 0-1,3 0 12,-1-1-1,0 1 1,1-1 0,-1 0 0,1 0 0,-1-1 0,0 0-1,0 0 1,0 0 0,0 0 0,0-1 0,0 0 0,-1 0-1,1 0 1,4-5 0,16-16-8,-1-2 0,-1-1 0,-1-1 0,-1-1 0,17-32-1,51-73-940,-74 116 586,1 0 0,24-20 0,-11 10-46,-26 25 223,0 5-120,-1 0 272,0-1 0,0 1 0,0 0 0,0 0 0,0 1 0,0-1 0,0 0 0,-1 0 0,1 1 0,-1-1 0,0 1 0,1 0 0,-1-1 0,0 1 0,-1 0 0,1-1 0,0 1 0,-1 0 0,0 0 0,1 0 0,-1 0 0,0-1 0,-1 5 0,2 7 10,1-1 0,1 1 0,0 0 0,0 0 1,2-1-1,-1 0 0,2 0 0,0 0 0,0-1 0,1 0 0,1 0 1,9 11-1,-12-17 45,-1-1 0,1 0 0,0 0 0,1 0 0,-1 0-1,1-1 1,0 0 0,0-1 0,0 1 0,0-1 0,1 0 0,8 2 0,-5-2 70,0 0-1,1-1 1,-1-1-1,1 0 0,-1 0 1,1-1-1,16-2 1,-6 0 4,0-1-1,-1-1 1,1-2 0,34-12-1,0-7-50,27-11-675,-76 34 514,0 1 0,0 0 0,0 1-1,0-1 1,1 1 0,-1 0 0,10 2 0,14 0-631,-12-3 577,-14 1 135,0-1 0,1 1 1,-1 0-1,1 1 0,-1-1 0,1 1 0,-1 0 0,6 1 0,-2 2 23,-2-2 33,0 1 0,0-1 1,0 0-1,0 0 0,0-1 1,0 1-1,1-1 0,-1-1 1,9 1-1,98-4 1399,-78 4-785,58-7 1,-88 6-538,-3-2-194,2 0-25,-3 2 30,1-1 0,0 1 0,-1-1 0,0 0 0,1 0 0,-1 0 0,1 0 0,-1 0 0,0 0 0,0 0 0,0 0 0,2-2 0,-3 2 17,0 0 1,0 0 0,0 0-1,0 0 1,-1 0-1,1 0 1,0 0-1,0 0 1,-1 0 0,1 0-1,-1 0 1,1 0-1,-1 0 1,1 1-1,-1-1 1,1 0 0,-1 0-1,0 0 1,0 1-1,1-1 1,-1 0 0,0 1-1,0-1 1,0 1-1,-1-1 1,-8-8-701,-1 1 1,-1 1-1,0 0 0,0 1 1,-23-9-1,-71-18-6487,96 30 6222,-57-15-7105</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7.691"/>
    </inkml:context>
    <inkml:brush xml:id="br0">
      <inkml:brushProperty name="width" value="0.035" units="cm"/>
      <inkml:brushProperty name="height" value="0.035" units="cm"/>
    </inkml:brush>
  </inkml:definitions>
  <inkml:trace contextRef="#ctx0" brushRef="#br0">21 71 9357,'8'-12'7339,"-7"17"-3607,-12 29-2309,2-9-500,4-1-741,4-22-175,0 1-1,0-1 0,1 1 1,-1-1-1,1 1 1,0-1-1,-1 1 1,1-1-1,0 1 0,1-1 1,-1 1-1,0-1 1,2 5-1,2 5 35,-1 0 0,2 0 1,0-1-1,8 14 0,-9-18-24,1-1-1,0 0 1,0 0 0,1-1-1,-1 1 1,1-1 0,13 8-1,-8-6-2,0 0 0,1-2 0,0 1 0,0-2 0,1 1 0,-1-2 0,1 0 0,18 3 0,80 11-356,-107-16 178,0-2-451,42-2-186,-41 3 477,-1-1-600,30-2 742,-31 3 673,3 0-166,5 0-60,0 0 1,1-1-1,-1 0 1,0 0 0,0-2-1,0 1 1,0-1 0,0-1-1,14-7 1,-20 8 79,-4 2-135,0 0-1,0 0 1,0 1 0,0-1-1,0 0 1,1 1-1,-1-1 1,0 1-1,0-1 1,1 1 0,2-1-1,4-18 1270,-7 16-1450,1-1 0,-1 0 0,1 0-1,-1 0 1,0 0 0,-1-1 0,1 1 0,-1 0 0,1 0 0,-1 0 0,-1-1 0,1 1 0,-1 0-1,1 0 1,-1 0 0,0 0 0,-1 0 0,1 0 0,-1 0 0,-2-4 0,-4-6-789,-1 0 1,0 1 0,-21-23 0,15 18 92,-36-38-3517,17 22-1888,29 29 4886,-25-28-9261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8.067"/>
    </inkml:context>
    <inkml:brush xml:id="br0">
      <inkml:brushProperty name="width" value="0.035" units="cm"/>
      <inkml:brushProperty name="height" value="0.035" units="cm"/>
    </inkml:brush>
  </inkml:definitions>
  <inkml:trace contextRef="#ctx0" brushRef="#br0">0 833 11621,'2'-6'588,"-1"1"0,0-1 0,0 0 1,0 0-1,-1 0 0,0 0 0,0 0 0,0 1 0,-1-1 0,-1-6 0,0-10 360,1-21 1053,6-48 0,-1 41-1097,18-219 2268,4 88-1013,-9 79-1135,-16 97-921,-3 10-130,-6 31 13,2 1 1,-2 42-1,1-15-112,-1 7-846,2 121-1,10-103-43,3 227-6644,-11-269 4201,1-22-1701,-1-1-2824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8.695"/>
    </inkml:context>
    <inkml:brush xml:id="br0">
      <inkml:brushProperty name="width" value="0.035" units="cm"/>
      <inkml:brushProperty name="height" value="0.035" units="cm"/>
    </inkml:brush>
  </inkml:definitions>
  <inkml:trace contextRef="#ctx0" brushRef="#br0">0 224 13085,'26'-9'1023,"-17"6"529,-25 16 621,15-12-2106,-2 1 994,8-2-226,39 7 233,-4 0-483,42 2-1,5-3-205,39 2 35,-122-8-391,0 0 0,-1 0 0,1 0 0,0-1 0,-1 1 0,1-1 0,-1 0 0,1 0 0,-1 0 0,1 0 0,-1-1 0,1 1 0,-1-1 0,0 0 0,0 0 0,0 0 0,0 0 0,0-1 0,-1 1 0,1-1 0,-1 1 0,0-1 0,3-4 0,0-3 340,-1 0 1,0 0 0,-1 0-1,0 0 1,0-1-1,0-13 1,7-23 1281,-7 34-619,0 0 0,-1-1-1,0 1 1,0-16 0,-4 18-958,-1 12-49,-4 15-35,7-15 15,-12 44 1,2 0 0,2 0 0,-4 75 0,7-59 0,1-26 0,3 1 0,0-1 0,7 51 0,-4-73 0,0 0 0,1 0 0,0 0 0,1-1 0,0 1 0,1-1 0,0 0 0,1-1 0,1 1 0,0-1 0,0-1 0,16 18 0,-20-24-21,1-1 1,0 0-1,0 0 0,0-1 1,0 1-1,0-1 0,1 0 1,-1 0-1,1 0 0,0-1 1,-1 1-1,1-1 0,0 0 1,0-1-1,0 1 0,-1-1 0,1 0 1,0 0-1,0 0 0,0-1 1,6-1-1,-3 0-38,0-1 0,0 1-1,0-1 1,-1-1 0,1 1 0,-1-1 0,0-1-1,0 1 1,0-1 0,-1 0 0,0-1-1,6-6 1,-7 7-267,-1 0 0,1 0 1,0 1-1,0 0 0,1 0 0,0 0 0,-1 0 0,1 1 0,0 0 0,0 0 0,1 0 1,-1 1-1,8-1 0,-11 2-412,1 1-388,-1 0 1082,-1-1 0,1 1 0,0 1 0,-1-1 0,1 0 0,-1 0 0,1 1 0,-1 0 0,1-1 0,-1 1-1,1 0 1,-1 0 0,1 0 0,-1 1 0,0-1 0,0 1 0,0-1 0,0 1 0,0 0 0,0-1 0,0 1 0,0 0 0,-1 0 0,1 0-1,-1 1 1,1-1 0,-1 0 0,1 4 0,5 6 35,1 0 0,0-1 0,1 1-1,0-2 1,1 1 0,0-1 0,0-1-1,1 0 1,1 0 0,-1-1 0,1-1 0,0 0-1,1 0 1,0-1 0,0-1 0,0 0-1,20 4 1,-18-5 49,0 0 0,1-1 0,-1-1 1,1 0-1,0-1 0,0 0 0,-1-2 0,1 0 0,0-1 0,-1 0 0,1-1 0,-1-1 0,0 0 0,0-1 0,0-1 0,24-13 1,-33 15-44,-1 1 0,1-1 0,-1 1 0,0-2 0,0 1 1,-1 0-1,1-1 0,-1 0 0,0 0 0,0 0 0,-1-1 0,1 1 1,-1-1-1,-1 0 0,1 1 0,-1-1 0,0-1 0,2-10 1,-3 16 1,-1-1 0,1 0 0,-1 0 0,0 0 0,0 0 0,0 0 0,0 0 0,0 0 0,0 0 0,0 0 0,-1 0 0,1 0 1,-1 0-1,1 0 0,-1 0 0,0 0 0,0 0 0,0 1 0,0-1 0,0 0 0,0 1 0,-3-3 0,-7-6 58,-1 1 0,-1 0-1,-18-10 1,30 19-41,1-1-1,0 1 1,-1-1 0,1 1 0,-1 0 0,1-1-1,-1 1 1,1 0 0,-1 0 0,1-1 0,-1 1-1,1 0 1,-1 0 0,0 0 0,1-1-1,-1 1 1,1 0 0,-1 0 0,0 0 0,1 0-1,-1 0 1,1 0 0,-1 0 0,1 0-1,-1 1 1,0-1 0,1 0 0,-1 0 0,0 1-1,-1 16 662,2-9-711,1-3 88,-1 1 0,1-1-1,0 1 1,0-1 0,1 0 0,0 1 0,0-1-1,0 0 1,0 0 0,1 0 0,0 0-1,0-1 1,0 1 0,0-1 0,1 0 0,0 0-1,0 0 1,0 0 0,0-1 0,8 5 0,4 2-178,0-1 0,0-1 0,1 0 0,32 10 0,-42-16-118,0 0 1,0 0-1,1-1 0,-1 0 1,0 0-1,1-1 0,-1 1 0,0-2 1,1 1-1,-1-1 0,1 0 1,8-3-1,1-3-2265,1 0 0,-2-1 0,31-19 0,7-8-7470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09:59.607"/>
    </inkml:context>
    <inkml:brush xml:id="br0">
      <inkml:brushProperty name="width" value="0.035" units="cm"/>
      <inkml:brushProperty name="height" value="0.035" units="cm"/>
    </inkml:brush>
  </inkml:definitions>
  <inkml:trace contextRef="#ctx0" brushRef="#br0">116 1385 12809,'95'-205'7016,"-62"119"-5743,35-153 0,-52 155-1085,-4-1 0,-3-1 1,-6-161-1,-4 217-162,-1 0 0,-2 0-1,-1 0 1,-1 0 0,-1 1 0,-2 0-1,-19-41 1,25 62-16,-1 1 0,0-1 0,-1 1 0,0 0 1,0 1-1,-1-1 0,-10-9 0,14 15-6,1 0 0,0 0 0,-1 0 1,1 1-1,0-1 0,-1 0 0,1 1 1,-1-1-1,1 1 0,-1-1 0,1 1 0,-1 0 1,1 0-1,-1 0 0,0 0 0,1 0 1,-1 0-1,1 0 0,-1 0 0,1 0 0,-1 1 1,1-1-1,-1 1 0,1-1 0,-1 1 0,1 0 1,-1-1-1,1 1 0,0 0 0,-2 1 1,-5 2 18,-1 1 0,1 0 0,-1 0 1,1 1-1,0 0 0,1 0 1,-1 1-1,1 0 0,1 1 0,-7 8 1,3-2 64,1 1 1,0 0-1,1 0 0,-10 28 1,7-7 198,1 1 0,2-1 0,1 1 1,-2 46-1,6-24 220,2 1 1,3 0-1,15 101 0,-9-123-272,0 0 0,3-1-1,1 0 1,2-1-1,2-1 1,34 59-1,-33-66-173,2-1-1,1-1 0,1-1 0,1-1 1,1-1-1,1-1 0,1 0 0,1-2 0,1-2 1,0 0-1,38 17 0,-57-31-280,1 0 0,0 0 0,1-1 0,-1-1 0,0 0 0,1 0 0,-1-1 0,1 0 0,17 0 0,-19-2-115,-1 0 0,0 0 0,1-1 1,-1 0-1,0 0 0,0-1 0,0 1 0,0-2 0,-1 1 0,1-1 1,-1 0-1,0 0 0,7-6 0,-1-1-1696,21-25-1,-7 1-3512,1-16-5047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0.047"/>
    </inkml:context>
    <inkml:brush xml:id="br0">
      <inkml:brushProperty name="width" value="0.035" units="cm"/>
      <inkml:brushProperty name="height" value="0.035" units="cm"/>
    </inkml:brush>
  </inkml:definitions>
  <inkml:trace contextRef="#ctx0" brushRef="#br0">109 1 12037,'-20'17'1134,"6"-7"443,-21 24 1,31-30-1329,0 1 1,1 0 0,-1 1 0,1-1 0,0 1-1,0-1 1,1 1 0,-3 10 0,2-7-107,1 0 1,1 0-1,0 1 1,0-1 0,1 0-1,0 0 1,0 1-1,1-1 1,1 0-1,-1 0 1,2 0 0,-1 0-1,1 0 1,4 8-1,-2-6-12,1-1 0,0 0-1,1 0 1,0-1 0,1 1-1,0-1 1,0-1 0,0 0-1,1 0 1,13 8 0,-15-12-6,0-1 0,0 0 0,1 0 0,-1-1 0,0 1 0,1-2 0,0 1 0,-1-1 0,1 0 0,13-1 0,6 1 349,-5 0 67,-1-2 1,1-1 0,0 0 0,-1-2 0,33-9-1,-50 12-499,0-1-1,0 1 0,0-1 0,0 0 0,0 0 1,-1 0-1,1 0 0,-1-1 0,1 0 0,-1 1 0,0-1 1,0 0-1,0-1 0,0 1 0,-1 0 0,0-1 0,1 1 1,-1-1-1,0 0 0,-1 0 0,1 0 0,-1 0 1,1 0-1,-1 0 0,-1 0 0,1 0 0,0-5 0,-1 0-201,0 0 0,0 1 0,-1-1 0,0 0-1,0 1 1,-1-1 0,0 1 0,-1 0 0,0 0-1,0 0 1,-9-15 0,6 13-168,1 1 0,-2 0 1,1 1-1,-1-1 0,0 1 0,-1 1 0,0-1 1,0 1-1,-1 1 0,0-1 0,0 2 0,0-1 0,-1 1 1,0 1-1,-16-6 0,-84-18-3435,57 16 245,48 11 1087</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0.301"/>
    </inkml:context>
    <inkml:brush xml:id="br0">
      <inkml:brushProperty name="width" value="0.035" units="cm"/>
      <inkml:brushProperty name="height" value="0.035" units="cm"/>
    </inkml:brush>
  </inkml:definitions>
  <inkml:trace contextRef="#ctx0" brushRef="#br0">395 0 10113,'-54'13'1642,"38"-8"-818,-1-1-1,0 0 1,-21 1-1,22-3-262,0 0-1,1 2 0,-1 0 1,1 1-1,0 0 0,0 1 0,-26 16 1,31-17-296,5-2-148,0 0 1,0 1-1,0 0 0,0 0 1,1 0-1,0 0 0,0 1 1,0 0-1,0 0 0,-3 6 0,-12 15 293,17-23-364,-1 0-1,1 1 0,-1 0 1,1-1-1,1 1 0,-1 0 1,0 0-1,1 0 0,0 0 1,0 0-1,0 0 0,0 0 1,1 0-1,-1 1 0,1-1 1,0 0-1,1 0 0,-1 0 1,1 1-1,0-1 0,-1 0 1,2 0-1,-1 0 0,0 0 1,1 0-1,0-1 0,0 1 1,3 4-1,0 0-12,1 0-1,0-1 1,1 1 0,-1-1 0,1-1 0,0 1-1,1-1 1,0-1 0,0 1 0,0-1 0,17 7-1,-8-5-362,0-1 1,1-1-1,-1-1 0,1 0 0,1-1 0,-1-1 0,0-1 0,1 0 0,-1-2 0,24-3 0,92-26-7938,-61 18-56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1.589"/>
    </inkml:context>
    <inkml:brush xml:id="br0">
      <inkml:brushProperty name="width" value="0.035" units="cm"/>
      <inkml:brushProperty name="height" value="0.035" units="cm"/>
    </inkml:brush>
  </inkml:definitions>
  <inkml:trace contextRef="#ctx0" brushRef="#br0">229 1338 13741,'-93'48'4519,"82"-41"-4055,1 1 1,0 0-1,0 0 1,1 1-1,-10 12 1,-2 2 89,18-20-504,1 0 0,0 0 0,-1 1 1,1-1-1,0 1 0,1-1 0,-1 1 1,-1 4-1,0 0 15,1-4 82,1-1-111,0 0-1,0 0 1,-1-1 0,0 1 0,1 0 0,-1-1 0,0 1 0,-4 3-1,4-3 23,22 0 218,-10-3-257,0-1 1,-1 0 0,1 0-1,0-1 1,-1-1-1,1 1 1,-1-2 0,17-7-1,6-2 15,33-13 99,64-38 0,-59 28 6,-37 15-199,-30 19-1,-4 3-244,0-1 290,-1 0-1,1 0 1,0 1 0,0-1-1,-1 1 1,1-1 0,0 1-1,0-1 1,0 1 0,-2 1-1,-3 2-18,2-2 14,0 0 1,0 1-1,1-1 1,-1 1-1,1 0 1,0 0 0,0 0-1,0 1 1,0-1-1,0 1 1,1-1-1,-1 1 1,1 0-1,0 0 1,-2 7-1,-7 10-28,10-13 22,3 2 12,-1-5 14,0 0-1,0 0 1,0 0 0,1 0-1,-1-1 1,1 1-1,0-1 1,1 1 0,-1-1-1,1 0 1,0 0-1,0 0 1,0 0 0,0 0-1,1 0 1,-1-1-1,6 4 1,1-2 10,0 0 1,1-1-1,0 0 0,-1 0 0,1-1 1,1 0-1,-1-1 0,0-1 1,1 0-1,-1 0 0,0-1 0,21-2 1,-9-1 11,0-1 1,0-2 0,-1 0-1,1-1 1,28-13-1,-17 5 10,-1-2 0,-1-1-1,-1-1 1,41-33 0,-57 39-50,0-1 1,-2 0-1,0-1 1,0 0-1,-1-1 1,-1-1-1,-1 1 1,0-2-1,-2 0 1,8-19-1,-4-1-190,-1-1 0,-2-1-1,7-64 1,-8-126-599,-38-87 258,19 235 666,-51-273 1483,62 354-1590,0 0 0,0 0 0,0 0 0,0 0 0,0 0 0,0 0 0,0 0 0,-1 0 0,1 0 0,0 0 0,-1 0 0,1 1 0,-1-1 0,1 0-1,-1 0 1,1 0 0,-1 0 0,-1-1 0,1 4 1,-1 0-1,1 0 0,-1 0 1,1 0-1,0 0 0,0 0 1,0 0-1,0 0 0,0 3 0,-7 17 16,1 0-1,1 0 0,1 0 0,1 0 1,-1 26-1,1 118 55,4-160-78,3 92 73,5 0 0,4-1 0,37 141 0,-40-201-33,1 8 16,2 0 1,1-1-1,33 70 1,-21-66-231,1-2 1,40 51-1,-37-66-762,-29-31 920,0 0 1,0 1-1,0-1 1,0 0-1,1 0 0,-1 0 1,0 0-1,0 0 1,0 1-1,0-1 1,0 0-1,1 0 0,-1 0 1,0 0-1,0 0 1,0 0-1,0 0 0,1 0 1,-1 0-1,0 1 1,0-1-1,0 0 1,0 0-1,1 0 0,-1 0 1,0 0-1,0 0 1,0 0-1,1 0 0,-1 0 1,0 0-1,0-1 1,0 1-1,0 0 1,1 0-1,-1 0 0,0 0 1,0 0-1,0 0 1,0 0-1,1 0 0,-1 0 1,0-1-1,0 1 1,0 0-1,0 0 0,0 0 1,13-6-377,-10 5 285,0 0-1,0 0 1,0 0 0,-1-1 0,1 1-1,0-1 1,-1 0 0,1 1 0,-1-1-1,0 0 1,0 0 0,0-1 0,0 1-1,0 0 1,0-1 0,0 1 0,-1-1-1,1 1 1,-1-1 0,0 0-1,0 0 1,0 0 0,1-4 0,8-50-1535,1-59 0,8-43 2467,-19 156-763,1 0-1,0 0 1,1 1 0,-1-1-1,0 1 1,1-1-1,-1 1 1,1 0-1,0-1 1,2-1-1,0-1 147,-4 5-203,0 0-1,0 0 0,0 0 1,0 0-1,0 0 1,0 0-1,0 0 0,0-1 1,0 1-1,1 0 0,-1 0 1,0 0-1,0 0 1,0 0-1,0 0 0,0 0 1,0 0-1,0 0 0,1 0 1,-1 0-1,0 0 1,0 0-1,0 0 0,0 0 1,0 0-1,0 0 1,1 0-1,-1 0 0,0 0 1,0 0-1,0 0 0,0 0 1,0 0-1,0 0 1,1 0-1,-1 0 0,0 0 1,0 0-1,0 0 1,0 0-1,0 0 0,0 0 1,0 0-1,1 0 0,-1 0 1,0 1-1,0-1 1,0 0-1,0 0 0,0 0 1,0 0-1,0 0 0,0 0 1,13 10 145,-1 0-1,0 0 1,0 1 0,-1 0 0,9 13 0,47 71 846,-49-66-546,2-1 1,0-1-1,32 31 1,-31-39-178,2-2 1,0 0-1,47 24 0,-6-3-399,-64-38 57,0 1 0,1-1 0,0 1 0,-1-1 1,1 1-1,-1-1 0,1 1 0,0-1 0,-1 0 1,1 1-1,0-1 0,-1 0 0,1 0 0,0 0 1,-1 1-1,1-1 0,0 0 0,0 0 0,-1 0 1,1 0-1,0 0 0,-1 0 0,1 0 0,0 0 0,0-1 1,-1 1-1,1 0 0,0 0 0,-1-1 0,1 1 1,0 0-1,-1-1 0,1 1 0,0 0 0,-1-1 1,1 1-1,-1-1 0,1 1 0,-1-1 0,1 1 1,0-2-1,1 0 103,-1 1-128,0 1 0,0-1 1,0 0-1,0 0 0,0 0 0,0 1 0,-1-1 0,1 0 0,0 0 0,-1 0 1,1 0-1,0 0 0,-1 0 0,0-1 0,1 1 0,-1 0 0,1 0 1,-1 0-1,0 0 0,0-1 0,0 1 0,0 0 0,0 0 0,0 0 1,0 0-1,0-1 0,-1 0 0,1-2 155,-1-15-479,1 16 223,-6-16 521,5 18-295,1 0-1,-1 1 1,1-1-1,0 0 1,0 0-1,0 0 0,-1 0 1,1 0-1,0 0 1,0 0-1,0 1 1,0-1-1,0 0 0,0 0 1,1-2-1,15-4 1018,-13 7-987,0-1 1,1 1 0,-1 0 0,0 0-1,0 0 1,0 0 0,0 1-1,0-1 1,0 1 0,0 0 0,0-1-1,-1 2 1,1-1 0,0 0-1,4 3 1,6 4 372,25 20 0,-6-3 76,2-5 52,52 23 1,8 3 158,-60-30-484,65 21 0,-98-36-239,3 0-133,-7-7-2577,-5-13 1678,5 11 722,0 0 0,0 1 0,-1-1 0,0 1 1,0 0-1,-1 0 0,1 0 0,-2 1 1,1 0-1,-8-7 0,-31-22-1206,20 17 2016,0-1 1,-38-41-1,11 2 3173,49 56-2959,4-2-57,0 0-529,1 0 0,-1 0 0,1 0 0,-1 0 0,1 0 1,1 1-1,-1-1 0,0 1 0,1 0 0,-1 0 0,1 0 1,0 1-1,0-1 0,0 1 0,0 0 0,6-2 0,8-5 286,-9 5-134,1-1-1,0 1 0,0 0 1,18-3-1,-28 7-277,8-2 185,1 1 1,-1 0-1,0 0 1,12 2 0,-17-1-127,1 1 1,-1 0-1,1 0 1,-1 0-1,1 0 1,-1 1-1,0-1 1,1 1-1,-1 0 1,0 0 0,0 0-1,4 5 1,-3-4-35,-1 1 0,1-1 0,-1 1 0,0 0 0,-1 0 0,1 0 0,-1 0 0,0 1 0,0-1 0,3 9 0,-2 0-125,0 1 0,1 19-1,5 24-549,9 45-1602,-17-98 2053,4-5 126,0 0 95,0 0 0,0 0 0,0-1 0,-1 0 1,1 0-1,-1 0 0,1 0 0,-1-1 0,0 1 0,1-1 0,-1 0 0,-1 0 0,1-1 0,0 1 0,-1-1 0,0 0 0,5-7 0,11-14 512,43-54 1332,-52 69-1497,0 1 0,0 0 0,1 0 1,0 1-1,16-9 0,-26 17-368,13-8 480,1 0 0,0 0-1,1 2 1,21-7 0,-32 12-424,-1 0 1,0 0-1,1 1 0,0-1 1,-1 1-1,1 0 0,-1 1 0,1-1 1,-1 1-1,1-1 0,-1 2 1,0-1-1,1 0 0,-1 1 0,0 0 1,0 0-1,0 0 0,0 0 1,0 1-1,0-1 0,3 4 1,9 10-99,-2-1 1,0 2 0,-1 0 0,0 1 0,-1 0 0,-2 1 0,0 0 0,0 0 0,-2 1 0,7 23 0,-6-12-792,32 86-3515,-35-103 293,1 0 0,16 25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1.732"/>
    </inkml:context>
    <inkml:brush xml:id="br0">
      <inkml:brushProperty name="width" value="0.035" units="cm"/>
      <inkml:brushProperty name="height" value="0.035" units="cm"/>
    </inkml:brush>
  </inkml:definitions>
  <inkml:trace contextRef="#ctx0" brushRef="#br0">119 27 7393,'-56'-4'268,"38"-7"-920,-4 0-1397,-1 14 73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1.919"/>
    </inkml:context>
    <inkml:brush xml:id="br0">
      <inkml:brushProperty name="width" value="0.035" units="cm"/>
      <inkml:brushProperty name="height" value="0.035" units="cm"/>
    </inkml:brush>
  </inkml:definitions>
  <inkml:trace contextRef="#ctx0" brushRef="#br0">1 142 18622,'16'-8'456,"3"-2"450,0 1 1,1 0-1,1 2 1,-1 0-1,31-5 1,171-8 7118,-108 10-7745,-11 1-335,-43 2-130,-57 7 136,13-3-1169,-16 3 1104,0-1 1,0 1-1,0-1 1,0 1-1,-1-1 0,1 1 1,0-1-1,0 1 1,0-1-1,0 1 0,0-1 1,-1 1-1,1-1 1,0 1-1,-1-1 0,1 1 1,0-1-1,-1 1 1,1 0-1,0-1 0,-1 1 1,1-1-1,-1 1 1,1 0-1,0 0 0,-2-1 1,0-1-386,0 1 0,0-1 0,0 1 0,0-1 0,0 1 0,-1 0 0,1 0 0,-1 0 0,1 0 0,-1 0 0,1 0 0,-1 1 0,1-1 0,-1 1 0,1 0 0,-1 0 1,0 0-1,-4 1 0,-8-2-2096,-61-2-10594</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2.974"/>
    </inkml:context>
    <inkml:brush xml:id="br0">
      <inkml:brushProperty name="width" value="0.035" units="cm"/>
      <inkml:brushProperty name="height" value="0.035" units="cm"/>
    </inkml:brush>
  </inkml:definitions>
  <inkml:trace contextRef="#ctx0" brushRef="#br0">380 492 9281,'-87'92'3577,"72"-75"-2417,0 1 0,-20 34 0,28-40-726,1 0 0,1 0 0,0 1 0,0-1 0,2 1 0,-5 23 0,6-22-272,0-7-64,1 0 1,0 1-1,0-1 1,0 1-1,1-1 1,0 0-1,1 1 0,0-1 1,0 1-1,0-1 1,1 0-1,0 0 0,3 8 1,-2-9-11,0 0 0,0 0 1,0 0-1,1-1 0,-1 1 0,2-1 0,-1 0 1,0 0-1,1 0 0,0-1 0,0 0 0,0 0 1,1 0-1,-1 0 0,1-1 0,0 0 1,0 0-1,0-1 0,0 0 0,1 0 0,-1 0 1,1-1-1,-1 0 0,1 0 0,8 0 0,-1-1 82,1 0 0,0-1-1,17-4 1,-26 4-126,-1-1 0,1 0 0,-1 0 0,0 0 0,0-1 0,0 1 0,0-1 0,0-1 0,-1 1 0,0 0 0,6-6 0,-6 4-77,1 0 1,-1 0 0,0-1-1,-1 1 1,1-1 0,-1 0-1,0 0 1,0-1 0,-1 1-1,0 0 1,0-1 0,0 1-1,-1-1 1,0 0 0,-1 0-1,1 1 1,-1-1 0,0 0-1,-1 0 1,0 1 0,0-1-1,0 0 1,-1 1 0,0-1-1,0 1 1,0 0 0,-1 0-1,-6-10 1,0 3-137,-1 0-1,-1 1 1,0 0-1,0 1 1,-1 1-1,0 0 1,-1 0-1,0 1 1,-1 1-1,0 0 0,0 1 1,-1 0-1,0 1 1,0 1-1,-17-4 1,-27-6-259,-88-11-1,136 25 562,0-2 1,0 1-1,-21-9 0,29 10 160,7-2-17,32-14 203,69-25 0,-10 6-113,6-9 110,119-72-1,102-79 1043,-200 124 1451,-107 64-2465,1 1 1,19-7-1,-34 14-489,0-1 0,0 1 0,0 0 0,0 0-1,0 0 1,0 0 0,0 0 0,-1 0 0,1 0 0,0 0 0,0 0 0,0 1-1,0-1 1,0 0 0,0 1 0,0-1 0,0 0 0,-1 1 0,1-1 0,0 1-1,0-1 1,-1 1 0,1 0 0,0-1 0,-1 1 0,1 0 0,0-1 0,-1 1-1,1 0 1,-1 0 0,1 0 0,-1-1 0,0 1 0,1 0 0,-1 0 0,0 0 0,1 0-1,-1 1 1,2 7 45,0-1 0,-1 1 0,1 12 0,-1-14-15,2 55 329,-7 96 0,1-99-239,-118 990 1598,81-820-1733,-89 288 0,121-491-121,-2-1 0,0 0-1,-2 0 1,-16 25 0,24-44-135,0 0 0,0 0 0,-1-1 0,0 0 0,0 0 0,0 0 0,0 0 0,-1-1 0,0 1 0,0-2 0,-9 6 0,12-8 32,1 0 0,-1 0 0,0-1 0,0 1 0,0-1 1,0 1-1,0-1 0,0 0 0,0 0 0,0 0 0,0 0 0,0-1 0,0 1 0,0-1 0,0 0 1,0 0-1,1 0 0,-1 0 0,0-1 0,1 1 0,-1-1 0,0 1 0,1-1 0,0 0 1,-1 0-1,1 0 0,0 0 0,0 0 0,-2-3 0,-1-2-982,0 0-1,1 0 1,0 0-1,0 0 1,-4-12-1,-19-61-10942</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3.319"/>
    </inkml:context>
    <inkml:brush xml:id="br0">
      <inkml:brushProperty name="width" value="0.035" units="cm"/>
      <inkml:brushProperty name="height" value="0.035" units="cm"/>
    </inkml:brush>
  </inkml:definitions>
  <inkml:trace contextRef="#ctx0" brushRef="#br0">4 774 11437,'-3'4'1935,"7"-8"164,11-16 755,-13 13-2579,0 0-1,0 0 1,0-1-1,-1 1 1,0-1-1,-1 1 1,0-12-1,2-17 280,13-55 1042,5-46 504,6-173 1676,-25 267-3297,2-20 8,-3 60-381,-1 9-28,-15 96-225,-3 133-1,30 193-3784,-4-320 1875,6 33-4301,-17-112 1086,3-23 3217</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3.930"/>
    </inkml:context>
    <inkml:brush xml:id="br0">
      <inkml:brushProperty name="width" value="0.035" units="cm"/>
      <inkml:brushProperty name="height" value="0.035" units="cm"/>
    </inkml:brush>
  </inkml:definitions>
  <inkml:trace contextRef="#ctx0" brushRef="#br0">0 179 10609,'0'0'1691,"4"-1"-175,9-1-478,0 1 1,0 0-1,19 2 1,33 5 297,91-1 1,-148-5-1229,37-5 959,-34 3-690,-11 2-355,1 0 0,-1 0 0,0 0 1,1 0-1,-1 0 0,0 0 1,0 0-1,1 0 0,-1 0 0,0 0 1,0 0-1,1-1 0,-1 1 0,0 0 1,1 0-1,-1 0 0,0 0 0,0-1 1,0 1-1,1 0 0,-1 0 1,0-1-1,0 1 0,0 0 0,0 0 1,1 0-1,-1-1 0,6-7 346,-5 7-286,0-1 1,1 1-1,-1 0 0,0-1 1,0 1-1,0 0 0,0-1 1,0 0-1,-1 1 0,1-1 1,0 1-1,-1-1 0,1 0 1,-1 1-1,1-1 0,-1 0 1,0 0-1,0 1 0,0-1 1,0 0-1,0 0 1,0 0-1,0 1 0,-1-1 1,1 0-1,-1 1 0,0-4 1,-3-4 469,0 0 0,1 0 0,1 0 0,-1 0 0,2 0 0,-1-1 1,1 1-1,1-1 0,-1 1 0,2-11 0,-1 13-136,-14 23-226,11-12-185,1 0 0,-1 0 0,1 1 0,0 0 0,0-1 0,0 1 0,1 0 0,0 0 1,0 0-1,-1 7 0,0-2-2,-9 60-109,3 0 0,4 1 0,2 0 0,3 0 1,16 105-1,-11-144-95,17 57 1,-18-74 124,1-1 0,1 1-1,0-1 1,0 0 0,19 23 0,-23-32 62,1-1 0,0 0 0,0 0 0,1 0 0,-1-1 0,1 1 0,0-1 0,0 0 0,0 0 0,0-1 0,0 0 0,1 0 0,-1 0 0,1 0 0,-1-1 0,1 0 0,0 0 0,0 0 0,-1-1 0,1 0 0,0 0 0,0-1 0,6-1 0,1 0-61,-1-1 0,0-1 1,0 0-1,0-1 0,-1 0 0,0-1 1,0 0-1,0 0 0,18-16 0,30-26-1859,65-68 0,-117 107 1279,0-1 0,9-15 0,-12 19 336,-1 1 0,0-1 0,1 1 0,0 0-1,1 0 1,9-9 0,-12 13-190,2 2-244,0 1 704,1 0 0,-1 0 0,1 1 0,-1-1 0,0 1 0,0 0 0,0 1 0,0-1 0,-1 1 0,1-1 0,5 9 0,1-1-58,-2-2 240,1 0 0,0-1 0,0-1-1,1 0 1,0 0 0,18 9 0,-4-5 311,46 15 1,-59-23-349,-1-1 0,1 0 0,-1-1-1,1 0 1,0-1 0,0 0 0,-1 0 0,13-3 0,1-1 64,0-2 1,25-9 0,-37 11-31,0-1 0,-1-1 0,1 0 1,-1 0-1,-1-2 0,0 1 0,0-1 0,0 0 1,-1-1-1,0 0 0,0-1 0,11-18 1,-18 26-123,-1 0-1,1-1 1,-1 0 0,0 1 0,0-1 0,0 0 0,-1 1 0,1-1 0,-1 0 0,1 0 0,-1 0 0,0 1 0,0-1 0,0 0 0,0 0-1,-1 0 1,1 0 0,-2-5 0,1 8-8,1-1-1,-1 0 1,1 0-1,-1 1 1,0-1-1,1 1 1,-1-1-1,0 0 1,0 1-1,1-1 0,-1 1 1,0 0-1,0-1 1,0 1-1,0 0 1,1-1-1,-1 1 1,0 0-1,0 0 1,-2-1-1,1 1 6,0-1-8,-1 0 1,1 0-1,-1 1 1,1-1-1,-1 1 1,1 0-1,-1-1 1,1 1-1,-1 0 1,1 1-1,-1-1 1,1 0-1,-1 1 1,1-1-1,0 1 1,-1 0-1,1 0 1,0-1-1,-1 2 1,1-1-1,-4 3 1,3-2 3,1 1 1,-1-1 0,1 1-1,0-1 1,0 1-1,0 0 1,0 0-1,1 0 1,-1 0-1,1 0 1,-1 1-1,1-1 1,0 0-1,1 1 1,-2 5 0,1 7-54,1 0 0,0 0 1,1 0-1,1 0 0,0 0 1,1-1-1,1 1 0,1-1 1,0 0-1,0 0 1,2 0-1,0-1 0,1 0 1,0 0-1,1-1 0,0 0 1,1 0-1,1-1 0,0-1 1,0 0-1,17 12 0,-21-18-167,0-1 0,0 0 0,0 0 0,1-1 0,-1 0 0,1 0 0,0-1-1,0 0 1,0 0 0,0-1 0,9 1 0,8-2-1785,0 0 1,32-6-1,-29 3-673,49-7-6485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4.217"/>
    </inkml:context>
    <inkml:brush xml:id="br0">
      <inkml:brushProperty name="width" value="0.035" units="cm"/>
      <inkml:brushProperty name="height" value="0.035" units="cm"/>
    </inkml:brush>
  </inkml:definitions>
  <inkml:trace contextRef="#ctx0" brushRef="#br0">350 0 12593,'-23'3'629,"11"-1"8,-1-1 1,1-1-1,-23-1 0,22 0-297,-1 0 0,1 2 0,-1-1-1,0 2 1,1 0 0,0 0-1,-1 2 1,1-1 0,0 2-1,1-1 1,-1 2 0,1 0 0,-23 15-1,8-7 240,24-12-234,-14 25 1253,16-25-717,3 2 109,21 24 13,0-2 1,1-1-1,54 43 0,-60-53-793,-11-9-208,0 1 0,-1 0 0,1 1 0,-1-1 0,-1 1 0,1 1 0,-1-1 0,-1 1 0,0-1 0,0 1 0,-1 0-1,0 1 1,0-1 0,-1 1 0,0-1 0,-1 1 0,1 10 0,-2-15-158,-1 0 0,1 0 0,-1 0 0,1 0 0,-1 0 0,-1 0 0,1 0 0,-1 0 0,0 0 0,0-1 0,0 1 0,-1-1 0,1 1 0,-1-1 0,-5 6 0,-4 2-753,0-1 1,0 0-1,-21 14 0,-16 13-2320,0 9-3158,1-11-4060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4.753"/>
    </inkml:context>
    <inkml:brush xml:id="br0">
      <inkml:brushProperty name="width" value="0.035" units="cm"/>
      <inkml:brushProperty name="height" value="0.035" units="cm"/>
    </inkml:brush>
  </inkml:definitions>
  <inkml:trace contextRef="#ctx0" brushRef="#br0">123 31 10837,'-7'-11'1429,"-2"-2"341,6 7 4089,-3 19-5072,2-7-656,0 1-16,0 0 1,-1 0 0,0-1 0,0 1-1,-7 6 1,5-6-24,1 0 1,0 1-1,-7 11 0,9-12-33,0-1 0,1 1 1,0 0-1,0 0 0,1 0 0,0 1 1,0-1-1,1 0 0,-1 12 0,2-16-13,0 0-1,1 1 1,-1-1-1,1 0 1,0 0-1,0 1 0,0-1 1,0 0-1,0 0 1,1 0-1,0 0 1,-1 0-1,1-1 0,0 1 1,0-1-1,1 1 1,-1-1-1,0 1 1,1-1-1,-1 0 1,1 0-1,0 0 0,5 2 1,-1-1 4,-1-1-1,1 1 1,-1-2 0,1 1 0,0-1-1,0 0 1,0 0 0,13 0 0,56-7 218,-75 6-263,12-2 29,0-1 1,0 0 0,0-1 0,-1 0-1,1-1 1,-1-1 0,22-13 0,-24 13-85,0 0 0,-1-1 0,0 0 0,0-1 0,0 0 1,-1 0-1,-1-1 0,1 0 0,-1 0 0,-1 0 0,0-1 1,0 0-1,-1-1 0,5-11 0,-9 18 36,0-1-1,0 1 1,0-1 0,-1 1-1,1-1 1,-1-7 0,0 7-96,0 8 103,0-1 0,1 0 0,0 0 0,0 1-1,-1-1 1,1 0 0,1 0 0,-1 0 0,3 4 0,3 7-9,16 40 8,-11-26 10,0 0 1,1-1 0,1 0-1,29 37 1,-29-48-188,0 0-1,1 0 1,1-2-1,32 23 1,-32-26-990,0-1 0,33 14 0,-44-21 429,0-1 0,-1 1 0,1-1 0,1 0 0,-1 0 0,0-1 0,0 1 0,9-2 0,-1 1-817,50 0-6242</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4.984"/>
    </inkml:context>
    <inkml:brush xml:id="br0">
      <inkml:brushProperty name="width" value="0.035" units="cm"/>
      <inkml:brushProperty name="height" value="0.035" units="cm"/>
    </inkml:brush>
  </inkml:definitions>
  <inkml:trace contextRef="#ctx0" brushRef="#br0">304 1 11761,'-19'1'1101,"1"2"1,-1 0-1,-23 7 0,33-7-708,0 0 0,0 1 0,1 0-1,-1 0 1,1 1 0,0 0 0,0 0-1,1 1 1,-8 7 0,4-2-243,0 0 1,0 1 0,2 0-1,-1 1 1,2 0 0,0 0-1,0 1 1,1 0 0,1 0-1,0 1 1,1 0-1,-3 15 1,5-12-69,1-1 0,0 1-1,1 0 1,1-1 0,1 1 0,3 18 0,-3-30-70,0 0 0,1 1 1,0-1-1,0 0 0,1 0 1,-1 0-1,1 0 0,0-1 0,1 1 1,0-1-1,0 0 0,0 0 1,0 0-1,1 0 0,0-1 1,0 0-1,0 0 0,0 0 0,9 4 1,-1-2-92,0 0-1,1-1 1,-1-1 0,1 0 0,0-1-1,0 0 1,0-2 0,0 1 0,1-2-1,-1 0 1,27-3 0,7-5-1280,0-2 0,54-19 0,-24 6-1257,24-3-2209,5 0-2593</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5.188"/>
    </inkml:context>
    <inkml:brush xml:id="br0">
      <inkml:brushProperty name="width" value="0.035" units="cm"/>
      <inkml:brushProperty name="height" value="0.035" units="cm"/>
    </inkml:brush>
  </inkml:definitions>
  <inkml:trace contextRef="#ctx0" brushRef="#br0">84 0 14357,'-53'25'1734,"53"-25"-1663,-1 0 1,0 0-1,1 0 1,-1 1-1,1-1 1,-1 0-1,0 0 1,1 1-1,-1-1 1,1 0-1,-1 1 1,1-1-1,-1 1 1,1-1-1,-1 1 1,1-1-1,-1 1 1,1-1-1,-1 2 1,-3 9 316,0 0 0,1 1 0,0-1-1,1 1 1,0 0 0,1-1 0,1 1 0,0 0 0,0 0 0,1 0 0,3 14 0,0-9-304,1 0 1,0 0-1,2 0 1,0-1-1,0 0 1,2 0 0,10 15-1,-3-6 7,-10-14-166,1 0-1,1 0 1,13 15 0,-18-23-134,0 0 1,0-1-1,0 1 0,0-1 1,1 0-1,-1 0 0,0 0 1,1-1-1,0 1 0,-1-1 1,1 0-1,0 1 1,0-2-1,-1 1 0,1 0 1,7-1-1,2 0-1322,1-1 0,0 0-1,0-1 1,19-6 0,8-6-6924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5.847"/>
    </inkml:context>
    <inkml:brush xml:id="br0">
      <inkml:brushProperty name="width" value="0.035" units="cm"/>
      <inkml:brushProperty name="height" value="0.035" units="cm"/>
    </inkml:brush>
  </inkml:definitions>
  <inkml:trace contextRef="#ctx0" brushRef="#br0">103 164 12177,'31'-13'1833,"-25"11"5790,13-2-6907,3 0-321,-20 1-280,16-25-213,-18 28 62,0-1 0,-1 0 0,1 0 0,-1 0 0,1 0 0,-1 0 0,1 1 0,-1-1 0,1 0 0,-1 0 0,0 1 0,0-1 0,1 0 0,-1 1 0,0-1 0,0 1 0,-1-1 0,1 0-54,-2-2-114,-1 1 0,1-1 1,-1 1-1,0 0 0,0 0 1,0 0-1,0 1 0,0-1 1,-1 1-1,1 0 0,0 0 1,-1 0-1,1 1 0,-1 0 1,-6 0-1,4 0 95,0 1-1,0 0 1,1 1-1,-1-1 1,0 1-1,1 1 1,-1-1-1,1 1 0,-7 4 1,12-6 113,0-1 1,-1 1-1,1 0 0,0 0 1,0 0-1,0 0 1,0 0-1,0 0 0,0 0 1,1 0-1,-1 0 0,0 0 1,1 1-1,-2 1 1,-2 4 44,1-2 32,0 0-1,0 0 0,1 0 0,0 0 1,0 0-1,0 0 0,0 1 0,1-1 0,0 1 1,0-1-1,0 1 0,1-1 0,0 1 1,0 0-1,0-1 0,1 1 0,-1 0 1,1-1-1,1 1 0,1 5 0,2 3 103,1-1 0,0 0 0,0 0-1,1 0 1,1-1 0,17 21 0,-17-24-96,0-1 0,1 0 0,1-1 0,-1 1 0,1-2 0,0 1 0,0-2 0,1 1 0,0-1 0,0-1 1,0 0-1,1 0 0,-1-2 0,1 1 0,17 1 0,4-2 34,-1-1 0,0-1 0,0-1 0,50-10 0,-67 8-147,1-1 0,-1-1-1,0 0 1,0-1 0,-1 0-1,1-1 1,-1-1 0,-1 0-1,1-1 1,-2-1-1,1 0 1,-1 0 0,-1-2-1,11-11 1,-17 16-133,-1 0 0,0 0 1,0 0-1,0-1 0,-1 0 0,5-15 1,-1 3-92,23-71-374,-29 88 676,2-45 193,-3 44 92,2 8-184,9 16 81,1 1 1,1-1-1,25 30 1,-30-41-176,0 0 0,1-1 0,0 0 1,0 0-1,1-1 0,0 0 0,0 0 1,1-1-1,15 6 0,-20-10-148,0-1 0,1 0 1,-1 0-1,0-1 0,0 1 0,1-1 0,-1-1 1,0 1-1,0-1 0,0 0 0,1 0 0,-1-1 0,0 0 1,-1 0-1,1-1 0,0 1 0,-1-1 0,1 0 0,8-7 1,4-4-496,0 0 0,0-2 0,30-34 0,-27 26 307,-2 4 1173,-1-1-1,-1-1 0,23-39 6336,-40 72-7152,0 0 0,-1-1 0,0 1 0,-1-1 0,0 1 0,0-1 0,-1 0-1,-1 1 1,-6 13 0,-10 29-926,17-41 392,-1 0 0,-1 0 1,1-1-1,-2 0 0,-6 11 1,-42 46-5352,43-46-507,-5-7-4010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6.161"/>
    </inkml:context>
    <inkml:brush xml:id="br0">
      <inkml:brushProperty name="width" value="0.035" units="cm"/>
      <inkml:brushProperty name="height" value="0.035" units="cm"/>
    </inkml:brush>
  </inkml:definitions>
  <inkml:trace contextRef="#ctx0" brushRef="#br0">16 1621 9497,'0'-4'2153,"-3"-16"-1781,-4-18 11238,3 14-6389,3 18-4792,1-1 1,0 1 0,0-1 0,0 1 0,1-1 0,2-11 0,1-5 124,20-120-248,8-88-261,13-524-45,-41 701 0,2-1 0,20-75 0,-25 124-57,1-1-1,-1 0 1,0 1-1,-1-1 1,1 1-1,-2-13 1,0 2-334,1 16 312,1 1 1,-1-1-1,0 0 1,1 1-1,-1-1 1,1 0 0,-1 1-1,1-1 1,0 1-1,-1-1 1,1 1 0,-1-1-1,1 1 1,0 0-1,-1-1 1,1 1-1,0 0 1,0-1 0,-1 1-1,1 0 1,0 0-1,0 0 1,-1 0-1,1-1 1,0 1 0,0 0-1,0 1 1,0-2-147,0 1 161,0 0 1,0 0-1,0 0 1,-1 0-1,1 0 1,0 0-1,0 0 1,0 0-1,0 0 1,0 0-1,0 0 1,-1 0-1,1 0 1,0 1-1,0-1 1,0 0-1,-1 1 1,1-1-1,0 1 1,0-1-1,-1 1 1,1-1-1,0 1 1,-1-1-1,1 1 1,0 1-1,11 27-1504,-12-28 1519,3 7-276,13 45-6090,14 89-1,-24-64-3665</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6.350"/>
    </inkml:context>
    <inkml:brush xml:id="br0">
      <inkml:brushProperty name="width" value="0.035" units="cm"/>
      <inkml:brushProperty name="height" value="0.035" units="cm"/>
    </inkml:brush>
  </inkml:definitions>
  <inkml:trace contextRef="#ctx0" brushRef="#br0">0 23 20530,'0'0'2328,"23"4"-424,6-4-252,-6-8-379,-1 1-289,4 7-556,0-4-528,0 1-1020,4-1-793,-12 11-1559,5 1-3165</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7.025"/>
    </inkml:context>
    <inkml:brush xml:id="br0">
      <inkml:brushProperty name="width" value="0.035" units="cm"/>
      <inkml:brushProperty name="height" value="0.035" units="cm"/>
    </inkml:brush>
  </inkml:definitions>
  <inkml:trace contextRef="#ctx0" brushRef="#br0">8 662 12337,'1'14'8136,"7"12"-7762,-7-24 32,-1 5-58,-17 78 446,16-81-762,1 1 1,0-1 0,0 1 0,1-1 0,-1 0-1,1 1 1,2 6 0,-1-2 11,-2-6-36,1 1-1,0-1 1,-1 0-1,1 0 1,0-1-1,0 1 0,1 0 1,-1 0-1,1 0 1,-1-1-1,1 1 1,0-1-1,0 1 0,0-1 1,0 0-1,0 0 1,1 0-1,-1 0 1,1 0-1,-1 0 1,1-1-1,-1 1 0,1-1 1,0 0-1,0 0 1,5 2-1,4-1 11,0 0-1,-1-1 0,1 0 1,0-1-1,15-2 1,-26 2-16,12-1 9,-1-1 1,1 0-1,0-1 1,-1 0-1,0-1 1,13-6-1,64-36 38,-51 24-55,-25 15-51,-1-1-1,-1-1 1,0 0-1,20-20 0,-26 24 28,-3 2-69,-3 8-128,-3 9 197,0 0-1,1 0 1,-1 25-1,3-32 39,2 0 0,-1-1 0,1 1 0,0 0-1,0 0 1,1-1 0,0 1 0,0-1 0,0 0-1,1 1 1,5 7 0,-2-3 61,1-1-1,0 0 1,14 14 0,-17-20-49,0 0 1,0 0-1,1-1 0,-1 0 1,1 0-1,0 0 1,0 0-1,0-1 0,0 0 1,0 0-1,9 2 0,0-1 7,1-1-1,0-1 0,-1 0 0,1-1 1,0 0-1,0-1 0,-1-1 0,1 0 1,0-1-1,-1-1 0,14-5 0,-10 2-3,-1-1 1,-1-1-1,0 0 0,0-1 0,-1-1 0,0 0 0,-1-1 0,16-16 0,-13 9-60,-1 0 0,-1-1 0,0-1 0,-2 0 0,0-1 0,-2 0 0,0-1 0,-2 0 0,0-1 0,-1 0 0,-2 0 0,-1-1 0,4-39 0,-6-46-408,-13-114 0,8 201 510,-2-27 85,-3-88 494,-1 153-532,1-4-74,-2 11 114,2 0 0,0 1 0,2 0 0,-4 35 0,-2 99 1157,10-94-564,3-1 0,16 111 0,-13-146-579,1-1 1,2 0-1,0 0 0,2 0 0,0-1 0,2-1 0,1 0 0,31 44 0,-39-61-264,1 0-1,0-1 1,0 1 0,1-1-1,0-1 1,0 1 0,0-1-1,1 0 1,0-1 0,-1 0-1,2 0 1,-1-1 0,16 5-1,-17-7-174,0 0 0,0 0-1,0-1 1,0 0 0,0 0 0,1 0-1,-1-1 1,0 0 0,0-1-1,0 1 1,-1-2 0,1 1 0,0-1-1,-1 1 1,1-2 0,-1 1-1,8-6 1,-5 2-958,0-1 0,0 0-1,-1 0 1,0-1 0,0 0 0,-1 0 0,7-11 0,16-31-8542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7.840"/>
    </inkml:context>
    <inkml:brush xml:id="br0">
      <inkml:brushProperty name="width" value="0.035" units="cm"/>
      <inkml:brushProperty name="height" value="0.035" units="cm"/>
    </inkml:brush>
  </inkml:definitions>
  <inkml:trace contextRef="#ctx0" brushRef="#br0">20 885 11021,'0'0'5931,"1"-3"-4427,4-6-832,0 0-1,-1-1 1,0 1-1,0-1 1,-1 0-1,3-19 1,4-13 45,3-12-305,-2-1 0,-3-1 0,2-72 0,-19-168 1308,8 273-1115,3-46 0,0-4 789,-4 127-1071,-1-20-287,-7 169 117,2 186-2279,10-359 1258,0 0-1,-2 0 1,-1 0-1,-2 0 1,-1 0 0,-8 35-1,-31 66-8883,28-83 335</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8.108"/>
    </inkml:context>
    <inkml:brush xml:id="br0">
      <inkml:brushProperty name="width" value="0.035" units="cm"/>
      <inkml:brushProperty name="height" value="0.035" units="cm"/>
    </inkml:brush>
  </inkml:definitions>
  <inkml:trace contextRef="#ctx0" brushRef="#br0">1 78 16914,'31'11'1554,"-25"-9"-131,-16-4 302,-6 0-544,25 18 1278,93 105-5,-12-17-1763,93 140 47,-164-217-722,37 55 2,-19-26 179,-37-56-196,0 0 1,0 0-1,0 1 1,1-1-1,-1 0 1,0 0-1,0 0 1,0 0-1,0 0 1,0 0-1,0 1 1,0-1-1,0 0 1,0 0-1,0 0 1,1 0-1,-1 0 1,0 0-1,0 0 0,0 0 1,0 0-1,0 1 1,0-1-1,1 0 1,-1 0-1,0 0 1,0 0-1,0 0 1,0 0-1,0 0 1,1 0-1,-1 0 1,0 0-1,0 0 1,0 0-1,0 0 1,0 0-1,1 0 0,-1 0 1,0 0-1,0-1 1,0 1-1,0 0 1,0 0-1,0 0 1,1 0-1,-1 0 1,7-3 2,-1 0 0,1-1 0,-1 1-1,0-1 1,0 0 0,0-1 0,-1 0 0,1 0 0,-1 0 0,0 0 0,6-9 0,6-12-24,21-38 0,-28 47-27,123-183-2058,-77 117-1997,48-98 1,-100 174 3684,24-47-5589,-7 7-3680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8.268"/>
    </inkml:context>
    <inkml:brush xml:id="br0">
      <inkml:brushProperty name="width" value="0.035" units="cm"/>
      <inkml:brushProperty name="height" value="0.035" units="cm"/>
    </inkml:brush>
  </inkml:definitions>
  <inkml:trace contextRef="#ctx0" brushRef="#br0">52 8 15929,'-29'-7'4737,"17"18"-2881,1 0 2548,19 4-3811,3 0-133,4 0-1413,0 0-287,-15 7-4152,0 4-657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8.376"/>
    </inkml:context>
    <inkml:brush xml:id="br0">
      <inkml:brushProperty name="width" value="0.035" units="cm"/>
      <inkml:brushProperty name="height" value="0.035" units="cm"/>
    </inkml:brush>
  </inkml:definitions>
  <inkml:trace contextRef="#ctx0" brushRef="#br0">27 19 16738,'-11'-18'2216,"-4"29"684,41-7-4748,0-1-1060,-23 16-2145,1 3-4008</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09.101"/>
    </inkml:context>
    <inkml:brush xml:id="br0">
      <inkml:brushProperty name="width" value="0.035" units="cm"/>
      <inkml:brushProperty name="height" value="0.035" units="cm"/>
    </inkml:brush>
  </inkml:definitions>
  <inkml:trace contextRef="#ctx0" brushRef="#br0">484 861 14917,'-125'39'4160,"118"-37"-3991,0 1 0,0 0 1,0 0-1,0 0 0,1 1 0,-1 0 0,1 1 1,0-1-1,-9 10 0,-3 1 58,-79 71 524,49-42-648,-47 55-323,72-66 237,21-30 34,2-1-24,1 0-1,0 0 1,0 1 0,0-1 0,0 0-1,0 0 1,0 0 0,1 0-1,-1-1 1,1 1 0,-1 0 0,1-1-1,3 4 1,-1-5-9,0 1-1,0-1 1,0 0 0,0 0 0,0-1-1,0 1 1,-1-1 0,1 0 0,0 0-1,0 0 1,0 0 0,3-3-1,4 1 19,17-8 96,-1-1 1,0-2-1,0 0 0,43-32 0,13-8 485,-68 45-413,0-1 1,-1-1-1,0 0 0,14-14 1,-26 23-353,-2 7-256,2 18-25,-2 49 1,-1-49 243,1 0 0,5 37 1,-4-51 168,1-2-1,0 1 1,0 0 0,1 0-1,0-1 1,0 1 0,1-1 0,0 0-1,0 0 1,1 0 0,8 8-1,-10-12 27,0 0-1,1 0 0,-1 0 0,1-1 0,-1 0 0,1 0 1,0 0-1,0 0 0,0-1 0,1 1 0,-1-1 0,0 0 1,0 0-1,1 0 0,-1-1 0,0 0 0,1 0 0,-1 0 1,5-1-1,6 0 25,-1-2 1,0 0-1,0 0 1,17-8-1,-4 1 14,0-1 0,-1-1 0,-1-1 0,0-1 0,0-2 0,-2 0-1,0-2 1,-1 0 0,-1-2 0,-1 0 0,0-1 0,-2-1 0,0-1 0,-2 0-1,-1-2 1,0 1 0,-2-2 0,15-41 0,-6 4-106,-3-1-1,-3-1 1,11-92-1,-18 67-67,-6-181-1,-4 249 117,-1-1-1,0 1 0,-2 0 1,-1 0-1,-1 0 1,0 1-1,-10-22 0,15 41 10,-1-1 0,1 1-1,0-1 1,-1 1 0,1-1-1,-1 1 1,0 0 0,0 0-1,0 0 1,-3-2 0,5 3 1,-1 1 0,1 0 0,-1 0 0,1 0 0,-1 0 0,1-1 0,-1 1 0,1 0 0,0 0 0,-1 0 0,1 0 0,-1 0 0,1 0 0,-1 0 1,1 0-1,-1 0 0,1 0 0,-1 1 0,1-1 0,-1 0 0,1 0 0,-1 0 0,1 1 0,-12 14 23,3 5 1,1 0 0,1 1 0,-8 40 0,-5 70-6,19-123-7,-9 81 240,4 2 1,4-1-1,4 0 1,19 127-1,-21-215-241,9 59 588,29 99 0,-32-142-448,0 0-1,1-1 0,1 0 1,1 0-1,1-1 0,0 0 0,1-1 1,0 0-1,27 26 0,-31-35-132,1 0 0,0 0-1,0-1 1,1 0-1,-1-1 1,1 1-1,0-2 1,0 1-1,1-1 1,-1-1-1,1 0 1,-1 0-1,1 0 1,0-2-1,-1 1 1,1-1 0,15-2-1,-1-1-275,1-2 1,-1 0-1,0-2 0,-1-1 0,41-18 1,-44 15-62,0 0 0,-2-1 0,1-1 0,-1 0 0,-1-2-1,-1 0 1,0 0 0,25-33 0,-13 9-268,-1-1 0,-3-1 0,22-47 0,4 0 839,-48 85 50,0 4-191,1 1-1,0-1 1,-1 1 0,0-1-1,1 1 1,-1 0-1,0 0 1,0 0-1,1 0 1,-2 1 0,5 4-1,-3 3 134,-1 0-1,0 0 1,0 0 0,-1 0-1,0 0 1,-1 1-1,-1 14 1,1 12 475,7 66 922,0 42 33,-7-130-1602,-1-1 0,-1 0 0,0 1 0,-1-1 0,-1 0 0,-5 14 0,7-25-151,1 0 0,0 0 1,-1-1-1,1 1 0,-1-1 1,0 1-1,0-1 1,0 0-1,0 1 0,0-1 1,-4 2-1,-2 3-386,6-5 266,-1 0 0,1 0 0,-1 0 0,1-1 0,-1 1 0,0-1 0,0 1 0,1-1 0,-1 0 0,0 0 0,0-1 0,0 1 0,0-1 0,0 1 0,0-1 0,-6 0 0,-2-1-624,0 0-1,1-1 1,-13-4 0,14 4 66,-38-13-5817,5-3-4102</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31.604"/>
    </inkml:context>
    <inkml:brush xml:id="br0">
      <inkml:brushProperty name="width" value="0.035" units="cm"/>
      <inkml:brushProperty name="height" value="0.035" units="cm"/>
    </inkml:brush>
  </inkml:definitions>
  <inkml:trace contextRef="#ctx0" brushRef="#br0">8188 71 8225,'22'22'11063,"-25"-21"-10919,-28 12 123,28-12-131,-1-1-29,-11 3-46,-40 5 600,33-8-607,18 0 20,-1 0 27,-48 0 320,-80 12 0,-47-2-104,64-5-320,44-4 63,-30 4-56,78-3 19,-39-1 0,44-2-25,0 1-1,0 1 0,-31 5 0,22-1 22,0-2 1,-35 0-1,-31 4 22,67-5-4,-49-1 0,1-1 17,54 1-39,0-1 1,-40-4-1,18-1 21,-73 3 0,20 0-18,81 2-22,-433-40 218,400 31-179,20 3-17,-33-2-1,-53-4-3,-19-1-72,-122-9 191,254 22-132,-155-15-14,-13-7 70,19 6-74,-301 10-1,232 18 27,-66 1-51,79-6 105,-5 1 38,-235-4 61,274-6-186,-158 3 62,-105-9 186,353-1-188,-128 2 24,173 7-70,-1 1-1,-46 8 0,-4 1 117,-322 50-87,153-15-90,24-5 16,202-32 50,-1 0 1,-39 18-1,36-11 13,1 3 0,0 0 0,-48 37 0,71-47 11,0-1 1,-1-1-1,-14 7 0,14-8-33,1 0-1,0 1 1,-17 12 0,-16 16 141,16-14-115,-29 29 0,50-41-30,0-1 1,0 1-1,1 1 0,1-1 1,-1 1-1,-7 18 0,3-1-9,-8 34 0,12-36 26,-5 7-6,-7 25-16,16-35 20,0-1-1,1 24 1,0-20 4,-3 31 1,3-41 7,0 0 0,2 22 0,-1 18-23,-1-36 26,2 1 0,2 23 0,-2-23-12,0 35-1,-3 170 101,4-116-137,5 13-29,-5-102 73,1 0 0,1 0-1,1 0 1,8 19 0,-10-33-11,0 0 0,1 0 0,-1 0 0,1 0-1,0-1 1,7 7 0,5 7-8,-4-5 12,2-1 0,-1 0 0,1-1 0,1 0 0,0-1 0,0 0 0,21 8 0,18 12-17,-48-26 13,16 10 7,1 0-1,1-2 1,0 0 0,30 9-1,59 15-27,68 19 141,188 11-51,157-29-112,-272-40-9,358-50-1,-324 17 43,-18 2 26,198-13 20,-348 37 0,-10 2-55,181-20 142,-126 13-189,-44 5 89,303-22 47,-296 20-106,-4-1-3,-45 6 31,0-3 0,83-24 1,13-1 21,44-7-12,82-12-5,-62 18 27,-13 1-34,52-12 45,-54 8 30,285-43-57,-439 68 11,0-3-1,129-51 1,-139 46-39,-13 6 18,76-39 1,-105 46 16,62-35 144,111-80 1,-99 59-114,-39 23 50,63-57 498,-53 42 442,-60 55-862,-1 0 1,0 0-1,1-1 1,-1 1 0,-1-1-1,5-5 1,-1 0 143,-3 5 167,0 1-41,10-23 259,-13 18-450,-4-5-174,-1-1 0,-1 1 0,0 1 0,-1-1 0,0 1-1,0 0 1,-1 1 0,-13-12 0,-44-28 32,-6-5-54,26 16-21,18 15-12,1 0 0,-32-37 0,30 28 11,-36-31-1,15 16 53,8-4-16,40 48-41,-1 3 6,-1-2-8,0 1 1,1-1-1,-1 0 0,1-1 1,0 1-1,0-1 0,0 1 0,-4-8 1,1 2-31,4 8 10,0-1 1,0 0 0,0 0-1,0 1 1,0-1 0,0 1-1,0 0 1,-1-1-1,1 1 1,0 0 0,-1 0-1,1 1 1,-6-2 0,-10-5 6,-115-63 51,91 50-130,25 11-457,0 1 1,-1 1-1,-35-10 1,50 16-1172,-3 2-785,-5 2 397,-1 0-1,1 1 0,0 0 0,-20 11 1,-2 11-8817</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0:44.889"/>
    </inkml:context>
    <inkml:brush xml:id="br0">
      <inkml:brushProperty name="width" value="0.035" units="cm"/>
      <inkml:brushProperty name="height" value="0.035" units="cm"/>
    </inkml:brush>
  </inkml:definitions>
  <inkml:trace contextRef="#ctx0" brushRef="#br0">27 729 6445,'0'0'12765,"-3"1"-12313,-18 21 335,19-19 1836,14-15-2067,-9 9-474,1 0-32,-1 0 0,2 1 0,-1 0 0,0 0 1,0 0-1,1 0 0,-1 1 0,1-1 1,-1 1-1,1 0 0,-1 1 0,8-1 0,11-3 102,128-18 625,-49 10-439,231-27 355,-241 31-585,827-34 262,-247 20-231,342-75 486,34-29 93,-397 51-271,301-34 320,-527 47 230,-249 34-176,-21 9 624,-85 10-1437,-22 5-8,-6-2-58,-91-3-5162,33 7 3721,-59-10-8973,36 1-2062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45.153"/>
    </inkml:context>
    <inkml:brush xml:id="br0">
      <inkml:brushProperty name="width" value="0.035" units="cm"/>
      <inkml:brushProperty name="height" value="0.035" units="cm"/>
    </inkml:brush>
  </inkml:definitions>
  <inkml:trace contextRef="#ctx0" brushRef="#br0">811 12 7289,'-9'-4'505,"-3"-2"67,3 5 7584,-18 15-6684,-48 5 237,-73 28-1,145-45-1551,0-2-83,0 1-1,0 0 1,0 1-1,0-1 1,0 0 0,-4 4-1,2-3 22,2 0 432,0-1-406,-21 18 64,21-17-114,2-2-54,-1 0 0,1 0-1,-1 0 1,1 0 0,-1 1 0,1-1-1,-1 0 1,1 1 0,0-1-1,-1 1 1,1 0 0,-2 0 0,-3 2 26,-35 12 26,0-3 0,-1-1-1,-45 6 1,6-1-104,61-10 136,-1-2 1,-39 4 0,55-8 2,2 0-4,-31 9 103,30-7 107,8-1-310,35 10 76,-1-1 0,2-2 0,50 3 0,124-2 364,-141-7-216,776 38 889,294 4-205,-1-39-76,-823-5-705,-306 0-120,1016-8 566,-504-3 139,-305-2-49,19 0 688,-235 13-1022,-22-3-373,4 3-456,0 0 1,0 1 0,1 1-1,-1 0 1,0 1 0,1 0 0,-25 10-1,31-11-446,-1 0 0,0-1-1,0 0 1,0-1 0,1 0-1,-1 0 1,0-1 0,0 1 0,0-2-1,0 1 1,-9-4 0,-1 1-2273,-47-10-7372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47.253"/>
    </inkml:context>
    <inkml:brush xml:id="br0">
      <inkml:brushProperty name="width" value="0.035" units="cm"/>
      <inkml:brushProperty name="height" value="0.035" units="cm"/>
    </inkml:brush>
  </inkml:definitions>
  <inkml:trace contextRef="#ctx0" brushRef="#br0">27 134 10037,'-3'12'1053,"7"-10"-9,17-16 9640,-24 14-10003,-42-4 3117,49 4-3356,277-44 1771,-136 29-1917,-56 7-157,-68 8-105,0-2 0,1-1 0,38-9 0,-56 11-20,-1 0 32,1 1-211,-1-1-1,1 1 1,-1 0 0,1 0 0,-1 0-1,1 0 1,-1 0 0,1 1 0,-1 0-1,0 0 1,1 0 0,-1 0 0,5 3-1,-8-4 55,1 0 0,-1 1 0,1-1 0,-1 1 0,0-1 0,1 0 0,-1 0 1,1 1-1,-1-1 0,1 0 0,-1 0 0,1 1 0,-1-1 0,1 0 0,-1 0 0,1 0 0,-1 0 0,1 0 0,-1 0 0,1 0 0,-1 0 0,1 0 0,-1 0 0,1 0 0,0 0 0,0 0 0,-8-13-6685,-3-6 924,5-5-3749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57.882"/>
    </inkml:context>
    <inkml:brush xml:id="br0">
      <inkml:brushProperty name="width" value="0.035" units="cm"/>
      <inkml:brushProperty name="height" value="0.035" units="cm"/>
    </inkml:brush>
  </inkml:definitions>
  <inkml:trace contextRef="#ctx0" brushRef="#br0">457 978 4832,'0'0'18095,"-5"0"-17523,-9 2-208,8-2-228,0 0 1,1 1 0,-1 0-1,0 0 1,1 1 0,-1-1 0,1 1-1,-1 0 1,-9 6 0,-44 29 502,2 3 1,1 2-1,-64 62 1,104-87-556,0 0 0,2 0 0,-18 28 1,30-42-112,4 1 35,-1-2-8,0 0 0,0 1 0,1-1 0,-1 0 0,0 0 0,1 0 0,0 0 0,-1 0 0,5 3 1,-5-4-2,1 0 1,-1-1-1,1 1 1,-1-1-1,1 0 1,-1 1-1,1-1 0,0 0 1,-1 0-1,1 0 1,-1 0-1,1 0 1,0 0-1,-1 0 1,1-1-1,-1 1 1,1-1-1,-1 1 1,1-1-1,1 0 1,12-6-46,-1 0 0,0-1 1,0 0-1,0-1 0,-1-1 0,-1 0 0,0 0 1,0-1-1,-1-1 0,12-15 0,-2-2-304,-1 0 0,-1-2 0,24-51 0,-17 21-87,-2-1-1,-4-1 0,18-88 1,-23 64 30,8-178 0,-24 227 431,-12-74-1,1 17 417,3 39 263,6 42-304,0-1 1,0-24-1,-10 63 99,5-1-315,1 0 1,1 0 0,1 0 0,1 0-1,-1 27 1,1 128 622,4-143-663,41 506 1080,-34-495-1785,2 0 1,17 51-1,16 25-6540,-37-101 348,-1 2-4509</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58.137"/>
    </inkml:context>
    <inkml:brush xml:id="br0">
      <inkml:brushProperty name="width" value="0.035" units="cm"/>
      <inkml:brushProperty name="height" value="0.035" units="cm"/>
    </inkml:brush>
  </inkml:definitions>
  <inkml:trace contextRef="#ctx0" brushRef="#br0">1 68 21710,'7'-3'876,"0"1"1,1 0 0,0 0-1,-1 1 1,11-1-1,7 2 904,39 4-1,-17 0-332,261 1-660,-68-3-782,12 7-5,294 5 0,-484-18 0,-60 4 0,1 0 0,0 0 0,1-1 0,-1 1 0,1-1 0,-1 0 0,6-2 0,-9 3-1,1 0 0,-1-1 0,0 1 0,0 0 0,0 0 0,0 0-1,0-1 1,1 1 0,-1 0 0,0 0 0,0 0 0,0-1 0,0 1 0,0 0 0,0 0 0,0 0 0,0-1 0,0 1-1,0 0 1,0 0 0,0-1 0,0 1 0,0 0 0,0 0 0,0-1 0,0 1 0,0 0 0,0 0 0,0 0 0,0-1 0,0 1-1,0 0 1,-9-11-248,2 5-249,-2 0 1,1 0-1,-1 1 1,1 0-1,-2 0 1,1 1-1,0 0 1,-1 1-1,1 0 1,-13-2-1,-7 0-3244,-1 1 1,-40 0-1,-10 4-9058</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58.641"/>
    </inkml:context>
    <inkml:brush xml:id="br0">
      <inkml:brushProperty name="width" value="0.035" units="cm"/>
      <inkml:brushProperty name="height" value="0.035" units="cm"/>
    </inkml:brush>
  </inkml:definitions>
  <inkml:trace contextRef="#ctx0" brushRef="#br0">558 349 13301,'-19'-4'737,"-2"-1"235,2 3 2958,11 3-3604,0-1-1,1 1 1,-1 1-1,1-1 1,-1 1-1,1 1 1,0-1-1,0 1 1,0 1-1,0-1 1,0 1-1,1 0 1,-7 6-1,-7 7-90,0 1 1,-24 29-1,33-35-149,-47 56 407,3 2 1,-58 100 0,93-141-265,9-14 9,2 0 1,-10 20-1,17-31-160,0 0-1,0 0 1,1 0-1,0 0 1,0 0-1,0 1 1,0-1-1,1 0 1,-1 1-1,1-1 1,0 1-1,1-1 1,-1 0-1,2 5 1,-2-7-51,0 0 0,1-1 0,0 1 1,-1-1-1,1 1 0,0-1 0,0 0 1,0 1-1,0-1 0,0 0 0,0 1 1,0-1-1,0 0 0,0 0 0,0 0 1,1 0-1,-1 0 0,1 0 0,-1 0 1,1-1-1,-1 1 0,1 0 0,-1-1 1,1 1-1,-1-1 0,4 1 1,3-1 92,0 0 0,0 0 0,0 0 0,13-4 0,-21 4-111,16-3 76,-1 0 1,1-2-1,-1 0 0,-1-1 0,1 0 1,-1-1-1,0-1 0,0 0 0,-1-1 1,16-13-1,-7 2-5,-1 0-1,-1-2 1,-1 0-1,30-45 1,-19 20-172,-2-2 1,-2-1-1,24-65 0,-38 84-112,-3-1-1,0 0 1,-2 0-1,-1-1 0,-2 0 1,0-61-1,-5 79 109,0-1 0,-1 1 0,-7-29 0,7 36 74,-1 1-1,0 0 0,0-1 0,-1 1 0,0 0 1,0 1-1,0-1 0,-1 1 0,-8-9 0,-3-1 23,15 16-1,1 0 1,0-1-1,0 1 1,0 0-1,-1 0 1,1 0 0,0-1-1,0 1 1,-1 0-1,1 0 1,0 0 0,0 0-1,-1 0 1,1-1-1,0 1 1,-1 0-1,1 0 1,0 0 0,-1 0-1,1 0 1,0 0-1,0 0 1,-1 0-1,1 0 1,0 0 0,-1 0-1,1 0 1,0 0-1,-1 1 1,-4-1-5,1 1 1,-1 0 0,0 0-1,1 0 1,-1 1-1,1 0 1,0 0 0,0 0-1,-1 0 1,1 0-1,1 1 1,-1 0-1,0 0 1,1 0 0,-4 4-1,2-1 5,0 1 1,0 0-1,0 0 0,1 0 0,1 1 1,-1 0-1,1 0 0,-3 10 0,-3 18 98,1 1 0,2 0 0,1 0-1,2 0 1,2 1 0,5 56 0,0-52-78,3 0 0,1-1 0,2 0-1,2 0 1,25 59 0,-25-75-433,1 0-1,0 0 1,2-2-1,2 0 1,20 24-1,-24-33-770,1 0-1,1-1 0,0 0 1,28 18-1,2-10-5417,3-8-4277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59.079"/>
    </inkml:context>
    <inkml:brush xml:id="br0">
      <inkml:brushProperty name="width" value="0.035" units="cm"/>
      <inkml:brushProperty name="height" value="0.035" units="cm"/>
    </inkml:brush>
  </inkml:definitions>
  <inkml:trace contextRef="#ctx0" brushRef="#br0">227 176 10605,'-36'55'1464,"33"-51"-1214,0 0 1,0-1-1,0 1 1,0-1-1,0 0 0,0 0 1,-1 0-1,-7 4 1,8-5-48,0 0 1,-1 0-1,1 1 1,1-1-1,-1 1 1,-3 3-1,-7 12 310,0 1-1,2-1 0,0 2 1,1 0-1,1 0 0,-8 25 1,2 4 1135,-13 82 0,27-124-1360,0-1-1,0 0 1,1 1-1,-1-1 0,2 12 1,0-16-198,0 1 1,-1-1-1,1 1 1,0-1-1,0 1 0,1-1 1,-1 0-1,0 1 1,1-1-1,-1 0 0,1 0 1,0 0-1,0 0 1,-1 0-1,1-1 1,1 1-1,2 2 0,6 2 98,0-1 0,0 0 0,0-1 0,1 0 0,-1 0-1,1-1 1,0-1 0,0 0 0,0-1 0,1 0-1,-1-1 1,0 0 0,0-1 0,14-2 0,10-3 177,-1-2 1,0-1-1,55-22 0,-67 22-228,0-1 0,-1-1 0,0 0 0,-1-2 0,31-24 0,-44 30-190,0-1 1,0 0-1,-1 0 1,0 0-1,-1 0 1,1-1-1,-2-1 1,1 1-1,-1-1 1,-1 1-1,0-1 1,0-1-1,-1 1 1,0 0-1,1-13 1,-2 9-187,-1 0 0,0 1 0,-1-1 0,-1 0 0,0 1 0,-1-1 0,0 1 0,-1-1 0,-1 1 0,0 0 0,0 0 0,-2 0 0,0 1 0,0 0 0,-1 0 0,0 0 0,-1 1 0,0 0 0,-11-10 0,3 4-3,0 1 0,-2 0 1,1 2-1,-2 0 0,0 1 0,0 1 0,-2 0 0,1 2 1,-1 0-1,-1 2 0,1 0 0,-32-6 0,26 8 255,15 3 81,1 1-1,-1 0 1,1 1 0,-1 0 0,0 0 0,-13 2 0,22 0-32,1-1 0,-1 1-1,0 0 1,0 0 0,1 0 0,-1 0 0,1 1 0,-1-1 0,1 0 0,-1 1 0,1 0 0,0 0 0,0 0 0,0 0 0,0 0-1,0 0 1,0 0 0,0 0 0,1 1 0,-1-1 0,1 1 0,0-1 0,0 1 0,0 0 0,0-1 0,0 1 0,1 0 0,-1 0-1,1 0 1,-1 5 0,1 2 108,0 0-1,0 0 1,1 0 0,0 0-1,1 0 1,0 0-1,1 0 1,0 0 0,0-1-1,1 1 1,1-1-1,-1 0 1,8 11 0,6 7 314,1-1 1,45 46-1,-22-29-496,2-1-1,55 38 1,-47-49-1483,-40-25 40,-1 0 1,1 1-1,17 15 0,-25-18 257,9 5-4574,14-10-5659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4:59.955"/>
    </inkml:context>
    <inkml:brush xml:id="br0">
      <inkml:brushProperty name="width" value="0.035" units="cm"/>
      <inkml:brushProperty name="height" value="0.035" units="cm"/>
    </inkml:brush>
  </inkml:definitions>
  <inkml:trace contextRef="#ctx0" brushRef="#br0">30 1610 11861,'19'-15'2251,"-15"12"1657,-9 3-2132,-2-1-846,3 0-348,-1 1 0,1-1-1,0 1 1,-1 0-1,1 1 1,0-1-1,-6 2 1,12-7 389,8-15-95,26-38 1,6-10-227,-8-2-442,-3 0 0,-3-2 0,22-90 0,35-231-623,-51 220 124,22-155-451,-30 160 286,-25 164 386,-6 8-30,-6 7 85,0 0 1,0 1-1,2 1 1,-1 0 0,1 0-1,1 1 1,1 0 0,0 0-1,-7 21 1,-6 25-23,-12 66 1,15-57-21,-5 25 179,3 1 0,5 0 0,-4 163 0,18-234-18,1 0 0,2 0 0,0 0 0,2-1 0,0 0 1,2 0-1,0 0 0,19 38 0,-20-50-49,1 0 0,0 0 0,0-1 0,1 0-1,0 0 1,1-1 0,18 15 0,-19-18-29,0-1-1,0 0 1,0-1 0,1 1 0,-1-2-1,1 1 1,0-1 0,0 0 0,1-1-1,-1 0 1,14 0 0,-6-1-99,1 0 0,0-2-1,0 0 1,-1-2 0,1 0 0,-1 0 0,1-2-1,-1 0 1,31-15 0,27-6-1317,-23 8 112,-48 17 1125,1-1-1,0 1 1,0 0-1,0 0 1,-1 1-1,1-1 0,9 2 1,-11-1 103,-1 0 0,1 0 0,-1 1 0,0-1 0,1 1 0,-1 0 0,0 0 0,1 0 0,-1 0 0,0 0 0,0 0 0,0 0 1,0 1-1,0-1 0,0 1 0,0 0 0,1 1 0,10 14-84,0 1 0,-2-1 0,13 27 0,-18-32 230,0 0 0,2-1 0,-1 0 0,2 0 0,-1-1 0,1 0 0,1 0-1,0-1 1,0 0 0,1-1 0,0 0 0,0-1 0,1 0 0,21 9 0,-24-12-10,8 5 417,1-1 1,0-1-1,21 5 1,-24-8-146,0-2 0,1 0 0,-1-1 0,1 0 0,25-3 0,-37 2-321,0 0 1,0-1 0,-1 1 0,1-1-1,0 0 1,-1-1 0,1 1 0,-1 0-1,1-1 1,-1 0 0,0 0 0,1 0-1,-1 0 1,0 0 0,0-1 0,-1 1 0,1-1-1,0 0 1,-1 0 0,0 0 0,0 0-1,0 0 1,0-1 0,0 1 0,0-1-1,-1 1 1,0-1 0,1-3 0,-1 2-96,-1 0 1,0 0-1,0 1 0,0-1 1,0 0-1,-1 0 0,0 1 1,0-1-1,0 0 1,-1 1-1,0-1 0,1 1 1,-1-1-1,-5-6 0,0 0-310,0 1 0,-1 0-1,0 1 1,-16-15 0,-16-8-2291,-1 2 1,-87-47 0,71 44-397,5 1-2170,3 5-2959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0.392"/>
    </inkml:context>
    <inkml:brush xml:id="br0">
      <inkml:brushProperty name="width" value="0.035" units="cm"/>
      <inkml:brushProperty name="height" value="0.035" units="cm"/>
    </inkml:brush>
  </inkml:definitions>
  <inkml:trace contextRef="#ctx0" brushRef="#br0">472 23 8681,'13'-19'1991,"-11"16"-247,-4 4-159,-2 3-1235,1-1 1,0 0-1,0 1 1,0-1 0,0 1-1,0 0 1,1 0-1,0 0 1,-1 0 0,2 0-1,-1 1 1,0-1-1,1 1 1,0-1 0,0 1-1,0-1 1,1 1-1,-1 0 1,1 5 0,0 16 71,-1-17-270,1-1-1,0 1 0,0 0 0,1 0 1,0-1-1,0 1 0,4 9 0,-5-15-96,1 0 0,0 0 0,-1 0 0,1 1 0,-1-1 0,0 0 0,0 0 0,0 1 0,-1 3 0,0 1 22,1-8-69,0 1 0,0 0-1,0 0 1,0 0 0,0 0 0,1-1-1,-1 1 1,0 0 0,0 0-1,1-1 1,-1 1 0,1 0 0,-1 0-1,1-1 1,-1 1 0,1 0 0,-1-1-1,1 1 1,0 0 0,2 3 15,0-1 1,2 12 167,0-16-214,2 0 8,-1 1 1,0-1-1,0-1 0,0 0 1,0 0-1,0 0 0,0 0 1,0-1-1,0 0 0,-1 0 0,0 0 1,1-1-1,-1 0 0,-1 0 1,1 0-1,-1-1 0,1 0 1,-1 1-1,0-1 0,4-8 0,0-1 14,9-11 517,-1-1 0,22-52 0,-37 74 2381,-3 9-2273,-6 12-278,2-1 0,0 1-1,-6 30 1,-6 63 475,10-55-433,-86 383 567,-27-6-162,99-354-767,-138 411-26,144-449-526,-1-2 0,-2 0 0,-42 62 0,60-99 364,0 1 1,0 0-1,0-1 0,-1 1 1,1-1-1,-1 1 1,1-1-1,-1 1 1,1-1-1,-1 0 0,0 0 1,0 0-1,1 0 1,-1 0-1,0 0 0,0-1 1,0 1-1,0-1 1,0 1-1,0-1 0,0 0 1,0 0-1,0 1 1,0-2-1,-3 1 1,2-1-114,0 0 0,1 0 0,-1 0 0,1 0 0,-1 0 0,1-1 0,0 1 0,-1-1 0,1 1 0,0-1 0,0 0 0,0 0 0,0 0 0,0 0 0,1-1 0,-3-2 0,2 1-514,0-1 0,0 0 0,0 0 0,1 0 0,-1 0 0,1 0 0,0-1 0,0-8 0,-1-60-10913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0.892"/>
    </inkml:context>
    <inkml:brush xml:id="br0">
      <inkml:brushProperty name="width" value="0.035" units="cm"/>
      <inkml:brushProperty name="height" value="0.035" units="cm"/>
    </inkml:brush>
  </inkml:definitions>
  <inkml:trace contextRef="#ctx0" brushRef="#br0">406 54 9945,'-2'3'-932,"-6"5"1303,-18 14 9901,14-14-8810,-10 3-1164,1 2 1,1 1-1,0 0 1,1 2-1,-18 17 1,-1 7 63,-38 50 1,65-74-185,0 1 0,1 0 1,1 0-1,-12 31 1,8-11 457,-11 52 1,22-79-531,0 0 0,1 1-1,1-1 1,0 0 0,0 1 0,1-1 0,0 0-1,1 1 1,0-1 0,0 0 0,1 0 0,0-1 0,1 1-1,1 0 1,-1-1 0,1 0 0,1 0 0,6 8-1,-3-5 1,1-2-1,-1 1 0,2-1 0,-1-1 1,2 0-1,-1-1 0,1 0 0,0 0 0,1-1 1,-1-1-1,1 0 0,22 6 0,-10-4 47,2-2 1,-1-1-1,0 0 0,1-2 0,33-1 0,-50-2-167,0-1-1,0 0 1,0 0 0,0-1-1,0 0 1,0-1 0,0-1 0,0 1-1,-1-1 1,0-1 0,0 0-1,0 0 1,0-1 0,-1 0 0,0 0-1,11-12 1,-7 3-246,0 0 0,-2 0 0,0-1-1,-1-1 1,0 1 0,-2-2 0,0 1 0,0-1-1,-2 0 1,0 0 0,-2 0 0,0-1 0,2-28 0,-4 19-292,-2 1 0,0 0 1,-1-1-1,-2 1 1,-1 0-1,-1 1 1,-1-1-1,-19-43 1,16 49 179,-1 1 1,0 1 0,-2 0 0,0 0-1,-1 1 1,-1 1 0,-1 0 0,0 2-1,-1-1 1,-22-13 0,27 20 356,-1 0-1,-1 1 1,1 1 0,-1 0 0,-1 1 0,1 1 0,-1 0-1,0 1 1,0 0 0,0 1 0,-1 1 0,1 0-1,-1 2 1,1-1 0,-29 5 0,38-3 129,-1 1 1,1 0-1,0 0 1,0 1-1,0 0 0,0 0 1,0 0-1,0 1 1,1-1-1,0 1 0,0 1 1,0-1-1,0 1 1,1 0-1,0 0 0,0 0 1,0 1-1,0-1 1,1 1-1,0 0 0,0 0 1,1 0-1,0 0 1,0 0-1,0 1 0,1-1 1,-1 1-1,2-1 1,-1 1-1,1 0 0,0 6 1,4 8 97,0-1 0,1 0 0,2-1 0,0 1 0,0-1 0,2-1 1,1 1-1,0-1 0,1-1 0,1 0 0,0-1 0,18 18 0,-3-7-77,1 0 0,1-2 0,1-1 1,1-1-1,56 30 0,-62-40-751,0-1-1,2-2 1,47 14 0,-52-19-2259,0-1 0,42 3 1,-4-7-7070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1.202"/>
    </inkml:context>
    <inkml:brush xml:id="br0">
      <inkml:brushProperty name="width" value="0.035" units="cm"/>
      <inkml:brushProperty name="height" value="0.035" units="cm"/>
    </inkml:brush>
  </inkml:definitions>
  <inkml:trace contextRef="#ctx0" brushRef="#br0">15 0 15169,'-15'34'3073,"26"-53"-261,0 4-272,23 19-324,7 0-455,0 0-321,26-1-288,-23-3-240,1 4-128,-19 0-180,7-1-412,4-3-504,-11 4-488,4 4-868,-56 18-4717,-22 11-531,0-19-6674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1.371"/>
    </inkml:context>
    <inkml:brush xml:id="br0">
      <inkml:brushProperty name="width" value="0.035" units="cm"/>
      <inkml:brushProperty name="height" value="0.035" units="cm"/>
    </inkml:brush>
  </inkml:definitions>
  <inkml:trace contextRef="#ctx0" brushRef="#br0">1 119 17254,'67'-11'2916,"3"-26"-288,-14 26-244,-4 7-532,0-7-395,0 7-297,4-3-376,-8 3-560,-3-7-684,-27 7-996,16-7-1065,-1 7-1683</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1.843"/>
    </inkml:context>
    <inkml:brush xml:id="br0">
      <inkml:brushProperty name="width" value="0.035" units="cm"/>
      <inkml:brushProperty name="height" value="0.035" units="cm"/>
    </inkml:brush>
  </inkml:definitions>
  <inkml:trace contextRef="#ctx0" brushRef="#br0">272 1 13081,'-45'15'7932,"30"-9"-7672,10-1 296,-45 150 1104,34-99-1217,9-32 312,-1-1 0,0 0 0,-2-1 0,-23 39 4375,33-65-4691,6-65-193,-4 48-520,0 0 0,-1-39 1,-3 27-1117,1 0 1,7-60-1,-6 93 1361,0 0 0,0 0 0,0 0 0,0-1-1,0 1 1,0 0 0,1 0 0,-1 0 0,0 0-1,0-1 1,0 1 0,0 0 0,0 0 0,0 0 0,0-1-1,0 1 1,-1 0 0,1 0 0,0 0 0,0 0 0,0-1-1,0 1 1,0 0 0,0 0 0,0 0 0,0 0 0,0-1-1,0 1 1,-1 0 0,1 0 0,0 0 0,0 0 0,0 0-1,0 0 1,0-1 0,-1 1 0,1 0 0,0 0-1,0 0 1,0 0 0,-11-7-869,10 6 774,1 0-1,-1 0 1,0 0-1,0 0 1,0 1-1,0-1 1,0 0-1,0 1 1,0-1-1,0 1 1,-1-1-1,1 1 1,0 0-1,0-1 1,0 1-1,0 0 1,-1 0-1,1 0 1,0 0-1,0 0 1,-1 0-1,1 0 1,0 0-1,0 0 1,0 1-1,-1-1 1,1 0-1,0 1 1,0-1-1,-1 1 1,-1 0-551,1 1 0,0-1 0,0 0 0,0 0 0,0 1 1,0-1-1,0 1 0,0 0 0,1 0 0,-1-1 0,1 1 0,-1 0 0,1 0 0,-2 4 0,-9 19-8041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2.128"/>
    </inkml:context>
    <inkml:brush xml:id="br0">
      <inkml:brushProperty name="width" value="0.035" units="cm"/>
      <inkml:brushProperty name="height" value="0.035" units="cm"/>
    </inkml:brush>
  </inkml:definitions>
  <inkml:trace contextRef="#ctx0" brushRef="#br0">1 8 18146,'52'-1'2809,"1"1"0,-1 4 0,61 11 0,-24-3-821,1106 77-601,-1053-82-1377,330 8-10,-470-15-5,-1 0 0,1 0 0,0 0 0,0 0 0,0-1 0,0 1 1,0 0-1,-1-1 0,1 0 0,0 1 0,0-1 0,-1 0 0,4-2 0,-4 3-11,-1-1 0,1 0 0,0 1 0,-1-1 0,1 0 0,-1 0 0,1 0 0,-1 0 0,1 0 1,-1 0-1,1 1 0,-1-1 0,0 0 0,1 0 0,-1 0 0,0 0 0,0 0 0,0-2 0,0 0-110,-1 0 1,1 1-1,-1-1 1,1 0-1,-1 0 0,0 1 1,0-1-1,-1 0 0,1 1 1,0-1-1,-1 1 1,1 0-1,-1-1 0,-2-1 1,-1-1-357,0 1 0,0 1 0,0-1 0,0 1 0,0 0 0,-1 0 0,1 0 1,-9-2-1,-55-14-5919,51 15 4174,-89-22-12335</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2.678"/>
    </inkml:context>
    <inkml:brush xml:id="br0">
      <inkml:brushProperty name="width" value="0.035" units="cm"/>
      <inkml:brushProperty name="height" value="0.035" units="cm"/>
    </inkml:brush>
  </inkml:definitions>
  <inkml:trace contextRef="#ctx0" brushRef="#br0">446 124 11057,'-15'-13'1500,"8"12"-75,-33 4 801,39-3-2144,0 0 1,0 0-1,0 0 0,0 0 1,0 0-1,0 0 0,0 0 0,0 1 1,0-1-1,0 1 0,0-1 1,0 0-1,0 1 0,0-1 0,0 1 1,0 0-1,-1 1 0,-2 1 185,-3 1 33,0 1 1,0 0-1,1 0 1,0 0-1,0 1 0,-6 6 1,-13 14 309,-47 30 340,54-43-640,0 0-1,0 2 0,1 0 1,1 0-1,1 2 0,-21 28 1,24-27 124,1 0-1,1 1 1,1 0 0,1 1 0,-10 33 0,16-45-306,0 0 1,1-1 0,0 1-1,1 0 1,0 0 0,0 0-1,0-1 1,1 1 0,0 0-1,0 0 1,1-1 0,0 1 0,1-1-1,0 0 1,0 1 0,0-1-1,1 0 1,7 10 0,3 0 12,1 0 1,0-1-1,1-1 0,0-1 1,1 0-1,1-1 1,0-1-1,1 0 1,0-2-1,1 0 1,0-1-1,1-1 0,-1-1 1,37 7-1,-39-11-45,-1 0-1,0-1 1,1-1-1,-1-1 0,1-1 1,-1 0-1,1-1 1,-1-1-1,0 0 0,0-2 1,0 0-1,0 0 1,-1-2-1,0 0 0,0-1 1,-1 0-1,0-2 1,26-20-1,-25 15-402,-1 0 0,-1-2 1,-1 1-1,0-2 0,-1 0 0,-1 0 1,0-1-1,-2 0 0,0-1 0,-1 0 1,-1 0-1,-1-1 0,-1 0 0,-1 0 0,0 0 1,0-34-1,-3 37 43,-1 0 1,-1 0-1,-1 0 1,0 0-1,-1 1 0,-1-1 1,-1 1-1,0 0 1,-2 0-1,1 0 0,-2 1 1,0 0-1,-1 1 1,-1 0-1,0 0 1,-1 1-1,-1 0 0,0 1 1,-1 0-1,-18-13 1,17 16 201,-1 0 0,0 2-1,-1 0 1,0 1 0,0 0 0,-1 1 0,0 1 0,-22-4 0,15 5 200,1 2-1,-1 0 1,0 1 0,0 1 0,-37 6 0,51-4-1,0-1 1,1 2-1,-1-1 1,1 2-1,0-1 1,0 1 0,0 0-1,0 1 1,1 0-1,0 0 1,0 1-1,-8 8 1,12-10-10,0 0 0,0 1-1,0 0 1,0 0 0,1 0 0,0 0 0,0 0-1,1 1 1,-1-1 0,1 1 0,0 0 0,1 0 0,0 0-1,-1 0 1,2 0 0,-1 0 0,1 0 0,0 0-1,0 0 1,2 12 0,1-8 31,0 0 0,0 0 1,1-1-1,0 1 0,1-1 0,0 1 0,0-2 0,1 1 1,0 0-1,1-1 0,0 0 0,8 7 0,5 3 131,1 0-1,1-2 0,33 21 0,-33-24-392,0-1 0,1-1 0,0-1 0,0-1 0,49 12 0,-64-20-192,0 0 0,-1-1 0,1 0-1,0 0 1,0-1 0,-1 0 0,1 0 0,-1 0-1,1-1 1,-1 0 0,9-4 0,-2 0-3416,-1-1-1,20-13 1,-6 1-7994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3.613"/>
    </inkml:context>
    <inkml:brush xml:id="br0">
      <inkml:brushProperty name="width" value="0.035" units="cm"/>
      <inkml:brushProperty name="height" value="0.035" units="cm"/>
    </inkml:brush>
  </inkml:definitions>
  <inkml:trace contextRef="#ctx0" brushRef="#br0">554 999 10857,'-5'-4'571,"0"1"1,-1 0-1,1 0 0,-1 0 0,1 0 1,-1 1-1,-11-3 0,12 4-309,0 1-1,0 0 1,1 1-1,-1-1 1,0 1-1,0 0 1,0 0-1,1 0 1,-1 1 0,1 0-1,-8 3 1,-15 9 157,1 0 1,1 2 0,1 1 0,0 0-1,1 2 1,-32 33 0,12-4 298,-74 105-1,102-131-536,8-14 6,1 0 0,1 0 0,-1 0 1,2 1-1,-1 0 0,1-1 1,0 2-1,1-1 0,0 0 0,-3 19 1,4-10 436,2-17-582,0-1 0,0 1 0,0 0 0,1 0 0,-1-1 1,0 1-1,1 0 0,-1-1 0,1 1 0,-1 0 0,1-1 0,-1 1 1,1 0-1,-1-1 0,1 1 0,0-1 0,-1 1 0,1-1 0,0 0 1,-1 1-1,1-1 0,1 1 0,0 0 99,0 0-109,-1 0 0,0 0 0,0 0 0,0-1 0,0 1 0,1 0 0,-1-1 0,0 1 0,1-1 0,-1 1 1,0-1-1,1 0 0,-1 1 0,0-1 0,1 0 0,2 0 0,26-11 316,-29 11-340,17-9 107,0 0 0,0-1 0,-1-1 0,-1-1 1,0 0-1,-1-1 0,17-18 0,-13 9-32,-1 0 0,0-1 0,-2-1 0,19-37 0,-7-2-92,-2-1 0,-4-1 0,23-102 0,16-181-637,-52 263 405,-5 0 0,-6-98 0,-14 59 44,16 121 188,-1 0-1,1 1 0,0-1 0,-1 0 1,1 1-1,-1-1 0,0 0 1,0 1-1,0-1 0,0 1 1,0-1-1,-1 1 0,1 0 1,-1-1-1,0 1 0,1 0 1,-1 0-1,-3-3 0,4 5 8,1-1 0,-1 0 0,1 0 0,-1 1 0,0-1 0,1 1 0,-1-1 0,0 0 0,1 1 0,-1-1 0,0 1 0,0 0 0,1-1 0,-1 1 0,0 0 0,0-1 0,0 1 0,1 0 0,-1 0 0,0-1 0,0 1 0,0 0 0,-1 0 0,0 2 4,1-1 1,-1 0 0,1 1-1,-1 0 1,1-1 0,-1 1 0,1 0-1,0-1 1,0 1 0,0 0-1,0 0 1,0 2 0,-10 21 122,2 0 0,0 0 0,2 1 0,0 1 0,2-1 0,2 1 0,-2 30 0,3 26 330,10 88 0,-1-100-340,3 0 0,2-1 0,4-1 0,3-1 0,3 0 0,40 85 0,-52-133-810,2 0 0,0-1 0,24 29 0,-12-18-2763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3.865"/>
    </inkml:context>
    <inkml:brush xml:id="br0">
      <inkml:brushProperty name="width" value="0.035" units="cm"/>
      <inkml:brushProperty name="height" value="0.035" units="cm"/>
    </inkml:brush>
  </inkml:definitions>
  <inkml:trace contextRef="#ctx0" brushRef="#br0">0 387 18806,'293'-20'9501,"53"-16"-5560,-212 20-3422,1373-87-519,-1480 102 0,527-29 0,-508 21 0,-45 9-6,0 0-1,-1 0 1,1 0 0,0 0-1,0 0 1,0 0-1,0-1 1,0 1 0,-1 0-1,1-1 1,0 1 0,0 0-1,-1-1 1,1 1 0,0-1-1,0 1 1,-1-1 0,1 0-1,-1 1 1,1-1-1,0 0 1,-1 1 0,1-1-1,-1 0 1,0 0 0,1 1-1,-1-1 1,1 0 0,-1 0-1,0 0 1,0 0-1,0 1 1,1-1 0,-1 0-1,0 0 1,0 0 0,0 0-1,0 0 1,0 0 0,-1 1-1,1-1 1,0 0-1,0 0 1,-1 0 0,1 0-1,0 1 1,-1-1 0,1 0-1,-1-1 1,-3-3-223,1-1 0,-1 1 0,0 0 0,0 0 1,-1 1-1,-5-6 0,0 2-484,-1 0 0,1 1 0,-2 0 0,1 1 0,-1 0 0,0 1 1,-21-7-1,-1 3-3954,-66-8-1,-25 2-8157</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4.367"/>
    </inkml:context>
    <inkml:brush xml:id="br0">
      <inkml:brushProperty name="width" value="0.035" units="cm"/>
      <inkml:brushProperty name="height" value="0.035" units="cm"/>
    </inkml:brush>
  </inkml:definitions>
  <inkml:trace contextRef="#ctx0" brushRef="#br0">476 742 12713,'-89'-3'3294,"87"3"-3126,-1 0-1,0 1 0,1-1 0,-1 1 0,1-1 0,-1 1 0,1 0 0,-1 0 0,1 0 1,-1 0-1,1 0 0,0 0 0,-4 4 0,-29 26 882,10-9-547,0-1-289,0 1 0,1 1-1,1 1 1,1 1 0,1 1-1,2 1 1,0 0-1,-16 36 1,14-19 293,-27 80 1,42-104-267,5-17 32,5-1 91,-1-1-297,-1 0 0,1-1 0,0 1 0,0 0 0,0-1-1,0 0 1,0 0 0,0 0 0,0 0 0,0 0 0,0 0 0,0-1 0,0 0 0,0 1-1,0-1 1,0 0 0,5-3 0,0-1 140,0-1 0,0 0 0,0-1 0,9-11 0,-7 8-52,29-31 222,-2-3 0,-1-1 0,-3-2 1,-2-1-1,49-101 0,-42 61-268,-4-2 0,39-164 0,-64 214-197,-2-1 0,1-43 0,-7 61 32,-1 1 0,-1-1 0,0 1 1,-2-1-1,-7-24 0,8 39 16,0 0 0,-1 0 0,0 1 0,-6-12 0,8 17 32,0 1 0,1 0 0,-1 0 0,0-1-1,0 1 1,0 0 0,0 0 0,0 0-1,-1 0 1,1 0 0,0 0 0,0 0-1,-1 1 1,1-1 0,0 0 0,-1 1-1,1-1 1,-1 1 0,1-1 0,0 1-1,-1 0 1,1 0 0,-1-1 0,1 1-1,-1 0 1,1 0 0,-1 1 0,0-1-1,-1 0 1,-1 2 10,-1 0 0,1 0-1,0 0 1,0 0 0,0 0-1,0 1 1,0 0 0,0 0 0,1 0-1,-1 0 1,1 1 0,0-1-1,0 1 1,0 0 0,0 0-1,1 0 1,-4 7 0,-3 9 105,1 0-1,-8 35 1,15-52-92,-14 61 187,3 1-1,2 0 0,4 1 1,2 0-1,3-1 0,3 1 1,15 89-1,-11-113-323,2 0 1,2-1-1,19 51 0,-23-77-257,0-1-1,0 0 1,1-1-1,1 0 1,0 0-1,1 0 1,1-1-1,-1-1 1,2 1-1,0-2 1,0 1-1,19 12 1,-22-18-736,1-1 0,0 0 0,0 0 0,1-1 0,-1 0 1,1 0-1,0-1 0,12 1 0,27-1-9928</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4.791"/>
    </inkml:context>
    <inkml:brush xml:id="br0">
      <inkml:brushProperty name="width" value="0.035" units="cm"/>
      <inkml:brushProperty name="height" value="0.035" units="cm"/>
    </inkml:brush>
  </inkml:definitions>
  <inkml:trace contextRef="#ctx0" brushRef="#br0">231 148 10425,'-9'3'381,"0"0"0,0 0 0,0 1 0,0 1 0,1-1 0,-1 1 0,1 1 0,1-1 0,-1 1 0,1 1 0,0-1 0,0 1 0,0 1 0,1-1 0,1 1 1,-1 0-1,1 0 0,0 1 0,1-1 0,0 1 0,-3 11 0,-20 54 1152,17-51-678,1 1 0,1 0-1,1 0 1,-6 47 0,12-65-712,0 0 1,1 0-1,0 0 0,0 0 1,1 0-1,0 0 0,0 0 1,0 0-1,1 0 0,0 0 1,0 0-1,0 0 0,1-1 1,0 1-1,0-1 0,0 0 1,1 0-1,-1 0 1,1-1-1,0 1 0,1-1 1,-1 0-1,1 0 0,7 5 1,4 2 232,1-1 0,0-1 0,0 0 1,1-1-1,0-1 0,35 8 0,-28-9-63,1-3 0,0 0 0,0-1 1,42-3-1,-37 0-229,-1-2 1,1-1 0,-1-1 0,0-2-1,35-11 1,-56 14-113,0 0-1,0-1 0,0 0 0,-1 0 1,0 0-1,0-1 0,0-1 0,11-11 1,-14 12-65,0 0 0,-1-1 1,0 1-1,0-1 1,-1 0-1,1 0 0,-1 0 1,-1 0-1,1-1 0,-1 1 1,-1-1-1,2-11 1,-3 2-292,0 0 0,0 0 0,-2 0 0,0 0 0,-1 0 0,-1 1 0,0-1 0,-1 1 0,-1 0 1,-8-15-1,-1 0-370,-2 1 1,-1 0 0,-1 2-1,-23-27 1,25 35 488,-1 2 0,-1 0 0,0 1 1,-2 1-1,1 1 0,-2 1 0,0 1 0,-1 0 0,-40-15 0,51 24 432,0 1 0,0 1 1,0-1-1,0 2 0,0 0 0,0 0 0,-1 1 0,-16 2 0,24-1-109,3-1 16,-1 0 0,1 0 0,-1 1-1,1-1 1,-1 1 0,1 0 0,-1-1 0,1 1 0,0 0 0,-1 1 0,1-1 0,0 0 0,0 1 0,0-1 0,0 1 0,0-1 0,0 1-1,0 0 1,-2 3 0,3-2 45,-1 0 0,0 1 0,1-1 0,0 1-1,-1-1 1,1 1 0,1 0 0,-1-1 0,1 1 0,-1 0-1,1-1 1,0 1 0,0 0 0,1 5 0,2 4 99,-1 0 0,2 0 0,0 0 0,1 0 0,0-1 0,1 0 0,0 0 0,1 0 0,0 0 0,14 15 1,29 31 722,72 66 1,-55-59-817,-36-36-1911,34 25 1,-1-9-10052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5.571"/>
    </inkml:context>
    <inkml:brush xml:id="br0">
      <inkml:brushProperty name="width" value="0.035" units="cm"/>
      <inkml:brushProperty name="height" value="0.035" units="cm"/>
    </inkml:brush>
  </inkml:definitions>
  <inkml:trace contextRef="#ctx0" brushRef="#br0">149 909 10033,'-5'12'1376,"7"-24"5547,-2 9-6103,37-152 2117,-9-57-2074,-12 70-596,11-185-7,-26 322-255,-1 0-1,0 0 0,0 0 1,0 0-1,-1 0 0,0 0 1,0 0-1,0 0 0,-3-6 1,4 10-9,0 0 0,0 1 1,0-1-1,0 0 0,-1 1 0,1-1 0,0 1 1,0-1-1,-1 0 0,1 1 0,0-1 1,-1 1-1,1-1 0,-1 1 0,1-1 1,0 1-1,-1 0 0,1-1 0,-1 1 1,0-1-1,1 1 0,-1 0 0,1 0 1,-1-1-1,1 1 0,-2 0 0,-14 11-48,10-6 54,-4 4 5,1 1 1,0 0-1,1 0 0,0 1 1,0 0-1,1 0 1,1 1-1,-7 16 0,-36 111-22,39-107 10,-3 9 8,-2 3 161,2 1 1,2 1-1,-9 71 1,17-81 40,1 0 0,3 0 1,0 1-1,9 43 0,-8-69-121,0 1 1,1-1-1,0 0 0,1 0 1,1 0-1,0-1 0,0 0 1,1 0-1,0 0 0,0 0 1,1-1-1,1 0 0,-1 0 1,2-1-1,-1 0 0,1-1 0,12 8 1,-10-9-40,0 0 1,0-2-1,1 1 0,0-1 1,0-1-1,0 0 0,0-1 1,0 0-1,1-1 1,-1-1-1,1 0 0,-1 0 1,0-1-1,13-3 1,6-1-232,0-3 1,-1 0 0,0-2 0,37-17 0,-36 14-219,-1-2 0,-1 0-1,-1-2 1,0-1 0,-1-1 0,29-27-1,-51 41 133,0-1 0,-1 1 0,0-1-1,6-11 1,3-3-451,-11 17 137,-3 6-377,-2 4 1121,0 1-1,1 0 0,-1 0 0,2 0 1,-1 0-1,1 0 0,0 15 0,1-18-45,0 1 0,0-1-1,1 1 1,-1-1 0,1 0-1,1 1 1,-1-1 0,1 0 0,0 0-1,0 0 1,0 0 0,1 0-1,5 8 1,4-1 219,0 0 0,1-1 1,0 0-1,1-1 0,0 0 0,1-1 0,0-1 0,0 0 0,1-1 1,0-1-1,0-1 0,0 0 0,21 3 0,8 0 505,1-3 0,0-2 0,80-5-1,-113 2-627,-1-2-1,22-3 0,-30 4-186,-1 0-1,1 0 1,-1 0-1,0-1 1,1 1 0,-1-1-1,0 0 1,0 0-1,0 0 1,-1 0-1,1 0 1,0-1-1,-1 1 1,4-5 0,-5 5-39,0 1 1,-1 0-1,1-1 1,-1 1-1,1 0 1,-1-1-1,0 1 1,1-1-1,-1 1 1,0-1-1,0 1 1,0-1 0,0 1-1,0-1 1,-1 1-1,1-1 1,0 1-1,-1 0 1,1-1-1,-1 1 1,1-1-1,-1 1 1,0 0-1,1 0 1,-1-1-1,-2-1 1,-2-4-139,-1 0 0,0 1 0,-10-9 0,6 5-94,-10-8-438,0 1 1,-1 1-1,-1 0 0,0 2 1,-29-14-1,-123-47-3640,114 51 2843,-77-26-2296,32 12-3399,82 29 764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5.996"/>
    </inkml:context>
    <inkml:brush xml:id="br0">
      <inkml:brushProperty name="width" value="0.035" units="cm"/>
      <inkml:brushProperty name="height" value="0.035" units="cm"/>
    </inkml:brush>
  </inkml:definitions>
  <inkml:trace contextRef="#ctx0" brushRef="#br0">501 15 6441,'-19'19'9780,"16"-17"-8671,-4 6-631,0 0 0,1 0 0,-1 0 1,2 1-1,-10 18 0,14-25-439,1-1 0,-1 0 0,1 1 0,-1-1 0,1 1 0,-1-1 0,1 0 0,0 1 0,0-1 0,0 1 0,0-1 0,0 1 1,0-1-1,0 1 0,1 2 0,0 3 76,7 64 565,-7-69-726,1-1 1,-1 1 0,1-1-1,0 0 1,-1 1 0,1-1 0,0 0-1,0 0 1,0 0 0,0-1-1,0 1 1,0 0 0,0-1 0,2 1-1,2-3-99,0 0-1,0-1 1,0 0-1,-1 0 1,1 0-1,-1 0 0,0-1 1,8-7-1,-5 5-6,92-78-930,-49 35 1639,-31 28 325,0-9 4356,-17 33-4011,1 1-1042,0-1 1,-1 1-1,0 0 0,0 0 1,0 0-1,-1 0 1,1 1-1,-1-1 0,0 1 1,0-1-1,-1 1 0,1 0 1,-1 0-1,1 6 0,1 11 370,-2 0-1,-1 24 1,0-25-207,-3 88-126,-5-1 0,-5 0 0,-4-1 0,-33 107 0,4-59-33,-7-2-1,-77 152 1,111-264-189,-2-1 0,-1-1 0,-2-2 0,-2 0 0,-1-1 0,-50 49 0,69-77-218,-1 0 1,-1 0-1,0-1 1,0-1-1,0 0 1,-1 0-1,-18 7 1,26-12 118,0 0 0,0 0 0,0 0 0,-1-1 0,1 1 1,0-1-1,-1 1 0,1-1 0,0 0 0,-1-1 0,1 1 0,0 0 1,-1-1-1,1 0 0,0 0 0,0 0 0,0 0 0,0 0 0,0-1 1,0 1-1,0-1 0,0 0 0,0 0 0,1 0 0,-1 0 0,1-1 0,-1 1 1,1-1-1,0 1 0,0-1 0,-2-4 0,-2-4-483,1 1-1,0-1 0,1 0 1,0 0-1,1-1 0,0 1 1,0-1-1,0-15 0,1-2-2153,2-1 1,3-37-1,10-39-8692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6.279"/>
    </inkml:context>
    <inkml:brush xml:id="br0">
      <inkml:brushProperty name="width" value="0.035" units="cm"/>
      <inkml:brushProperty name="height" value="0.035" units="cm"/>
    </inkml:brush>
  </inkml:definitions>
  <inkml:trace contextRef="#ctx0" brushRef="#br0">111 1 13077,'0'2'249,"0"1"0,0-1-1,0 1 1,0-1 0,-1 1 0,1-1-1,-1 1 1,0-1 0,0 1 0,0-1-1,0 0 1,0 0 0,0 1-1,0-1 1,-1 0 0,1 0 0,-1 0-1,0-1 1,1 1 0,-1 0 0,0 0-1,-4 2 1,-13 15 930,13-10-612,0 1 0,0 0 0,1 1 0,0-1 0,1 1 0,1 0 0,-5 20 0,2 1 525,-3 47 1,4-18-493,3 0 1,3 0-1,13 97 1,-10-142-972,1 0 0,1-1 0,0 1 0,10 15-1,5 14-4245,-21-45 4542,0 1 0,0-1 0,0 0 0,0 0 0,0 0 0,0 0 0,0 1 0,0-1 0,0 0 0,0 0 1,0 0-1,0 0 0,0 0 0,1 0 0,-1 1 0,0-1 0,0 0 0,0 0 0,0 0 0,0 0 0,0 0 0,1 0 0,-1 0 0,0 0 0,0 0 0,0 0 0,0 1 0,0-1 0,1 0 0,-1 0 0,0 0 0,0 0 0,0 0 0,0 0 0,1 0 0,-1 0 0,0 0 0,0 0 0,0 0 0,0 0 0,1-1 0,17 1-6176,4 0-3992</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6.482"/>
    </inkml:context>
    <inkml:brush xml:id="br0">
      <inkml:brushProperty name="width" value="0.035" units="cm"/>
      <inkml:brushProperty name="height" value="0.035" units="cm"/>
    </inkml:brush>
  </inkml:definitions>
  <inkml:trace contextRef="#ctx0" brushRef="#br0">0 15 20954,'26'4'2760,"-3"-1"-248,3 1-359,3-4-365,1 0-352,7 4-280,19 7-1148,-34-11-8,12 7 0,3 1 0,-15-1 0,0 1-1084,1-12-1096,-12-22-1085,-19 7-135,-14-3-16454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6.895"/>
    </inkml:context>
    <inkml:brush xml:id="br0">
      <inkml:brushProperty name="width" value="0.035" units="cm"/>
      <inkml:brushProperty name="height" value="0.035" units="cm"/>
    </inkml:brush>
  </inkml:definitions>
  <inkml:trace contextRef="#ctx0" brushRef="#br0">315 1 10589,'-18'14'5830,"2"-5"-3888,11-7-1834,1 0 1,0 0-1,1 1 1,-1-1 0,0 1-1,1 0 1,-1 0 0,-3 4-1,-94 134 2194,55-72-1432,31-49-400,1 1 1,2 1-1,0 0 0,1 1 0,-12 36 1,21-50-281,0 0 0,0 0 0,1 0 0,0 1 1,1-1-1,0 0 0,2 18 0,-1-20-90,1-1 0,-1 0-1,1 1 1,1-1 0,-1 0 0,1 0-1,0-1 1,1 1 0,-1-1 0,1 1-1,0-1 1,7 7 0,2 0 95,1-1 0,1 0 0,0-1 1,0 0-1,1-1 0,0-1 0,34 13 0,-25-13 9,0-1-1,0-1 0,0-1 0,1-2 1,25 1-1,-26-3-89,0-2 0,0 0 0,0-2 0,-1-1-1,35-9 1,-48 9-135,0 1 0,0-2-1,0 0 1,0 0-1,-1-1 1,0 0-1,0 0 1,0-1-1,-1-1 1,0 0 0,-1 0-1,0-1 1,11-13-1,-11 10-238,-1 0-1,0 0 0,-1-1 1,0 0-1,-1 0 0,0-1 1,-1 1-1,-1-1 0,0 0 1,-1 0-1,0 0 0,-1 0 1,-1-1-1,0 1 0,-1 0 1,-5-28-1,2 23-381,-1 0 0,0 0 0,-1 0 0,-2 1 0,1 0 0,-2 1 0,0-1 0,-2 2 0,-22-31 0,20 33-614,0 1 1,-1 0-1,-1 0 1,0 2-1,0 0 1,-23-12-1,-38-15-7434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7.020"/>
    </inkml:context>
    <inkml:brush xml:id="br0">
      <inkml:brushProperty name="width" value="0.035" units="cm"/>
      <inkml:brushProperty name="height" value="0.035" units="cm"/>
    </inkml:brush>
  </inkml:definitions>
  <inkml:trace contextRef="#ctx0" brushRef="#br0">0 1 11801,'15'52'1336,"7"-26"144,12 18-68,-1-10-51,4-8-173,-3-4-248,14 0-136,8 4-12,7-11-252,4 0-80,4 7-132,-1-14-192,4-1-584,-10-14-1056,-38 3-1340,18-11-2441,12-11-4228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7.242"/>
    </inkml:context>
    <inkml:brush xml:id="br0">
      <inkml:brushProperty name="width" value="0.035" units="cm"/>
      <inkml:brushProperty name="height" value="0.035" units="cm"/>
    </inkml:brush>
  </inkml:definitions>
  <inkml:trace contextRef="#ctx0" brushRef="#br0">595 1 20350,'10'6'1982,"0"0"-1,20 10 1,-22-13-1529,-1 0 1,0 0-1,0 1 0,-1 0 1,1 1-1,-1-1 0,0 1 1,0 0-1,5 8 0,-4-5-282,-2 1 0,1 0 0,-1 0 0,-1 0 0,1 1-1,-2 0 1,5 15 0,10 76 386,-15-81-542,3 41-15,-2 2 0,-3-1 0,-3 0 0,-10 63 0,-6-12 0,-41 143 0,12-105-202,-98 211-1,109-287-1738,-3-1 0,-4-2 0,-3-2 0,-72 85 0,4-22-5531,2-5-4729</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7.746"/>
    </inkml:context>
    <inkml:brush xml:id="br0">
      <inkml:brushProperty name="width" value="0.035" units="cm"/>
      <inkml:brushProperty name="height" value="0.035" units="cm"/>
    </inkml:brush>
  </inkml:definitions>
  <inkml:trace contextRef="#ctx0" brushRef="#br0">598 1 9913,'-35'17'1835,"1"2"0,1 1 0,-52 41 0,65-43-1457,1 1 0,1 0 0,1 2-1,0 0 1,2 1 0,-16 28 0,-66 146 974,95-191-1319,-33 75 755,3 2 0,4 1 0,-33 169 0,53-201-475,3 0 0,1 1 1,3-1-1,2 1 1,2-1-1,3 0 0,1 0 1,17 56-1,-11-66-199,1 1 1,3-2-1,1 0 0,1-1 1,3-1-1,37 51 0,-40-64-305,1-2 0,1-1 0,0 0 0,2-2 0,0 0 0,2-2 0,0-1 0,1 0 0,0-2 0,33 13 0,-20-13-998,1-2-1,1-2 1,61 9-1,51-5-6268,-17-13-3296</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8.211"/>
    </inkml:context>
    <inkml:brush xml:id="br0">
      <inkml:brushProperty name="width" value="0.035" units="cm"/>
      <inkml:brushProperty name="height" value="0.035" units="cm"/>
    </inkml:brush>
  </inkml:definitions>
  <inkml:trace contextRef="#ctx0" brushRef="#br0">1 23 16854,'49'22'2958,"-48"-22"-2842,-1 0 0,1 1-1,-1-1 1,1 0 0,-1 1-1,1-1 1,-1 0-1,1 0 1,-1 1 0,1-1-1,-1 0 1,1 0-1,0 0 1,-1 0 0,1 0-1,-1 0 1,1 0-1,-1 0 1,1 0 0,0 0-1,-1 0 1,1 0 0,-1 0-1,2-1 1,14-5 586,0 1 1,0 0 0,1 1-1,28-3 1,73 1 3773,-9 0-2401,-86 2-2033,-15 3-93,1 0 1,0 0-1,0 0 1,11 2-1,-16-1-1231,-6 1-1319,-5 2 885,1 0 1,0-1-1,-1 0 1,0 0 0,-11 1-1,10-1-172,-46 6-11620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8.370"/>
    </inkml:context>
    <inkml:brush xml:id="br0">
      <inkml:brushProperty name="width" value="0.035" units="cm"/>
      <inkml:brushProperty name="height" value="0.035" units="cm"/>
    </inkml:brush>
  </inkml:definitions>
  <inkml:trace contextRef="#ctx0" brushRef="#br0">1 82 16570,'78'-22'2956,"-4"14"-284,-18 5-232,0 3-452,-4 0-407,3 0-357,1 3-264,4-3-492,-31 4-644,16 0-1060,0 0-676,-45-38-1261,0 4 205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9.730"/>
    </inkml:context>
    <inkml:brush xml:id="br0">
      <inkml:brushProperty name="width" value="0.035" units="cm"/>
      <inkml:brushProperty name="height" value="0.035" units="cm"/>
    </inkml:brush>
  </inkml:definitions>
  <inkml:trace contextRef="#ctx0" brushRef="#br0">1 127 11421,'21'13'2205,"-16"-11"-214,-5-3-1764,1-1-1,-1 1 0,1 0 1,-1-1-1,1 1 0,0 0 1,-1 0-1,1-1 0,0 1 1,0 0-1,0 0 0,1-1 1,3-3 300,-4 3-379,0 0 0,1 0 0,-1 0 0,1 0 0,-1 1 0,1-1 0,0 1 0,0-1 0,0 1 0,0 0 0,0-1 0,3 0 0,32-6 1142,-34 7-1198,444-36 6211,-344 31-5409,1345-24 2283,-1395 32-3371,-17 0-658,1-2-1,39-5 0,-70 3-440,0 1-1,-1-1 0,1 0 0,-1 0 0,8-4 1,-38 10-6070,-30 0-4543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10.078"/>
    </inkml:context>
    <inkml:brush xml:id="br0">
      <inkml:brushProperty name="width" value="0.035" units="cm"/>
      <inkml:brushProperty name="height" value="0.035" units="cm"/>
    </inkml:brush>
  </inkml:definitions>
  <inkml:trace contextRef="#ctx0" brushRef="#br0">1 1 15965,'0'0'6654,"1"3"-4987,8 27-482,0 0 1,-3 1-1,7 59 1,-7-36-491,-2-25-467,5 31 87,1 72 0,-10-109-1294,2-1-1,7 40 0,-7-52 200,0 25-3841,-3-22-4027</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10.279"/>
    </inkml:context>
    <inkml:brush xml:id="br0">
      <inkml:brushProperty name="width" value="0.035" units="cm"/>
      <inkml:brushProperty name="height" value="0.035" units="cm"/>
    </inkml:brush>
  </inkml:definitions>
  <inkml:trace contextRef="#ctx0" brushRef="#br0">12 71 22654,'-11'-63'2856,"44"63"-391,1-4-313,-8 8-352,-4-1-960,11 1-840,1 4 0,-4-8 0,-1 3 0,-6 5 0,-1-5 0,-3 1-892,-1 4-1524,-29-34-953,4 3-75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10.801"/>
    </inkml:context>
    <inkml:brush xml:id="br0">
      <inkml:brushProperty name="width" value="0.035" units="cm"/>
      <inkml:brushProperty name="height" value="0.035" units="cm"/>
    </inkml:brush>
  </inkml:definitions>
  <inkml:trace contextRef="#ctx0" brushRef="#br0">354 251 12645,'-33'-5'971,"22"2"-149,0 1 0,-20 0 0,28 2-601,1 1 1,-1 0-1,1 0 0,-1 0 1,1 0-1,0 1 0,-1-1 1,1 1-1,0-1 0,0 1 1,0 0-1,0 0 0,-3 3 1,-3 3 236,-46 30 1274,39-29-1294,0 2-1,0 0 1,1 0 0,-12 14-1,23-21-357,-7 5 323,2 0-1,-1 0 0,2 1 1,-1 0-1,1 1 0,1 0 1,0 0-1,-7 18 0,11-22-230,0 1 0,0-1 0,1 1 0,0-1 0,1 1 0,0 0 0,0 0 0,0-1 0,1 1 0,0 0 0,1-1 0,0 1 0,0-1 0,0 0 0,1 1 0,0-1 0,1 0 0,0-1 0,0 1 0,5 6 0,0-1 11,0-1-1,2 0 0,-1 0 1,1-1-1,1 0 1,-1-1-1,2-1 1,-1 0-1,22 10 0,-2-4-164,1-1 0,1-2-1,0-2 1,50 9 0,-30-11-24,0-3 0,64-2 0,-93-3 6,-1 0 0,26-6 0,-40 5 0,-1 0 0,0-1 0,0 0 0,0-1 0,-1 1 0,1-2 0,-1 1 0,11-9 0,-10 5-115,0 0 0,0-1 0,-1 0 0,0-1 0,-1 0 0,0 0 0,0 0 0,-1-1 0,-1 0 0,0 0 0,0-1-1,-1 0 1,-1 1 0,0-1 0,0 0 0,-1-1 0,-1 1 0,1-21 0,-2 11-183,-2 1 0,0-1 0,-1 1 0,0-1 0,-2 1 0,-1 1 0,-1-1 0,0 1 0,-20-37 0,12 31-212,-1 1 0,-2 1 0,0 0 0,-2 1-1,0 1 1,-2 1 0,0 1 0,-1 1 0,-42-26 0,48 35 382,-1 0 0,0 2 1,-1 0-1,0 1 0,0 1 0,-31-6 1,34 10 221,1 0 1,-1 2 0,0-1-1,1 2 1,-1 0-1,0 1 1,1 0 0,0 2-1,-18 5 1,27-7 31,0 0 0,0 1 1,1-1-1,-1 1 0,1 1 0,0-1 0,0 1 0,0 0 0,0 0 1,0 0-1,1 1 0,0 0 0,0-1 0,0 1 0,1 1 1,-1-1-1,1 1 0,1-1 0,-3 8 0,2-6 14,1 0 0,1 0 1,-1 0-1,1 1 0,1-1 0,-1 1 0,1-1 0,1 0 0,-1 1 0,1-1 1,1 1-1,-1-1 0,1 0 0,0 0 0,6 12 0,3 3 163,1-1-1,2 0 1,0-1-1,0-1 1,34 33-1,-13-18-246,1-3 0,42 29 0,-65-51-691,44 28-220,-26-25-2491,-28-11 2333,0 0 1,0-1-1,0 0 0,1 1 0,-1-1 1,0 0-1,5-1 0,9-8-12365</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8.714"/>
    </inkml:context>
    <inkml:brush xml:id="br0">
      <inkml:brushProperty name="width" value="0.035" units="cm"/>
      <inkml:brushProperty name="height" value="0.035" units="cm"/>
    </inkml:brush>
  </inkml:definitions>
  <inkml:trace contextRef="#ctx0" brushRef="#br0">1 23 18578,'81'-22'3028,"-55"29"-144,0 4 1633,-3-11-2925,3 0 576,-8 4-2168,1 4 0,-53-16-6473,1-3-1223,7 7-7918</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09.180"/>
    </inkml:context>
    <inkml:brush xml:id="br0">
      <inkml:brushProperty name="width" value="0.035" units="cm"/>
      <inkml:brushProperty name="height" value="0.035" units="cm"/>
    </inkml:brush>
  </inkml:definitions>
  <inkml:trace contextRef="#ctx0" brushRef="#br0">134 238 12001,'-28'24'3379,"24"-21"-3226,-1 0 0,1 0 1,0 1-1,1-1 0,-1 1 0,0 0 0,1 0 1,0 1-1,0-1 0,1 0 0,-1 1 0,-2 7 1,-2 3 92,4-9-97,1 1 1,0-1-1,0 1 1,0 0-1,1 0 1,-1 8-1,-6 55 987,-11 71 3121,10-106-2030,7-32-1220,4-5-99,7-14-454,0 1 0,-1-1 0,-1-1-1,6-20 1,-1 5-41,14-36-14,-2-2 0,22-110 0,-45 170-551,0-1 0,0 1 0,-1-1 0,-1 0 0,0 1 0,0-1 0,-1 1-1,0-1 1,-1 1 0,0 0 0,-1 0 0,0 0 0,-1 0 0,-8-13 0,6 8-829,7 15 963,0 0-1,0 0 1,0 0 0,0-1-1,0 1 1,0 0-1,0 0 1,0 0 0,0 0-1,0 0 1,0 0 0,0 0-1,0 0 1,0-1 0,0 1-1,0 0 1,0 0-1,0 0 1,-1 0 0,1 0-1,0 0 1,0 0 0,0 0-1,0 0 1,0 0-1,0 0 1,0-1 0,0 1-1,0 0 1,-1 0 0,1 0-1,0 0 1,0 0 0,0 0-1,0 0 1,0 0-1,0 0 1,0 0 0,0 0-1,-1 0 1,1 0 0,0 0-1,0 0 1,0 0 0,0 0-1,0 0 1,0 0-1,0 0 1,0 1 0,-1-1-1,1 0 1,0 0 0,0 0-1,0 0 1,0 0 0,0 0-1,-4 2-215,-4 0-399,1 2-1,-1-1 1,1 1-1,-8 6 1,12-8 376,0 0 0,1 0 0,-1 1 0,1 0 0,0-1 0,0 1 0,0 0 0,0 0 0,0 0 0,1 0 0,-1 1 0,1-1 0,-2 6 0,1 3-1367,-1 0 0,2-1 0,0 1 1,0 0-1,3 24 0,4-5-6419</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11.667"/>
    </inkml:context>
    <inkml:brush xml:id="br0">
      <inkml:brushProperty name="width" value="0.035" units="cm"/>
      <inkml:brushProperty name="height" value="0.035" units="cm"/>
    </inkml:brush>
  </inkml:definitions>
  <inkml:trace contextRef="#ctx0" brushRef="#br0">0 30 4692,'46'-1'12733,"0"0"-5624,18-2-3562,85-9-1367,-117 8-1803,48-3 774,-70 6-1212,-1 2-1,1-1 1,0 1 0,-1 0-1,17 5 1,-22-5-877,-26-12-26561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5:18.692"/>
    </inkml:context>
    <inkml:brush xml:id="br0">
      <inkml:brushProperty name="width" value="0.035" units="cm"/>
      <inkml:brushProperty name="height" value="0.035" units="cm"/>
    </inkml:brush>
  </inkml:definitions>
  <inkml:trace contextRef="#ctx0" brushRef="#br0">60 657 6145,'-18'0'11150,"15"-3"-10497,-18-19 520,19 21 863,1 5-1755,-4 15-89,1 1 0,1-1-1,1 1 1,1 23 0,7 88 174,-3-91-252,37 371 531,-7-102-179,33 325 352,-13-146 85,-22-178-349,65 557 421,-88-797-971,13 94-63,-20-160-46,-6-187-880,-6-78-176,-20-202 7,17 179 723,-41-450-433,-27-279 35,34 637 590,11 97 117,15 148 138,17 102 32,1 9 44,-1-32 0,8-40 287,-3 88-285,1 0-58,15-23 34,-15 24-47,3 2 41,95-17 293,15-8 81,-30 5-252,11 1-22,144-24 112,-132 30-121,543-54 350,-178 52-297,1 25-182,207 46 40,125-29 25,-522-39-44,-33 0-24,-115 6 62,32 0 1025,-162 7-862,3-1 16,1 0 0,-1 1-1,15 2 1,-20-1-248,-1 0 0,1 1-1,0 0 1,-1 0 0,1-1 0,-1 1-1,0 1 1,0-1 0,3 3 0,-3 1-4,-1 0 1,0-1 0,0 1 0,0 0 0,-1 0 0,0 6 0,0 9 10,3 47 74,-7 75 1,-1-15 115,16 354 326,16 85-83,23-1-75,-9-69-196,-4 371 201,-38-789-383,2 69 102,-4-80-85,1-51-11,1 0 0,0 0-1,5 32 1,-3-28-2,-9 17 6,7-35-4,0 0 7,-5 28 10,6-27-7,-14 5-9,8-4-9,-5 0-2,0 1-1,-1-2 0,1 0 0,-1 0 1,0-1-1,0 0 0,-1-1 0,-12 0 0,-7 3 5,-860 78 7,178-66 58,489-23-57,-59 1-35,-63 4 38,-39 1-40,124 1 23,213 1-8,1 1-1,0 2 0,-54 14 1,65-12 13,-205 48-19,205-47 34,-52 6-1,51-9-4,-46 11-1,69-12-17,-1-1 0,-19 1 0,30-4 7,0 0-21,-35 0 57,36 0-34,-1 0-66,-41 0 70,42 0 18,-15 4-73,-79 17 72,96-20-28,-66 10-34,62-12 34,0 1-1,0-1 1,0-1-1,-10-3 0,-3 0-28,16 4 75,-12-10-39,12 8 12,0 0 0,0-1 0,0 1 0,0-1 0,1 0 0,0 0 0,-1 0 0,1 0 0,1 0 0,-1 0 0,-1-7 0,-1-6-29,-3-30-1,3 16 23,2 20-11,-30-269-32,5 63 18,-1 3-43,14-18 22,-2-24 80,4 49-5,-8 10-21,3 56-27,0 32-38,6 43 40,-8-132 4,-30-366 17,37 475-10,-2-23-12,-12-79-36,19 130 41,-1-25 1,7 54-6,-10-49 0,5 39 5,-5-15-10,7 38 6,1 0 0,-2-26 0,5 42 17,0-1-21,-3-33 11,3 33-11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6:58.429"/>
    </inkml:context>
    <inkml:brush xml:id="br0">
      <inkml:brushProperty name="width" value="0.035" units="cm"/>
      <inkml:brushProperty name="height" value="0.035" units="cm"/>
    </inkml:brush>
  </inkml:definitions>
  <inkml:trace contextRef="#ctx0" brushRef="#br0">1234 152 4892,'9'5'575,"3"0"58,-3-4 9316,11-11-9562,-10 4 3222,-41-3-3463,28 8 18,0 1-70,-38-3 72,37 3-75,0 0 19,-92 0 129,92 0-209,0 0-12,-42 2 83,0 2-1,-62 15 1,53-6-84,36-9-5,-38 13 0,26-6 21,21-8-19,0 1 1,0 0-1,0 0 1,-11 7-1,14-7 4,0 0-1,-1 0 1,1-1 0,-12 3-1,12-4-13,1 0-1,-1 0 1,1 1 0,0 0-1,0 0 1,0 0-1,-7 7 1,9-7 4,0 0 0,0 0 0,0-1 0,0 1 0,-1-1 0,-6 3 0,7-4-18,-1 2 0,0-1 1,1 0-1,-1 1 0,1 0 0,-8 6 0,0 0 33,0-1 1,-22 11 0,33-19-27,0 1 0,0-1 1,0 1-1,0-1 0,0 1 0,0 0 1,1-1-1,-1 1 0,0 0 0,1 0 0,-1 0 1,0-1-1,1 1 0,-1 0 0,1 0 1,0 0-1,-1 0 0,0 1 0,-1 4 11,-1-2 0,-1 0 0,1-1 0,-1 1 0,0 0 0,0-1 0,0 0 0,0 0 0,-8 4 0,6-4-10,3-1 3,0 1 0,1-1 0,-1 0 0,1 1 0,0 0 0,-1-1 0,1 1 0,1 0 1,-1 0-1,0 1 0,1-1 0,-3 6 0,3-5 0,1-3 0,-1-1 0,1 1-1,0 0 1,-1-1 0,1 1 0,-1-1 0,1 1-1,0 0 1,-1-1 0,1 1 0,-1-1 0,0 1-1,1-1 1,-1 0 0,1 1 0,-1-1 0,0 1-1,1-1 1,-1 0 0,0 0 0,1 1 0,-2-1-1,-1 1 3,-1 3-6,0 0 1,1 0 0,-1 0-1,1 0 1,0 0 0,0 1 0,1-1-1,-3 6 1,-9 14 21,9-16-23,-1 1 0,2-1 1,-1 1-1,-3 10 1,-7 14 23,13-31-32,1 1 0,0-1 0,0 1-1,0 0 1,0 0 0,0-1 0,1 1 0,-1 4 0,-5 16 105,-15 32-32,13-24-17,-12 36-18,19-64 9,-1 2-5,-1 7-11,-14 42 101,14-48-105,1 0 0,-1 0-1,1 0 1,1 1 0,-2 6 0,2-7-13,0 0-1,-1 0 1,0 0 0,0 0 0,-3 5-1,-5 14 25,0 0 1,-9 40-1,7-20-7,-30 82 7,25-64-14,14-53-10,1-1 0,0 0 1,-2 17-1,0 2 28,1-14-27,2 1 0,0 20-1,1-33 7,0 2 23,0 1-7,1 24 1,5 30-1,5 35-18,-3-6-38,-1 0 92,-6-59-54,6 37 1,-5-53-9,-2-1 0,0 23 0,1 16-28,3-21 35,-2 1 0,-3 43 0,1-27 67,-1-7-63,1-11 3,0 0 0,7 44 0,-6-70-10,-1 0-1,0 0 0,0-1 0,0 1 0,0 0 1,0 0-1,-1 0 0,0 3 0,0-3-2,1-1 0,-1 1-1,1 0 1,0-1 0,0 1 0,0 0-1,0-1 1,0 1 0,1 3 0,6 32-4,4 0-19,16 42-1,-20-65 55,0-1 0,16 25 0,-12-17 5,-10-21-37,-1 1 1,1 0 0,-1-1-1,1 1 1,0 0-1,0-1 1,0 1 0,0-1-1,0 1 1,0-1-1,2 2 1,5 6-2,-1 1 0,10 17 0,-11-17-4,0-1 1,13 15 0,14 19 36,-28-36-37,27 24 38,46 32-23,-46-40-18,-14-9 8,-15-9-1,-1 0-4,11 8 3,1-1 0,1 0-1,0-1 1,27 15 0,-36-23 4,55 29-53,-39-21 69,24 15 1,-37-21-19,0 0-1,1 0 1,0-1 0,20 5-1,-21-7 6,1 1 1,-1 0-1,0 1 0,0 0 0,11 7 0,-9-4 0,1-1-1,0 0 1,0-1-1,0 0 1,1-1-1,16 3 1,37 14-42,-41-13 44,0 0-1,0-1 0,0-2 0,30 3 0,-54-8-6,72 8 23,38 6-35,-90-11 24,0-1-1,30-1 1,-1 0 11,2 3-10,2 0-2,75-4 0,-92-1 36,19-1-20,-42 0-11,1 1 0,28 2 0,-31 0-15,-1-1 0,1 0 0,0-1 0,-1 0 0,15-3 0,-4-1 35,32-3 0,6-1-58,20 0 113,-64 5-22,30-3 0,-45 7-69,0 0 1,0 0-1,0 0 1,0 0-1,0 0 1,0 0-1,0-1 1,0 1-1,0 0 0,0-1 1,0 1-1,0-1 1,0 1-1,0-1 1,0 1-1,1-2 1,3-1-5,110-43-2,-99 40 12,0-2 0,0 0-1,-1-1 1,16-12 0,2 0 0,-19 11 18,0 0-1,-1-1 0,20-20 0,16-15 33,-48 45-52,0 1 0,0-1 0,0 0 0,0-1 0,0 1 0,0 0 0,0 0 0,0 0 0,-1 0 0,1-1 0,0 1 0,-1 0 0,1-3 0,0 2 3,-1 0 1,1 1-1,0-1 1,0 0-1,0 0 0,0 1 1,0-1-1,0 0 0,3-1 1,24-22 57,-27 24-61,-1 0 0,1 1 0,0-1 0,0 0 0,-1 0 1,1 0-1,0 0 0,-1 0 0,1 0 0,-1 0 0,1 0 0,-1 0 0,0 0 0,1 0 1,-1 0-1,0 0 0,0-2 0,2-3 10,25-38 82,-7 14-66,10-18 8,-20 34-25,-1 0 0,13-29 0,-15 28 22,0 1 0,16-22 1,-6 11-28,-16 23-1,0 1-1,0-1 1,-1 1 0,1-1-1,-1 1 1,1-1 0,-1 0 0,1 1-1,-1-1 1,0 0 0,0 0-1,0 1 1,0-4 0,0-5 35,3 0 20,0 0 0,0 0 0,1 0 0,7-12 0,9-25 57,-5 5-26,3 1 0,22-41 0,-20 43 65,-14 24-112,0 0 1,6-30-1,4-9 172,-10 39-73,0-1 0,-2 1 0,0-1 1,-1 0-1,0 0 0,-2 0 0,0 0 0,0-1 0,-2 1 0,-3-27 0,2 31-90,1 0-1,0-1 0,1 1 1,2-17-1,-1 18-30,0 1-1,-1 0 1,0-1-1,-1 1 1,-3-16-1,-1 10-6,4 12-16,-1 0 0,1 0 0,0 0 1,1 0-1,-1 0 0,1 0 0,0 0 0,-1 0 0,2 0 0,-1-4 0,3-14 14,-2 0 1,-2-37-1,0 33-21,3-45 1,-1 61 2,1 2 7,-1 0 1,0 0 0,-1 0 0,0 0-1,0-1 1,-1 1 0,-3-15 0,3 14-12,-1 0 0,2-1 1,-1 0-1,1 1 0,1-1 1,0 1-1,2-11 1,-1 8 9,-1 1 0,0 0 0,-1-1 0,-1-18 0,0 19 8,0 0 0,0 0 0,1 0 0,2-12 1,-2 22-4,1 0 0,-1-1 1,0 1-1,0-1 1,-1 1-1,1 0 1,0-1-1,0 1 1,-1 0-1,1-1 1,-1 1-1,1 0 1,-1 0-1,1-1 1,-1 1-1,0 0 1,0-1-1,-3-5 23,-6-17 57,10 23-85,-1 0 1,1 0-1,0-1 1,-1 1-1,1 0 0,0-1 1,0 1-1,0 0 1,0 0-1,0-1 1,0 1-1,0 0 1,0 0-1,1-1 0,-1 1 1,0 0-1,1 0 1,0-2-1,1-3 1,4-16 19,-7 14 32,-3-1-34,2 6-17,1 0-1,-1 1 0,1-1 1,0 0-1,0 0 0,0 0 0,0 0 1,0 0-1,1 0 0,0-1 1,-1 1-1,1 0 0,0 0 0,1 0 1,-1 0-1,0 0 0,2-4 1,0 0 5,-1 0 1,0 0 0,0 0 0,-1 0-1,1 0 1,-1-1 0,-1 1 0,0 0-1,0 0 1,-3-12 0,-3-22-6,5 20 123,0-32 0,2 50-114,0-1 0,0 0 0,0 1 0,-1-1 0,1 0 0,-1 0 0,0 1 0,0-1 0,0 1-1,-1-1 1,1 1 0,-1 0 0,0-1 0,-2-2 0,3 5-8,1 0 1,-1 0-1,0 0 0,1 0 0,-1 0 0,1-1 0,-1 1 1,1 0-1,0 0 0,-1 0 0,1-1 0,0 1 0,0 0 1,0 0-1,0-2 0,0-4 5,-26-72 93,23 71-103,0 0 0,0 0 0,-1 1 0,-7-13 0,-10-22 3,-10-27 111,29 67-93,1-2 18,-14-27 12,13 29-54,1-1-50,-45-85 167,44 86-112,2 1 0,-1-1 1,0 1-1,0 0 0,0 0 0,1 0 0,-1 0 1,0 0-1,-1 0 0,1 1 0,0-1 0,-1-1 0,0 1 1,-34-29-6,34 29 12,1-1-10,-18-23-48,17 22 70,0 1-8,-19-20-16,18 20-22,1-1 28,-23-28 32,22 28-34,-12-8-54,-27-20 130,40 29-80,-2 0 6,1 1 1,0 0-1,-1-1 1,1 0-1,0 0 1,0 0-1,-4-4 1,3 3 1,1 1-17,-1 1-56,-104-45 76,49 22-43,-42-11 84,98 34-29,-3 0-20,1 0 0,0 0 1,-1 0-1,1 0 0,-5-3 1,6 3 1,0-1 10,0 2-55,-16-5 44,1 0 1,-1-2-1,-20-9 0,27 10 19,10 5-23,0 0-1,0 0 0,0 0 0,0 0 0,0 1 1,0 0-1,0-1 0,0 1 0,-6 1 0,4-1 0,2 0 17,-1-1 11,-63-19-39,59 17 22,0 1 1,0 1-1,0-1 1,-15 1-1,-3-2-60,-138-16 84,45 11 2,94 5-32,0 1 1,0 1-1,0 1 0,1 2 1,-38 5-1,-205 54 29,154-26 12,81-23-43,8 0-7,22-10 10,0-1-1,-1 1 1,0-1 0,1 1-1,-1-1 1,0 0-1,-4 1 1,-1 1 5,-8 1-15,1 2 0,-1 0 0,-20 12 0,10 2-58,25-18 70,-4-2 5,1 1-1,0 0 1,0 0-1,-1 0 1,1 0-1,0 1 1,-6 3-1,9-4-5,-3 1 2,1-1-10,-51 33 27,52-32-10,-4-1-14,1 0-1,-1 1 1,1 0-1,0 0 1,0 0-1,0 0 1,0 1-1,0 0 1,1 0-1,-1 0 1,-6 8-1,6-8 12,2 0-8,-12 5-64,14-7-1208,-8 6 3129,5-6-6949,-23-7-16150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02.679"/>
    </inkml:context>
    <inkml:brush xml:id="br0">
      <inkml:brushProperty name="width" value="0.035" units="cm"/>
      <inkml:brushProperty name="height" value="0.035" units="cm"/>
    </inkml:brush>
  </inkml:definitions>
  <inkml:trace contextRef="#ctx0" brushRef="#br0">1 114 5549,'22'-52'14049,"27"62"-12704,91-5 222,-63-12-1170,-75 6-385,0 1 0,-1 0 0,1 0 0,0 0 0,0 0 0,-1 0 0,1 1 0,0-1 0,-1 0 0,1 1 0,0-1 0,-1 1 0,1 0 0,2 1 0,-3-2 4,1 1 1,0 0-1,-1 0 1,1-1-1,0 1 1,0-1 0,-1 1-1,1-1 1,0 0-1,3 0 1,8-1-14,9 1 51,-20 3-29,-13 3-17,-14 5 2,0-2 1,0 0 0,-1-2-1,-33 5 1,52-11 19,-57 12 12,61-12 121,-2-1-4,-32 3-50,34-2 228,22-9-235,-10 5-68,1 1 1,-1 0-1,1 0 1,0 0-1,18 1 1,-19 1-34,0 0 0,0-1 0,0 0 0,0-1 0,0 1 0,-1-2 0,10-3 0,-9 3-2,0 0 1,0 0-1,0 1 1,1 0-1,-1 0 1,14 0-1,15-2 8,-35 3 79,-65 0-97,31-1 17,-1 2 0,-44 6 1,64-5 5,9-2-44,-4-3 43,-30 1 238,38 3-228,1 0-1,0-1 0,-1 1 0,1-1 1,0 1-1,-1-1 0,1 0 1,-1 0-1,1 1 0,-1-1 1,3-2-1,4-2 38,7-1 17,1 0 0,-1 1-1,1 1 1,1 0 0,-1 1-1,0 1 1,1 1 0,-1 0-1,26 3 1,-28-2-61,0-1-1,0 0 1,0 0-1,21-6 1,-11 2-5,-15 4 6,18-5 258,-27 6-271,0 0 1,0 0 0,0-1-1,0 1 1,0 0 0,0 0-1,0 0 1,0 0 0,0 0 0,0 0-1,1 0 1,-1 0 0,0 0-1,0 0 1,0-1 0,0 1-1,0 0 1,0 0 0,0 0-1,0 0 1,0 0 0,0 0-1,0 0 1,0-1 0,0 1 0,0 0-1,0 0 1,0 0 0,0 0-1,0 0 1,0 0 0,0 0-1,0 0 1,0-1 0,0 1-1,-1 0 1,1 0 0,0 0-1,0 0 1,0 0 0,0 0 0,0 0-1,0 0 1,0 0 0,0 0-1,0 0 1,0 0 0,0-1-1,-1 1 1,-11-6 32,8 4-34,0 1 0,0 0 0,0 0 0,0 1 0,0-1 0,0 1 0,0 0 0,0 0 0,-6 1 0,7-1-2,-51 1 47,33-2-14,8 1-40,0-1 1,0 0 0,-14-3-1,21 2 4,0 1 0,0-1 0,-1 2-1,1-1 1,0 1 0,-1 0 0,-6 1-1,-3-1-1,11 0 20,1 0-51,-40 0 30,40 0 17,-16 24-10375,14-22 5290,-13-5-2987</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15.628"/>
    </inkml:context>
    <inkml:brush xml:id="br0">
      <inkml:brushProperty name="width" value="0.035" units="cm"/>
      <inkml:brushProperty name="height" value="0.035" units="cm"/>
    </inkml:brush>
  </inkml:definitions>
  <inkml:trace contextRef="#ctx0" brushRef="#br0">12 79 5324,'-12'15'11623,"15"-18"-10436,4-1-654,-1 0 0,0 0 0,1 1-1,0 0 1,-1 0 0,1 0-1,0 1 1,8-1 0,66-10 2362,-28 6-1788,173-13 3062,-73 9-2683,40 5-1305,-145 6-1275,-45 0-149,50-4-944,-57 7 563,-14 8 552,-1 0-1,-1-1 1,1-2-1,-1 0 1,-1-1-1,-39 9 1,-137 13-974,-24 4 5620,214-32-3359,1-1-22,0 1 0,1-1 1,-1 0-1,0 0 1,-9-2-1,-4 0 4440,33 1-3996,0 0 1,0-1 0,24-7-1,-20 4-176,1 2 0,24-3-1,35-2 364,32-2-1283,-109 10 406,-1 0 1,0 0 0,1 0-1,-1 0 1,0 0 0,1 0-1,-1 0 1,0 0 0,1 0-1,-1 0 1,0 0 0,1 0-1,-1 0 1,0 0 0,1-1-1,-1 1 1,0 0 0,0 0-1,1 0 1,-1 0 0,0-1-1,0 1 1,1 0 0,-1 0-1,0-1 1,5-4-871,12-14-1056,-14 7-1159,-8 0-3536,-7 0-7212</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33.388"/>
    </inkml:context>
    <inkml:brush xml:id="br0">
      <inkml:brushProperty name="width" value="0.035" units="cm"/>
      <inkml:brushProperty name="height" value="0.035" units="cm"/>
    </inkml:brush>
  </inkml:definitions>
  <inkml:trace contextRef="#ctx0" brushRef="#br0">2617 395 6493,'0'0'8654,"4"-1"-8329,30-5 419,-31 5 2153,-3-1-2835,-1-1 0,0 0 1,0 0-1,0 0 0,0 0 0,-1 1 0,-2-5 0,2 3 18,0 1 84,-13-7 185,-7-4-58,-28-22 0,28 19-132,-33-19 0,32 22-60,-31-15-27,12 8 27,33 16-68,0 0 0,-1 1 0,1 0 0,-17-5 1,10 5 7,0-2 1,0 0 0,-28-15 0,33 15-39,-14-6 71,-1 1 1,0 1 0,-31-8-1,-75-15 74,111 29-137,0 1 1,-28-1-1,-1-2 35,8 1-54,-89 16-21,126-11 25,0 1 0,0-1 0,0 1 0,0 0 1,0 1-1,0-1 0,-5 3 0,-23 5 42,20-7-34,0 1 0,1 0-1,0 1 1,-1 0 0,-14 8 0,-24 7-2,16-5-30,35-13 30,-1-1-1,0 1 1,0-1-1,0 0 1,0 1 0,0-1-1,0 0 1,0 0-1,0 1 1,0-1 0,0 0-1,0 0 1,0 0-1,0 0 1,0 0-1,-2-1 1,-3 1 11,-14 5 33,-30 11 0,12-4-12,-77 16 9,-261 73-47,311-83 33,45-14-38,0 2-1,0 0 1,-23 12-1,22-8 18,5-2-20,-1 0-1,-28 22 1,-96 93 55,136-118-37,0 1 0,1 0 0,0 0 0,-5 11 0,6-11-2,-1 0-1,0 0 0,0 0 0,-7 7 1,4-6 4,4-4-9,0-1 1,0 1 0,1 0-1,-1 0 1,1 0-1,0 0 1,-1 0 0,1 1-1,1-1 1,-1 0-1,-2 7 1,3-7 35,-1 0-38,-15 16 6,11-13-1,0 1 0,0-1 0,1 1 1,0 1-1,0-1 0,0 1 0,-4 10 1,0 9 0,-2-1 1,-18 33-1,15-34 2,2 0 0,-13 41-1,15-34 10,2 0-4,-18 40 0,23-63-7,0 0-1,0 0 0,1 0 1,0 0-1,1 1 0,0-1 1,0 16-1,1-13 0,-1-1 0,0 0 0,-5 19-1,5-21-4,0-1-1,0 1 0,0 0 0,1 0 1,1 0-1,-1 0 0,2-1 1,3 16-1,-3-9 12,1-1 1,-1 20-1,1-7-5,1 1-1,0-1 0,2 0 0,2 0 0,10 26 0,-8-20-65,-4-12 66,-2-6 14,0-1 1,1 0-1,11 24 1,-12-31-12,8 11 4,-2 2-1,0-1 0,-1 1 0,-1 0 0,7 28 0,-12-30-2,1-1 0,1 0 0,13 31 0,-10-27-3,-1 0 0,-1 0 0,0 0-1,-2 1 1,0-1 0,0 39-1,2 1-47,9 118 71,-7 7-14,-6-161-11,1 123-1,-3-121 1,-2-3-8,1-20 7,1 0 0,-1 0 0,1 0 0,0 1 0,0-1-1,1 0 1,1 8 0,28 96 7,-23-92-10,1-1 1,1 0-1,0-1 1,1 0 0,20 21-1,0 3 34,26 29-29,-47-56 8,0-1 0,1 1 0,0-2 0,0 1 0,1-1-1,16 9 1,-3-2-7,1-2 0,29 12 0,-25-16-1,1-1-1,0-1 0,0-1 1,0-2-1,49 2 0,-23-6 30,-28-1-15,37 5 0,-45-4-23,30 0 0,7 0 22,-41 0-18,1-1-1,-1 0 1,22-4-1,-33 4 7,-1-1-1,0 1 0,1 0 0,-1 0 0,1 0 0,6 2 0,19 0-43,58-2 54,71 12-24,-139-9 15,-17-3 7,2 0-17,20-2 4,0 1-1,27 4 1,-47-3-4,-1 0-33,39 0 68,-38 0-4,-1 0-31,63 0-11,-46 0 16,-16 0 27,-1 1-15,36 5-12,-36-5 7,1-1 5,19-1-20,32-5 0,-22 1 19,-17 3 0,33-7-1,-44 7-10,-1 0-1,1 0 0,0 1 0,0 0 0,1 1 1,-1-1-1,0 1 0,0 0 0,7 1 0,-10 0-3,1-1 0,33 3-25,-33-2 53,0-3-11,39-8-10,-26 6-24,4-1 18,0-1 1,37-16-1,52-17-19,-102 36 33,-1 1-1,1 0 1,11-2-1,-15 3-14,0 1-1,0-1 0,0 0 1,0 0-1,-1 0 0,1-1 1,0 1-1,-1-1 0,5-3 1,-5 3 18,4 2-2,0-1-1,0-1 1,0 1 0,-1-1-1,1-1 1,0 1-1,-1-1 1,1 0-1,-1-1 1,0 1-1,0-1 1,0 0-1,0-1 1,6-7 0,18-11 12,-26 21-18,0-1-1,0-1 0,-1 1 1,0 0-1,1-1 0,-1 0 1,4-6-1,6-8 18,41-56 107,-52 71-120,20-31 114,-2-2 0,29-70-1,-45 94-96,-4 9-22,0 0 0,0 0 0,0 0 0,0 1 0,1-1 0,-1 0-1,1 0 1,0 1 0,2-5 0,18-103-7,2-6-1,-20 101 11,0 0-1,1-19 0,4-22 27,-4 39 10,-1 0 0,1-30 0,-2 30-11,0 0 0,2 0 0,-1 0 0,11-27 0,-13 42-24,0-1 0,-1 1 0,1-1 0,-1 1 0,0-1 0,1 0 0,-1 1 0,-1-1 0,1 0 0,0 1-1,-1-3 1,0 1-10,1 1-1,0 0 0,-1 0 0,1 0 1,0-1-1,1 1 0,-1 0 0,2-6 0,14-59 136,14-115 0,-33 85 245,-8-35-127,14 63-249,-2-49 32,-1 111-35,-1 1 0,1-1 0,1 1 0,-1-1 0,4-12 1,6-46 21,5-29 149,-10 61-191,23-60 210,-27 91-167,-1 0 34,0-17 53,1 13-67,-1 0 1,0 0 0,0 0-1,0 0 1,-1 1 0,0-1 0,-1 0-1,0 1 1,0-1 0,-2-6-1,-11-15 82,5 10-133,1-1 0,-6-19 0,5-3 37,10 36-24,0 0 1,0 0-1,-1-1 1,0 1-1,1 0 1,-2 0-1,1 1 1,-1-1-1,-1-5 1,-1 1 5,2 5-14,2 1-10,3-35-11,-2 35 70,-1-2-72,-3-35 4,2 36 125,3 1-114,-1-4 2,1-1-1,-1 1 0,0-1 0,0 1 1,-1-1-1,0-8 0,0 6 13,0 6-11,0-15 77,1 15-72,-1 2 1,0-1 1,0 0-1,0 1 0,0-1 1,0 1-1,-1-1 1,1 1-1,-2-4 0,-3-20-14,4 23 62,0-3 29,-1 0-1,1 0 1,-1 0-1,-1 0 1,-4-9-1,1 2 27,4 9-83,-1 0 0,1 0-1,-1 0 1,0 0 0,0 0-1,0 1 1,-1 0 0,1-1-1,-6-2 1,7 4 1,1 2-64,1 0 48,-1 0 0,0 0 0,1-1 0,-1 1 0,1 0 0,-1 0 0,0-1 0,1 1 0,-1 0 0,1 0 0,-1-1 0,1 1 0,-1-1 0,1 1 0,-1 0 0,1-1 0,-1 1 0,1-1 0,0 1 0,-1-1 0,1 0 0,-12-12 16,10 12-24,-10-6 66,0-1 1,-13-11-1,13 10-32,10 7-20,-29-12 42,28 13-23,1-1 30,-23-10 12,22 11 53,0-1-108,-2-1 3,0 0 0,-1 0 0,1 0 0,-1 1 0,0 0 0,0 0 0,0 0 0,0 1 0,-11-2 0,14 3 114,-1-2-80,-36-10-9,36 11-10,0 1 7,-33-6 5,33 5 36,0 0 1,-63-16 1276,64 16-1312,0-1-85,-25-10 80,25 11-19,0 0-8,-22-15-8,24 15 17</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1.776"/>
    </inkml:context>
    <inkml:brush xml:id="br0">
      <inkml:brushProperty name="width" value="0.035" units="cm"/>
      <inkml:brushProperty name="height" value="0.035" units="cm"/>
    </inkml:brush>
  </inkml:definitions>
  <inkml:trace contextRef="#ctx0" brushRef="#br0">1168 79 7413,'0'0'11293,"-2"-2"-10939,-17-20 235,13 20-342,-43 1 172,-60 1 235,33 7-450,-102 21 0,149-19-199,-1 1 1,1 2 0,-30 17 0,58-28-4,-11 5 13,1 1 0,1 0 0,-1 1 1,-13 13-1,14-12-2,-11 11 16,2 1 1,-18 24-1,24-29-8,-42 53 6,48-58-23,0 0 1,0 1-1,2 0 1,-6 15-1,-12 23 8,2-3-9,16-35 11,0-1 0,0 1 0,-13 18 0,17-29-18,0 0-1,0 1 1,1-1-1,-1 1 1,0-1-1,1 1 1,-1-1-1,0 1 1,1-1-1,0 1 1,-1-1-1,1 1 1,0 2-1,-1 4 13,-5 14-9,1 1 1,-3 30 0,8-29 41,0-19-8,1 0-15,16 80 67,-13-38 38,-3-42-84,-2 0 37,-2 23 12,0-2-15,0 0 0,-13 45 1,9-49-54,-9 23-4,10-31-4,0 2 0,-7 28 0,9-27-13,0-1 0,-14 30 0,8-22 13,-9 29-1,15-42-17,-26 79-9,27-77-11,3-11 28,0 1 0,0-1 0,0 0 0,0 1 0,0-1 0,-1 0 0,1 1 0,-1-1 0,0 0 1,0 1-1,-1 2 0,-20 63-59,-10 42 40,28-93 42,-1 33 0,2-21-25,3-23-3,0 0 0,0 0 1,0 0-1,0 0 0,1 0 0,2 9 1,0-3 12,-2-3-4,1-1 1,0 1-1,0-1 1,1 1-1,1-1 1,-1 0-1,1 0 0,0-1 1,10 13-1,2 1 28,36 33-1,-4-4 65,-17-13-90,51 65 22,-71-87-26,-1 0-1,0 1 0,-1 0 0,-1 1 0,11 30 0,-9-11-15,-2 0 0,-2 0 0,-1 0 1,-2 1-1,-2 41 0,-1 90 77,8-82-57,-8-79-5,1 0 0,0-1 0,1 1 0,-1-1 0,1 0 0,4 10 0,2 4 5,0 9-7,-6-20 3,0-1 0,1 1 0,0-1-1,1 0 1,-1 0 0,7 9 0,-1-1-17,14 28 1,-11-18 34,3 8-14,-10-22-11,1 0 0,0 0 1,8 12-1,-10-19-1,-1 1 0,0-1 0,-1 1 0,4 9 0,4 10-20,0-9 46,-9-13-10,1 0-2,0 2-9,0 0 0,0 0 0,1-1-1,0 1 1,0-1 0,0 1 0,7 6 0,37 26 26,3 1-15,-42-32-15,0 2 0,0-1-1,7 11 1,-11-14 11,0 0 0,0 0 0,0 0 0,0 0 0,1-1 0,0 0 1,0 0-1,0 0 0,10 4 0,14 8-17,-26-13 10,1 0-1,-1 0 1,1-1 0,-1 1-1,1-1 1,-1 0 0,1 0-1,0 0 1,-1 0-1,1-1 1,7 0 0,25 5-23,121 45-38,-129-41 59,-4 1 3,-1 1-1,25 15 0,-3-2 0,-19-9-7,28 20-1,-37-23 7,1 0 0,-1-2 0,2 0 0,25 11 0,25 3 20,-60-21-22,-1 0 0,1-1 0,-1 0 0,1 0 0,0-1 0,-1 0 0,13 0 0,-1-1 0,21 0-2,45-6 1,-48 3 4,159-9 28,-142 5-6,-40 4-27,0 1 1,18 0-1,-11 2 27,-18 0-7,0 0-5,11-1-5,-1-1-1,1 0 1,0-1 0,-1 0-1,15-7 1,-23 8 0,0 1-1,0-1 1,0 1-1,0 0 0,0 1 1,7-1-1,23-4 22,153-63-45,-174 63 25,17-7-11,-13 5 23,0 0 0,0-1 0,-1-1 0,0-1 0,16-12 0,-17 10 6,33-16-1,-34 20-3,-1 0 0,-1-1 0,19-15 0,-21 11-16,-1-1-1,0 0 1,0-1-1,-2 0 1,0-1-1,0 0 1,6-18 0,2-2-4,1 1-9,-5 12 10,-1-1 1,-1-1 0,-1 1-1,11-49 1,-17 59 21,0 0 0,8-20 1,-6 19-5,-1 0 0,5-22 0,-6 13 12,1-1-21,-1 0 0,2-39-1,-5 43-4,2 0 0,0 1 0,9-28 0,-1-1 0,-3 5 56,3-46 0,-8 50 75,0 3 62,-2-62 0,-2 83-158,2-1 0,-1 0 1,2 1-1,0-1 0,7-25 0,-7 37-55,-1-1 1,0 0-1,-1 0 0,1 0 1,-2-10-1,1-2 15,2-19 51,-1 18-71,0 0 1,1 0-1,1 0 0,1 0 0,6-21 1,9-26 98,-12 41-140,15-40 1,30-65 106,-44 112-33,0-2 0,-2 1 0,6-28 0,-6 12-25,-2 28 12,1 2 1,-1-6 17,0 0 0,-1 0 0,-1 0-1,3-22 1,-3 20-16,1 0 1,0 0-1,1 0 0,5-12 0,7-27-3,-8-1-8,-7 40 16,1 0-1,0 0 0,4-13 0,3-18 74,-8 34-24,1 0 0,0 1 0,3-11 0,-3 15-24,0 0 1,0 0 0,-1 0 0,0-1 0,0 1 0,0 0 0,-1-1 0,1 1 0,-1-1-1,-1 1 1,1-1 0,-1 1 0,0 0 0,0-1 0,0 1 0,-4-8 0,4 11-16,1-1 1,-1 0 0,0 0 0,1 0 0,0 1-1,-1-1 1,1 0 0,1 0 0,-1-5 0,0-13-19,-2 15 2,0-1 1,-1 0-1,0 1 0,-1-1 0,1 1 0,-1 0 0,-9-11 0,-1 1 31,-22-20-1,5 10-38,0 2 0,-62-38 0,-78-26-10,37 22-3,127 62 22,-1-1 1,1 0-1,0 0 1,0-1-1,1 1 1,-8-9-1,8 8-19,5 5 14,1 0 0,-1 0 0,0 0 0,0 0 0,1 0 0,-1-1 0,0 1 0,1 0 1,0 0-1,-1-1 0,1 1 0,0 0 0,-1 0 0,1-1 0,0-1 0,-1-3-3,-1-5 9,0 0 0,0 0 0,1 0 0,1 0 1,0 1-1,0-1 0,1 0 0,3-15 0,-3 20 6,0 1 83,-2 2-100,-5-35-14,6 35 96,-1-2-89,0-6 5,1 8 8,0-1 0,0 1 0,-1-1 1,1 1-1,-1-1 0,0 1 0,0-1 0,0 1 1,-1 0-1,1-1 0,-4-5 0,-21-30 31,23 31-25,-1 1 0,0 1 0,-1-1-1,-10-12 1,11 16-13,-5-6 32,1 0-1,0 0 1,-10-15-1,13 18-32,1 0 0,-1 0 0,0 1 0,0 0 0,0 0 1,-1 1-1,-6-5 0,-23-22 7,31 27 4,1 0 1,-1 0 0,0 0-1,0 1 1,0-1 0,-1 1-1,1 0 1,-1 0 0,-6-2-1,-26-15-15,28 15 16,1 0 0,-1 1 0,0 0-1,0 0 1,-1 1 0,-15-3 0,-8 0-20,12 3 21,-1 0-1,-25 0 0,-224 12-7,-12 0 93,257-8-25,11-1-19,0 0 1,-29-4 0,30 3-49,0 0-1,0 0 1,-20 3 0,7-1 86,23-1-60,-1 0-98,-71 4 146,15 4-38,0 3-1,0 2 1,-76 28 0,33-9 69,0 2-129,94-30 20,-1-1 0,-18 4-1,-4 2-435,30-8 11,1 2-94,-12 24-2017,-16 12-7353,9-22 415</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2.683"/>
    </inkml:context>
    <inkml:brush xml:id="br0">
      <inkml:brushProperty name="width" value="0.035" units="cm"/>
      <inkml:brushProperty name="height" value="0.035" units="cm"/>
    </inkml:brush>
  </inkml:definitions>
  <inkml:trace contextRef="#ctx0" brushRef="#br0">0 45 4988,'0'0'17,"0"0"0,0-1-1,0 1 1,0 0-1,0 0 1,0-1-1,0 1 1,0 0-1,0 0 1,0 0-1,0-1 1,1 1 0,-1 0-1,0 0 1,0-1-1,0 1 1,0 0-1,0 0 1,0 0-1,0 0 1,1-1-1,-1 1 1,0 0 0,0 0-1,0 0 1,0 0-1,1-1 1,-1 1-1,0 0 1,0 0-1,0 0 1,1 0-1,-1 0 1,0 0 0,0 0-1,0 0 1,1 0-1,-1 0 1,0-1-1,0 1 1,1 0-1,-1 0 1,0 0-1,0 0 1,0 1 0,1-1-1,-1 0 1,0 0-1,0 0 1,1 0-1,-1 0 1,0 0-1,0 0 1,0 0-1,1 0 1,-1 1 0,0-1-1,0 0 1,0 0-1,0 0 1,1 0-1,-1 1 1,0-1-1,0 0 1,0 0-1,0 0 1,0 1 0,5-13 13374,-11-3-12968,2 3-244,3 9 297,4 5-185,11 7-73,1-1 1,0 0-1,1-1 1,-1-1-1,20 5 1,18 7 131,-26-7-246,224 96 763,-155-52-634,-2 5 0,154 129 0,145 175 24,18 15-154,403 227 54,42-57 268,-8-79 1204,-752-419-1347,35 8-2645,-147-62-2884,12 3 4330,1-1-1,-1 1 1,1-1-1,-1 0 1,1 0-1,-5-1 1,-18-17-9125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3.105"/>
    </inkml:context>
    <inkml:brush xml:id="br0">
      <inkml:brushProperty name="width" value="0.035" units="cm"/>
      <inkml:brushProperty name="height" value="0.035" units="cm"/>
    </inkml:brush>
  </inkml:definitions>
  <inkml:trace contextRef="#ctx0" brushRef="#br0">72 16 11873,'-59'-13'2169,"47"11"4544,13 5-5703,2 3-715,-1 0 0,1-1-1,0 0 1,1 0 0,-1 0 0,1 0-1,0 0 1,0-1 0,1 0-1,-1 0 1,9 6 0,11 6 548,31 16 1,-27-17-455,58 37 838,94 74-1,-160-111-1049,-2 1-1,0 1 0,-1 0 0,0 2 0,-2 0 0,24 35 0,-33-42-114,0 0 0,0 0 0,-1 0 0,-1 0 0,0 1 0,-1 0 0,0 0 0,-1 0 0,0 0-1,-1 0 1,-1 0 0,0 1 0,-1-1 0,-2 13 0,-2 2 4,-2-2-1,0 1 1,-2-1 0,-25 50-1,7-26-77,-47 65 1,51-86-481,-1 0 1,-2-2-1,0 0 1,-2-2-1,0-2 1,-2 0-1,-1-2 1,-43 23 0,72-43 340,0 0 1,0 0 0,0 0-1,0-1 1,0 1 0,-1 0-1,1-1 1,0 0 0,-1 1-1,1-1 1,0 0 0,0 0-1,-1 0 1,1-1 0,0 1-1,-1 0 1,1-1 0,0 0-1,-3 0 1,-6-2-598,9 3 446,0 0-1,0-1 1,0 1-1,0 0 1,0-1 0,0 0-1,1 1 1,-1-1-1,0 0 1,0 0-1,0 0 1,1 0-1,-1 0 1,0 0-1,1-1 1,-1 1 0,1 0-1,0-1 1,-1 1-1,1-1 1,0 0-1,0 1 1,0-1-1,0 0 1,0 0-1,0 1 1,0-1 0,1 0-1,-1 0 1,1 0-1,0 0 1,-1-4-1,-10-43-10852</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3.544"/>
    </inkml:context>
    <inkml:brush xml:id="br0">
      <inkml:brushProperty name="width" value="0.035" units="cm"/>
      <inkml:brushProperty name="height" value="0.035" units="cm"/>
    </inkml:brush>
  </inkml:definitions>
  <inkml:trace contextRef="#ctx0" brushRef="#br0">441 398 10773,'0'0'12257,"1"-3"-11700,11-26 169,-9 22-643,1 0 0,-2 0 0,1 0 0,-1 0 0,0 0 0,0 0 0,-1-1 0,0 1 1,0-15-1,-2 10-163,1 0 1,0 0 0,1 0 0,2-14-1,-1 17 12,-1 1 0,0-1-1,0 1 1,-1-1 0,0 0-1,-1 1 1,0-1 0,0 1 0,-3-11-1,0 10 11,-1 0-1,0 0 1,0 1-1,-1-1 1,-7-7 0,11 12 38,-2 1-6,1-1 1,-1 0 0,0 1 0,0 0 0,0-1 0,0 2 0,-1-1 0,1 0 0,-1 1 0,1 0 0,-1 0 0,0 0 0,0 1 0,-8-2 0,-1 1 13,0 1 0,0 0 0,-21 1-1,22 1 42,1 0 0,-1 1 0,0 1-1,1 0 1,-1 0 0,1 2-1,0-1 1,-14 8 0,18-7 64,0 0 1,0 0-1,0 1 1,0-1-1,1 2 1,0-1 0,1 1-1,-1 0 1,1 0-1,1 1 1,-9 14-1,2 4 231,1 0-1,1 0 1,2 1 0,0 0-1,2 0 1,1 1-1,2 0 1,0 0-1,2 0 1,2 28 0,7 35 820,34 155 1,-28-172-777,6 11-97,-10-44-211,-1 0 0,3 48 0,-9 86-2839,-3-167 2320,-1 0 0,1-1-1,-2 1 1,1-1 0,-1 1-1,-1-1 1,1 1 0,-1-1-1,0 0 1,-8 12 0,3-6-2701,-1-1-1,-16 17 1,0-6-7862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3.732"/>
    </inkml:context>
    <inkml:brush xml:id="br0">
      <inkml:brushProperty name="width" value="0.035" units="cm"/>
      <inkml:brushProperty name="height" value="0.035" units="cm"/>
    </inkml:brush>
  </inkml:definitions>
  <inkml:trace contextRef="#ctx0" brushRef="#br0">0 37 19694,'19'19'3000,"-19"-19"-2869,0 0-1,1 1 1,-1-1 0,0 0 0,0 0-1,1 0 1,-1 0 0,0 0-1,0 1 1,1-1 0,-1 0-1,0 0 1,1 0 0,-1 0-1,0 0 1,0 0 0,1 0 0,-1 0-1,0 0 1,1 0 0,-1 0-1,0 0 1,0 0 0,1 0-1,-1-1 1,0 1 0,1 0-1,-1 0 1,10-8 661,-10 7-358,4-1-250,-1-1 1,1 1-1,0 0 0,0 0 1,0 1-1,-1-1 1,2 1-1,-1 0 0,0 0 1,0 0-1,5 0 0,54-1 2066,-26 1-1655,37 0-1493,138 13 0,-206-11 316,0-1 0,-1-1 0,1 1 1,0-1-1,0 0 0,0 0 0,-1-1 0,1 1 1,-1-1-1,1-1 0,4-2 0,-2 1-1788,0 1 0,0 0 0,16-3 0,8 1-9155</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4.124"/>
    </inkml:context>
    <inkml:brush xml:id="br0">
      <inkml:brushProperty name="width" value="0.035" units="cm"/>
      <inkml:brushProperty name="height" value="0.035" units="cm"/>
    </inkml:brush>
  </inkml:definitions>
  <inkml:trace contextRef="#ctx0" brushRef="#br0">661 1 11849,'0'0'5094,"-3"1"-2755,-6 1-1621,0 0 0,0 1 0,0 0 0,0 1-1,1 0 1,-1 0 0,1 1 0,-10 7 0,-5 6-129,-29 29 0,24-18-297,0 2 0,2 2-1,1 0 1,-33 60 0,-56 153 761,67-122-637,6 1 0,6 2 0,-29 190 0,49-202-397,6 0-1,4 1 0,6 0 0,18 139 0,-13-204-257,3 0-1,2 0 1,19 52 0,-23-84-57,1 0 0,1-1 0,1 1 0,16 22 0,-18-31-8,0-1 0,0 1 0,0-2-1,1 1 1,1-1 0,-1-1 0,1 1 0,14 6 0,-18-11-59,0 0 1,0-1-1,0 1 1,0-1-1,0-1 0,1 1 1,-1-1-1,1 0 1,-1-1-1,1 1 1,6-2-1,0 0-1299,-1-1 0,1-1 0,-1 0 0,22-8 0,34-17-8707</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4.455"/>
    </inkml:context>
    <inkml:brush xml:id="br0">
      <inkml:brushProperty name="width" value="0.035" units="cm"/>
      <inkml:brushProperty name="height" value="0.035" units="cm"/>
    </inkml:brush>
  </inkml:definitions>
  <inkml:trace contextRef="#ctx0" brushRef="#br0">491 0 11761,'-5'10'784,"0"0"466,0 0 5912,2-8-5979,-7 4-790,0 2-1,0-1 1,1 2 0,0-1-1,0 1 1,1 0 0,-11 16 0,-42 79 947,50-82-1060,-34 66 597,-33 95 0,-19 98-628,86-247-644,-27 90-515,33-102-836,0 0 0,2 1 0,-2 35 1,-10-68-6634,1 2-875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4.660"/>
    </inkml:context>
    <inkml:brush xml:id="br0">
      <inkml:brushProperty name="width" value="0.035" units="cm"/>
      <inkml:brushProperty name="height" value="0.035" units="cm"/>
    </inkml:brush>
  </inkml:definitions>
  <inkml:trace contextRef="#ctx0" brushRef="#br0">0 12 17106,'6'1'434,"-3"0"-203,-1-1 0,0 1-1,1-1 1,-1 1 0,0-1-1,1 0 1,-1 0 0,0 0-1,1 0 1,-1 0-1,1 0 1,-1-1 0,0 1-1,1-1 1,-1 0 0,0 1-1,0-1 1,0 0 0,1-1-1,1 0 1,5-3 3032,3 4-2483,-8 1-135,2 1-313,1-1 0,-1 1 0,0 1 0,1-1 0,-1 1 0,0 0 0,0 0 0,0 1 0,0 0-1,-1 0 1,1 0 0,4 5 0,7 1 104,105 70 365,-36-21-658,-22-15-153,-2 2-1,77 72 1,-91-76-764,17 16-3697,-28-16-7907</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5.053"/>
    </inkml:context>
    <inkml:brush xml:id="br0">
      <inkml:brushProperty name="width" value="0.035" units="cm"/>
      <inkml:brushProperty name="height" value="0.035" units="cm"/>
    </inkml:brush>
  </inkml:definitions>
  <inkml:trace contextRef="#ctx0" brushRef="#br0">76 1 10857,'1'9'1032,"-1"0"0,-1 0 0,0 0 0,0 0 0,-1 0 0,0 0 0,0 0 0,-1 0 0,-6 14 1,-8 26 2045,-5 88 378,8-37-2697,13-93-1062,0-1-1,1 1 1,-1 0-1,2 0 1,-1-1-1,1 1 1,0 0-1,0-1 1,3 8-1,-3-10-2723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5.382"/>
    </inkml:context>
    <inkml:brush xml:id="br0">
      <inkml:brushProperty name="width" value="0.035" units="cm"/>
      <inkml:brushProperty name="height" value="0.035" units="cm"/>
    </inkml:brush>
  </inkml:definitions>
  <inkml:trace contextRef="#ctx0" brushRef="#br0">503 0 16930,'-15'39'6797,"4"19"-3756,-2 10-1736,-106 459 943,27 10 21,66-379-2092,-133 1166-177,158-1303 1,-39 426-450,34-407 40,-2 12-1064,1 2 0,2 79 0,6-117 999,0-6-2034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5.914"/>
    </inkml:context>
    <inkml:brush xml:id="br0">
      <inkml:brushProperty name="width" value="0.035" units="cm"/>
      <inkml:brushProperty name="height" value="0.035" units="cm"/>
    </inkml:brush>
  </inkml:definitions>
  <inkml:trace contextRef="#ctx0" brushRef="#br0">389 37 9897,'0'0'1783,"-1"-3"-137,-11-28 1283,10 28-1691,-1 5-241,-35 12 780,29-11-1461,-1 0 0,1 1 0,0 0-1,0 0 1,-15 11 0,0 3 184,8-6-149,0 1 0,1 0 0,1 1 0,0 0 0,-21 29 0,17-15 90,1 1 1,1 1-1,2 0 1,0 1-1,3 1 1,-13 53-1,18-60-224,2 1 1,2 0-1,0 0 1,1 0-1,2 0 1,1 1-1,1-1 1,1-1-1,8 30 1,-8-39-55,1 0 0,0-1 0,1 0 0,1 0 0,0-1 0,1 0 0,1 0 0,0-1 0,13 15 1,-12-16-57,1-1 1,1 0-1,0 0 1,1-2-1,-1 1 1,2-2 0,-1 1-1,16 5 1,-22-12-107,0 0 1,1-1 0,-1 0-1,0 0 1,0-1 0,1 0-1,-1 0 1,0-1 0,1 0-1,-1 0 1,0-1 0,0 0 0,0 0-1,0 0 1,0-1 0,-1 0-1,1 0 1,-1-1 0,0 0-1,11-9 1,-6 2-148,-2-1-1,0 0 1,-1-1-1,0 0 1,0 0-1,-2 0 1,1-1-1,4-16 1,-1 5-137,3-7-319,-2-1 0,11-48 1,-18 61 265,0 0-1,-2 0 1,-1 0-1,0-1 1,-4-32-1,1 32 93,-1 1 0,-1-1-1,-1 1 1,0 0 0,-1 0-1,-2 0 1,0 1 0,-1 0-1,-22-34 1,23 42 131,0 1 0,-1 0 0,-1 0 0,1 1 0,-2 0 0,-19-13 0,23 18 69,0 0 0,0 0 0,0 1 0,-1 0 0,1 1-1,-1 0 1,1 0 0,-1 0 0,0 1 0,0 1 0,0-1 0,1 1 0,-15 1 0,13 0 29,-6 1 9,1 0 0,0 1 0,-28 8 0,38-9 40,0 0 1,0 0 0,0 0 0,0 0-1,1 0 1,-1 1 0,1-1 0,-1 1-1,1 0 1,0 0 0,0 1 0,0-1 0,1 0-1,-1 1 1,1 0 0,0 0 0,0-1-1,-3 8 1,5-8-2,-1-1 0,1 0 0,0 0 0,-1 0 0,1 0 0,0 0 0,0 1 0,0-1-1,1 0 1,-1 0 0,1 0 0,-1 0 0,1 0 0,-1 0 0,1 1 0,2 1 0,23 34 468,-13-20-282,-5-9-191,1 1 0,-1-1 1,2 0-1,-1-1 0,1 0 1,0-1-1,1 0 0,0 0 1,0-1-1,0-1 0,1 0 1,23 7-1,-18-7-791,1-1-1,-1-1 1,27 1-1,-27-3-1470,0-1-1,-1-1 1,28-5 0,-2-7-8451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6.179"/>
    </inkml:context>
    <inkml:brush xml:id="br0">
      <inkml:brushProperty name="width" value="0.035" units="cm"/>
      <inkml:brushProperty name="height" value="0.035" units="cm"/>
    </inkml:brush>
  </inkml:definitions>
  <inkml:trace contextRef="#ctx0" brushRef="#br0">428 0 20242,'2'1'206,"0"-1"0,0 1 0,0 0 0,0 0 0,-1 0 0,1 0 1,0 0-1,0 0 0,0 0 0,-1 1 0,1-1 0,-1 0 0,1 1 0,-1 0 0,0-1 1,1 1-1,-1 0 0,0-1 0,0 1 0,0 0 0,0 0 0,0 0 0,-1 0 0,1 0 1,-1 0-1,1 0 0,-1 0 0,0 0 0,0 4 0,8 28 1261,1 0-1,18 45 1,4 12-262,5 34-960,-6 2 1,20 187 0,-39-161-246,-7 0 0,-6 0 0,-7-1 0,-7 0 0,-58 247 0,35-259-356,-7-2 0,-65 135 1,82-211-1091,-4-2 0,-54 78 0,-35 19-8051,19-43-5384</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7.709"/>
    </inkml:context>
    <inkml:brush xml:id="br0">
      <inkml:brushProperty name="width" value="0.035" units="cm"/>
      <inkml:brushProperty name="height" value="0.035" units="cm"/>
    </inkml:brush>
  </inkml:definitions>
  <inkml:trace contextRef="#ctx0" brushRef="#br0">136 5 8669,'-56'6'1318,"45"-5"553,7 0-1089,-33 5 672,33-5 2939,2-3-3819,-14-11 576,11 9 712,14 11-1208,-7-5-637,0-1 0,-1 0-1,1 1 1,1-1 0,-1 0 0,0-1-1,0 1 1,0 0 0,0-1-1,1 1 1,-1-1 0,0 1-1,4-1 1,7 1 30,84 23 325,-9-2-60,182 19 290,-99-17-412,335 43 306,-106-15-358,-248-32-59,137 22-56,88 5-13,4-21-24,8 2 121,42 7 471,273 27 571,-3 35-166,-425-47-183,-257-46-681,103 21 416,-95-18-237,50 4 1,-10-2 16,-64-8-277,2-1-82,38 13-822,-35-13-307,6-3 96,-12 2 803,0 1 0,0-1-1,0 1 1,0-1 0,0 1 0,-1-1-1,1 0 1,0 0 0,2-2-1,-3 3 95,-1-1 0,1 0-1,-1 0 1,1 0 0,-1 0 0,0 0-1,1 0 1,-1 0 0,0 0-1,0 0 1,1 1 0,-1-1-1,0 0 1,0 0 0,0 0 0,0 0-1,-1 0 1,1 0 0,0 0-1,0 0 1,0 0 0,-1 0-1,0-2 1,-6-22-6434,-1 2-3995</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7.993"/>
    </inkml:context>
    <inkml:brush xml:id="br0">
      <inkml:brushProperty name="width" value="0.035" units="cm"/>
      <inkml:brushProperty name="height" value="0.035" units="cm"/>
    </inkml:brush>
  </inkml:definitions>
  <inkml:trace contextRef="#ctx0" brushRef="#br0">0 0 9669,'37'0'5332,"17"0"-794,26 3-2606,-55-1-1380,0 1 1,-1 2-1,32 8 1,-31-5-42,28 8 1116,94 42 0,-130-49-1367,0 1-1,0 0 1,-1 2 0,0-1-1,-1 2 1,-1 0 0,0 1-1,24 31 1,-19-17-128,-1 1 0,-2 1 0,-1 0 0,-1 1 0,-2 1 0,-1 0 0,-1 0 0,-2 1 0,-1 1 0,-2-1 0,-1 1 0,-1 40 0,-4-25 26,-2 0 1,-1 0-1,-3 0 1,-3-1-1,-1 0 1,-2-1-1,-36 83 1,-92 149-2610,95-191 1398,40-77 337,-1 0 0,0 0-1,-1-1 1,0 0 0,0 0 0,-1-1 0,0 0 0,-1-1 0,0 0 0,0 0 0,-14 7 0,22-14 291,2 0 97,-1-1 0,0 1 0,1-1 0,-1 1 0,0-1 0,0 1 0,1-1 0,-1 1 0,0-1 0,0 0 0,0 0 0,0 1 0,1-1 0,-1 0 0,0 0 0,0 0 0,0 0 0,-1 0 0,0-1-775,1 0 0,-1 0 1,1-1-1,-1 1 0,1-1 0,0 1 0,0-1 0,0 1 0,-2-4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8.544"/>
    </inkml:context>
    <inkml:brush xml:id="br0">
      <inkml:brushProperty name="width" value="0.035" units="cm"/>
      <inkml:brushProperty name="height" value="0.035" units="cm"/>
    </inkml:brush>
  </inkml:definitions>
  <inkml:trace contextRef="#ctx0" brushRef="#br0">431 341 5741,'-22'-19'17832,"23"16"-17311,4-9-533,-1 0 0,0 0 0,0-1 0,-2 0 0,1 1 0,-2-1 0,0 0 0,0 0 1,-2-18-1,0 23-106,-1 0-1,0 0 1,0 0 0,0 0 0,-1 1 0,0-1 0,-1 1-1,0-1 1,0 1 0,0 1 0,-1-1 0,0 0 0,-1 1-1,1 0 1,-1 1 0,-11-9 0,8 7-39,0 1-1,0 0 1,-1 0 0,-11-4-1,15 8 130,1 0 0,0 0 1,-1 0-1,1 1 0,-1 0 0,1 0 0,-1 1 0,0-1 0,1 1 0,-1 0 0,-5 1 1,2 2 78,1-1 0,-1 1 0,1 1-1,0-1 1,0 1 0,1 0 0,-1 1 0,1 0 0,0 0 0,0 1 0,1 0 0,0 0 0,0 1 0,0-1 0,0 1 0,-4 8 0,-2 5 225,0 1 1,1 0-1,2 0 0,-15 46 1,14-28 234,2 0 0,1 0 1,2 1-1,2 0 0,2 0 1,3 44-1,43 239 1866,-4-48-1435,-35-222-1084,-3-36-403,-1 1-1,0 0 0,-1-1 1,-1 1-1,-1 0 1,-5 32-1,4-45-31,-1 0-1,0-1 1,1 1-1,-2-1 1,1 1-1,0-1 1,-1 0-1,0-1 1,0 1 0,0-1-1,0 1 1,-1-1-1,1 0 1,-7 2-1,-6 6-3300,-2 7-6628</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8.732"/>
    </inkml:context>
    <inkml:brush xml:id="br0">
      <inkml:brushProperty name="width" value="0.035" units="cm"/>
      <inkml:brushProperty name="height" value="0.035" units="cm"/>
    </inkml:brush>
  </inkml:definitions>
  <inkml:trace contextRef="#ctx0" brushRef="#br0">0 27 22594,'26'11'3228,"-3"-30"-491,3 23-173,0 0-920,11 3-1644,22 1 0,-3-1 0,11-3 0,-4-1 0,-3 1 0,-5 4 0,-3-5 0,-7-6-720,0-9-2744,-27 9-53,5-16-3839,10-14-7370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9.064"/>
    </inkml:context>
    <inkml:brush xml:id="br0">
      <inkml:brushProperty name="width" value="0.035" units="cm"/>
      <inkml:brushProperty name="height" value="0.035" units="cm"/>
    </inkml:brush>
  </inkml:definitions>
  <inkml:trace contextRef="#ctx0" brushRef="#br0">817 0 13653,'-14'4'264,"-8"2"306,1 1 0,0 1 1,1 0-1,0 2 1,-24 15-1,15-6 5,0 1 0,2 1 0,1 2 0,0 1 0,2 1 0,1 0 0,1 2-1,-23 37 1,-9 26 229,3 2 0,5 2-1,4 1 1,-37 125 0,43-94-261,6 1 0,5 1 1,-7 133-1,26-173-423,4 0 1,4 1-1,4-1 0,3 0 0,40 162 0,-40-219-329,0-1 1,2 0-1,1-1 0,2 0 1,30 48-1,-34-63-135,1 1-1,0-2 1,1 0 0,1 0-1,0-1 1,0 0 0,1-2-1,1 1 1,0-2 0,0 0 0,30 13-1,-29-16-786,0 0-1,0-1 1,0-1-1,1-1 1,-1 0 0,1-1-1,0-1 1,20 0-1,-7-5-4305,32-7-1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9.333"/>
    </inkml:context>
    <inkml:brush xml:id="br0">
      <inkml:brushProperty name="width" value="0.035" units="cm"/>
      <inkml:brushProperty name="height" value="0.035" units="cm"/>
    </inkml:brush>
  </inkml:definitions>
  <inkml:trace contextRef="#ctx0" brushRef="#br0">651 1 13985,'-62'14'1777,"57"-13"-1574,1 0 1,0 1-1,0 0 0,0 0 1,0 0-1,0 0 0,0 0 0,0 1 1,1 0-1,-1-1 0,-2 5 1,-5 2 212,-20 20 447,0 0 0,3 2-1,0 1 1,-43 67 0,25-21 76,-45 99 1,-70 227-939,129-302-4583,29-112-621,-2-10 1976,4-28-5589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9.540"/>
    </inkml:context>
    <inkml:brush xml:id="br0">
      <inkml:brushProperty name="width" value="0.035" units="cm"/>
      <inkml:brushProperty name="height" value="0.035" units="cm"/>
    </inkml:brush>
  </inkml:definitions>
  <inkml:trace contextRef="#ctx0" brushRef="#br0">0 16 18050,'13'-13'2803,"-13"13"-2719,0 0 1,0 0-1,0-1 0,1 1 0,-1 0 0,0 0 0,0 0 0,0 0 1,1 0-1,-1-1 0,0 1 0,0 0 0,1 0 0,-1 0 0,0 0 1,0 0-1,1 0 0,-1 0 0,0 0 0,0 0 0,1 0 1,-1 0-1,0 0 0,0 0 0,1 0 0,-1 0 0,0 0 0,0 0 1,1 0-1,-1 0 0,0 1 0,1-1 0,21 6 965,1 1 0,-1 1-1,0 1 1,25 14 0,-3 3 897,42 32 1,132 117-1947,-190-146-80,-1 1-1,-1 2 1,-2 1 0,26 45 0,-25-34-2135,-23-41 1596,-1 0 0,1 1 0,-1-1 0,0 0 0,0 1 0,0-1 0,0 1 0,-1-1 0,1 1 0,-1 0 0,0-1 0,0 5 0,1 15-6150,5 0-5582</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49.984"/>
    </inkml:context>
    <inkml:brush xml:id="br0">
      <inkml:brushProperty name="width" value="0.035" units="cm"/>
      <inkml:brushProperty name="height" value="0.035" units="cm"/>
    </inkml:brush>
  </inkml:definitions>
  <inkml:trace contextRef="#ctx0" brushRef="#br0">0 101 10961,'0'0'3946,"4"-2"-2321,49-28 1479,-43 23-2323,1 0 0,0 1-1,0 0 1,0 1 0,1 0 0,18-5 0,5 2 509,-20 4-636,1 0-1,0 1 0,20-1 0,-33 5-599,0-1-1,0 1 0,-1 0 0,1 0 0,-1 0 0,1 0 1,-1 1-1,1-1 0,-1 1 0,0-1 0,1 1 1,-1 0-1,3 4 0,-3-1-39,-1 0 0,1 0 0,-1 0 1,-1 0-1,1 0 0,-1 1 0,0-1 0,0 0 0,0 0 0,-1 1 0,0-1 0,-1 5 1,1-5-13,-6 30-97,-13 37 0,9-39-141,-7 49 0,16-72 226,1 1 0,1-1 0,-1 0 0,2 0 0,-1 0 0,1 0 0,1 1 0,0-1 1,4 12-1,-4-18 43,0 1 0,0-1 0,0 0 0,1 0 0,-1 0 0,1 0 0,0 0 0,0-1 0,0 1 0,1-1 0,-1 0 1,1 0-1,4 3 0,-1-2 12,0 0 1,1 0-1,0-1 1,-1 0-1,1-1 1,16 4-1,-2-3 1,1-1-1,-1-1 1,1 0 0,35-5-1,-41 2-383,-1-1 1,1 0-1,0-1 0,30-11 0,-38 11-67,0-1 0,-1 0 0,1 0 0,-1 0-1,0-1 1,0 0 0,-1-1 0,0 0 0,10-12 0,-16 18 332,44-59-4146,-18 17-1802,-6-8-5126</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50.283"/>
    </inkml:context>
    <inkml:brush xml:id="br0">
      <inkml:brushProperty name="width" value="0.035" units="cm"/>
      <inkml:brushProperty name="height" value="0.035" units="cm"/>
    </inkml:brush>
  </inkml:definitions>
  <inkml:trace contextRef="#ctx0" brushRef="#br0">546 19 9761,'-15'-15'2258,"12"12"1599,2 6-2311,-5 24 931,-16 45 0,-4 14-363,-59 302 2889,35-156-3298,-50 302-810,21 5-290,47-317-536,-34 289-348,17-157-6593,39-264 2222,8-37-1602,6-20-5478</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50.792"/>
    </inkml:context>
    <inkml:brush xml:id="br0">
      <inkml:brushProperty name="width" value="0.035" units="cm"/>
      <inkml:brushProperty name="height" value="0.035" units="cm"/>
    </inkml:brush>
  </inkml:definitions>
  <inkml:trace contextRef="#ctx0" brushRef="#br0">278 119 12613,'-26'-30'3626,"23"33"-2251,-1 1-906,0 0 0,-1-1-1,0 1 1,0-1 0,0 0 0,-9 4-1,4-2-257,1 1 0,0 0 0,0 1 0,0 0-1,1 0 1,0 1 0,-9 10 0,1-2-25,6-4 66,0 0 0,0 1-1,1 0 1,0 1 0,1 0 0,1 0-1,1 1 1,-6 16 0,4-9 202,2 1 0,1 0 1,0 1-1,-1 40 0,6-48-241,1 0 0,1 0-1,0 0 1,1-1 0,1 1-1,0-1 1,1 1 0,1-1-1,9 18 1,-2-8 214,2 0-1,1-2 1,0 1-1,27 27 1,-26-35-327,0-1 0,1 0 0,0-2 1,1 0-1,1-1 0,0 0 0,1-2 0,0-1 0,1 0 1,-1-2-1,34 8 0,-48-14-97,0 0-1,0 0 1,0 0 0,0-1-1,1 0 1,-1-1-1,0 1 1,0-1 0,0-1-1,0 1 1,-1-1 0,1 0-1,0-1 1,8-4 0,-10 4-26,0 0 1,0-1-1,-1 0 1,1 0-1,-1 0 1,0 0-1,0 0 1,0-1 0,-1 0-1,1 0 1,-1 0-1,0 0 1,-1 0-1,1-1 1,-1 1-1,3-12 1,1-13-686,-1-1 0,-1 1 1,-2-1-1,-1 0 0,-5-45 0,0 37-244,-2 1 0,-1 0-1,-25-72 1,20 82 382,0 0 0,-2 2-1,-1 0 1,-1 0 0,-1 1 0,-26-28 0,14 22 5,-1 1 1,-1 1-1,-61-42 1,85 66 670,0 1 0,-1 1 0,1 0 0,-1 0 0,-13-4 0,3 2 340,18 5-431,0 0 0,0-1 0,0 1 0,0 0 1,-1 0-1,1 0 0,0 0 0,0 0 0,0 0 1,0 0-1,-1 0 0,1 0 0,0 0 0,0-1 1,0 1-1,-1 0 0,1 0 0,0 0 0,0 0 0,0 0 1,-1 0-1,1 1 0,0-1 0,0 0 0,0 0 1,-1 0-1,1 0 0,0 0 0,0 0 0,0 0 0,0 0 1,-1 0-1,1 0 0,0 1 0,0-1 0,0 0 1,0 0-1,0 0 0,-1 0 0,1 0 0,0 1 0,0-1 1,0 0-1,-3 3 92,0 0 1,1 0-1,0 1 0,-1-1 1,1 0-1,0 1 0,1 0 1,-1-1-1,1 1 0,-1 0 1,1 0-1,0 0 0,0 0 1,1 0-1,-1 0 0,1 0 1,0 0-1,0 0 0,1 0 1,-1 0-1,1 0 0,-1 0 1,1 0-1,1 0 0,-1 0 1,0-1-1,1 1 0,0 0 1,0-1-1,3 5 0,12 17 286,0-1 0,1-1 0,2-1-1,0-1 1,1 0 0,28 20 0,-21-20-798,1-2 1,0 0 0,2-2-1,63 25 1,-86-39-740,0 0-1,1-1 1,15 3 0,8-7-5616,-6-7-2844</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51.014"/>
    </inkml:context>
    <inkml:brush xml:id="br0">
      <inkml:brushProperty name="width" value="0.035" units="cm"/>
      <inkml:brushProperty name="height" value="0.035" units="cm"/>
    </inkml:brush>
  </inkml:definitions>
  <inkml:trace contextRef="#ctx0" brushRef="#br0">547 1 21150,'45'141'2460,"3"-71"-180,-3 9-351,-8 2-221,-8 23-252,-10 30-276,0 30-576,-16 33-604,-10 7 0,-15 16 0,-23 3 0,-11 0-8,-7 0-1568,-19-8-720,-33-29-1105,-8-8 181,-10 16-3353,-12-34-6136</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57.361"/>
    </inkml:context>
    <inkml:brush xml:id="br0">
      <inkml:brushProperty name="width" value="0.035" units="cm"/>
      <inkml:brushProperty name="height" value="0.035" units="cm"/>
    </inkml:brush>
  </inkml:definitions>
  <inkml:trace contextRef="#ctx0" brushRef="#br0">1 160 28317,'862'-160'0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7:59.039"/>
    </inkml:context>
    <inkml:brush xml:id="br0">
      <inkml:brushProperty name="width" value="0.035" units="cm"/>
      <inkml:brushProperty name="height" value="0.035" units="cm"/>
    </inkml:brush>
  </inkml:definitions>
  <inkml:trace contextRef="#ctx0" brushRef="#br0">775 195 8061,'0'0'8679,"0"-3"-8099,11-28 4568,-16 31-5013,-15 0-36,-1-1 1,0-1-1,-39-9 1,50 10-75,0-1 0,0 2 1,0-1-1,0 2 0,0-1 0,0 1 1,-18 4-1,-22 2-75,-51 8 116,90-13-80,-1 0-1,1 1 1,-18 7 0,-4 0-17,23-6 29,0 0-1,0 1 0,1 0 0,0 1 0,-1 0 0,-14 13 0,17-12 2,1-1 0,0 1 0,0 1 1,0-1-1,1 1 0,0 0 0,-4 10 0,-6 7 2,13-21 0,-23 38-8,1 1 0,-20 52 0,23-47 10,15-37-4,1-1-1,0 1 0,1 0 0,1 0 1,-1 0-1,2 1 0,-1-1 1,0 16-1,3-21 2,-1 1 0,0-1 1,0 0-1,-4 13 1,4-14-4,-1 0 0,1 0 0,0 0 0,0 0 1,0 0-1,1 0 0,0 0 0,0 8 0,22 112 40,50 159-1,-69-273-45,35 138 121,-27-100-90,30 79 1,10-15-117,-46-102 93,0 0 0,0 0 1,1 0-1,0 0 0,1-1 0,0 0 0,1-1 0,0 1 1,1-1-1,-1-1 0,2 0 0,-1 0 0,13 7 1,-8-6 3,0-1 0,1 0 1,0-1-1,0-1 1,1 0-1,-1-2 1,1 1-1,0-2 0,22 2 1,4 2 2,-41-6-6,1-1-1,-1 1 1,1-1-1,-1 0 1,1 0-1,0 0 1,-1 0-1,1 0 1,-1 0-1,1 0 0,0 0 1,-1 0-1,4-2 1,4 0-1,5 1 7,0-1-1,-1 0 0,1-1 0,0-1 1,-1 0-1,0-1 0,0 0 0,0-1 1,0-1-1,-1 0 0,0 0 1,19-17-1,-11 6 14,-1-1 0,-1-1 1,0-1-1,-2 0 0,24-41 0,-14 27-1,-20 27-6,1-1 0,-1 0 0,7-13 0,55-113 189,-63 121-113,1 1 0,-2-1 0,4-16-1,10-31 138,-15 54-171,0-1 1,-1 0 0,0 0 0,0-1 0,-1 1 0,0-14 0,0 13 28,0 0 0,0-1 0,1 1 0,3-11 0,0-4 90,-4 22-160,2-12 198,-1 0 0,0 0 1,-1-1-1,-1 1 1,-1-19-1,-5-71 667,3 46-333,-18-102 0,0 58-66,8 34-147,-35-109-1,48 177-330,-5-18 56,-2 1-1,0 0 0,0 1 0,-2 0 0,0 0 1,-1 0-1,-13-16 0,10 18-31,0 0 0,-1 1 0,-1 0 0,0 1 0,-1 1 0,0 0 0,-32-15 0,-23-6 2,41 19-28,27 12 5,-12-9 1,-41-8-1474,55 17 1280,-1 1 0,1 0 0,0-1 0,-1 1 0,1 0 0,0 0-1,-1 0 1,1 0 0,-1 0 0,1 0 0,0 0 0,-1 0 0,1 1 0,-3 0 0,-8 1-727,-47 8-3652,17 2-1607,0 4-5150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1.115"/>
    </inkml:context>
    <inkml:brush xml:id="br0">
      <inkml:brushProperty name="width" value="0.035" units="cm"/>
      <inkml:brushProperty name="height" value="0.035" units="cm"/>
    </inkml:brush>
  </inkml:definitions>
  <inkml:trace contextRef="#ctx0" brushRef="#br0">5465 16 6045,'0'0'8626,"3"-2"-7976,6-3-1399,5-4 5183,-12 12-2136,-7 7-1735,0-2-476,0-1 0,-1 0 0,0 0 0,0 0 0,-1-1 0,0 0 0,0 0 0,0 0 1,-9 4-1,-12 6 42,-37 16 1,13-11 83,-80 20 0,63-21-44,5-5 200,-105 14 0,-229-12 413,260-15-422,-379 5 104,161 1-3,-284 13 608,339-5-694,-464 36 43,545-30-335,-214 24 281,-403 39 1462,818-83-1755,-2 0 21,1-1 1,-34-2-1,50 1-40,-7 0-33,0 1 0,1 0 1,-1 1-1,1 1 0,-12 3 0,19-5-38,-4-2-6960,4 0 6243,0 0 1,0-1 0,0 1 0,1-1 0,-1 1 0,-4-4-1,4 3-732</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1.652"/>
    </inkml:context>
    <inkml:brush xml:id="br0">
      <inkml:brushProperty name="width" value="0.035" units="cm"/>
      <inkml:brushProperty name="height" value="0.035" units="cm"/>
    </inkml:brush>
  </inkml:definitions>
  <inkml:trace contextRef="#ctx0" brushRef="#br0">985 146 9945,'0'0'9812,"-3"-1"-9760,-31-2 39,30 3-55,7-3-36,24-20-75,-9 8 149,-1 1 0,33-19 0,-23 17 98,-10 7 258,0 0-1,23-9 1,-37 17 359,-8 3-733,-129 73 116,71-37-145,-329 194 28,93-35-64,179-114 105,27-11 203,38-30 2094,54-40-1899,5 0-4,15 4 40,1 0 0,0-2 0,1 0 0,23 1 0,90 0 1154,-38-3-772,244 20-129,-1 23-451,-330-43-332,64 15 0,-65-15 0,-1 1 0,0 0 0,0 0 0,0 1 0,0 0 0,-1 0 0,9 8 0,-11-9-38,0 0 0,-1 0 0,1 0 0,-1 1 0,0 0 0,0-1 0,0 1 0,-1 0 0,1 0 0,-1 1 0,0-1 0,0 0 0,0 1 0,-1-1 0,0 1 0,0 0 0,0-1 0,0 1 0,-1 0 0,0 0 0,0 7 0,-1 3-497,0-1 1,-2 0 0,-3 14-1,5-23 115,-1 0 0,0 0 1,0-1-1,0 1 0,0 0 0,-1-1 0,0 0 0,0 1 1,0-1-1,0 0 0,-1-1 0,1 1 0,-6 3 1,3-3-1134,1-1 0,-1 0 0,0 0 0,-11 4 0,-30 5-11614</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2.749"/>
    </inkml:context>
    <inkml:brush xml:id="br0">
      <inkml:brushProperty name="width" value="0.035" units="cm"/>
      <inkml:brushProperty name="height" value="0.035" units="cm"/>
    </inkml:brush>
  </inkml:definitions>
  <inkml:trace contextRef="#ctx0" brushRef="#br0">297 695 10733,'0'0'2006,"2"-2"-126,20-16 1417,-22 17-3180,1 0-1,0 1 1,-1-1 0,1 0 0,-1 1 0,1-1 0,-1 0 0,0 0-1,1 1 1,-1-1 0,0 0 0,0 0 0,1 0 0,-1 0 0,0 1-1,0-1 1,0 0 0,0 0 0,0-2 0,0 0 293,1-2-145,0 1 0,1 0 0,-1 0 0,1 0 0,0 0 0,0 0 0,0 0 0,1 1 0,4-6 0,31-30 1035,-12 14-505,93-116 1377,-102 117-1968,-1-1 0,-1 0 0,-1-1 0,14-36 0,-24 50-232,0 1 0,-1-1 0,0 0 1,-1 0-1,0 0 0,-1 0 0,-1 0 0,-1-21 1,1 28-58,-1 0 0,0 0 0,0 0 0,-1 0 0,0 0 1,0 0-1,0 0 0,0 0 0,-1 1 0,1-1 0,-1 1 0,0 0 1,-1 0-1,1 0 0,-1 0 0,0 0 0,0 1 0,0 0 1,0 0-1,0 0 0,-10-5 0,5 5-23,1 0 1,0 1-1,-1-1 0,0 2 1,1-1-1,-1 1 0,0 1 1,0-1-1,1 2 0,-1-1 1,0 1-1,0 0 0,1 1 1,-1 0-1,0 0 0,-13 7 1,6-2 8,-1 1 1,2 0-1,-1 1 1,1 1-1,0 0 1,1 2-1,-17 16 1,3 0 229,2 1 1,1 2-1,1 0 0,2 2 1,1 0-1,1 2 1,3 0-1,0 1 0,3 0 1,0 1-1,3 1 0,1 0 1,2 1-1,1 0 1,3 0-1,1 0 0,3 73 1,8-46 404,3-1 0,3 0 0,2-1-1,3-1 1,45 100 0,-57-146-490,57 149 648,-58-146-959,-1 1 1,-1 0 0,-1 0-1,-1 1 1,0-1-1,-3 26 1,0-40-96,0 0-1,0 0 1,-1 0-1,0 0 1,-1 0 0,0-1-1,0 1 1,0-1 0,-1 0-1,1 0 1,-2 0-1,-5 6 1,-8 8-4641,-38 32 0,13-20-5662</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2.921"/>
    </inkml:context>
    <inkml:brush xml:id="br0">
      <inkml:brushProperty name="width" value="0.035" units="cm"/>
      <inkml:brushProperty name="height" value="0.035" units="cm"/>
    </inkml:brush>
  </inkml:definitions>
  <inkml:trace contextRef="#ctx0" brushRef="#br0">1 130 21378,'24'-15'907,"-8"5"-2,1 1 0,0 0 1,0 1-1,19-6 1,71-10 4510,-53 11-5237,1 2 1,80-5 0,-111 16-842,0 0 0,0 2 0,0 1 1,0 1-1,37 11 0,-61-15 532,13 5-335,-8-2-1997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3.265"/>
    </inkml:context>
    <inkml:brush xml:id="br0">
      <inkml:brushProperty name="width" value="0.035" units="cm"/>
      <inkml:brushProperty name="height" value="0.035" units="cm"/>
    </inkml:brush>
  </inkml:definitions>
  <inkml:trace contextRef="#ctx0" brushRef="#br0">16 1 15113,'0'0'1949,"-8"29"-73,1-3-92,11 0-244,-1 4-344,-3 0-200,4 3-168,0-3-180,0 0-148,-1 3-156,1-3-380,3-4-512,5 4-184,-5-19-496,4 4-728,-29-45-17334</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3.407"/>
    </inkml:context>
    <inkml:brush xml:id="br0">
      <inkml:brushProperty name="width" value="0.035" units="cm"/>
      <inkml:brushProperty name="height" value="0.035" units="cm"/>
    </inkml:brush>
  </inkml:definitions>
  <inkml:trace contextRef="#ctx0" brushRef="#br0">19 8 17054,'-19'-8'5012,"23"34"-24094</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3.719"/>
    </inkml:context>
    <inkml:brush xml:id="br0">
      <inkml:brushProperty name="width" value="0.035" units="cm"/>
      <inkml:brushProperty name="height" value="0.035" units="cm"/>
    </inkml:brush>
  </inkml:definitions>
  <inkml:trace contextRef="#ctx0" brushRef="#br0">16 1 12093,'-15'19'2926,"15"-19"-2867,0 0 0,0 0 0,0 0 0,0 0 0,0 0 0,0 0 0,0 0 0,0 0 0,0 0 0,1 0 0,-1 0 0,0 0 0,0 0 0,0 0 0,0 0 0,0 0 0,0 0 1,0 0-1,0 0 0,0 1 0,0-1 0,0 0 0,0 0 0,0 0 0,0 0 0,0 0 0,0 0 0,0 0 0,0 0 0,0 0 0,0 1 0,1-1 0,-2 0 0,1 0 0,0 0 0,0 0 0,0 0 0,0 0 0,0 0 1,0 0-1,0 0 0,0 1 0,0-1 0,0 0 0,0 0 0,0 0 0,0 0 0,0 0 0,0 0 0,34-1 3740,-16 0-2381,1 1 1,-1 1 0,1 0 0,24 5-1,247 70 2486,-121-28-4294,-143-38 111,-1 0 0,0 2 1,-1 0-1,32 23 1,-18 0-5239,-36-28 1700,-2 17-3206,0 6-4620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4.004"/>
    </inkml:context>
    <inkml:brush xml:id="br0">
      <inkml:brushProperty name="width" value="0.035" units="cm"/>
      <inkml:brushProperty name="height" value="0.035" units="cm"/>
    </inkml:brush>
  </inkml:definitions>
  <inkml:trace contextRef="#ctx0" brushRef="#br0">272 0 14041,'0'0'3471,"-2"3"-2216,-18 37-386,2 0 0,2 1 0,-19 69-1,12-31-525,-10 26-176,10-27-1024,-52 116 0,50-140-2147,24-51 443</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4.415"/>
    </inkml:context>
    <inkml:brush xml:id="br0">
      <inkml:brushProperty name="width" value="0.035" units="cm"/>
      <inkml:brushProperty name="height" value="0.035" units="cm"/>
    </inkml:brush>
  </inkml:definitions>
  <inkml:trace contextRef="#ctx0" brushRef="#br0">88 216 14381,'-9'-5'760,"-4"-2"118,2 5 3940,14-2-2915,5-4-1214,-1 0-1,1 1 1,1 1 0,0-1-1,0 1 1,13-7 0,68-29 1359,-47 24-1510,7-10-927,-48 26-215,-2 0-1219,0 0 1699,-1 0-1,1 1 1,0-1-1,-1 0 1,0 0-1,1 1 1,-1-1-1,0 0 0,0 1 1,0-1-1,0 1 1,0-1-1,0 1 1,-1 0-1,1-1 1,0 1-1,-1 0 1,1 0-1,-1 0 0,1 0 1,-1 0-1,0 0 1,1 0-1,-3 0 1,-4-2-78,-1 0 0,1 0 0,-15-1 0,5 2 75,-1 1-1,1 1 1,0 1 0,-1 1 0,-27 5-1,16-2 317,-22 2 311,48-6-184,2 3 187,1-1-399,-1-1-47,1 0 0,0-1 0,0 1 0,0 0 0,0 0 0,1 0 0,-1 0 0,0 0 0,1 0 0,-1 0 0,1 0 0,0 0 0,0 0 0,-1 0-1,2 0 1,-1 0 0,0 0 0,0 0 0,0 0 0,1 0 0,0 0 0,-1 0 0,1 0 0,0 0 0,0 0 0,0-1 0,0 1 0,0 0 0,0 0 0,3 2 0,11 12 79,1 0 0,1-1 0,0-1 0,1-1 0,1 0 1,0-1-1,0-1 0,32 12 0,-21-11-1016,1-2-1,0-1 1,1-1 0,-1-2 0,46 4-1,24-2-8574,-52-13-73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4.828"/>
    </inkml:context>
    <inkml:brush xml:id="br0">
      <inkml:brushProperty name="width" value="0.035" units="cm"/>
      <inkml:brushProperty name="height" value="0.035" units="cm"/>
    </inkml:brush>
  </inkml:definitions>
  <inkml:trace contextRef="#ctx0" brushRef="#br0">301 662 11637,'-38'9'920,"23"-6"-137,1 0 1,-22 10-1,32-11-584,0 0 0,0 0 0,0 0 0,0 1 0,1 0 0,0-1 0,-1 1 0,1 1-1,0-1 1,-5 7 0,-22 42 831,22-38-849,-20 45 697,-41 119 0,64-159-316,-5 37 0,7-34-88,3-21-441,1-1 1,0 0-1,0 1 0,0-1 0,0 0 1,0 0-1,0 0 0,0 0 0,-1 0 1,1 0-1,0 0 0,0 0 1,0 0-1,0 0 0,0 0 0,0-1 1,0 1-1,1-1 0,-2 1-2,6-2 43,0 0 0,0-1-1,0 0 1,0 0 0,-1 0-1,1-1 1,-1 0-1,6-5 1,37-40 411,-39 38-343,10-11 53,-1-1 1,-2-1 0,0 0-1,-1-1 1,-2-1-1,0 0 1,-2-1-1,-1 0 1,-1-1-1,-2 0 1,0 0 0,-2-1-1,-1 1 1,-2-1-1,0 0 1,-2 0-1,-1 0 1,-8-46 0,3 40-437,-1 0 1,-1 1-1,-2 0 1,-2 0-1,-31-63 1,18 52 32,12 21 211,0 0 0,-28-34 0,5 4 574,34 51-418,3 27-102,1 0-1,1 0 0,1-1 1,2 0-1,9 29 1,50 110-28,-55-140-20,130 264-1213,-38-97-3789,-69-129 1764,3 0-2423,4-9-3086</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5.328"/>
    </inkml:context>
    <inkml:brush xml:id="br0">
      <inkml:brushProperty name="width" value="0.035" units="cm"/>
      <inkml:brushProperty name="height" value="0.035" units="cm"/>
    </inkml:brush>
  </inkml:definitions>
  <inkml:trace contextRef="#ctx0" brushRef="#br0">212 472 4988,'-9'4'567,"6"-3"-357,-1 0 0,1 0-1,-1 0 1,1 1 0,0-1 0,0 1 0,0 0 0,0 0 0,0 0-1,0 1 1,1-1 0,-1 1 0,1-1 0,0 1 0,-1 0-1,1 0 1,-2 4 0,-59 101 9571,18-30-6501,44-76-3217,0 0-1,0 0 1,0-1-1,0 1 0,0-1 1,0 1-1,0-1 0,0 1 1,-1-1-1,-1 2 1,1-2-18,1 1 1,0-1-1,0 0 1,-1 1 0,1-1-1,0 1 1,0-1 0,0 1-1,0-1 1,0 1 0,1 0-1,-2 2 1,-7 30 539,8-31-415,1 1-54,-1 0-113,0-1-1,1 1 1,-1 0-1,1 0 1,0-1-1,0 1 1,1 0 0,-1-1-1,1 1 1,-1 0-1,1-1 1,0 1-1,1-1 1,-1 1-1,1-1 1,-1 0-1,1 1 1,0-1-1,3 4 1,-2-4-220,1-3-24,11 0 73,-13 1 137,-1-1 0,1 1 0,-1-1 0,1 0 0,0 0 1,-1 0-1,1 0 0,0 0 0,-1 0 0,1 0 0,-1-1 0,1 1 0,0 0 0,-1-1 1,1 1-1,-1-1 0,1 0 0,-1 0 0,0 1 0,1-1 0,-1 0 0,0 0 0,1 0 1,-1 0-1,0-1 0,0 1 0,0 0 0,0 0 0,0-1 0,1-2 0,5-12-364,-1 0 0,0 0-1,-2-1 1,5-27-1,-2 7-232,0-4-198,-3-1 0,-1-81 0,-2 36 653,-1 41 629,-9-61-1,0 12 1402,7 80-1346,-1-1 1,0 1-1,-6-16 0,-3-15 1637,8 39-1274,-23-17 400,24 21-864,-11 22 243,11-7-596,0-1 0,1 1 0,0-1 0,1 1 0,0 0 0,1-1 0,0 1 0,3 17 0,-2 5 14,0 16-221,2 0-1,2 0 0,3 0 1,1-1-1,32 96 0,-20-91-806,2-1-1,33 55 1,-45-90 63,1-1 0,1 0 1,23 25-1,-26-33-291,0 0 1,0-1-1,1 0 0,0-1 1,0 0-1,22 9 0,26 5-8698</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5.906"/>
    </inkml:context>
    <inkml:brush xml:id="br0">
      <inkml:brushProperty name="width" value="0.035" units="cm"/>
      <inkml:brushProperty name="height" value="0.035" units="cm"/>
    </inkml:brush>
  </inkml:definitions>
  <inkml:trace contextRef="#ctx0" brushRef="#br0">171 1015 7709,'-107'97'3447,"103"-92"-3118,-1 0 0,1 1 1,0 0-1,1 0 0,-1 1 1,1-1-1,0 0 0,1 1 1,0 0-1,0 0 0,0-1 0,1 1 1,-1 8-1,2-11 629,-11 11 843,1 0-1073,8-12-61,5-1-68,19 17 482,-22-19-1068,0 0 0,0 0 1,0 0-1,0 0 0,0 1 0,0-1 1,1 0-1,-1 0 0,0 0 0,0 0 1,0 0-1,0 0 0,0 0 0,1 0 0,-1 0 1,0 0-1,0 0 0,0 0 0,0 0 1,1 0-1,-1 0 0,0 0 0,0 0 1,0 0-1,1 0 0,-1 0 0,0 0 1,0 0-1,0 0 0,0 0 0,0 0 0,1 0 1,-1 0-1,0 0 0,0-1 0,0 1 1,0 0-1,0 0 0,1 0 0,304-128 2578,-292 123-2703,1 1 1,1 1 0,20-2 0,-28 4 62,-3 0-169,-9 2-665,-1 1 811,1 0 0,-1 0 0,1 0 0,0 1 0,0-1 0,-5 5 0,2-3 71,7-3 27,1-1 0,-1 0 0,0 0 0,1 1 1,-1-1-1,0 1 0,1-1 0,-1 0 0,0 1 0,1-1 0,-1 1 0,1 0 0,-1-1 0,1 1 1,0-1-1,-1 1 0,1 0 0,-1-1 0,1 1 0,0 0 0,-1 0 0,9 13 405,-6-12-388,0 0 0,0 0 1,0 0-1,1 0 0,-1-1 0,0 1 1,1-1-1,-1 1 0,1-1 0,-1 0 1,1 0-1,0 0 0,-1-1 0,1 1 1,0-1-1,4 1 0,6 0 204,0-1-1,18-2 0,-11 0-45,33-4-269,0-2-1,68-20 1,-108 25-87,-5 1-18,0-1 0,-1 1 0,1-2 0,-1 1 0,1-1 0,-1 0 0,0 0 0,0-1 0,-1 0 0,1 0 0,-1-1 0,0 1 0,-1-1 0,0-1 0,7-8 0,-7 6-170,1-1 0,-2 0 0,1 1 0,-2-1 0,1-1 0,-1 1 0,-1-1 0,0 1 0,0-1 0,-1 0 0,0-14 0,-26-385-4203,12 293 5053,-10-70 2708,19 165-2491,0 0 0,-1 0-1,-1 0 1,-11-25 0,14 39-402,0 1 0,1 0 0,0-1 0,0 0 1,1 1-1,-1-11 0,1 8-41,0 5 1744,2 8-1889,0-1-1,0 1 1,0-1-1,0 1 1,-1 0-1,1-1 1,-1 5-1,3 10 52,41 171 949,18 91-603,-10-29-2090,-38-188 882,-4-10-1587,5 107 0,-13-18-6826,-2-76-436</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6.412"/>
    </inkml:context>
    <inkml:brush xml:id="br0">
      <inkml:brushProperty name="width" value="0.035" units="cm"/>
      <inkml:brushProperty name="height" value="0.035" units="cm"/>
    </inkml:brush>
  </inkml:definitions>
  <inkml:trace contextRef="#ctx0" brushRef="#br0">0 68 16858,'1'1'130,"0"0"0,0 1 0,0-1 0,0 0 1,0 0-1,1 0 0,-1 0 0,0-1 1,0 1-1,1 0 0,-1 0 0,1-1 1,1 1-1,-3-1-47,1 0 1,-1 0 0,1-1 0,-1 1-1,1 0 1,-1-1 0,0 1 0,1 0-1,-1-1 1,0 1 0,1-1-1,-1 1 1,0-1 0,1 1 0,-1 0-1,0-1 1,0 1 0,1-1-1,-1 1 1,0-1 0,0 0 0,0 0-1,1-1 141,0-1-1,0 1 1,0-1-1,0 1 1,1 0-1,-1 0 0,1 0 1,2-3-1,1 2 97,1 0 1,-1 0-1,1 0 0,0 0 0,0 1 0,0 0 0,0 1 0,1-1 0,-1 1 0,7 0 0,10-3 138,8-2 123,50-1 0,-16 2-592,-33 3-567,33 2 0,-24 1-546,7 10-345,-50-6 1268,-1 4 121,2-6 53,-1 1 1,1-1 0,-1 1-1,1-1 1,-1 0-1,0 1 1,0-1 0,0 0-1,-1 0 1,1-1 0,-6 6-1,1-2-3,0 0 0,1 1 0,-1 0 0,1 0 0,-7 12 0,-5 5-16,-104 128 409,114-139-172,1-1 0,0 2 0,2-1 1,-8 22-1,13-34-161,-1 0 0,1 1 1,0-1-1,-1 0 0,1 1 0,0-1 1,0 0-1,0 1 0,0-1 0,0 0 0,1 1 1,-1-1-1,0 0 0,0 1 0,2 1 1,0 4 70,-2-2-34,1 1 0,0-1 0,1 0 0,-1 0 1,1 0-1,0 0 0,4 6 0,-5-8-39,1-1 0,-1 0 1,1 0-1,0 0 0,0 0 0,0 0 0,0 0 0,0-1 0,0 1 1,0-1-1,1 1 0,-1-1 0,0 0 0,1 0 0,-1 0 0,1 0 1,4 0-1,0 0-65,0 0 0,0-1 1,0 0-1,0 0 0,0-1 1,0 0-1,0 0 0,0-1 1,0 0-1,0 0 0,-1-1 1,1 1-1,-1-1 0,1-1 1,-1 1-1,0-1 0,0 0 1,-1-1-1,1 1 0,-1-1 1,8-10-1,-10 11 0,0 0 0,0 0 0,0-1 0,-1 1 0,1-1 0,-1 1 0,0-1 0,-1 0 0,1 0 0,-1 0 0,0 0 0,0-8 0,3-4 15,-3 9-4,3-7 59,-1 0 0,0 0 0,-1-1 0,-1 1 0,0 0 0,-1-1 0,-4-24 0,3 31 82,1 1 1,0 0-1,0 0 0,0-1 0,4-13 0,-4 19-32,1 3-74,0-1 0,1 1 0,-1 0 0,0 0 0,0-1 0,0 1-1,0-1 1,0 1 0,-1-1 0,1 1 0,0-1 0,0 0 0,1-1-1,-1 2-1,-1-1-1,1 1 0,0-1 0,-1 1 1,1-1-1,0 1 0,-1-1 0,1 1 1,0 0-1,0-1 0,-1 1 0,1 0 0,0 0 1,0-1-1,-1 1 0,1 0 0,0 0 1,0 0-1,1 0 0,1 2 36,1 0-1,0 0 1,-1 0-1,0 1 1,1 0-1,-1-1 1,0 1-1,0 0 1,2 4-1,11 8 143,1-3-47,0-2-1,1 0 0,1-1 0,0 0 0,0-2 1,1 0-1,-1-2 0,1 0 0,1-1 0,29 2 1,-31-4-473,1 0 0,0-2 0,37-4 0,-50 3 57,1 0 1,-1-1-1,0 0 1,1 0-1,-1-1 1,0 0-1,-1 0 1,1-1-1,0 0 1,-1 0-1,0 0 1,0-1 0,6-6-1,1-3-1751,-2 0 0,1-1 0,-2 0 0,10-18 1,-3-8-7766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6.775"/>
    </inkml:context>
    <inkml:brush xml:id="br0">
      <inkml:brushProperty name="width" value="0.035" units="cm"/>
      <inkml:brushProperty name="height" value="0.035" units="cm"/>
    </inkml:brush>
  </inkml:definitions>
  <inkml:trace contextRef="#ctx0" brushRef="#br0">305 0 10581,'0'0'5678,"1"3"-4241,0 5-1062,0 0 1,-1 0-1,0 0 0,0 0 1,-1 0-1,0 0 1,0 0-1,-4 10 1,-171 662 5178,145-578-5827,4 1-1,-16 130 1,21-82-5665,22-144 3269,1-14-2775,5-27-3330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7.007"/>
    </inkml:context>
    <inkml:brush xml:id="br0">
      <inkml:brushProperty name="width" value="0.035" units="cm"/>
      <inkml:brushProperty name="height" value="0.035" units="cm"/>
    </inkml:brush>
  </inkml:definitions>
  <inkml:trace contextRef="#ctx0" brushRef="#br0">16 1 15457,'-4'0'283,"-8"2"1624,19-1-293,12 1-318,0 2-300,-1 1 0,1 1 0,-1 1 0,-1 0 0,23 13 0,37 15 1366,77 20-432,61 24 12,-208-77-1942,301 129 0,-219-88 0,114 74 0,-173-96-799,-2 1 1,27 28-1,-38-35 11,-15-13 195,1 0-1,-1 1 1,0-1 0,0 1 0,0 0 0,0-1-1,0 1 1,0 0 0,-1 0 0,1 0 0,0 4 0,2 8-5620,-4-13 5044</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7.935"/>
    </inkml:context>
    <inkml:brush xml:id="br0">
      <inkml:brushProperty name="width" value="0.035" units="cm"/>
      <inkml:brushProperty name="height" value="0.035" units="cm"/>
    </inkml:brush>
  </inkml:definitions>
  <inkml:trace contextRef="#ctx0" brushRef="#br0">0 751 10361,'0'0'10638,"3"-2"-10134,0 0-435,0-1 0,-1-1 0,1 1 0,-1 0 0,1-1 0,-1 1 1,0-1-1,0 1 0,-1-1 0,1 0 0,-1 0 0,0 0 0,0 0 0,0 0 1,0-8-1,1-11 29,-2-40 1,0 17-35,28-307 119,-27 288-173,-1 67-13,0-1 1,1 0 0,-1 1-1,1-1 1,-1 0 0,1 0-1,0 1 1,-1-1 0,1 0-1,0 0 1,1 1 0,5 8-8,7 16 7,1-1 0,1-1-1,32 38 1,-37-50 0,1 0 1,0-1-1,1 0 0,0-1 0,1-1 1,0 0-1,26 13 0,-31-19 3,0-1 0,0 0 0,0 0 1,0-1-1,1 0 0,-1 0 0,0-1 0,0 0 0,1-1 0,13-3 0,-17 3-2,7-1 3,0-1 0,0-1-1,0 0 1,0 0-1,-1-2 1,0 1-1,0-2 1,0 0 0,-1 0-1,18-15 1,-15 10 36,-1 0 0,-1-1 1,0 0-1,0-1 1,-1-1-1,-1 0 0,11-22 1,-2-5 1773,18-67 0,-23 67-509,-13 38-843,2 8-274,4 7-84,-2-5-66,-1 0-1,-1 0 1,1 0-1,-1 0 1,0 1-1,0-1 1,-1 1-1,3 10 1,2 16-81,-2 0 1,-1 0-1,-1 1 0,-3 35 1,0-57-444,-2 0 0,1-1 0,-1 0-1,-1 1 1,0-1 0,0 0 0,-1 0 0,-1-1 0,0 1 0,0-1 0,-1 0 0,0 0 0,-1-1-1,0 0 1,-15 15 0,12-15-1810,0-1-1,-22 14 0,-30 7-9038</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08.091"/>
    </inkml:context>
    <inkml:brush xml:id="br0">
      <inkml:brushProperty name="width" value="0.035" units="cm"/>
      <inkml:brushProperty name="height" value="0.035" units="cm"/>
    </inkml:brush>
  </inkml:definitions>
  <inkml:trace contextRef="#ctx0" brushRef="#br0">1 175 23190,'7'-15'9577,"15"0"-9577,1 4 0,-9-4 0,1 4 0,-4-4 0,4 4 0,-33-30-1628,-1 0-1336,1 56-5301,-27 11-8661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22.754"/>
    </inkml:context>
    <inkml:brush xml:id="br0">
      <inkml:brushProperty name="width" value="0.035" units="cm"/>
      <inkml:brushProperty name="height" value="0.035" units="cm"/>
    </inkml:brush>
  </inkml:definitions>
  <inkml:trace contextRef="#ctx0" brushRef="#br0">413 161 5893,'-1'1'2342,"-5"4"-2687,-6-4 13295,-6-3-12718,0 1 0,0 1 0,0 0 0,-24 5 0,-77 18 220,36-6-163,9-11 21,71-6-192,6 0-68,353-67 1006,488-21 175,-335 62-206,-396 22-685,-110 4-110,1 0-291,30 10 124,-31-9 962,-18-23-14712,-3 3 2230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31.021"/>
    </inkml:context>
    <inkml:brush xml:id="br0">
      <inkml:brushProperty name="width" value="0.035" units="cm"/>
      <inkml:brushProperty name="height" value="0.035" units="cm"/>
    </inkml:brush>
  </inkml:definitions>
  <inkml:trace contextRef="#ctx0" brushRef="#br0">1656 83 4684,'8'-5'451,"-6"4"-275,-1 0 0,1 1 0,0-1 0,-1 0 0,1 0 1,0 1-1,0-1 0,-1 1 0,1 0 0,2-1 2336,-19 12-1459,14-10-189,-1 0-1,0-1 1,0 1-1,0 0 1,1-1 0,-1 1-1,0-1 1,0 0 0,0 0-1,-2 1 1,-36-6-883,18 1 579,-149 1 113,36 3-381,-77 3 289,109-5-326,-60 1-1,128 2-221,-1 2 0,-47 10 0,31-2 7,12-3-23,0 2 0,0 1 0,1 2 0,-60 28 0,39-14-13,43-20-5,1 0 0,0 1 0,0 1 0,-21 15 0,-13 11 3,33-24 12,1 0 0,-27 24-1,38-30-17,0 1-1,0-1 1,1 1-1,0 0 1,0 0 0,1 1-1,-1-1 1,1 1-1,1-1 1,-1 1-1,1 0 1,1 0-1,-3 13 1,3-6 2,1 0 0,1-1 0,0 1 0,0 0 0,1-1 0,5 16 0,30 92-19,0-3 5,-32-103 24,0 1 0,4 24 0,-6-22-12,9 29-1,3 12-12,-13-46 16,1 0 0,0-1 0,8 22 0,11 22-85,-17-40 27,1-1-1,0 0 1,17 27 0,-6-15-57,-12-18 77,0 0-1,0-1 1,1 0-1,1 0 1,10 10 0,15 13-53,-17-16 54,0-1 0,1-1 0,17 12 0,-31-24 30,0 1 0,0-1 0,0 1-1,0 0 1,0 0 0,0 0-1,0 0 1,2 4 0,-3-4 6,0-1 1,0 1-1,0 0 0,1-1 0,-1 1 1,1-1-1,-1 0 0,1 1 0,0-1 1,-1 0-1,1 0 0,0 0 0,2 1 1,15 6-24,-1-1 8,-1 0 1,0-1-1,24 4 0,5-5-13,-1-3-1,1-2 0,0-1 0,46-9 0,-62 7-19,11-3 42,44-12 0,-29 5-112,12-2 73,0-3 0,104-44 1,-54 20-71,-67 18 140,27-12-89,-67 32 63,-1-1 0,0-1 0,18-13 0,12-6 47,-1 1-3,0-1 1,-2-2-1,42-38 0,-73 59 24,1 0 0,-1-1 0,0 0 0,0 1 0,-1-2 0,0 1 0,0-1 0,0 0 0,-1 0 0,-1 0 0,1 0 0,-1-1 0,3-14 0,3-13 137,-6 26-153,0 0 0,-1 1 1,0-1-1,0 0 0,-1-19 0,-2-13 75,1 27-63,-1 0 1,0-1 0,-1 1 0,-4-17-1,-8-39 188,10 50-130,1 0 0,-2 1 1,-8-21-1,5 22-46,2 4 174,0 0 1,-7-29 0,8 25 11,-1 0 0,-1 0 0,-1 0 0,0 1 0,-2 0 0,0 0 0,-1 1 0,-24-28 0,28 36-145,-2 1 0,1 0 0,-17-12 0,-4-3 49,19 15-129,0 1 1,-1 0 0,0 0 0,-1 1 0,-21-8 0,-6-4 40,16 8-95,-1 0 0,1 1 1,-32-6-1,-76-10-1319,92 19 604,10 2-565,0 1 0,-55 2 0,53 3-3233,-31 7 1,23-4-5133</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39.164"/>
    </inkml:context>
    <inkml:brush xml:id="br0">
      <inkml:brushProperty name="width" value="0.035" units="cm"/>
      <inkml:brushProperty name="height" value="0.035" units="cm"/>
    </inkml:brush>
  </inkml:definitions>
  <inkml:trace contextRef="#ctx0" brushRef="#br0">8512 304 4792,'-19'6'909,"15"-4"-151,-13 5 610,15-6-1122,0 0 0,0 1-1,0-1 1,0 1-1,1-1 1,-1 1-1,1 0 1,-1-1 0,1 1-1,0 0 1,-1 0-1,1 0 1,0 0-1,0 0 1,1 0 0,-1 0-1,0 0 1,1 1-1,-1-1 1,0 7 5705,-31-16-5149,3 0-512,-124-4 619,-1 7-242,-15-1-165,-95-2-62,23 2-245,-468-6 6,500 12-180,-169 12 17,67-1-26,-56 3-19,26 0-15,191-9-15,-58 0 53,-95 7-17,-1 0 118,288-13-113,-449-11 207,42-9-82,-23 3 11,115 2-162,-275-4-8,140 52 1,345-20 24,-96 20-3,107-15 18,32-1 9,-137 47 0,188-55-23,-5 4 5,-1 1-1,-44 28 0,29-15 91,10-5-102,1 1-1,1 2 0,1 2 0,2 1 0,0 2 0,2 1 0,-44 58 0,64-75 8,1 1-1,1 0 1,0 0-1,1 1 1,0 0 0,2 1-1,0 0 1,0 0-1,2 0 1,0 0 0,1 1-1,-1 18 1,2-1 5,0-23-5,1 1-1,1 0 1,0-1-1,0 1 1,1 0-1,1 0 1,0-1 0,7 20-1,6 11 7,23 43 0,-30-70-3,1-1 1,0 0-1,1 0 0,1-1 1,23 23-1,-11-15 0,1-1 1,1 0-1,1-2 0,0-2 0,39 21 0,-64-38 1,173 77 20,-127-60 7,87 22 0,-26-14-30,71 14 28,-68-18 88,150 21-196,-118-27 71,267 14-38,47-24 52,369-6 7,-433-6-13,-143 3 0,230 1 33,98 25 47,-290-4-42,85-18-88,0-22 30,-321 19 12,469-27-64,-312 22 108,302-61-33,-501 68 1,266-39 55,-74 12-26,8 2-51,104-18 51,-198 20-8,0-6-1,181-72 1,-262 87-19,0 0-1,-2-2 1,46-31 0,-69 38 24,0 0-1,-1 0 1,0-1-1,-1 0 0,0 0 1,-1-1-1,0 0 1,-1-1-1,7-19 1,-8 17 18,0 0 0,-1-1 0,-1 0 1,-1 0-1,0 0 0,0-31 0,-4 4 175,-11-56 0,6 65-122,-1-1 0,-2 1 0,-1 1 0,-2 0 0,-1 0 0,-2 1 0,-1 1 0,-34-46 0,22 38-42,-2 2 0,-1 1 1,-2 2-1,-1 1 0,-71-50 0,-18 1 54,-5 6 0,-180-79-1,261 134-95,-103-44 123,117 53-289,-1 1 0,-53-10 0,74 19-124,0 1-1,0 0 1,0 1 0,0 1 0,0 0 0,0 1-1,1 1 1,-1 0 0,-14 5 0,16-4-444,1 1 0,0 0 0,0 1-1,-15 10 1,18-11-358,1 1-1,0 0 0,0 1 1,1 0-1,0 0 1,-8 11-1,-13 31-7617</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46.127"/>
    </inkml:context>
    <inkml:brush xml:id="br0">
      <inkml:brushProperty name="width" value="0.035" units="cm"/>
      <inkml:brushProperty name="height" value="0.035" units="cm"/>
    </inkml:brush>
  </inkml:definitions>
  <inkml:trace contextRef="#ctx0" brushRef="#br0">32 227 7573,'-3'0'1240,"-6"1"-1416,-9 2 4638,16-5-2236,10-4-1328,6-3-112,-11 7 1057,1 0-947,37-23 856,-27 16-1105,0 0 0,0 1 0,21-8 0,-19 11-379,137-44 1948,-99 35-1282,84-33-1,-105 38-645,-21 6-245,-8 2 52,-1 0 4,28-11 50,-28 10 61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47.018"/>
    </inkml:context>
    <inkml:brush xml:id="br0">
      <inkml:brushProperty name="width" value="0.035" units="cm"/>
      <inkml:brushProperty name="height" value="0.035" units="cm"/>
    </inkml:brush>
  </inkml:definitions>
  <inkml:trace contextRef="#ctx0" brushRef="#br0">1 153 6825,'40'31'1885,"-32"-25"4494,-12-6-4996,-37 4 3282,45-6-3278,51-22 1189,0 3 0,87-21-1,-1 13-595,-75 16-1458,25-4-508,-63 9-14,-23 5 0,1-1 0,25-7 0,-24 9 0,-2 1 0,28-1 0,-28 2 2,2 0-2,16-13-13,-20 11-25,-14 17-6470,10-13 6194,-1 0 0,1 0 0,-1 0 0,0-1-1,0 1 1,1-1 0,-1 1 0,0-1-1,0 0 1,0 0 0,-1 0 0,1 0 0,0 0-1,-5 1 1,-35 4-4240,25-4 1484,-29 6-7819</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18:56.334"/>
    </inkml:context>
    <inkml:brush xml:id="br0">
      <inkml:brushProperty name="width" value="0.035" units="cm"/>
      <inkml:brushProperty name="height" value="0.035" units="cm"/>
    </inkml:brush>
  </inkml:definitions>
  <inkml:trace contextRef="#ctx0" brushRef="#br0">100 228 4888,'0'0'11406,"4"-1"-10860,-1 0-118,14-6-322,-3 5 3757,-15 6-3603,-8 81 164,3 1 0,6 90 0,1-77-176,2 489 581,-2-535-807,-5 104 54,1-118-10,2 0 0,5 55 0,3 42-56,-7-132-7,0 0-1,0-1 1,0 1-1,0 0 0,0-1 1,-2 5-1,0 8-453,3-17 426,-1 0 1,1-1 0,-1 1 0,1 0 0,-1-1 0,1 1 0,0 0 0,-1 0-1,1 0 1,0 0 0,1-2 0,6-7-48,-3-2 18,-1 1 1,1-1-1,-2 0 0,0 0 1,0 0-1,-1 0 0,1-14 1,-2-94-401,-2 67 287,1 11 57,-7-180-247,-4 108 239,-16-106-43,-2 115-18,-53-363-202,80 453 386,-7-85 191,9 96 504,-1 1-653,-2-31-10,3 30 205,5 5-144,4 0-49,11 1 116,0 0-1,32-1 0,55-9 324,134-6-72,298-1-193,-70-14 31,-364 22-248,390-38 117,-342 36-139,-15 1 33,-125 7-21,89-10-8,109 3 0,-114 6 31,-61 0-31,70 6 0,-71-1 40,-1-1-1,41-4 1,-54 1 1,0 1 0,38 4 0,0 1 187,46 2-148,-1 0 78,-83-7-189,-11 0 78,0-1 1,1 2 0,-1-1 0,0 1 0,0 1-1,20 5 1,-27-5 324,1-2-347,33 0-6,-33 0 209,-4 3-113,2 11-83,-1 0 0,0 1 0,-3 25 1,0 22 36,4-1 17,-10 94-1,5-120-38,1 45 0,2-22-39,-15 437 765,14-439-650,-2 36 39,-11 80-33,3-38 45,10-130 697,-14 4-706,11-5-119,-11 3 32,0-1 1,0-1-1,-1 0 1,1-1-1,-1-1 0,-29 1 1,8-1-33,-24 5 43,-351 42 310,190-21-223,-46 7 113,134-16-135,-41 8 35,-25 9 14,-87 13 376,251-41-476,-8 2 90,-57 5-1,27-3-57,51-8-48,-29 3 0,-18 0 111,65-7-180,2 0 25,-31 0 9,31 0 172,-2 0-245,-39 0 84,40 0-95,1 0 16,-67 8-50,-50-1 34,-3 0-33,72-3 53,-61-3 1,97-1 44,-1 1 1,-23 3 0,-10 1 108,45-5-155,0 0 4,-7 0 24,1 1-1,-1 0 1,0 0 0,1 1-1,-11 3 1,18-3 16,-16-6 33,9 3-86,0 0 0,0 0-1,0 1 1,-13 2 0,19-1 5,-15 3-27,-51 5-138,67-8 191,-1 0-1,1 0 0,-1 0 1,1-1-1,-1 0 0,0 0 1,1 0-1,-1 0 0,0-1 1,-4 0-1,-38-3 4,43 4 80,-1 1-81,-36 5-61,36-6 37,5-13-18,0 0 33,8-27-1,-1 2 34,-4 9 1,12-65 20,4-150 0,-20 223-44,0-20-6,-7-65 1,7 102 6,-1 1 0,1-1 0,0 1 0,0-1 1,0 0-1,1 1 0,-1-1 0,3-6 0,1-23-61,7-154-264,-8 167 298,27-162 24,-25 156-7,-1-1 0,0-38 0,2-3-59,-4 50 72,-1-1 0,0-20 0,0-7-16,4-46-26,-8-98-1,-1 136 22,-2-45 114,1 63-148,3 27 43,1 5-6,0 3 14,1 0 1,-1-1-1,1 1 1,0-1-1,-1 1 0,1-1 1,0 1-1,0-1 1,0 1-1,0-1 0,0 1 1,0-3-1,0 0 4,-1-5-1602,-3-18 4865,2 15-4723,0 2-4556</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0.114"/>
    </inkml:context>
    <inkml:brush xml:id="br0">
      <inkml:brushProperty name="width" value="0.035" units="cm"/>
      <inkml:brushProperty name="height" value="0.035" units="cm"/>
    </inkml:brush>
  </inkml:definitions>
  <inkml:trace contextRef="#ctx0" brushRef="#br0">2179 98 7105,'0'0'8042,"0"-5"-7105,3-39 5730,-7 43-6567,-28-7-14,-1 2 0,-44-3 1,-75 2 35,123 6-69,-406-14 139,406 14-203,-406 5-32,381 1 42,0 2-1,1 3 1,0 2-1,1 2 1,0 2-1,-50 25 1,21-1-4,3 3 0,-115 85 1,182-119 10,0 1 0,1 0 0,0 1 0,0 0-1,-13 21 1,-31 60-29,44-69 32,1 1-1,2 0 1,0 0-1,1 1 0,2 0 1,-2 30-1,3-28 4,1 1 0,1 0 1,2 0-1,0 0 0,2 0 0,2 0 0,13 48 0,-11-57 5,2 0-1,0 0 0,1-1 1,1 0-1,1 0 0,21 23 0,-10-15 19,2-1 0,0-2 0,33 24 1,1-7-5,1-1 1,3-4 0,102 43 0,-75-43 8,1-4 1,109 21-1,-127-41-46,0-2 0,81-3-1,-150-5 11,64-3 32,87-11 1,-113 8-42,49-7 56,134-37 1,83-45 41,-286 87-89,-11 4 2,160-56 8,-133 43 159,-1-1-1,48-29 0,-77 41-45,0-1 0,0 0 0,-1 0 0,1-1 0,-2 1 0,1-1 0,-1-1 0,0 0 0,0 1 1,8-18-1,-9 14 41,0-2 1,-1 1 0,0 0 0,-1-1 0,-1 0 0,0 1 0,0-24 0,-1-10 17,-3 0 0,-1 1 1,-3-1-1,-1 1 1,-3 0-1,-1 1 0,-2 0 1,-2 1-1,-2 1 1,-31-56-1,29 66-178,0 1 0,-2 0 0,-2 2 0,0 0 0,-2 2 0,-1 0 0,-1 2 0,-1 1 0,-2 1 0,0 2 0,-1 1 0,-1 1 0,-43-18 0,21 17-447,-1 2 0,0 3 0,-1 3-1,-1 1 1,0 4 0,0 2 0,-1 2 0,0 3 0,1 2 0,0 3 0,0 2 0,-68 18 0,65-7-1391,1 2-1,2 3 1,-68 36 0,104-47 40,1 0 1,-27 22-1,-27 35-6599</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0.509"/>
    </inkml:context>
    <inkml:brush xml:id="br0">
      <inkml:brushProperty name="width" value="0.035" units="cm"/>
      <inkml:brushProperty name="height" value="0.035" units="cm"/>
    </inkml:brush>
  </inkml:definitions>
  <inkml:trace contextRef="#ctx0" brushRef="#br0">568 7 11529,'-12'-7'5174,"11"19"33,2-2-6447,-1 6 1411,-1 0 1,0 0-1,-1 0 1,-4 20-1,-23 67 200,2-9-148,-12 75 39,-105 420 272,54-216-301,32-120-255,-5 40-954,51-228 391,-42 160-4244,51-214 4374,-11 31-1878,2-17-2418</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0.867"/>
    </inkml:context>
    <inkml:brush xml:id="br0">
      <inkml:brushProperty name="width" value="0.035" units="cm"/>
      <inkml:brushProperty name="height" value="0.035" units="cm"/>
    </inkml:brush>
  </inkml:definitions>
  <inkml:trace contextRef="#ctx0" brushRef="#br0">168 648 5889,'-13'26'440,"-6"13"1002,-29 42-1,31-50-393,0 0 0,-14 40 0,22-49-465,7-18 222,2 0-514,-1-1 1,1 1 0,0-1-1,-1 1 1,0-1-1,0 1 1,0-1-1,0 0 1,-2 5-1,2-6 91,0 2 729,2-10-760,1 1 0,0 0 0,0 0 0,0 0-1,4-5 1,5-13-46,-1 0-62,120-264 2034,-103 236-1869,2 1 0,3 1 0,52-62 0,-77 103-359,67-79 761,131-118-1,-191 194-713,1 0 0,0 0 0,0 1 0,18-7 0,-31 15-75,0 1 0,1 0-1,-1 1 1,1-1 0,-1 0-1,1 1 1,-1-1 0,1 1-1,0 0 1,-1 0 0,1 0-1,-1 0 1,1 0 0,0 1-1,-1-1 1,1 1 0,-1-1-1,1 1 1,-1 0 0,1 0-1,-1 0 1,3 3 0,7 1 60,-2 0-14,0 0 0,-1 0 1,1 2-1,-1-1 0,0 1 0,-1 0 0,9 10 0,-2-1 35,-2 1 0,0 0 0,12 21 0,14 35 186,59 156 1,-16-32-1466,-63-158-501,1-1 1,49 66-1,-66-100 1117,13 16-1329,-3-10-5012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1.538"/>
    </inkml:context>
    <inkml:brush xml:id="br0">
      <inkml:brushProperty name="width" value="0.035" units="cm"/>
      <inkml:brushProperty name="height" value="0.035" units="cm"/>
    </inkml:brush>
  </inkml:definitions>
  <inkml:trace contextRef="#ctx0" brushRef="#br0">0 915 9653,'13'-30'2400,"-11"22"-1809,2 1 1,-1-1-1,1 0 1,7-10-1,22-26 1329,-7 11-382,29-51 0,39-104 1134,-66 128-1204,31-100-1,-26 67-346,4-5-64,-36 94-1065,4-11-149,0-1 0,12-25 0,-30 68-161,1-1-1,1 2 0,2 0 0,-11 53 1,8-32 77,-121 679-964,122-640 1092,-60 663-473,58-630 592,0 18 1083,13-134-730,1-6-323,1 1 1,-1-1-1,1 0 0,-1 0 0,0 0 0,1 0 0,-1-1 0,0 1 1,0 0-1,0 0 0,0-1 0,0 1 0,1-3 0,0 2 14,3-6-24,-1-1 1,1 1 0,-1-1 0,-1 0 0,0 0 0,0 0-1,2-13 1,7-74-134,-10 73 47,63-902-2112,-59 757 1760,-6 163 403,0 1-1,0-1 0,1 1 1,-1-1-1,1 1 0,0 0 0,0-1 1,0 1-1,1 0 0,-1-1 1,1 1-1,0 0 0,3-4 0,-3 5 26,0 6-123,-1 0 27,1 0-1,-1 0 0,1 0 1,-1 0-1,0 1 1,0-1-1,-1 0 1,1 4-1,2 3-297,14 38-2822,-14-36-897,-4-1 2126,0-4 126,1 19-5775</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2.211"/>
    </inkml:context>
    <inkml:brush xml:id="br0">
      <inkml:brushProperty name="width" value="0.035" units="cm"/>
      <inkml:brushProperty name="height" value="0.035" units="cm"/>
    </inkml:brush>
  </inkml:definitions>
  <inkml:trace contextRef="#ctx0" brushRef="#br0">416 265 12049,'-22'11'806,"0"0"-1,1 2 1,0 1 0,1 0-1,1 2 1,-33 32 0,9 0-161,-52 72 1,90-113-514,0-1 1,0-1-1,-1 1 0,-9 6 1,10-7 14,-1-1 1,1 1-1,0 0 0,1 0 1,-7 8-1,-17 36 1077,28-49-1221,0 0 1,0 0-1,0 0 1,0 0-1,0 0 1,0 0-1,0 0 0,0 0 1,1 0-1,-1 0 1,0 0-1,0 0 1,0 0-1,0 0 0,0 0 1,0 0-1,0 0 1,0 0-1,0 0 1,1 0-1,-1 0 0,0 0 1,0 0-1,0 0 1,0 0-1,0 0 1,0 0-1,0 0 0,0 0 1,0 0-1,1 0 1,-1 0-1,0 0 1,0 0-1,0 0 0,0 0 1,0 1-1,0-1 1,0 0-1,0 0 1,0 0-1,0 0 0,0 0 1,0 0-1,0 0 1,0 0-1,0 0 1,0 0-1,0 1 0,0-1 1,0 0-1,0 0 1,0 0-1,0 0 1,0 0-1,0 0 0,0 0 1,0 0-1,0 1 1,0-1-1,0 0 1,0 0-1,0 0 0,0 0 1,0 0-1,0 0 1,0 0-1,0 0 1,0 0-1,7 2 72,3-1-10,0 1 0,-1-2 0,1 1 0,0-1 0,0-1 0,11-1 0,49-15 174,108-43-1,-120 39-225,-40 14-87,0-2-1,28-18 1,4-1-413,-48 27 636,-9-37 239,7 35-182,9 3-189,0 2 0,0-1 0,0 1 0,-1 0-1,1 1 1,0 0 0,-1 0 0,0 1 0,10 5-1,-4 0-41,0 0 0,-1 0 0,0 1 0,14 14 0,59 71-2502,-50-55 592,-34-39 1625,1-2 150,1 0 186,-1 0 0,1 0 0,-1 0 0,0-1 0,0 0 0,0 1 0,0-1 0,0 0 0,0 0 0,0-1 0,-1 1 0,1-1 1,-1 1-1,0-1 0,0 0 0,0 0 0,0 0 0,0 0 0,2-4 0,11-18 589,28-32 0,-25 34-27,-1 0 1,19-35-1,46-103 4361,-81 159-3553,2 2-1369,-1 0 0,1 0 0,-1 0 0,1 0 1,0 1-1,-1-1 0,1 1 0,-1 0 0,1-1 0,-1 1 0,0 0 0,1 1 0,-1-1 0,0 0 0,0 1 0,4 3 0,0 1-56,0 0 1,-1 1-1,9 13 0,-11-15-66,0 0 0,0-1-1,1 1 1,-1-1 0,1 1 0,0-1 0,0 0 0,1-1-1,-1 1 1,9 4 0,-8-5 11,-4-2 69,1 0 0,0 0 0,-1-1 0,1 1 0,0 0 0,0 0 0,-1-1 0,1 1 0,0-1 0,0 0 0,0 1 0,0-1 1,0 0-1,0 0 0,0 0 0,-1 0 0,1-1 0,0 1 0,0 0 0,0-1 0,0 1 0,-1-1 0,1 0 0,0 0 0,0 1 0,-1-1 0,1 0 0,-1-1 0,3 0 0,26-19-69,-2-2-1,0 0 1,34-39-1,21-18-463,-43 47 87,-20 17-505,-1 0-1,-1-1 1,0-1-1,-1 0 1,15-22-1,-30 37 359,-1 0 0,1 1 0,0-1 0,0 1 0,0-1 0,0 1 0,0 0 0,1-1-1,-1 1 1,1 0 0,-1 1 0,5-3 0,16-8-8137</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3.079"/>
    </inkml:context>
    <inkml:brush xml:id="br0">
      <inkml:brushProperty name="width" value="0.035" units="cm"/>
      <inkml:brushProperty name="height" value="0.035" units="cm"/>
    </inkml:brush>
  </inkml:definitions>
  <inkml:trace contextRef="#ctx0" brushRef="#br0">658 150 9709,'-4'0'85,"-116"18"2412,105-15-2200,1 1 1,0 1-1,-1 0 1,2 1-1,-1 0 0,-16 11 1,-40 32 613,3 4 0,-91 90 0,114-110 158,37-28-862,0-1 0,0 1 0,0 0 0,1 0 0,-1 1 0,1 0 0,1 0 0,-1 0-1,1 1 1,-8 13 0,12-19-171,1 1 0,-1-1 0,1 1 0,0-1-1,-1 0 1,1 1 0,0-1 0,0 1 0,0-1 0,0 1-1,0-1 1,0 0 0,1 1 0,-1-1 0,0 1-1,1-1 1,-1 0 0,1 1 0,-1-1 0,1 0 0,0 0-1,1 3 1,1-1 33,0 0 0,-1-1 0,1 1 0,0-1 0,1 1 0,-1-1 1,0 0-1,6 2 0,2 1 46,0-1 0,0 0 0,0-1 0,0 0 0,15 1 0,-2-3 22,0 0-1,-1-2 1,47-6-1,68-26 77,-131 32-294,0-1 0,0-1 0,0 1-1,0-1 1,-1-1 0,1 1 0,-1-1 0,0 0-1,0 0 1,0-1 0,-1 0 0,1 0 0,-1 0-1,0-1 1,-1 1 0,1-1 0,-1 0 0,-1-1 0,1 1-1,-1-1 1,5-11 0,-4 6-200,-2 8 157,0-1 1,0 0 0,-1 1-1,1-1 1,-1 0 0,0 0 0,-1 0-1,1 0 1,-1 1 0,0-1-1,0 0 1,-1 0 0,0-5-1,-2-2-4,0 1-1,-1-1 0,-1 1 0,1 0 0,-2 1 0,1-1 0,-2 1 0,1 0 0,-1 1 0,-12-13 0,17 20 508,-5-35 234,7 34 23,2 6-291,9 12-102,1 0-1,0-1 1,1-1-1,0 0 1,18 13-1,81 51 323,-30-22-261,-72-48-391,0-1 1,0 0 0,12 4-1,-13-7-453,-1 1-1,1 0 1,-1 1 0,0 0-1,9 8 1,-3-1-301,-11-10-103,-4-6 107,-2-7 729,1-1-1,1 1 1,0 0-1,0-1 0,1 1 1,2-18-1,0 10 1025,2-1-1,11-37 1,-14 53 483,0 1-843,15-31 306,-14 30-509,0 5-301,1-1 0,-1 0 0,1 1 0,-1 0 0,1-1 0,-1 1 0,1 0 0,-1 0 0,1 0 0,-1 1 1,0-1-1,0 1 0,0-1 0,0 1 0,0 0 0,0-1 0,0 1 0,0 0 0,-1 0 0,1 0 0,1 4 0,4 6 24,-1 0 0,-1 0 0,5 15 0,1 0 5,15 41-582,-25-64 153,0-1 28,4 12 94,-5-14 210,0 0 1,0 0-1,0 0 0,0 0 0,1 0 0,-1 0 0,0-1 0,1 1 0,-1 0 0,0 0 1,1 0-1,-1-1 0,1 1 0,-1 0 0,2 0 0,-1-1 13,0 0 1,0-1-1,0 1 1,-1-1-1,1 1 0,0-1 1,0 0-1,0 1 0,-1-1 1,1 0-1,0 0 1,-1 1-1,1-1 0,0 0 1,-1 0-1,1 0 0,-1 0 1,1 0-1,0-2 1,200-304 1671,-187 285-1151,24-46 1,-33 57-390,-4 9 1,16-1-8,-15 3-120,-1 0 0,0 0-1,0-1 1,1 1-1,-1 0 1,0 0 0,0 0-1,1 0 1,-1 0-1,0 0 1,0 1 0,3 0-1,-3-1-3,0 1 1,-1 0-1,1 0 0,0 0 0,0 0 0,-1 0 1,1 0-1,-1 0 0,1 0 0,-1 0 0,0 1 1,1-1-1,-1 0 0,0 0 0,0 0 0,1 0 1,-1 1-1,0 0 0,10 49-513,26 82 0,-34-126 443,30 73-486,-32-80 559,0-1 1,0 1 0,0 0-1,0 0 1,1 0-1,-1 0 1,0 0-1,0 0 1,0 0 0,0 0-1,0 0 1,0 0-1,0 0 1,0 0 0,0 0-1,0 0 1,0 0-1,0 0 1,1-1 0,-1 1-1,0 0 1,0 0-1,0 0 1,0 0-1,0 0 1,0 0 0,0 0-1,0 0 1,0 0-1,0 0 1,1 0 0,-1 0-1,0 1 1,0-1-1,0 0 1,0 0 0,0 0-1,0 0 1,0 0-1,0 0 1,0 0 0,0 0-1,0 0 1,1 0-1,-1 0 1,0 0-1,0 0 1,0 0 0,0 0-1,0 0 1,0 1-1,18-24 177,16-22 335,-26 32-431,13-23 825,1 1 0,2 1 1,47-51-1,-33 47-138,-26 24-440,1 1 0,1 0 0,0 1 0,1 1 0,22-14 0,-35 24-293,8 16-270,-7-11 148,2 8-230,0 0 0,0 1 0,-1 0 0,-1-1 0,0 1 0,0 0 0,-2 1 0,0-1 0,0 16 0,-3 17-3135,-10 60 0,9-87 2061,0 30-4536,5-16-3276</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4.011"/>
    </inkml:context>
    <inkml:brush xml:id="br0">
      <inkml:brushProperty name="width" value="0.035" units="cm"/>
      <inkml:brushProperty name="height" value="0.035" units="cm"/>
    </inkml:brush>
  </inkml:definitions>
  <inkml:trace contextRef="#ctx0" brushRef="#br0">70 1240 8577,'6'-40'2115,"-5"32"6123,0 5-7768,0 0 1,0 0-1,0 1 1,0-1-1,1 0 1,-1 1-1,1-1 1,-1 0-1,3-2 1,-1 1 1071,46-59 862,-31 39-1896,-15 19-697,0 1 0,1-1-1,-1 1 1,8-8 0,-8 11-522,-6-1-1385,1 0 2025,0 1-1,0 0 0,0 0 1,0 0-1,0 0 1,-1 1-1,1-1 0,0 0 1,0 1-1,-1 0 0,1-1 1,0 1-1,0 0 1,-1 0-1,1 0 0,-3 1 1,-1 1-52,-1 0-1,0 1 1,1 0 0,-10 6 0,16-9 121,-15 8-201,1 1-1,0 0 0,-24 23 1,35-29 220,1 0 1,0 0-1,0 0 1,0 0-1,0 0 1,1 1-1,-1-1 1,1 0-1,-1 1 1,1-1 0,1 1-1,-1 0 1,0-1-1,1 1 1,0-1-1,-1 1 1,1 0-1,1-1 1,-1 1-1,1 0 1,-1-1-1,1 1 1,0-1-1,0 1 1,1-1 0,-1 1-1,1-1 1,-1 0-1,1 0 1,0 1-1,0-1 1,1-1-1,-1 1 1,1 0-1,-1-1 1,6 5-1,0-2 82,1 0 0,0 0 0,0-1 0,0 0 0,1 0-1,-1-1 1,1-1 0,0 1 0,0-1 0,0-1 0,0 0-1,18-1 1,8-1 326,1-2 0,41-9 0,-1-4-199,-2-3-1,0-3 1,-1-4-1,111-54 1,-164 69-368,0-1 0,-1 0 0,0-2 0,-1 0 0,-1-1 0,0-1 0,-1 0 0,-1-1 0,-1-1 0,0-1 0,-1 0 0,-1-1 1,18-36-1,-14 16-6,-2-1 1,-1 0 0,-2-1 0,-2-1 0,-2 0 0,-2 0 0,-1 0 0,-3-1 0,-1 0 0,-3 1 0,-7-51 0,3 60 133,-2 1-1,-1 0 1,-2 1 0,-28-59 0,38 88 22,0 0 0,-1 0 0,0 0 0,1 0 0,-1 0-1,0 1 1,0-1 0,-1 1 0,1-1 0,0 1 0,-1 0 0,0 0 0,1 0 0,-1 0 0,0 1 0,0-1-1,0 1 1,0-1 0,0 1 0,-6-1 0,7 2-6,0-1 0,1 1 0,-1 0 0,1 0 0,-1 0 0,0 0 0,1 0 0,-1 1 0,1-1 0,-1 0 0,1 1 0,-1-1 0,1 1 0,-1-1 0,1 1 0,-1 0-1,1 0 1,0 0 0,-1 0 0,1 0 0,0 0 0,0 0 0,0 0 0,0 0 0,0 0 0,-1 2 0,-3 4 11,1 0 0,0 0 0,-6 15 0,7-14-8,-3 6 19,1 1 0,0 0-1,2 0 1,0 1 0,-2 17 0,1 80 248,4-68-100,11 324 681,-1-294-227,2-1 1,36 115-1,-39-158-410,2 0 0,1-1 0,25 46 0,-28-61-274,0-1 0,1 0 0,1 0 0,0-1 0,1-1 0,0 0 0,1 0 0,21 14 0,-28-22-47,1 0 0,-1-1 0,1 1 0,0-1 0,0-1 0,0 1 0,1-1 0,-1 0 0,0-1 0,1 0 0,14 1 0,-16-3-17,-1 1 0,1-1 0,-1 0 0,1 0 1,-1 0-1,1-1 0,-1 0 0,0 0 0,0 0 0,0-1 0,0 0 1,0 0-1,-1 0 0,1 0 0,-1-1 0,6-6 0,0 0-263,-1-1-1,-1 0 0,0-1 1,-1 0-1,0 0 0,-1-1 1,8-20-1,-2-7-753,9-51 0,-13 53 717,0 8 501,16-38 0,-23 65-47,1 0-1,-1 0 0,1 0 1,0 0-1,0 0 0,0 1 1,3-3-1,-1-1 58,-4 6-85,0 0 0,0 0-1,0 0 1,0 0 0,1 0-1,-1 0 1,0 0 0,0-1-1,0 1 1,0 0 0,0 0-1,0 0 1,0 0 0,0 0-1,0 0 1,0 0 0,0 0-1,1 0 1,-1 0 0,0 0-1,0 0 1,0 0 0,0 0-1,0 0 1,0-1 0,0 1-1,1 0 1,-1 0 0,0 0-1,0 0 1,0 0 0,0 0-1,0 0 1,0 1 0,0-1-1,1 0 1,-1 0 0,0 0-1,0 0 1,0 0 0,0 0-1,0 0 1,0 0 0,0 0-1,0 0 1,0 0 0,1 0-1,-1 0 1,0 0 0,0 0-1,0 1 1,0-1 0,0 0-1,0 0 1,0 0 0,0 0-1,0 0 1,9 7 170,-4-3-63,1 0 1,-1 1 0,0 0-1,0 0 1,-1 0-1,1 0 1,6 12-1,-5-7-4,1 3 239,2 0-1,0 0 1,13 15 0,97 86 1315,-99-98-1552,0-1 1,1-1-1,0-1 0,41 18 1,2-11-2280,-56-20 1763,-2-3 557,1 0 0,-1 0 0,1 1 0,0 0 0,0 1 0,0 0-1,0 0 1,1 0 0,11 1 0,-14 0 376,-2-1 226,25-3 628,-11 2-431,-1 0 1,1-1-1,-1-1 1,20-8-1,-32 10-954,0 0 0,-1-1 0,0 1 1,1-1-1,-1 0 0,0 0 0,0 0 0,3-5 0,7-6-612,-5 4-164,0 0 0,0-1 0,11-20 0,-13 20 133,1 0-1,0 0 1,0 1 0,17-18-1,71-50-2924,-80 67 2181,0 0-1,1 1 0,0 0 0,1 2 0,18-8 1,18 3-5490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4.232"/>
    </inkml:context>
    <inkml:brush xml:id="br0">
      <inkml:brushProperty name="width" value="0.035" units="cm"/>
      <inkml:brushProperty name="height" value="0.035" units="cm"/>
    </inkml:brush>
  </inkml:definitions>
  <inkml:trace contextRef="#ctx0" brushRef="#br0">340 1 10585,'-92'33'2941,"-18"8"364,95-34-3005,-1 1 0,1 1 0,0 0 0,-23 21 0,8-9 406,29-21-664,0 1 1,1-1-1,-1 1 0,1 0 0,-1-1 1,1 1-1,-1 0 0,1-1 0,-1 1 1,1 0-1,0 0 0,-1 0 0,1-1 1,0 1-1,0 0 0,0 0 1,-1 0-1,1 0 0,0-1 0,0 3 1,0 1 144,0-2-102,0 0 0,-1 0 0,1 0 0,0 0 0,1 0 0,-1 0 0,0 0 1,0 0-1,1 0 0,0 0 0,-1 0 0,1 0 0,0 0 0,0 0 0,0-1 0,0 1 0,0 0 0,0 0 1,0-1-1,1 1 0,-1-1 0,1 1 0,-1-1 0,4 3 0,8 10 828,-6-7-361,1 0-1,-1 0 1,10 6-1,-9-8-226,-1 1 0,0 0 0,0 0 0,6 8 0,-4-3 55,-4-4-357,1 0 1,-1 0-1,0 0 1,0 1-1,5 12 0,-10-18-99,1 1-1,0-1 0,-1 0 0,1 1 0,-1-1 0,0 0 0,0 1 0,0-1 1,0 0-1,0 1 0,-1-1 0,1 0 0,0 1 0,-1-1 0,0 0 0,0 0 0,0 1 1,0-1-1,0 0 0,0 0 0,0 0 0,-1 0 0,1 0 0,0-1 0,-1 1 1,-2 1-1,-2 3-581,-1-2 1,0 1-1,0-1 1,0 0 0,0-1-1,-1 0 1,-9 3-1,-8 4-3737,-27 15-8394</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4.391"/>
    </inkml:context>
    <inkml:brush xml:id="br0">
      <inkml:brushProperty name="width" value="0.035" units="cm"/>
      <inkml:brushProperty name="height" value="0.035" units="cm"/>
    </inkml:brush>
  </inkml:definitions>
  <inkml:trace contextRef="#ctx0" brushRef="#br0">0 38 22686,'112'-8'2964,"-64"-6"-535,-29 10-449,14 0-408,8 0-436,-7 1-1136,3 3 0,-11 7 0,4-3 0,-1-4-1296,-3 4-1196,-26 18-7505,4 4-6001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6.214"/>
    </inkml:context>
    <inkml:brush xml:id="br0">
      <inkml:brushProperty name="width" value="0.035" units="cm"/>
      <inkml:brushProperty name="height" value="0.035" units="cm"/>
    </inkml:brush>
  </inkml:definitions>
  <inkml:trace contextRef="#ctx0" brushRef="#br0">108 588 6569,'22'-33'9883,"-25"35"-9159,-2 2-623,1 0 1,-1 0-1,1 1 0,0 0 0,0 0 0,0 0 1,1 0-1,0 1 0,0-1 0,0 1 1,1 0-1,0 0 0,-3 8 0,-4 10 80,-6 16 50,1 1-1,1 0 0,-7 54 0,18-81-171,0 0-1,1 0 0,1 1 1,1-1-1,0 0 0,3 14 1,-3-20 1,1 0 1,0-1 0,0 1-1,1-1 1,0 0-1,0 0 1,1 0-1,0 0 1,0 0-1,1-1 1,6 8 0,-9-12-17,1 0 0,0 0 0,0 0 0,0 0 0,0 0 0,0-1 0,0 1 0,0-1 1,0 0-1,1 0 0,-1 0 0,0 0 0,1-1 0,-1 0 0,1 1 0,-1-1 1,6-1-1,0 0 20,0 0 1,0-1 0,0 0 0,-1 0 0,15-6-1,0-2 20,0-1-1,-1 0 0,-1-2 0,0 0 0,36-31 1,-55 42-78,24-21 58,-1-1 0,-2 0 0,34-47 0,60-101 33,-114 166-120,0 1-1,0-1 1,0-1 0,2-5-1,2-5-77,-6 14 4,-4 5 79,-1-1 0,1 1-1,0-1 1,0 1 0,0 0 0,0 0-1,0 1 1,0-1 0,0 0-1,-2 4 1,1 0-2,1 1 0,-1-1 0,1 1-1,1 0 1,-4 13 0,-3 6-44,7-20 70,0 1 0,1 0-1,-1 0 1,1 0 0,1 0 0,-1 0-1,1 0 1,1 0 0,-1 0-1,1 0 1,0 0 0,1 0-1,0 0 1,0-1 0,0 1-1,1-1 1,5 10 0,-7-12 14,1-1 0,1 1-1,-1-1 1,0 0 0,1 0 0,0 0 0,-1 0-1,1 0 1,0-1 0,0 1 0,1-1 0,-1 0 0,1 0-1,-1 0 1,1 0 0,-1-1 0,1 1 0,0-1 0,0 0-1,0 0 1,0-1 0,0 1 0,0-1 0,0 0 0,0 0-1,0 0 1,0 0 0,-1-1 0,1 1 0,0-1-1,0 0 1,6-3 0,96-40 377,118-69 0,-183 90-366,42-20-118,-73 37-51,1 1 0,-1-1 1,10-8-1,-8 6-143,-8 5-280,-8 7-691,-101 112-861,93-99 1944,-17 28 0,24-37 241,4-6-23,-1 1-1,0-1 1,1-1-1,-1 1 1,0 0-1,0 0 1,0-1-1,-1 1 1,1-1-1,-3 2 1,0 0 121,3-1 1375,10-3-1374,1 1 0,-1-2-1,1 1 1,-1-1 0,0 0 0,0-1 0,0 0 0,0 0 0,8-5 0,10-7 266,30-23-1,-1 0 0,61-41 201,-98 66-623,-4 4-174,0 0 0,21-8-1,6-4-1506,-26 15 1032,-12 4 43,-1 4-1237,2 0 1823,-1 1 1,0-1-1,0 1 1,0 0-1,0 0 1,-1 0-1,1 0 1,-1 0-1,0 1 1,0-1-1,3 7 1,1 2 108,0 0 0,1-1 0,0 0 0,1 0 0,1 0 0,-1-1 0,1-1 0,1 0 0,11 9 0,1 0 128,1 0 0,0-1 0,2-2 0,0 0-1,37 15 1,-7-8 51,91 23 0,-138-43-388,1 0-1,-1-1 0,1 0 0,0 0 0,-1-1 1,1 0-1,0-1 0,-1 0 0,1 0 0,11-4 1,-15 4-123,0-1 0,0 0 1,0 0-1,0-1 0,0 1 1,0-1-1,-1 0 0,1 0 1,5-6-1,-3 3-183,-5 5 292,0-1 0,0 1-1,-1 0 1,1-1 0,-1 0 0,1 1 0,-1-1 0,0 0 0,0 1 0,0-1 0,0 0 0,0 0 0,0 0 0,0 0 0,-1 0-1,1 0 1,0 0 0,-1 0 0,0 0 0,0-1 0,1 1 0,-2-3 0,2-9-324,1-23-439,-3 0-1,-1 0 1,-8-40 0,2 9 663,-3-55 1044,-19-148 5109,-3 112-451,33 154-2691,2 11-1971,20 44 104,-8-20-462,14 49 1,-8 3-238,-4-1 0,-3 2 0,-4 0 0,-2 148 0,-13 57-4403,2-250 1337,-1-1-1,-18 62 1,14-61-1635,3-3-5623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6.341"/>
    </inkml:context>
    <inkml:brush xml:id="br0">
      <inkml:brushProperty name="width" value="0.035" units="cm"/>
      <inkml:brushProperty name="height" value="0.035" units="cm"/>
    </inkml:brush>
  </inkml:definitions>
  <inkml:trace contextRef="#ctx0" brushRef="#br0">78 0 5268,'-22'53'132,"-4"-46"-772,-4 4-740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6.624"/>
    </inkml:context>
    <inkml:brush xml:id="br0">
      <inkml:brushProperty name="width" value="0.035" units="cm"/>
      <inkml:brushProperty name="height" value="0.035" units="cm"/>
    </inkml:brush>
  </inkml:definitions>
  <inkml:trace contextRef="#ctx0" brushRef="#br0">316 39 8997,'0'-22'1324,"0"10"5675,19 9-5163,-3 1 14,-26 12-574,6-5-1639,-67 55 237,-28 26-66,-25 45-72,119-124 253,0-1 1,0 1-1,0 0 1,1 0-1,-7 16 1,5-11 45,6-12-30,0 1 0,0-1 0,-1 0 0,1 1 0,0-1 0,0 0 0,0 1 0,0-1 0,0 0 0,-1 1 1,1-1-1,0 0 0,0 1 0,0-1 0,0 1 0,0-1 0,0 0 0,0 1 0,0-1 0,0 0 0,1 1 0,-1-1 1,0 1-1,1 4 26,0-2-5,-1 0-1,1-1 1,0 1-1,-1 0 1,1-1 0,0 1-1,1 0 1,-1-1-1,0 0 1,1 1-1,-1-1 1,1 0 0,0 1-1,0-1 1,0 0-1,0-1 1,0 1 0,0 0-1,0 0 1,1-1-1,-1 1 1,0-1-1,6 2 1,7 1 45,0-1 0,-1 0 0,1-2 0,1 1 0,-1-2 0,24-2 0,-19 2-18,162-16 586,-41 2-336,-77 11-348,92-6-244,-54 7-3528,-97 2 2056,-9 1-2797,-14 5 499,-1 1-1996</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7.190"/>
    </inkml:context>
    <inkml:brush xml:id="br0">
      <inkml:brushProperty name="width" value="0.035" units="cm"/>
      <inkml:brushProperty name="height" value="0.035" units="cm"/>
    </inkml:brush>
  </inkml:definitions>
  <inkml:trace contextRef="#ctx0" brushRef="#br0">23 376 12169,'0'1'152,"0"-1"1,0 1-1,0 0 1,0 0-1,-1-1 0,1 1 1,0 0-1,0 0 1,0-1-1,-1 1 0,1 0 1,0 0-1,-1-1 0,1 1 1,-1 0-1,1-1 1,-1 1-1,1 0 0,-1-1 1,1 1-1,-1-1 0,1 1 1,-1-1-1,-1 1 1,-5-16 4365,1-2 2872,8 20-7270,43 120-3662,-43-119 2745,8 14-571,-10-18 1334,1 1 0,-1-1-1,0 1 1,0-1 0,1 1 0,-1-1-1,0 1 1,1-1 0,-1 0 0,0 1-1,1-1 1,-1 0 0,0 1 0,1-1-1,-1 0 1,1 1 0,-1-1 0,1 0-1,-1 0 1,1 1 0,-1-1 0,1 0-1,-1 0 1,1 0 0,-1 0 0,1 0-1,-1 0 1,2 0 0,-1 0 7,0-1 1,0 1-1,0-1 0,0 1 1,0-1-1,0 0 1,0 0-1,0 1 0,0-1 1,0 0-1,0 0 0,1-2 1,25-41 80,-21 32-122,18-30 278,3 2 0,1 0 0,36-38 0,110-103 872,-142 149-937,-4-2 6,-28 34-150,0 0 0,0 0 0,0 0 0,0 0 0,0 0 1,1-1-1,-1 1 0,0 0 0,0 0 0,0 0 0,0 0 0,0 0 0,0 0 0,0 0 1,1-1-1,-1 1 0,0 0 0,0 0 0,0 0 0,0 0 0,1 0 0,-1 0 1,0 0-1,0 0 0,0 0 0,0 0 0,0 0 0,1 0 0,-1 0 0,0 0 1,0 0-1,0 0 0,0 0 0,1 0 0,-1 0 0,0 0 0,0 0 0,0 0 1,0 0-1,1 0 0,-1 1 0,0-1 0,0 0 0,0 0 0,0 0 0,0 0 0,0 0 1,0 0-1,1 1 0,9 5 22,-7-5-22,0 0 0,-1 0 0,0 0 0,1 1 1,-1-1-1,0 1 0,0-1 0,0 1 0,0 0 1,0 0-1,0 0 0,0 0 0,-1 0 0,1 1 1,-1-1-1,1 0 0,-1 1 0,0-1 0,0 1 1,0-1-1,0 1 0,-1 0 0,1-1 1,-1 1-1,1 0 0,-1 3 0,3 48-159,-7 94 0,1 21-125,4-156 259,-1-3 15,0-1-1,1 0 1,0 0 0,4 13-1,-5-20 17,1 0 1,0 0-1,0 0 0,-1 0 0,1 0 0,1 0 0,-1 0 0,0 0 0,0 0 0,1-1 0,-1 1 0,1-1 0,0 1 0,-1-1 0,1 1 0,0-1 0,0 0 0,0 0 0,0 0 0,0 0 1,0 0-1,0 0 0,0 0 0,2 0 0,8 0 36,0 0 1,0-1-1,0 0 0,1 0 1,-1-1-1,0-1 1,0 0-1,19-7 1,96-38 314,-102 36-347,164-71 311,104-41-78,-288 121-368,-2 2-60,34 10-259,-36-10 439,-1 0 0,0 0-1,0 0 1,0 0 0,0 0 0,0 0-1,1 0 1,-1 0 0,0 0-1,0 0 1,0 0 0,0 0 0,0 0-1,1 0 1,-1 0 0,0 0 0,0 1-1,0-1 1,0 0 0,0 0-1,0 0 1,0 0 0,1 0 0,-1 0-1,0 1 1,0-1 0,0 0 0,0 0-1,0 0 1,0 0 0,0 0-1,0 1 1,0-1 0,0 0 0,0 0-1,0 0 1,0 0 0,0 1 0,0-1-1,0 0 1,0 0 0,0 0-1,0 0 1,0 0 0,0 1 0,0-1-1,0 0 1,-1 0 0,1 0 0,0 0-1,0 0 1,0 1 0,0-1-1,-17 77-764,16-74 773,0-1 0,1 1-1,0-1 1,-1 1 0,1 0-1,0-1 1,0 1 0,0-1 0,1 1-1,-1-1 1,1 1 0,0-1 0,-1 1-1,1-1 1,0 1 0,0-1 0,0 0-1,1 1 1,-1-1 0,1 0 0,-1 0-1,1 0 1,0 0 0,-1 0 0,1-1-1,0 1 1,0 0 0,0-1-1,1 1 1,-1-1 0,0 0 0,1 0-1,-1 0 1,0 0 0,1 0 0,-1-1-1,6 2 1,-1-1 68,1 0 1,-1 0-1,1-1 0,-1 0 0,1 0 1,0-1-1,7-2 0,55-14 887,-22 4-194,-26 8-342,7 0 109,-2-2 0,1 0 1,-1-2-1,44-20 1,-70 28-559,1 1 1,-1-1-1,0 1 1,1-1 0,-1 0-1,0 0 1,0 0 0,0 0-1,1 0 1,-1 0 0,0 0-1,0 0 1,0 0 0,-1 0-1,1 0 1,0-1-1,0 1 1,-1 0 0,1-1-1,-1 1 1,1 0 0,-1-1-1,1 1 1,-1-1 0,0 1-1,0 0 1,0-1 0,0 1-1,0-1 1,0 1 0,0-1-1,0 1 1,-1-1-1,1 1 1,0-1 0,-1 1-1,1 0 1,-1-1 0,0 1-1,1 0 1,-3-3 0,0 0-145,-1 0 1,1 0-1,-1 0 1,0 0 0,0 1-1,-1-1 1,1 1-1,-1 0 1,0 0 0,-8-3-1,-16-5-1315,0 2-1,-62-12 0,-66 0-4876,106 16 3012,-28-6-4455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48.042"/>
    </inkml:context>
    <inkml:brush xml:id="br0">
      <inkml:brushProperty name="width" value="0.035" units="cm"/>
      <inkml:brushProperty name="height" value="0.035" units="cm"/>
    </inkml:brush>
  </inkml:definitions>
  <inkml:trace contextRef="#ctx0" brushRef="#br0">183 45 11661,'16'-37'1502,"-13"29"1579,-7 10-2493,-7 4-425,1 1 0,0 1 0,0-1 0,1 2 0,0-1 0,0 1 0,1 1 1,-13 18-1,3 0-11,1 0 1,-16 36-1,28-53-24,0-1-1,0 2 1,1-1-1,1 0 1,0 1-1,0 0 1,1-1 0,1 1-1,0 0 1,0 0-1,2 16 1,0-24-77,0 0-1,0 0 1,0-1 0,0 1 0,1 0 0,-1-1-1,1 1 1,0-1 0,0 0 0,0 1-1,1-1 1,-1 0 0,1 0 0,0 0 0,0-1-1,0 1 1,0-1 0,0 0 0,4 3-1,-2-3 6,0 1 0,1-1-1,-1-1 1,0 1-1,1-1 1,-1 0-1,1 0 1,0 0 0,-1-1-1,1 0 1,0 0-1,-1 0 1,8-2-1,4 0 43,0-2 1,-1 0-1,1-1 0,-1 0 0,24-13 0,11-12-115,-1-3-1,62-53 0,-108 83-87,-1 0 0,0 0 0,0-1 0,0 1-1,0-1 1,0 0 0,-1 0 0,0 0 0,2-5-1,4-5-285,-6 11 24,-2-1-211,0-37 160,0 38 239,0 6 471,0 1-223,0-1-1,0 1 1,0 0-1,1-1 0,0 1 1,0-1-1,0 1 1,0-1-1,0 0 0,1 0 1,0 1-1,-1-1 0,1 0 1,3 3-1,2 2 187,1 0 0,0-1 0,18 13-1,-15-13 149,1 0-1,0-1 1,0-1-1,13 5 0,0 0 295,-6-3-214,31 5 0,19 6 177,-5-2-699,-49-14-348,-1 1 0,1 1 0,24 10 0,-35-12-482,-4-7-543,-1 1 1126,1 0-1,-1 0 0,0 0 1,0 0-1,-1 0 1,1 0-1,-1 0 0,0 1 1,0-1-1,0 0 1,0 1-1,-1 0 1,1-1-1,-1 1 0,0 0 1,-5-4-1,-6-4-423,0 0-1,-29-15 1,17 10 290,23 14 482,-1-1 1,1 0-1,0 0 0,0 0 1,0 0-1,1 0 1,-1-1-1,-2-4 0,1 2 296,3 0 353,8-35 1120,-7 41-1802,0 0 1,0-1-1,0 1 1,0 0 0,0 0-1,0-1 1,0 1-1,0 0 1,0 0 0,0-1-1,1 1 1,-1 0-1,0 0 1,0-1-1,0 1 1,0 0 0,1 0-1,-1 0 1,0-1-1,0 1 1,0 0-1,1 0 1,-1 0 0,0 0-1,0 0 1,1-1-1,-1 1 1,0 0 0,1 0-1,17-10 454,0 0-1,1 1 1,0 1 0,0 1-1,1 1 1,0 0 0,0 2-1,1 0 1,-1 1-1,1 1 1,-1 1 0,1 1-1,0 1 1,0 1 0,23 4-1,-42-5-454,105 22 944,-95-19-891,0 0 1,-1 1-1,0 0 1,0 1 0,0 0-1,0 1 1,9 8-1,34 32-732,26 22-2300,-77-67 2510,1-3 27,0 0 343,0 0 1,1-1 0,-1 1-1,0-1 1,0 0 0,-1 0-1,7-4 1,-5 1 83,-1 0 0,0 0 0,0-1 0,0 1 0,-1-1 0,0 0 0,0 0 1,0 0-1,-1 0 0,0 0 0,0-1 0,1-6 0,-1 4 179,0 1 0,1 0 0,-1 0 0,2 0 0,-1 0 0,1 0 0,8-9 0,-10 13-66,1 1-1,0 0 1,0 0-1,0 0 1,0 0-1,1 1 1,-1 0 0,1-1-1,0 1 1,-1 0-1,1 1 1,0-1-1,8-1 1,-5 1 4,1 2-1,-1-1 1,1 1-1,-1 0 1,1 1-1,-1 0 1,12 2-1,5 4 1,0 1-1,0 1 0,-1 1 1,0 1-1,-1 1 0,0 1 1,-1 0-1,31 27 0,-43-32-636,0-2 0,0 1 0,17 8 0,-11-7-555,-10-5-1449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0.247"/>
    </inkml:context>
    <inkml:brush xml:id="br0">
      <inkml:brushProperty name="width" value="0.035" units="cm"/>
      <inkml:brushProperty name="height" value="0.035" units="cm"/>
    </inkml:brush>
  </inkml:definitions>
  <inkml:trace contextRef="#ctx0" brushRef="#br0">3949 261 5941,'-11'-10'-1030,"15"16"5186,3 6 3890,-10-12-5394,-9-8-2346,3 3-203,0 0-1,-1 0 1,0 1-1,1 1 1,-2-1 0,1 2-1,0-1 1,0 1-1,-13 0 1,-13-4 30,-67-17 236,-777-146 565,416 143-833,389 25-72,-319 20 146,257-8-166,-38 6 9,-21 2 0,-241 26 190,352-34-170,67-9-24,-76 7 63,89-9-66,-1 1 1,1 0-1,-1 0 0,1 0 0,-5 2 0,-4 1-15,11-4 8,0 1 0,1-1 1,-1 1-1,0 0 0,0 0 0,1 1 1,-4 1-1,-12 4 102,-18 4-146,-50 22 0,10-3 167,12-3-186,1 2-1,-79 51 1,127-72 55,-5 3-9,14-9 7,1 1 1,0 0 0,1 0-1,-1 0 1,1 0-1,-7 6 1,-8 9-4,14-13 10,-1 0 0,1 0-1,1 0 1,-1 1 0,1-1 0,-6 10-1,3 4 2,0 10 1,6-21-2,-1-1 0,0 1 0,0 0 1,-1-1-1,-5 12 0,6-11 25,2 18-28,1 49 9,-1-66 8,2-1-1,-1 1 1,1 0 0,0-1 0,1 0 0,5 13-1,40 98-80,-35-91 57,10 30-1,-4-10 1,-16-40 11,1 0 0,0 0 0,0 0 0,1 0 0,0-1 0,0 0 0,0 0 0,1 0 0,0 0 0,1-1 0,0 0 0,-1-1 0,10 6 0,23 13 40,55 24 0,-49-25 9,-25-12-16,31 11 1,22 5-90,-19-6 48,1-2 0,105 21 0,10-12 18,142 18 14,-94-15-22,-90-10 50,44 8-39,69 9 85,120-22-26,-121 0-133,-139-6 46,80 7-94,193 10-118,-345-26 228,169-1-39,-52-4 81,38-4-51,-92 0 2,93-13 37,-43 1 73,-82 6-99,-57 13-3,-1 1 0,0-1 0,0 0 0,1 0 0,-1 0-1,0-1 1,0 1 0,-1 0 0,1-1 0,0 0 0,3-2 0,-2 0-3,-2 3 0,0 1 0,0-1-1,0 0 1,0 0 0,0 0 0,0 0-1,-1 0 1,1 0 0,0 0-1,-1 0 1,1 0 0,-1 0 0,1-1-1,-1 1 1,1-1 0,1-4 2,14-28 15,20-56 0,-27 65 16,33-59 279,-20 4 255,-21 76-498,10-15 49,-4 4-44,-6 12-67,0 0-4,2-11 223,2 1 0,11-25 0,-15 35 552,-8-35 494,7 35 115,0-1-1251,3-36 166,-3 36-19,0 0-196,-2-7-27,1 3-16,0 0-1,-1 0 1,0 0 0,-1 0 0,-5-13 0,-9-11-21,-2 1 0,-1 1 0,-2 0 0,-44-47 1,13 25 21,-81-62-1,77 74-151,-2 3-1,-1 2 0,-1 3 0,-77-28 0,75 35-781,-88-23 1,119 41 85,0 1 0,0 1 0,-1 2 0,-62 1 0,68 5-574,-1 2 1,0 1 0,1 1 0,-44 18 0,67-23 1118,-55 24-5093,9 6-3105</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0.766"/>
    </inkml:context>
    <inkml:brush xml:id="br0">
      <inkml:brushProperty name="width" value="0.035" units="cm"/>
      <inkml:brushProperty name="height" value="0.035" units="cm"/>
    </inkml:brush>
  </inkml:definitions>
  <inkml:trace contextRef="#ctx0" brushRef="#br0">2428 8 10093,'9'-3'827,"5"-1"-84,-4 4 7729,-22 14-7160,-3 0-993,-1 0 1,-23 13 0,5-2-151,-124 103 397,-35 26 11,-495 335 2489,372-269-2119,-289 185 576,383-262-1247,185-123-538,33-18 100,0-1-1,0 1 1,0 0 0,0 0 0,0 0-1,1 1 1,-1 0 0,1-1-1,0 1 1,0 0 0,0 1 0,0-1-1,0 0 1,-2 5 0,5-6-126,-1-1 0,0 0 1,0 1-1,0-1 0,0 1 0,-1-1 1,1 0-1,0 0 0,-1 0 1,1 0-1,0 0 0,-1 0 0,1 0 1,-1 0-1,1 0 0,-1-1 0,0 1 1,1-1-1,-1 1 0,0-1 1,1 0-1,-1 1 0,0-1 0,0 0 1,1 0-1,-1 0 0,0-1 0,-2 1 1,-14-9-6083,9-4-2766</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1.282"/>
    </inkml:context>
    <inkml:brush xml:id="br0">
      <inkml:brushProperty name="width" value="0.035" units="cm"/>
      <inkml:brushProperty name="height" value="0.035" units="cm"/>
    </inkml:brush>
  </inkml:definitions>
  <inkml:trace contextRef="#ctx0" brushRef="#br0">127 322 7289,'-9'-1'373,"0"0"1,0 0 0,0 1-1,-1 0 1,1 0 0,0 1 0,-14 3-1,17-2 711,-9 6 321,-3 3 5393,20-14-6109,5-5-340,0-1 0,0 1 0,1 1 1,0-1-1,0 2 0,1-1 0,0 1 0,0 0 0,19-9 1,235-89 2779,8 20-1885,-221 69-1046,-22 7-99,17-6 101,0 2 1,76-10-1,-119 21-194,0 1-1,0-1 1,0 1-1,0 0 0,0 0 1,0 0-1,0 0 1,0 0-1,0 0 0,0 1 1,0-1-1,0 0 1,0 1-1,0 0 1,0-1-1,-1 1 0,1 0 1,0 0-1,0 0 1,-1 0-1,1 1 1,0-1-1,-1 0 0,0 1 1,1-1-1,-1 1 1,0-1-1,1 1 0,-1-1 1,0 1-1,1 3 1,3 4 8,-2 0 0,1 1 0,-1-1 0,0 1 0,-1-1 0,0 1 0,-1 0 0,0 0 0,0-1 1,-2 16-1,-2 15 19,-10 50 0,8-61-12,-51 237 82,28-143-81,-13 40-48,-17 93-244,54-226-729,2 0 0,1-1 0,1 1 0,5 31 1,-3-63 402,0 1 0,-1-1 1,1 1-1,0-1 1,0 0-1,-1 1 0,1-1 1,1-3-1,19-29-5443,-5-7-3845</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2.099"/>
    </inkml:context>
    <inkml:brush xml:id="br0">
      <inkml:brushProperty name="width" value="0.035" units="cm"/>
      <inkml:brushProperty name="height" value="0.035" units="cm"/>
    </inkml:brush>
  </inkml:definitions>
  <inkml:trace contextRef="#ctx0" brushRef="#br0">1 403 8805,'0'0'4762,"5"0"-3964,27-2 552,55-10 0,-77 10-942,0 1 1,0 1-1,0 0 0,0 0 1,0 1-1,17 3 0,-26-4-373,0 0 28,0 0-1,0 1 0,0-1 0,0 0 0,1 0 0,-1 0 0,0-1 0,0 1 1,0 0-1,0 0 0,1-1 0,-1 1 0,0-1 0,0 1 0,0-1 0,1 0 0,4-2 151,15-3 472,-20 6-624,0-1 0,0 1 0,0 0 0,0-1-1,0 1 1,0-1 0,-1 1 0,1-1 0,0 0 0,0 1 0,-1-1 0,1 0 0,0 1 0,-1-1-1,1 0 1,-1 0 0,1 0 0,-1 0 0,1 1 0,0-3 0,9-12 746,6 0-561,0 0 1,-2-2-1,22-29 1,2-3-641,-33 42 273,1 0 1,-1 0-1,-1-1 1,1 0-1,-1 0 1,-1 0-1,5-13 1,-7 16 75,0 1 0,0-1 1,0 1-1,-1-1 0,1 0 1,-1 1-1,0-1 0,-1 0 0,1 1 1,-1-1-1,0 1 0,0-1 1,0 1-1,-1-1 0,1 1 1,-3-5-1,2 6 52,0 0 1,1 0-1,-1 0 0,0 0 0,-1 0 0,1 0 1,0 0-1,-1 1 0,1-1 0,-1 1 1,0 0-1,0 0 0,0 0 0,0 0 1,0 0-1,-1 0 0,1 1 0,-1 0 1,1 0-1,0 0 0,-1 0 0,0 0 0,1 1 1,-1-1-1,1 1 0,-1 0 0,0 0 1,1 1-1,-1-1 0,1 1 0,-1 0 1,0-1-1,1 2 0,0-1 0,-1 0 1,1 1-1,0-1 0,0 1 0,-5 3 0,0 2 40,0 0 0,0 1 0,1-1 0,0 1 0,1 0 0,0 1 0,0 0 0,1 0 0,0 0 0,-6 16 0,-2 12 449,-14 55 1,25-84-424,-13 61 887,-13 136 0,16 75 186,8-159-941,4 28-814,-5 78-1565,1-193 214,-10 43 0,7-53-443,0 0 0,-16 34 0,-17 21-8710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2.382"/>
    </inkml:context>
    <inkml:brush xml:id="br0">
      <inkml:brushProperty name="width" value="0.035" units="cm"/>
      <inkml:brushProperty name="height" value="0.035" units="cm"/>
    </inkml:brush>
  </inkml:definitions>
  <inkml:trace contextRef="#ctx0" brushRef="#br0">0 96 18774,'21'-12'1178,"0"1"1,0 1 0,1 1 0,0 1 0,1 0-1,30-4 1,1 1 561,-38 6-1433,1 2 0,0 0 0,0 1 0,0 0 0,27 2 0,-32 1-621,1 1-1,-1 0 0,1 1 0,-1 0 0,20 8 1,-27-9 170,-1 0 0,1 1 0,0 0 0,-1 0 0,0 1 0,0-1 0,0 1 1,0 0-1,0 0 0,-1 0 0,0 1 0,1-1 0,-2 1 0,1 0 0,3 7 0,-1 3-213,0 0 1,-1 0-1,0 0 0,-1 1 0,0 18 0,1 80-1100,-4-93 1242,4 176-135,-3-188 443,-1-5-25,0 0 0,0 1 0,0-1 0,0 0 0,0 0 0,-1 0 0,0 0 0,-2 6 0,-12 46 1844,15-53-1094,11 11-863,-10-13-12,-1 0 0,0 0 0,1 0-1,-1-1 1,1 1 0,0 0 0,-1 0 0,1 0-1,-1-1 1,1 1 0,0 0 0,0-1-1,-1 1 1,1-1 0,0 1 0,0-1 0,0 1-1,0-1 1,0 1 0,0-1 0,0 0-1,0 0 1,-1 1 0,1-1 0,0 0 0,0 0-1,0 0 1,0 0 0,0 0 0,0 0-1,0 0 1,0 0 0,0-1 0,0 1 0,0 0-1,0-1 1,2 0 0,-2 1-285,0-1 0,0 0 0,1 0 0,-1 1 0,0-1 0,0 0 0,0 0 0,0 0 0,0 0 0,0 0 0,-1 0 0,1 0 0,0 0 0,0-1 0,-1 1 0,1 0 0,-1 0 0,1-1 0,-1 1 0,1 0 0,-1-1 0,0 1 0,0 0 0,1-1 0,-1-2 0,0 2-426,4-24-10057</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2.507"/>
    </inkml:context>
    <inkml:brush xml:id="br0">
      <inkml:brushProperty name="width" value="0.035" units="cm"/>
      <inkml:brushProperty name="height" value="0.035" units="cm"/>
    </inkml:brush>
  </inkml:definitions>
  <inkml:trace contextRef="#ctx0" brushRef="#br0">22 8 12017,'-22'-8'-868</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2.744"/>
    </inkml:context>
    <inkml:brush xml:id="br0">
      <inkml:brushProperty name="width" value="0.035" units="cm"/>
      <inkml:brushProperty name="height" value="0.035" units="cm"/>
    </inkml:brush>
  </inkml:definitions>
  <inkml:trace contextRef="#ctx0" brushRef="#br0">1 0 18442,'0'0'5899,"2"2"-4442,26 27 484,151 142 1800,-85-84-3060,65 53-3047,-149-133 1855,21 19-3846,-30-24 3610,1 0-1,-1-1 1,1 1-1,-1 0 1,0 0-1,0 0 1,0 0 0,0 1-1,0-1 1,-1 0-1,1 0 1,-1 1-1,1 3 1,2 16-10732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3.019"/>
    </inkml:context>
    <inkml:brush xml:id="br0">
      <inkml:brushProperty name="width" value="0.035" units="cm"/>
      <inkml:brushProperty name="height" value="0.035" units="cm"/>
    </inkml:brush>
  </inkml:definitions>
  <inkml:trace contextRef="#ctx0" brushRef="#br0">396 1 10033,'0'1'113,"0"0"1,-1-1 0,1 1-1,0 0 1,-1 0-1,1 0 1,0 0 0,-1 0-1,1-1 1,-1 1-1,0 0 1,1 0-1,-1-1 1,1 1 0,-1 0-1,0-1 1,0 1-1,1-1 1,-1 1-1,0-1 1,0 1 0,0-1-1,0 0 1,1 1-1,-1-1 1,0 0-1,0 0 1,0 0 0,0 1-1,0-1 1,0 0-1,0 0 1,0 0 0,0-1-1,0 1 1,0 0-1,0 0 1,1 0-1,-3-1 1,0 0 3154,2 2-3117,1 1 0,-1 0-1,1-1 1,-1 1 0,0-1 0,1 1-1,-1-1 1,0 1 0,0-1 0,0 0-1,-2 3 1,-4 5 140,-56 98 1267,-74 173-1,59-55-2125,48-130-1483,24-80-72,0 0-1,-10 17 1,8-18-1323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3.407"/>
    </inkml:context>
    <inkml:brush xml:id="br0">
      <inkml:brushProperty name="width" value="0.035" units="cm"/>
      <inkml:brushProperty name="height" value="0.035" units="cm"/>
    </inkml:brush>
  </inkml:definitions>
  <inkml:trace contextRef="#ctx0" brushRef="#br0">256 294 11505,'0'0'5949,"2"-2"-4227,1-3-1110,1-1 0,0 1 0,1 1 0,0-1 0,-1 1 1,1 0-1,0 0 0,12-6 0,63-41 1812,-73 47-2531,0 0 0,-1 0 0,0-1-1,1 0 1,-1 0 0,-1 0 0,1-1 0,-1 1 0,0-2 0,4-6-1,-7 10-28,-1 1-1,0-1 1,0 1-1,0-1 0,0 1 1,0-1-1,-1 1 1,1-1-1,-1 0 1,1 1-1,-1-1 0,0 0 1,0 1-1,-1-1 1,1 0-1,0 1 1,-1-1-1,0 0 0,1 1 1,-1-1-1,0 1 1,0-1-1,0 1 0,-1 0 1,1-1-1,-1 1 1,1 0-1,-1 0 1,0 0-1,0 0 0,0 0 1,-3-2-1,-2-2-193,-1 1 0,0 0 0,0 0 0,0 1-1,0 0 1,0 1 0,-1-1 0,0 2 0,1-1-1,-1 1 1,0 1 0,0-1 0,-1 1 0,1 1-1,0 0 1,0 0 0,0 1 0,0 0 0,-13 4 0,-9 2 389,1 2 1,-1 2 0,2 1 0,-34 18 0,57-27 154,1 0 0,0 0 0,0 1 0,0-1 0,1 1-1,-1 0 1,1 1 0,0-1 0,0 1 0,1 0 0,-1 0-1,-2 6 1,4-7-92,0 0 0,0 0-1,0 1 1,1-1 0,0 0 0,0 1-1,0-1 1,0 1 0,1-1-1,0 1 1,0 0 0,0-1 0,0 1-1,1-1 1,-1 1 0,3 4 0,2 6 71,1 0 0,1-1 1,0 0-1,1-1 0,1 1 1,0-2-1,1 1 0,0-1 1,1-1-1,0 1 0,20 14 1,-16-15-99,1 0 0,1 0 0,0-2 0,0 0 0,0-1 0,1-1 0,1 0 0,-1-2 0,25 5 0,-21-6-429,0-2-1,0 0 1,0-1 0,0-2 0,0 0 0,0-1 0,-1-1 0,1-1-1,-1-1 1,22-8 0,81-26-7489,-70 18-933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3.838"/>
    </inkml:context>
    <inkml:brush xml:id="br0">
      <inkml:brushProperty name="width" value="0.035" units="cm"/>
      <inkml:brushProperty name="height" value="0.035" units="cm"/>
    </inkml:brush>
  </inkml:definitions>
  <inkml:trace contextRef="#ctx0" brushRef="#br0">402 691 12689,'-23'-7'2200,"20"6"-1995,0 0 0,1 0 0,-1 0 0,0 0 0,1 0 0,-1 1 0,0 0 0,0-1 0,1 1 0,-1 0 0,0 0 0,0 0-1,0 1 1,1-1 0,-5 2 0,-28 14 346,1 1-1,1 2 1,-47 34 0,58-37-200,-1 1 1,2 1-1,0 1 1,-24 30 0,43-46-298,0 0-1,0 1 1,0-1 0,0 1 0,1-1 0,-2 5 0,1-3-1,1-2 38,3-3-78,-1 1 1,1-1-1,-1 0 1,0 1-1,1-1 0,-1 1 1,1 0-1,-1-1 1,0 1-1,0 0 0,1 0 1,-1 0-1,2 1 0,-2-1-8,0 0-1,0 0 1,0 0-1,0 0 0,0 0 1,0-1-1,1 1 0,-1 0 1,0-1-1,0 1 1,1-1-1,-1 0 0,0 1 1,1-1-1,1 0 0,30-13 84,-2 2-28,-13 6 51,-1-2 0,24-12 0,-11 2 193,52-40 1,-70 47-175,0 0-1,0-2 1,-1 1 0,0-1 0,-1-1 0,14-24 0,-7 4-112,-1-1-1,-2 0 0,-2-1 0,-1-1 1,-2 0-1,-1-1 0,-2 1 1,-1-1-1,-2 0 0,-2-1 0,-1 1 1,-2 0-1,-7-44 0,2 45 99,-19-57 0,20 59 188,3 19-263,3 16-39,-1-1 1,0 0-1,1 0 1,-1 1 0,1-1-1,-1 1 1,1-1-1,-1 1 1,1-1-1,0 0 1,-1 1 0,1-1-1,0 1 1,-1 0-1,1-1 1,0 1-1,-1-1 1,1 1-1,0-1 1,0 1 0,0 0-1,0-1 1,-1 2-1,-7 22 32,0 0-1,2 0 1,0 1 0,2-1-1,1 1 1,1 0-1,1 45 1,28 180-19,-25-237-34,5 28-276,2-1 1,1 0-1,30 73 0,-27-84-1206,33 51-1,-33-61-616,1 0 0,0-1-1,21 18 1,9 0-8294</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4.299"/>
    </inkml:context>
    <inkml:brush xml:id="br0">
      <inkml:brushProperty name="width" value="0.035" units="cm"/>
      <inkml:brushProperty name="height" value="0.035" units="cm"/>
    </inkml:brush>
  </inkml:definitions>
  <inkml:trace contextRef="#ctx0" brushRef="#br0">168 433 5777,'-4'10'440,"3"-7"-177,0 1 0,0 0 0,-1-1 0,0 0 1,1 1-1,-1-1 0,0 0 0,0 0 0,-1 0 1,1 0-1,-1 0 0,1-1 0,-1 1 1,0-1-1,0 0 0,0 0 0,-7 4 0,8-5 2334,-16 17-573,1 0 0,1 1 0,-19 30 0,31-43-1897,0 1 106,-1 0 0,2 0 0,-7 15 0,9-18-196,0-1-1,0 0 0,1 0 0,0 1 0,-1-1 1,1 0-1,0 1 0,1-1 0,-1 0 1,1 1-1,-1-1 0,1 0 0,2 5 0,-1-2-25,1 0-1,0 0 0,0-1 1,1 1-1,0-1 1,0 0-1,0 0 0,0 0 1,1-1-1,0 1 0,0-1 1,6 3-1,-9-5-28,1 0-1,-1-1 1,1 1 0,0-1-1,-1 1 1,1-1 0,0 0-1,0 0 1,0-1 0,0 1-1,0 0 1,0-1 0,0 0 0,0 0-1,0 0 1,0 0 0,1 0-1,-1-1 1,0 1 0,0-1-1,0 0 1,-1 0 0,1 0-1,0 0 1,0 0 0,4-3-1,1-3-89,-1 1-1,0-1 0,0 0 0,-1-1 0,0 0 0,7-9 0,26-55-738,-29 47 664,0-2 1,-2 1-1,-1-1 1,-1 0-1,-2 0 0,0-1 1,-1-37-1,-4 36 348,-1 0 0,-9-44 0,0-7 776,9 66-699,1 0 1,-2 1 0,0-1 0,0 1-1,-1 0 1,-1 0 0,-11-23 0,11 29 32,3 5-153,1 0-1,-1 0 1,1 0-1,0 0 1,-1-1-1,1 1 1,0 0-1,0 0 1,1-1-1,-1 1 1,0-4-1,-1-8 737,8 34-580,11 91-134,6 31-459,-15-113-243,0-1-1,2 0 1,1-1-1,1 0 1,18 30-1,-17-37-1453,1 0 0,0-2 0,1 1 0,18 15 0,8 1-7452</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4.837"/>
    </inkml:context>
    <inkml:brush xml:id="br0">
      <inkml:brushProperty name="width" value="0.035" units="cm"/>
      <inkml:brushProperty name="height" value="0.035" units="cm"/>
    </inkml:brush>
  </inkml:definitions>
  <inkml:trace contextRef="#ctx0" brushRef="#br0">240 737 11073,'-102'35'1285,"96"-33"-1065,0 0 1,0 0-1,0 1 1,1-1-1,-1 1 0,1 1 1,0-1-1,-1 1 1,2 0-1,-1 0 1,0 0-1,-6 9 1,-15 13 859,22-23-1014,1 0 0,0 0 0,0 1 0,1-1 0,-1 1 0,1-1 0,-1 1 0,1 0 0,0 0 0,1 0 0,-1 0 0,1 0 0,0 1 0,0-1 0,0 0 0,0 1 0,0 6 0,1-2 66,0 1 0,1 0 0,0-1 1,1 1-1,0-1 0,4 14 0,-6-22-98,1 0 1,-1 0-1,1 0 0,-1-1 1,0 1-1,1 0 0,-1 0 1,1-1-1,0 1 0,-1 0 1,1-1-1,-1 1 0,1-1 1,0 1-1,0-1 0,-1 1 1,1-1-1,0 1 0,1 0 1,3 1 91,-2 0-38,1 1 0,1-1 0,-1 0 0,0 0 0,0-1 0,1 1 0,-1-1 0,1 0 0,-1 0 0,1-1 0,0 1 0,-1-1 0,9 0 0,2-2 110,0-1 0,26-7 1,-29 7-165,22-9 166,0 0 1,0-3 0,-1-1 0,53-34 0,-67 38-249,0-1 0,0 0 0,-2-1 0,0-1 0,21-23 0,-36 35-142,-3 3-122,0-1 289,0 1 0,0-1 0,0 1 0,0-1 1,1 0-1,-1 1 0,0-1 0,0 0 0,1 0 0,-1 1 0,0-1 0,1 0 0,-1 0 1,1 0-1,-1 0 0,1 0 0,-1-1 0,-6-8-120,7 10 136,-1 0-1,0 0 1,1 0-1,-1 0 0,1 0 1,-1 0-1,1 0 1,-1 1-1,0-1 1,1 0-1,-1 0 0,1 0 1,-1 1-1,1-1 1,-1 0-1,1 1 0,0-1 1,-1 0-1,1 1 1,-1-1-1,1 1 1,0-1-1,-1 1 0,1-1 1,-1 1-1,-3 6-64,-1-1 1,1 0-1,0 1 0,1 0 1,0 0-1,0 0 0,0 0 1,1 0-1,0 0 0,0 1 0,1-1 1,-1 10-1,2-10 74,0-1 1,0 1-1,0 0 0,1-1 1,0 1-1,0-1 0,0 1 1,1-1-1,0 0 0,0 1 1,1-1-1,0 0 0,0 0 0,6 8 1,-6-12 7,0 1-1,0 0 1,0-1 0,0 1 0,0-1 0,1 0-1,-1 0 1,1-1 0,-1 1 0,1-1-1,0 0 1,0 0 0,0 0 0,0 0 0,0 0-1,5-1 1,10 1 37,0-1-1,21-3 1,-26 2-55,3-1-93,1 0 0,-1-1 0,-1-1-1,1-1 1,0 0 0,-1-1-1,0-1 1,-1 0 0,1-1-1,-1-1 1,-1 0 0,0-1-1,0-1 1,-1 0 0,0-1 0,-1 0-1,0-1 1,-1 0 0,-1-1-1,14-24 1,4-14-107,-3-1-1,-2 0 1,21-75-1,30-173 2574,-71 284-2102,3-22 1273,-2-1-1,-2-66 0,-2 83-874,0 19 247,-5 10-842,1 1-1,-1-1 1,1 1-1,1 1 0,-1-1 1,1 0-1,0 1 1,1-1-1,0 1 1,0 0-1,-1 11 0,-1 4 33,-33 223 157,29-171-216,1 28-832,11 197 0,3-83-3776,-6-152 1276,1-25-2149,-2-14-3657</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0:55.297"/>
    </inkml:context>
    <inkml:brush xml:id="br0">
      <inkml:brushProperty name="width" value="0.035" units="cm"/>
      <inkml:brushProperty name="height" value="0.035" units="cm"/>
    </inkml:brush>
  </inkml:definitions>
  <inkml:trace contextRef="#ctx0" brushRef="#br0">1 9 14045,'0'0'1776,"4"-1"-209,26-3-105,1 2 0,-1 0 0,35 4 0,59 6-208,60 6-100,-113-6-910,-23-3-964,78 18 0,-122-22 378,-5 3-1069,-8 33 1314,8-33 134,0-4-30,0 0 0,0 1 0,1-1 0,-1 1-1,0-1 1,0 1 0,1 0 0,-1-1-1,0 1 1,1 0 0,-1 0 0,0-1 0,1 1-1,-1 0 1,1 0 0,0 0 0,-1 0-1,1 1 1,-1-2 19,1 1-1,0 0 1,-1 0 0,1-1-1,0 1 1,-1 0-1,1 0 1,-1-1 0,1 1-1,-1 0 1,0-1-1,1 1 1,-1-1 0,0 1-1,1-1 1,-2 2-1,1 2 95,0 0-86,1 0 1,-1 0 0,1 0-1,0 0 1,0 1 0,0-1-1,1 0 1,0 0-1,-1 0 1,1 0 0,1 0-1,-1 0 1,1 0 0,-1 0-1,1-1 1,0 1-1,0-1 1,1 1 0,-1-1-1,1 0 1,0 0 0,0 0-1,0 0 1,0 0-1,0-1 1,0 1 0,1-1-1,6 4 1,-9-6-66,4 3-67,-1-1-1,0 0 1,1 0-1,-1 0 1,1 0-1,8 1 1,-10-3-48,0 0 1,0 0-1,-1-1 1,1 1-1,0-1 1,0 1-1,0-1 0,0 0 1,0 0-1,-1 0 1,1-1-1,0 1 1,-1-1-1,1 1 1,-1-1-1,0 0 1,1 0-1,-1 0 1,0 0-1,0-1 0,0 1 1,2-5-1,1-2-99,0-1-1,-1 1 0,-1-1 0,0 0 1,2-11-1,4-10 1287,-8 27 626,0 1-1226,15-28 233,-14 28-354,2 5-114,1-1-1,-1 1 1,0 0-1,0 0 1,0 1-1,0-1 1,0 1-1,0 0 1,-1 0-1,1 0 1,-1 0-1,0 1 0,4 5 1,20 17 636,-17-19-782,0-2-1,0 1 1,0-1-1,1-1 1,0 0 0,0 0-1,0-1 1,0-1-1,1 0 1,-1 0-1,1-1 1,-1 0-1,1-1 1,19-3 0,3-1-790,-1-2 0,0-1 0,58-21 1,-62 16-1867,-1-1 1,-1-1 0,44-31 0,-70 45 2451,83-52-10965</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03.771"/>
    </inkml:context>
    <inkml:brush xml:id="br0">
      <inkml:brushProperty name="width" value="0.035" units="cm"/>
      <inkml:brushProperty name="height" value="0.035" units="cm"/>
    </inkml:brush>
  </inkml:definitions>
  <inkml:trace contextRef="#ctx0" brushRef="#br0">3517 377 7129,'19'11'8960,"-18"-14"-8357,9-28 545,-10 28 474,-3 2-1552,0 0 0,-1-1 1,1 1-1,0-1 0,0 1 1,-4-4-1,-1 0 35,-16-5 139,18 7-221,1 0 0,0 1 0,-1 0 0,0 0 0,0 1 0,-10-2 1,4 1 9,1 0 1,-1-1-1,0 0 1,-13-7-1,-4 0-9,-111-25 523,0 7 1,-274-21-1,83 37-277,216 10-197,65 1-37,-1 2 0,-60 9 0,-93 9 43,78-10-57,37 7 41,20-3-16,-60 16 76,74-16-75,9-3-3,26-7-19,0 2 0,-24 8 1,4 1-24,10-3 30,0 1 0,0 1-1,-53 33 1,37-14 106,9-7-184,-50 43 1,-10 14 22,82-70 17,1 2 1,0 0 0,-20 28-1,-1 1-1,-53 48-15,-19 23-7,10-6 37,84-92 4,-20 34 0,12-15-11,-50 82-21,52-82 23,1 1-1,3 1 1,-14 44-1,23-66-6,-11 34 35,2 0 0,2 0-1,3 2 1,1-1-1,3 1 1,2 1 0,3 66-1,25 52-88,-15-114 66,-6-43-13,-1 0 1,2 24-1,-3-16 9,1 0-1,1-1 0,1 1 0,1-1 1,1 0-1,10 24 0,12 43 16,-15-49 17,27 58-1,-4-15-50,-10-28 38,39 58-1,-62-107-28,4 7 9,0-1 1,1-1 0,17 18 0,-6-8 26,-2 0-29,2 0 0,0-1 1,1-1-1,0-1 1,27 16-1,-24-18 8,1-2 0,1 0 0,0-2 0,31 9 0,41 9-15,149 24 0,75-22 23,-244-25-14,138 1-40,-177-3 29,27 1-1,66-2 0,0 1-5,-35 1 12,334 0 64,-244 9-135,-88-3 72,38 7-52,14 1 134,571-20-236,-536-5 51,-91 6 45,-41 2 30,73-9 0,-73 3 1,87 4-1,19-1-15,119-11-47,-218 12 60,10-1-8,109-4-70,52-6 6,115-21 90,62-14 35,-54 9-28,-268 30 9,79-13 13,-151 19-19,0-1-1,23 1 1,11-3 22,138-28 28,130-34-42,-166 46-60,-3 0 69,-95 9 14,-1-2 0,-1-3 0,0-2 0,51-27 0,-82 36-5,1-2 0,-2 0 0,1-2 0,20-19 0,58-67 101,-61 61 0,46-40 0,-10 18 101,-22 4 920,-48 55-760,14-9 213,-14 10-567,-1-1 1,1 1-1,0-1 1,0 1-1,-1-1 0,1 1 1,-1-1-1,1 0 1,-1 0-1,0 1 0,0-1 1,0 0-1,0 0 1,0 0-1,0-1 0,0 1 1,-1 0-1,2-3 0,1-9 4,-3 9-34,1 1 0,-1 0 0,1 0 0,0 0 0,0 0 0,1 0 0,-1 0 0,1 0 0,0 1 0,0-1 0,0 1 0,1-1 0,-1 1 0,1 0 0,0-1 0,0 2 0,6-6 0,18-16 1,-23 19 11,0 1 0,1 0 0,-1 0 1,1 1-1,9-7 0,1 2 21,0-1 1,-1-1 0,-1 0-1,23-21 1,42-52 184,-28 19 13,-49 62-200,1-1 0,-1 1 0,0 0 0,1-1-1,-1 1 1,-1 0 0,1-1 0,0 1 0,0-5 0,3-6 172,2-11-109,-1 0 0,0 0 0,0-30 0,-5 15-82,-2 1 0,-10-57 0,10 75-33,-4-11 55,0 0 1,-2 1-1,-12-32 1,1 16 29,-2 1 0,-31-52 0,16 33 0,25 43-56,-25-37 0,-99-146 245,77 127-217,-34-45 4,76 100-42,-1 1-1,0 1 1,-2 1 0,-27-22 0,-93-63-2,-27-1-14,37 25-11,125 78 28,0-1 0,0 1 0,0 0 1,-1 0-1,1 0 0,-7-1 0,-8-4-9,-52-19-19,-1 2 1,-149-28 0,-281-25-24,89 32 153,199 26-73,66 2-54,-46-3 9,21 14 26,62 5-58,-28 1 84,-6 0-79,-17 2 188,11 0-88,33-2-70,-14 0 37,60 0-14,39 1-5,-40-3 0,-26-1 26,65 3-34,-42-4 0,-3 0 19,2 0-28,-88-3 36,46 4-22,-137-3-50,54 3 38,-74-12 90,234 12-35,-3 0-24,-56 2 1,55 2-2,37-2-17,-1 1 1,1 0-1,0 1 1,0 0-1,-1 1 0,-16 4 1,24-5-2,1-1 0,-1 1 0,1-1 0,-1 1 1,1-1-1,-1 0 0,0 1 0,1-1 0,-1 0 1,1 0-1,-1-1 0,-2 1 0,-5-1 8,-59 0 182,64 1-110,1 0-78,0 0-1,0-1 0,0 1 0,0 0 1,0 1-1,0-1 0,0 0 0,0 1 1,-4 1-1,4-1 7,0-1 12,-2 1-13,-30 3-3,-107 17 4,6 1-471,27-6-1197,91-12 996,1 0 0,-1-2-1,0 0 1,0-1 0,0-1-1,0 0 1,1-1 0,-1-2-1,-20-4 1,18 2-442,-5-1-854,1-2-3706,-7-5-3800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06.896"/>
    </inkml:context>
    <inkml:brush xml:id="br0">
      <inkml:brushProperty name="width" value="0.035" units="cm"/>
      <inkml:brushProperty name="height" value="0.035" units="cm"/>
    </inkml:brush>
  </inkml:definitions>
  <inkml:trace contextRef="#ctx0" brushRef="#br0">2492 131 6073,'2'-8'536,"0"-10"10958,-5 20-11020,-32 15 343,0-1 0,-51 15 0,20-14-169,-128 17 0,128-25-487,-100 13 151,-148 27 91,-22 34-161,259-59-191,1 4-1,-90 46 0,128-52-46,1 1 0,1 2 0,2 1 1,0 2-1,2 2 0,-52 60 0,16-4 11,-86 142-1,-8 61 133,128-224-68,3 1 1,2 2-1,4 1 0,3 0 0,-24 129 1,42-163 34,0 1 1,3 0 0,0 0 0,3 0 0,1 0 0,2-1-1,1 0 1,13 44 0,0-22 163,3-2 1,1 0-1,4-2 0,42 65 0,161 247 551,-180-273-749,67 171-1,-98-217-111,12 39-109,-19-49-2,1-1 0,2-1 0,29 50 0,-37-75 126,0-1 1,0 0-1,0 0 0,1 0 0,0-1 1,1 0-1,-1-1 0,1 0 1,1 0-1,-1-1 0,13 5 0,11 3-5,0-2 0,39 7 0,-42-11 4,157 35-12,-116-27 27,75 6 0,-140-20-4,512 27-124,-446-26 115,359-21 2,-399 17-1,161-15-8,203-11 46,-3 11-137,-313 13 8,88 2-58,-40 2 50,-100-1 108,436-23-423,-304 8 420,151-18-379,-2-21 69,235-81-362,-434 109 567,76-21 117,-103 26-24,101-12 0,461-42 17,-550 67 38,94-3 18,-88 5-47,37-3 27,-48-2 109,-32 5-108,-1-2-1,58-17 1,504-219 720,-557 215-353,-1-2 0,58-42-1,-112 69-252,-1 0-1,1-1 1,-1 1-1,6-9 0,-7 8-49,0 1-1,0 0 0,0 0 0,0 1 0,8-5 0,-4 2 11,1-1 0,-1 0 0,0 0 0,-1-1 0,1 0 1,7-12-1,-15 19-87,1 0 1,0-1 0,0 1 0,0 1-1,0-1 1,0 0 0,1 0-1,-1 1 1,1 0 0,2-2 0,0-3 48,2-15 45,2 0 0,13-23 0,9-21 91,-10 16-96,11-29-4,-13 31-57,45-81 0,-10 25-12,4-3 182,-51 92-143,0 0 1,-1 0-1,6-22 1,0-1 88,-9 30-141,-2-1-1,1 0 1,-1 0 0,0 0 0,-1-1-1,0-10 1,0-2 11,0-10-8,-2-1 1,0 1-1,-3 1 0,-1-1 1,-1 0-1,-1 1 0,-14-33 1,1 12-34,-41-76-1,-40-42 22,80 134-8,-57-82-15,32 52 21,8 6-32,-46-62-12,-14 3 31,89 107-12,-21-23 15,-1 1 0,-2 2 0,-53-39 0,40 38-21,14 9 35,-1 1 0,-43-21 1,15 11-39,40 20 33,-1 1 0,0 0-1,-42-12 1,-28-2 31,-160-20 1,208 41-63,-171-14 17,148 14 18,-110 0 96,10 1-90,39-1-38,-68 5 38,-405-6-6,486 7 4,64 0-3,-69-6 1,99 1-17,13 2-1,0 0 0,0 0 0,0 1 0,0 0 0,-13 3 0,-149 2 79,56-3-106,-124 6 25,145-7-27,-67 5 57,136-4-43,-43-3-1,-11 1 10,48 0-12,-45-4 1,9 0 38,63 4-16,-1-2-33,-1 1 30,-44-9 39,-33-2-32,-66-14 105,-1 0-134,-8-1 12,67 11-14,-240-29-18,249 36 24,-159-3-73,-48 27 147,99 12-22,126-14 2,61-12-50,-1-1 4,-74 22-5,12-3 4,-74 21-43,-115 19 1,229-55 64,21-4-10,-1 1 0,1-1-1,-1 1 1,1 1 0,-8 2-1,1 0 13,0 0-1,1-1 1,-25 4-1,23-5-17,0 0-1,1 1 1,-17 6-1,-1 1 42,-56 13-1,12-4-72,47-11 21,-124 31 16,147-38 1,0 0 7,1 1-1,-1 0 1,1 0 0,-1 0-1,1 1 1,0-1 0,-3 4-1,2-3 9,1 0 187,-27-7 32,17 4-4618,7 0-325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16.594"/>
    </inkml:context>
    <inkml:brush xml:id="br0">
      <inkml:brushProperty name="width" value="0.035" units="cm"/>
      <inkml:brushProperty name="height" value="0.035" units="cm"/>
    </inkml:brush>
  </inkml:definitions>
  <inkml:trace contextRef="#ctx0" brushRef="#br0">200 724 11277,'-5'0'2272,"-46"0"8499,48 2-10001,-1 2-675,1 0 1,-1 0 0,0 0-1,1 1 1,0-1 0,0 1 0,1-1-1,-1 1 1,1 0 0,0 0-1,0 1 1,-1 6 0,-3 12 169,-2 37 0,5-36-94,-53 551 1076,52-521-1181,3-50-67,-23 448-649,28-415-764,13-95 746,-3 0 1,10-83-1,-3-91-185,20-175 67,-24 255 658,37-257 110,-38 330 392,2 1-1,4 0 1,37-84 0,-12 66 316,-40 83-565,0 1 1,1 0-1,0 0 1,1 1-1,15-15 0,-23 24-113,0 0-1,1 0 0,-1 0 0,0 0 0,0 0 1,1 0-1,-1 1 0,0-1 0,1 0 0,-1 1 1,1-1-1,-1 1 0,0-1 0,1 1 0,0 0 1,-1-1-1,1 1 0,-1 0 0,1 0 0,-1 0 1,1 0-1,-1 1 0,1-1 0,-1 0 0,1 1 1,-1-1-1,1 1 0,-1-1 0,1 1 0,-1-1 0,0 1 1,1 0-1,-1 0 0,0 0 0,0 0 0,1 0 1,-1 0-1,0 0 0,0 0 0,0 1 0,1 1 1,2 3 15,-1-1 0,0 1-1,0 0 1,-1 0 0,0 0 0,0 0 0,0 1 0,1 10 0,-1 5 11,-1 1 0,-2-1-1,0 1 1,-1-1 0,-8 34 0,-36 110-630,43-157 534,-18 57-1100,-3-1 0,-3-1 0,-3-2 0,-2-1-1,-3-1 1,-65 85 0,86-129-676,0 0 1,-1-1-1,-31 25 0,23-25-5462</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16.939"/>
    </inkml:context>
    <inkml:brush xml:id="br0">
      <inkml:brushProperty name="width" value="0.035" units="cm"/>
      <inkml:brushProperty name="height" value="0.035" units="cm"/>
    </inkml:brush>
  </inkml:definitions>
  <inkml:trace contextRef="#ctx0" brushRef="#br0">1361 1 14193,'-30'15'1947,"29"-15"-1893,1 0-1,0 1 0,0-1 1,-1 0-1,1 0 1,0 0-1,0 1 0,-1-1 1,1 0-1,0 0 1,0 0-1,-1 0 0,1 0 1,0 0-1,-1 0 1,1 0-1,0 0 0,0 0 1,-1 0-1,1 0 1,0 0-1,-1 0 0,1 0 1,0 0-1,-1 0 1,1 0-1,0 0 0,0 0 1,-1 0-1,1 0 1,0 0-1,-1-1 0,-1 0 249,-1-1 1,0 1-1,0-1 0,0 1 0,0 0 0,0 0 0,0 0 0,0 1 0,0-1 1,0 1-1,0-1 0,0 1 0,-6 1 0,3 0-73,-1 0-1,1 1 1,0 0-1,-1 1 1,1-1-1,-9 6 1,-34 21 107,1 2 0,2 2-1,1 2 1,-54 54 0,-144 181 187,-49 126-12,236-306-338,5 2-1,-66 164 0,70-128 45,-36 160-1,68-218-134,3 2-1,3 0 1,0 144 0,11-180-110,1-1 1,2 1 0,1-1-1,2-1 1,2 1 0,0-1-1,29 58 1,-30-75-73,1 0 0,0-1 1,1 0-1,1-1 0,1 0 1,26 23-1,-28-29-24,1 0 0,1 0 0,-1-1 0,1-1 0,1 0 0,-1-1 0,1 0 0,0-1 0,25 5 0,-20-7-175,-1-1 1,1-1-1,0 0 0,0-1 0,0-1 1,0-1-1,20-5 0,6-4-1716,78-29 1,-4-12-4109,0-12-3916</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17.366"/>
    </inkml:context>
    <inkml:brush xml:id="br0">
      <inkml:brushProperty name="width" value="0.035" units="cm"/>
      <inkml:brushProperty name="height" value="0.035" units="cm"/>
    </inkml:brush>
  </inkml:definitions>
  <inkml:trace contextRef="#ctx0" brushRef="#br0">592 1 9133,'21'9'1689,"-16"-7"-252,-10 0-119,-2 0-945,2 0-142,0 0 1,0-1 0,1 1-1,-1 1 1,1-1-1,-1 1 1,1 0 0,0 0-1,0 0 1,0 0-1,1 1 1,-1 0 0,-4 6-1,-169 254 3724,112-162-2887,-91 197 0,136-255-868,2 2 1,-22 87 0,1 98-1996,38-224 995,0 0 0,-1 0 1,0-1-1,-2 8 0,4-14 712,0 0-1,0 0 1,0-1-1,0 1 1,-2-1-2565,1 1 2565,1 0-1,0 1 1,0-1 0,0 0-1,0 0 1,0 0-1,-1 1-1944,-11-13-7327</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0.755"/>
    </inkml:context>
    <inkml:brush xml:id="br0">
      <inkml:brushProperty name="width" value="0.035" units="cm"/>
      <inkml:brushProperty name="height" value="0.035" units="cm"/>
    </inkml:brush>
  </inkml:definitions>
  <inkml:trace contextRef="#ctx0" brushRef="#br0">23 12 8981,'-22'-11'16386,"23"16"-15335,2 6-702,1 0 0,1 1-1,0-2 1,0 1-1,10 13 1,42 54 889,-4-5-463,2 14-97,136 197 598,-146-224-1146,62 76 30,10 17-2909,-36-45-79,-58-71-10341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1.131"/>
    </inkml:context>
    <inkml:brush xml:id="br0">
      <inkml:brushProperty name="width" value="0.035" units="cm"/>
      <inkml:brushProperty name="height" value="0.035" units="cm"/>
    </inkml:brush>
  </inkml:definitions>
  <inkml:trace contextRef="#ctx0" brushRef="#br0">1 46 8345,'18'11'13202,"-14"-12"-11330,7-3-737,-2 1-299,-1 0 0,1 0 0,0 1 0,13-1 0,175-17 2839,-145 14-3317,-8 0-358,-29 4 0,-1 0 0,1 1 0,26 0 0,-19 2-177,-18-1-939,-19 14-12602,-18 9-1054</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1.305"/>
    </inkml:context>
    <inkml:brush xml:id="br0">
      <inkml:brushProperty name="width" value="0.035" units="cm"/>
      <inkml:brushProperty name="height" value="0.035" units="cm"/>
    </inkml:brush>
  </inkml:definitions>
  <inkml:trace contextRef="#ctx0" brushRef="#br0">0 183 22234,'153'-71'3180,"-90"53"-543,-4 7-417,-7-8-416,-11 4-1112,0 4-692,4 0 0,-4 0 0,-23 3 0,4 8 0,1-7 0,-34 25-8357,-12 12 1185,-10-4-7082</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1.776"/>
    </inkml:context>
    <inkml:brush xml:id="br0">
      <inkml:brushProperty name="width" value="0.035" units="cm"/>
      <inkml:brushProperty name="height" value="0.035" units="cm"/>
    </inkml:brush>
  </inkml:definitions>
  <inkml:trace contextRef="#ctx0" brushRef="#br0">31 79 12413,'-2'0'171,"1"0"0,0-1 0,0 1 0,-1 0 0,1-1 0,0 1 0,0-1 0,0 1 0,0-1 0,0 0 0,-1 1 0,1-1 0,0 0 0,1 0 0,-1 0 0,0 0 0,0 0 0,0 0 1,0 0-1,1 0 0,-1 0 0,0-2 0,1 2-1,0-1 0,0 1 0,0 0 0,1 0 1,-1-1-1,0 1 0,1 0 0,-1 0 0,1-1 1,-1 1-1,1 0 0,0 0 0,-1 0 0,1 0 0,0 0 1,0 0-1,0 0 0,0 0 0,0 0 0,0 1 1,0-1-1,0 0 0,2 0 0,4-4 568,1 2 0,0-1 0,0 1 0,1 1 0,-1-1 0,0 1 0,1 1 0,0-1 1,13 1-1,14-3 1178,-24 2-1465,0 1 0,1 0 0,16 1 1,-25 0-370,0 1 0,0-1 0,-1 0 1,1 1-1,0 0 0,-1 0 1,1 0-1,-1 1 0,1-1 1,-1 1-1,0 0 0,0-1 0,1 1 1,4 5-1,-6-3-82,0-1 0,0 0 0,0 1 0,0-1 0,-1 1 0,0-1 0,0 1 0,0-1 0,0 1 0,0 0 0,-1 0 0,0-1 0,0 1 0,0 4 0,-7 53 0,6-55 0,-7 28-396,-1 0 0,-23 55-1,20-58-85,1-4-604,-1 0 1,-1-1 0,-31 46-1,33-58-358,0 0-1,-23 22 1,24-28-373,1-1-1,-1 0 1,0 0 0,-19 10 0,7-8-8534</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2.171"/>
    </inkml:context>
    <inkml:brush xml:id="br0">
      <inkml:brushProperty name="width" value="0.035" units="cm"/>
      <inkml:brushProperty name="height" value="0.035" units="cm"/>
    </inkml:brush>
  </inkml:definitions>
  <inkml:trace contextRef="#ctx0" brushRef="#br0">444 13 13429,'-4'-12'3184,"13"11"-304,-2 2-3254,-3-1 449,8 1 882,-16 0 180,-29 4-1034,-129 44-859,134-38 839,1 1 0,1 1 1,-44 29-1,-16 9 1165,55-36-488,31-15-745,-1 0 0,1 0 0,0 0 0,0 0 0,0 0 0,0 0 0,-1 0 0,1 0 0,0 1 0,0-1 0,0 0 0,0 0 0,0 0 0,-1 0 0,1 0 0,0 0 0,0 0 0,0 1 0,0-1 0,0 0 0,0 0 0,0 0 0,0 0 0,0 1 0,-1-1-1,1 0 1,0 0 0,0 0 0,0 0 0,0 1 0,0-1 0,0 0 0,0 0 0,0 0 0,0 0 0,0 1 0,0-1 0,0 0 0,0 0 0,1 1 0,-1 0 17,-1 1 53,1 1-1,0-1 0,0 1 0,0-1 0,0 1 0,1-1 1,-1 1-1,1-1 0,-1 1 0,1-1 0,0 0 0,0 1 0,0-1 1,0 0-1,0 1 0,1-1 0,-1 0 0,1 0 0,-1 0 0,1 0 1,0-1-1,0 1 0,0 0 0,0-1 0,4 3 0,9 5 100,0-1-1,1-1 0,0-1 1,0 0-1,1-1 1,-1 0-1,21 2 0,124 7-827,-156-13 558,100 0-2870,-35-4-7602,-34 2 509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2.597"/>
    </inkml:context>
    <inkml:brush xml:id="br0">
      <inkml:brushProperty name="width" value="0.035" units="cm"/>
      <inkml:brushProperty name="height" value="0.035" units="cm"/>
    </inkml:brush>
  </inkml:definitions>
  <inkml:trace contextRef="#ctx0" brushRef="#br0">77 0 12441,'0'0'76,"0"0"1,0 0-1,0 0 0,1 0 1,-1 0-1,0 0 0,0 1 0,0-1 1,0 0-1,0 0 0,0 0 1,1 0-1,-1 0 0,0 0 1,0 0-1,0 0 0,0 0 0,0 0 1,0 1-1,0-1 0,1 0 1,-1 0-1,0 0 0,0 0 1,0 0-1,0 0 0,0 1 0,0-1 1,0 0-1,0 0 0,0 0 1,0 0-1,0 0 0,0 1 0,0-1 1,0 0-1,0 0 0,0 0 1,0 0-1,0 0 0,0 1 1,0-1-1,0 0 0,0 0 0,0 0 1,0 0-1,0 0 0,0 0 1,0 1-1,-1-1 0,1 0 0,-11 2 1723,-23-2-535,27 0-242,6 0-981,1 0 0,0 0 0,0-1-1,0 1 1,-1 0 0,1 0 0,0 0 0,0 0-1,0 0 1,-1 0 0,1 0 0,0 0 0,0 0-1,0 0 1,-1 0 0,1 0 0,0 0-1,0 1 1,0-1 0,-1 0 0,1 0 0,0 0-1,0 0 1,0 0 0,0 0 0,-1 0 0,1 0-1,0 1 1,0-1 0,0 0 0,0 0 0,0 0-1,0 0 1,-1 1 0,1-1 0,0 0 0,0 0-1,0 0 1,0 1 0,0-1 0,0 0 0,0 0-1,-5 18 799,0 0-1,2 0 0,0 1 1,1-1-1,1 0 1,2 33-1,17 156-461,-17-180-384,-1-18-4109</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4.003"/>
    </inkml:context>
    <inkml:brush xml:id="br0">
      <inkml:brushProperty name="width" value="0.035" units="cm"/>
      <inkml:brushProperty name="height" value="0.035" units="cm"/>
    </inkml:brush>
  </inkml:definitions>
  <inkml:trace contextRef="#ctx0" brushRef="#br0">41 1 20326,'0'26'12441,"-22"-11"-25086,3-1-4493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4.306"/>
    </inkml:context>
    <inkml:brush xml:id="br0">
      <inkml:brushProperty name="width" value="0.035" units="cm"/>
      <inkml:brushProperty name="height" value="0.035" units="cm"/>
    </inkml:brush>
  </inkml:definitions>
  <inkml:trace contextRef="#ctx0" brushRef="#br0">372 1 17946,'0'0'6524,"1"2"-4904,4 5-776,-3-5-721,-1 0 1,1 0 0,-1 0 0,0 1 0,1-1 0,-1 0 0,0 1 0,-1-1 0,1 0-1,0 1 1,-1-1 0,1 1 0,-1 0 0,0-1 0,0 1 0,0-1 0,0 1 0,0-1-1,-1 4 1,-5 35 288,-1 1 0,-2-1 0,-2-1-1,-15 40 1,-77 154-2931,83-198 773,-2 0 1,-37 44 0,17-24-1299,-2 6-3627,2-12-4345</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5.142"/>
    </inkml:context>
    <inkml:brush xml:id="br0">
      <inkml:brushProperty name="width" value="0.035" units="cm"/>
      <inkml:brushProperty name="height" value="0.035" units="cm"/>
    </inkml:brush>
  </inkml:definitions>
  <inkml:trace contextRef="#ctx0" brushRef="#br0">6 835 9885,'-5'13'1841,"25"-33"10947,-19 16-12446,7-15-37,0 1 0,21-33 0,-16 30-305,18-41-1,1-13-193,-19 48 46,-1 0 0,-2-1 1,14-57-1,12-50-189,-24 95 196,-1 0 0,5-42 0,-1 9 200,-15 68-75,1 1-8,1-17 4,-2 11-19,-4 17 19,-3 19-6,7-26 25,-9 29-13,5-17 11,0 1 1,1-1 0,1 1 0,-2 22-1,3-9 19,0 104-42,2-116 87,0 1 1,1-1-1,1 0 0,0 0 0,1 0 0,11 26 0,-7-22 95,-6-12-88,1 0-1,0 0 1,0 0-1,0-1 1,1 1-1,0-1 1,0 0-1,0 0 1,9 7-1,-5-6-10,1 0 1,0-1-1,0 0 0,0 0 0,1-1 1,-1 0-1,1-1 0,0 0 0,1 0 1,-1-1-1,0-1 0,0 0 0,13 0 1,4-1-110,-1-2 1,1-1-1,44-10 1,-64 11 3,0 0-1,0 0 1,-1-1 0,1 0-1,-1 0 1,0-1 0,0 0-1,0 0 1,0 0 0,-1-1-1,0 1 1,5-7 0,-1 2-25,-2 2-18,0 0-1,-1-1 0,0 0 0,-1 0 0,1-1 1,-2 0-1,1 0 0,-1 0 0,3-12 0,2-8-192,6-48 0,-13 61 328,0-1 1,-2 0 0,0 1-1,-1-1 1,0 0 0,-7-26-1,7 41-12,1-1-1,-1 1 1,0 0 0,0 0-1,-1-1 1,1 1 0,0 0-1,-1 0 1,-1-2-1,-2-2 77,4 3 196,0 8 153,0 5-244,-2 10 45,0 1 0,2-1 0,0 1 0,1 0 0,1 0 0,1-1 0,5 22 0,3-5 57,16 40 1,-19-62-335,0-1 0,0 1 1,1-1-1,1-1 0,14 17 1,4-1-1277,37 32 0,1-8-3742,-30-31-1598,-7-12-4182</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5.426"/>
    </inkml:context>
    <inkml:brush xml:id="br0">
      <inkml:brushProperty name="width" value="0.035" units="cm"/>
      <inkml:brushProperty name="height" value="0.035" units="cm"/>
    </inkml:brush>
  </inkml:definitions>
  <inkml:trace contextRef="#ctx0" brushRef="#br0">240 0 15357,'1'0'133,"0"0"-1,1 1 1,-1-1-1,0 0 1,0 0 0,1 1-1,-1-1 1,0 1-1,1-1 1,-1 1-1,0 0 1,0-1-1,0 1 1,0 0-1,0 0 1,0 0-1,1 1 1,-2-1 7,0 0 1,0-1 0,0 1-1,0 0 1,-1 0-1,1 0 1,0 0-1,-1 0 1,1-1 0,-1 1-1,1 0 1,-1 0-1,1 0 1,-1-1 0,1 1-1,-1 0 1,-1 0-1,-14 23 1797,9-10-1182,1 1 1,1-1-1,-5 21 0,-3 10 342,-81 254 1428,45-114-4930,36-125 179,11-52 1247,-1-1 0,0 1 1,0-1-1,0 0 1,-1 0-1,-6 10 1,-3 3-4286</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5.981"/>
    </inkml:context>
    <inkml:brush xml:id="br0">
      <inkml:brushProperty name="width" value="0.035" units="cm"/>
      <inkml:brushProperty name="height" value="0.035" units="cm"/>
    </inkml:brush>
  </inkml:definitions>
  <inkml:trace contextRef="#ctx0" brushRef="#br0">309 38 12985,'-7'0'986,"0"0"1,0 1-1,0 0 0,0 1 0,-10 3 0,8-2-438,-1 1-1,1 1 1,-11 6-1,8-3-393,1 0-1,0 1 0,0 0 0,1 1 1,-14 18-1,10-11-12,-9 11 391,-31 53-1,48-70-303,0 0 0,1 1 0,0 0 0,1 0 0,1 0 0,0 1 0,0-1 0,0 19 0,3-26-130,0 1 1,0-1-1,1 1 0,0-1 0,0 0 0,0 0 0,0 1 0,1-1 1,0 0-1,0 0 0,1 0 0,-1 0 0,1-1 0,0 1 0,1-1 1,-1 0-1,1 0 0,-1 0 0,1 0 0,0 0 0,1-1 0,-1 0 1,5 3-1,9 4 173,0 0 1,0-1 0,0-1 0,37 10 0,-32-13-133,0-1 0,1 0 0,-1-2 1,1-1-1,42-3 0,-62 2-182,-1-1 0,1 1 0,-1-1 0,1 0 0,-1 0-1,0 0 1,1 0 0,-1 0 0,0-1 0,0 0 0,0 1 0,0-1 0,0 0 0,0-1 0,0 1 0,3-4-1,-1-1-254,0 0 0,0 0 0,-1-1 0,7-13-1,-10 17 219,1 0-105,-1 0 1,1 0 0,-1 0-1,0-1 1,-1 1-1,1 0 1,-1-1 0,0 1-1,0-1 1,0 1-1,-2-9 1,0 1-241,-1 0 0,-7-17 0,6 19 71,0 1 21,0-1-1,0 1 1,-1 0-1,-1 0 1,1 1-1,-1 0 1,-1 0-1,0 0 1,0 1-1,-13-11 1,-6-1 297,-54-31-1,62 39 615,-4-4 136,16 11-448,1 1-1,0-1 1,-1 1-1,-10-5 1,8 4 54,6 3-154,1 0-1,0 1 1,-1-1 0,1 0-1,0 1 1,-1-1-1,1 1 1,-1-1 0,1 1-1,-3 0 1,7-3 1021,1-1-946,1 0 43,-1 1-1,1-1 1,-1 1 0,1-1 0,0 1 0,1 1-1,-1-1 1,0 1 0,1 0 0,-1 0-1,11-1 1,287-39 2249,-136 22-1825,-157 17-708,40 2 0,-13-2-3652,-37 3 3599,0 0 0,0 0 0,1 0 0,-1 0 0,0 0-1,0 1 1,0-1 0,0 0 0,0 0 0,0 0 0,0 0 0,1 0 0,-1 0 0,0 0 0,0 0 0,0 0 0,0 0-1,0 0 1,0 0 0,0 0 0,0 0 0,1 0 0,-1-1 0,0 1 0,0 0 0,0 0 0,0 0 0,0 0 0,0 0-1,0 0 1,0 0 0,0 0 0,1 0 0,-1 0 0,0 0 0,0 0 0,0 0 0,0-1 0,0 1 0,0 0 0,0 0-1,0 0 1,0 0 0,0 0 0,0 0 0,0 0 0,0 0 0,0-1 0,0 1 0,0 0 0,0 0 0,0 0 0,0 0-1,0 0 1,0 0 0,0 0 0,0-1 0,0 1 0,0 0 0,0 0 0,-17-4-2947,-6-1-4438,1-14-5017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6.552"/>
    </inkml:context>
    <inkml:brush xml:id="br0">
      <inkml:brushProperty name="width" value="0.035" units="cm"/>
      <inkml:brushProperty name="height" value="0.035" units="cm"/>
    </inkml:brush>
  </inkml:definitions>
  <inkml:trace contextRef="#ctx0" brushRef="#br0">1 153 9385,'1'-2'253,"1"0"0,-1-1 0,1 1 0,-1 0 0,1 0 1,0 0-1,0 0 0,0 1 0,0-1 0,1 0 0,-1 1 0,0 0 0,0-1 1,1 1-1,-1 0 0,1 0 0,-1 0 0,1 1 0,0-1 0,-1 1 0,6-1 1,-3 0 132,0 0 0,-1 0 0,1-1 0,0 1 0,-1-1 0,1 0 0,6-5 0,7-3 729,0 0-1,0 1 0,0 0 0,1 2 0,0 0 0,37-7 1,-28 7-107,66-9 2069,-48 10-2174,44-2 590,-88 8-1489,0 0 0,0 0 0,0 0 0,0 0 0,0 0 0,0 0 0,0 0 0,0 1 0,3 0 0,-4 0-10,0 0-1,0-1 1,-1 1-1,1 0 1,0-1-1,-1 1 1,1 0-1,-1 0 1,1-1 0,-1 1-1,1 0 1,-1 0-1,0 0 1,1 0-1,-1 0 1,0 0-1,0 0 1,0 0-1,0 0 1,1 0-1,-1-1 1,0 1-1,-1 0 1,1 0-1,0 2 1,-2 8-173,-1 0 0,0-1 0,0 1 0,-1-1 0,-1 0 0,0 1 0,0-2 0,-9 13 0,-4 10-627,-10 20-404,-65 134-2057,90-179 3195,-1 0 0,0 0 1,0 0-1,-1 0 0,-9 10 0,10-13 343,0 1 0,0 0 0,1 1 0,-1-1 0,-2 8 0,6-13-257,-1 0-1,1 0 0,0 0 1,0 0-1,0 1 0,0-1 1,0 0-1,0 0 1,0 0-1,0 0 0,0 0 1,0 0-1,0 0 0,0 1 1,0-1-1,0 0 0,0 0 1,0 0-1,0 0 0,0 0 1,0 0-1,0 1 0,0-1 1,0 0-1,0 0 0,0 0 1,0 0-1,0 0 0,0 0 1,0 0-1,0 1 0,0-1 1,1 0-1,-1 0 1,0 0-1,0 0 0,0 0 1,0 0-1,0 0 0,0 0 1,0 0-1,0 0 0,1 0 1,-1 0-1,0 0 0,0 0 1,0 1-1,0-1 0,0 0 1,0 0-1,0 0 0,1 0 1,-1 0-1,0 0 0,0 0 1,0 0-1,0 0 0,0 0 1,0-1-1,1 1 1,8 3 328,1 0 3,1 0 0,0 0 0,0-1 0,0-1 0,14 1 0,221-32 2259,-159 16-2164,75-8-2179,-161 22 1640,0-1 0,0 1 0,0 0-1,-1-1 1,1 1 0,0 0 0,0-1 0,-1 1-1,1-1 1,0 1 0,-1-1 0,1 1 0,0-1-1,-1 0 1,1 1 0,-1-1 0,1 0 0,-1 0-1,1 1 1,-1-1 0,0 0 0,1 0 0,-1 1-1,0-1 1,1 0 0,-1 0 0,0 0 0,0 0-1,0 0 1,0 1 0,0-1 0,0 0 0,0 0-1,0 0 1,0 0 0,-1 0 0,1 1 0,0-1-1,0 0 1,-1-1 0,0-1-318,-1-1 0,1 1 0,0 0 0,-1 0 0,0-1 0,0 1 1,0 1-1,0-1 0,0 0 0,-1 0 0,-2-2 0,2 3-375,0 0 0,0 1 0,0-1-1,-1 1 1,1-1 0,0 1 0,-1 0 0,-5-1 0,-46-9-11053</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6.959"/>
    </inkml:context>
    <inkml:brush xml:id="br0">
      <inkml:brushProperty name="width" value="0.035" units="cm"/>
      <inkml:brushProperty name="height" value="0.035" units="cm"/>
    </inkml:brush>
  </inkml:definitions>
  <inkml:trace contextRef="#ctx0" brushRef="#br0">387 8 15437,'22'-7'10413,"-15"21"-8165,-1-6-1805,14 31 144,-2 2 1,-1 0-1,13 54 1,25 137 1281,-52-220-1862,27 150-7,-6 2 0,-7 1 0,-8 0 0,-7 1 0,-7 0 0,-32 197 0,5-163-70,-102 349 1,91-417-1456,-60 128 1,76-206-756,-48 73 0,50-91-1195,-2-2-1,-54 56 0,23-38-8132</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7.350"/>
    </inkml:context>
    <inkml:brush xml:id="br0">
      <inkml:brushProperty name="width" value="0.035" units="cm"/>
      <inkml:brushProperty name="height" value="0.035" units="cm"/>
    </inkml:brush>
  </inkml:definitions>
  <inkml:trace contextRef="#ctx0" brushRef="#br0">1 1 12813,'0'0'12669,"4"0"-11271,48 2 1533,76 14 0,-120-14-2906,34 10-652,-39-11-930,-17 2-6423,3 1 5288,0-1 1,-14 7-1,-21 11-8852</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7.494"/>
    </inkml:context>
    <inkml:brush xml:id="br0">
      <inkml:brushProperty name="width" value="0.035" units="cm"/>
      <inkml:brushProperty name="height" value="0.035" units="cm"/>
    </inkml:brush>
  </inkml:definitions>
  <inkml:trace contextRef="#ctx0" brushRef="#br0">0 104 19426,'108'-33'2784,"-63"22"-120,-5 3-352,12 8-367,0-7-333,8 3-320,-4 0-560,-8 1-732,-26-1 0,19 4 0,-4 0 0,-7 0-1760,-4-4-768,-48-7-8857,-15-4-2725</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8.315"/>
    </inkml:context>
    <inkml:brush xml:id="br0">
      <inkml:brushProperty name="width" value="0.035" units="cm"/>
      <inkml:brushProperty name="height" value="0.035" units="cm"/>
    </inkml:brush>
  </inkml:definitions>
  <inkml:trace contextRef="#ctx0" brushRef="#br0">80 115 14481,'-12'-8'1734,"20"16"1759,-10-6-2105,-2 2-1119,1-1 0,-1 1 1,1 0-1,0-1 0,0 1 0,1 1 1,-1-1-1,1 0 0,0 1 0,0-1 1,0 1-1,-1 6 0,-7 31 732,-12 54 785,20-84-1619,0 1 0,1-1 1,0 1-1,1 0 0,2 16 1,5 24 604,-6-36-200,8 33 0,-8-46 127,4-5-361,-2 0-296,0 1 0,1-1 0,-1 0 1,0 0-1,0 0 0,0-1 0,1 1 1,-1-1-1,-1 0 0,1 1 1,0-2-1,0 1 0,-1 0 0,1 0 1,-1-1-1,0 1 0,0-1 0,0 0 1,0 1-1,0-1 0,0 0 0,-1 0 1,1-1-1,0-2 0,15-37 32,-2 0 1,-2-1-1,-2 0 0,6-50 0,-9 51-201,-3 24-61,-1-1 1,1-22-1,-5 38 152,0-1-1,0 1 1,0 0-1,0 0 0,-1 0 1,0-1-1,1 1 1,-2 0-1,1 0 1,0 0-1,-1 0 1,0 1-1,0-1 1,0 0-1,-4-5 1,5 8-33,0 0 1,0 0 0,0 0-1,0 0 1,0 0-1,0 0 1,0 0-1,0 0 1,0 0 0,-1 1-1,1-1 1,0 0-1,-1 1 1,1 0-1,0-1 1,-1 1 0,1 0-1,0-1 1,-1 1-1,1 0 1,-1 0-1,1 0 1,-2 0 0,0 1-68,1 0 1,0 0-1,0 0 1,0 0-1,0 0 1,0 0-1,0 1 1,0-1-1,0 1 1,0-1-1,0 1 1,-2 3-1,-4 6-506,0 0 0,1 1 0,-10 23-1,12-27 461,-4 14-1009,0 0-1,2 0 1,0 0-1,2 1 1,0 0-1,2 0 1,-1 26-1,3-40-130,1 1 0,0-1 0,1 0 0,3 17 0,6 2-4890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8.713"/>
    </inkml:context>
    <inkml:brush xml:id="br0">
      <inkml:brushProperty name="width" value="0.035" units="cm"/>
      <inkml:brushProperty name="height" value="0.035" units="cm"/>
    </inkml:brush>
  </inkml:definitions>
  <inkml:trace contextRef="#ctx0" brushRef="#br0">119 66 8293,'-3'8'615,"-1"10"1963,0-17-1173,-40 8 1341,40-8-1515,-23 17 1559,24-17-2063,0-1-1,-22-2 961,24 1-245,6-1 93,46-8 949,395-41 59,5 20-578,575 6-1965,5 46 0,-217-3 0,-734-16 0,174-4 0,-204-5-3198,-94 5-1505,1 1 1,-79 10-1,14 4-7774</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29.738"/>
    </inkml:context>
    <inkml:brush xml:id="br0">
      <inkml:brushProperty name="width" value="0.035" units="cm"/>
      <inkml:brushProperty name="height" value="0.035" units="cm"/>
    </inkml:brush>
  </inkml:definitions>
  <inkml:trace contextRef="#ctx0" brushRef="#br0">104 431 7557,'-37'-18'12927,"25"30"-11794,9-9-950,0 0-43,-1 0 0,1 0 0,0 0 0,0 1-1,1-1 1,-1 1 0,1 0 0,-1 0 0,1 0 0,0 0 0,1 0 0,-1 0-1,1 1 1,0-1 0,0 1 0,0-1 0,0 1 0,1-1 0,0 8 0,-3 23 238,-7 328 1950,14-287-1839,26 141 1,2-88 58,64 160 0,-76-234-326,4-1-1,42 73 0,1-29 31,-66-98-258,0 0-1,0 1 1,-1-1-1,1 0 1,0 0-1,0 0 1,-1 0-1,1 0 0,0 0 1,0 0-1,0 0 1,-1 0-1,1 0 1,0 0-1,0 0 1,0 0-1,-1-1 0,1 1 1,0 0-1,0-1 1,-1 1-1,1 0 1,1-2-1,-2 2-11,1 0 2,1-1-1,-1 0 1,0 1-1,0-1 1,0 0-1,0 0 1,0 0-1,0 0 0,0 0 1,0 0-1,-1 0 1,1 0-1,0 0 1,0 0-1,-1 0 1,1 0-1,0-3 1,4-24-291,-5 23 252,13-416-3654,-14 311 3199,-5-217-523,-29 1 576,-20-1 533,50 306 100,0-1 1,-1 1-1,-1 1 0,-1-1 0,-19-35 1,5 12 1291,20 40 509,6 1-1429,-1-1-443,0 1 0,1-1 0,0 1 1,0 0-1,0 0 0,0 1 0,1-1 0,-1 1 1,1 0-1,-1 0 0,1 0 0,0 1 1,0 0-1,0 0 0,-1 0 0,7 0 0,78-8 572,125-15 746,616-38-1423,4 63 0,-195 4 0,772-41 0,-1382 34 2,377-12-161,-441 21-2947,-14 1-1119,-56 17 0,27-6-1910,-35 4-5800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0.305"/>
    </inkml:context>
    <inkml:brush xml:id="br0">
      <inkml:brushProperty name="width" value="0.035" units="cm"/>
      <inkml:brushProperty name="height" value="0.035" units="cm"/>
    </inkml:brush>
  </inkml:definitions>
  <inkml:trace contextRef="#ctx0" brushRef="#br0">19 217 6425,'-18'-22'7689,"33"15"-4853,-7 3-2267,-2 1-45,0 0 1,0 0-1,0-1 1,0 0-1,10-9 1,18-13 1292,-2 9-75,0 1 0,66-22 0,75-9 2427,-164 45-4062,-2 0-2,0 0 0,0 1 0,0 0 0,13 0 0,-19 1-97,1 0-1,-1 0 1,0 0 0,0 0 0,1 1 0,-1-1-1,0 0 1,0 1 0,0-1 0,1 1 0,-1-1-1,0 1 1,0 0 0,0 0 0,0-1 0,0 1-1,0 0 1,0 0 0,0 0 0,-1 0-1,1 0 1,0 0 0,0 0 0,-1 0 0,1 0-1,-1 0 1,1 1 0,-1-1 0,1 0 0,-1 0-1,0 1 1,0 0 0,2 10-64,-2 0 0,1 0 0,-2-1 0,0 1-1,0 0 1,-1-1 0,0 1 0,-1-1 0,-1 1 0,-4 11 0,-10 19-476,-31 51 0,13-28 191,-52 120-685,86-183 1047,1 1 1,-1 0-1,1 0 0,0 0 1,0 1-1,0-1 0,0 0 1,1 0-1,-1 0 1,1 1-1,0-1 0,0 0 1,0 1-1,0-1 1,2 5-1,-2-6 23,1 0 0,0-1 1,0 1-1,0 0 0,0 0 1,1-1-1,-1 1 0,0-1 0,1 1 1,-1-1-1,1 0 0,-1 1 0,1-1 1,0 0-1,0 0 0,-1 0 1,1 0-1,0-1 0,0 1 0,0 0 1,0-1-1,0 1 0,3-1 1,11 3 111,1-2 1,0 0-1,-1-1 1,33-3 0,70-17 622,-80 12-698,272-58-2135,-282 57 1167,-16 5-851,6-2-4576</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0.729"/>
    </inkml:context>
    <inkml:brush xml:id="br0">
      <inkml:brushProperty name="width" value="0.035" units="cm"/>
      <inkml:brushProperty name="height" value="0.035" units="cm"/>
    </inkml:brush>
  </inkml:definitions>
  <inkml:trace contextRef="#ctx0" brushRef="#br0">31 23 9425,'26'-23'8067,"-27"26"-6702,-5 13 121,0 1 0,-4 24 1,1-5-851,3-16-325,1 1 1,0-1 0,2 1 0,0 0 0,0 25 0,13 99-1871,-7-120 846,1-2-2535,9 31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0.940"/>
    </inkml:context>
    <inkml:brush xml:id="br0">
      <inkml:brushProperty name="width" value="0.035" units="cm"/>
      <inkml:brushProperty name="height" value="0.035" units="cm"/>
    </inkml:brush>
  </inkml:definitions>
  <inkml:trace contextRef="#ctx0" brushRef="#br0">67 0 14989,'-3'41'1861,"-5"-15"-325,1 0-308,-12 0-152,1 4-160,10 7-172,5 23-120,6-34-220,-3 18-208,8 23-184,3-22-132,-4-27-148,-3 16-552,3-1-180,-3-14-592,4 3-396</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1.169"/>
    </inkml:context>
    <inkml:brush xml:id="br0">
      <inkml:brushProperty name="width" value="0.035" units="cm"/>
      <inkml:brushProperty name="height" value="0.035" units="cm"/>
    </inkml:brush>
  </inkml:definitions>
  <inkml:trace contextRef="#ctx0" brushRef="#br0">1 217 19106,'15'-13'915,"0"1"0,23-13 1,-30 21-522,0 0 0,1 1 0,-1 0 0,1 0 0,-1 1 0,1 0 0,0 1 0,9-1 0,122-4 3304,55-4-27,122-22-3671,143-17 0,-184 4 0,-272 45-304,-18 4-564,-26 3-2301,-87 19-9455,63-11-194</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1.692"/>
    </inkml:context>
    <inkml:brush xml:id="br0">
      <inkml:brushProperty name="width" value="0.035" units="cm"/>
      <inkml:brushProperty name="height" value="0.035" units="cm"/>
    </inkml:brush>
  </inkml:definitions>
  <inkml:trace contextRef="#ctx0" brushRef="#br0">269 248 12981,'-41'-31'3328,"40"31"-3251,0 0 0,1 0 0,-1 0 0,0 0 0,0 0 0,1 0-1,-1 0 1,0 0 0,1 0 0,-1 1 0,0-1 0,0 0-1,1 0 1,-1 1 0,0-1 0,1 0 0,-1 1 0,0-1-1,1 1 1,-1-1 0,1 1 0,-1-1 0,1 1 0,-1-1 0,0 2-1,0-1 144,-26 17 984,21-15-1074,0 1 0,0-1 1,1 1-1,0 0 0,0 1 0,0 0 0,-5 6 1,-67 92 1221,71-94-1274,-3 5 189,0 0-1,0 0 1,-6 17 0,14-27-170,-1-1 1,1 1-1,0-1 1,0 1-1,0-1 0,1 1 1,-1 0-1,1 0 0,0-1 1,0 1-1,0 0 1,0 0-1,1-1 0,-1 1 1,1 0-1,0-1 1,0 1-1,1-1 0,2 7 1,1-4 43,-1 0 0,1 0 0,0-1 0,1 1 0,-1-1 1,1-1-1,0 1 0,0-1 0,1 0 0,-1 0 0,1 0 0,0-1 1,0 0-1,0-1 0,12 3 0,10 1 311,0-1 0,50 1 0,-62-5-333,24-1 107,1-1 0,0-2 0,-1-3 0,0-1-1,0-1 1,45-17 0,-82 24-294,1 0 0,-1-1 0,0 0 0,0 0 0,0 0-1,0 0 1,-1 0 0,1-1 0,-1 1 0,1-1 0,-1 0 0,0 0 0,0-1 0,0 1-1,0-1 1,-1 1 0,4-7 0,-5 7-82,0-1-1,0 0 0,0 0 1,0 0-1,0 0 0,-1 0 1,0 0-1,0 0 1,0 0-1,0 0 0,0 0 1,-1 0-1,0 0 1,0 1-1,0-1 0,0 0 1,-1 0-1,-3-6 0,0 0-243,-2 1 0,1 0-1,-1 0 1,0 0 0,-1 1-1,0 0 1,0 1 0,-1 0-1,-16-11 1,-11-4-1034,-47-21-1,49 27 1465,-87-40 3033,117 54-1937,5-2 75,0 0-1006,1 0 0,0 0 0,0 1 0,0-1 0,1 0 0,-1 1 1,1-1-1,0 1 0,0 0 0,0 0 0,1 0 0,-1 0 0,0 1 1,1-1-1,0 1 0,7-3 0,4-2 280,1 2 0,-1 0 1,19-3-1,-24 6-410,168-48 2028,41-7-3101,-210 55-204,0 0-1,0-1 1,0 0 0,-1 0-1,11-7 1,-12 7-291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2.217"/>
    </inkml:context>
    <inkml:brush xml:id="br0">
      <inkml:brushProperty name="width" value="0.035" units="cm"/>
      <inkml:brushProperty name="height" value="0.035" units="cm"/>
    </inkml:brush>
  </inkml:definitions>
  <inkml:trace contextRef="#ctx0" brushRef="#br0">16 86 9785,'5'5'2063,"-13"-5"-1131,-4-1 4971,25-8-3739,-6 3-1679,10-3 564,1 1-1,0 0 1,0 1 0,28-6-1,77-10 1833,-90 17-2424,-29 6-386,-3 4-236,2 9-259,0 0 0,-1 0 0,-1 0 0,0 0 1,-1 0-1,-1 0 0,0 0 0,0 0 0,-1 0 0,-8 24 0,-11 57-1468,15-63 2915,-10 33 1,16-64-1009,0 0-1,0 0 1,0 0-1,0 0 1,1 0-1,-1-1 1,0 1-1,0 0 1,0 0-1,0 0 1,0 0-1,0 0 1,0 0-1,1 0 1,-1 0-1,0 0 1,0 0-1,0 0 1,0 0-1,0 0 1,1 0 0,-1 0-1,0 0 1,0 0-1,0 0 1,0 0-1,0 0 1,0 0-1,1 0 1,-1 0-1,0 0 1,0 0-1,0 0 1,0 0-1,0 0 1,0 1-1,1-1 1,-1 0-1,0 0 1,0 0 0,0 0-1,0 0 1,0 0-1,0 0 1,0 1-1,0-1 1,0 0-1,0 0 1,0 0-1,0 0 1,0 0-1,0 0 1,1 1-1,-1-1 1,0 0-1,0 0 1,0 0-1,0 0 1,0 0-1,-1 0 1,1 1 0,0-1-1,0 0 1,0 0-1,0 0 1,0 0-1,0 0 1,0 0-1,0 1 1,59-5 1565,0-3-1,71-17 1,-35 6-397,106-22-666,-173 34-570,-23 4-473,-7 0-1157,-2-2 1147,-1 1-1,1-1 1,-1 1 0,0 0-1,0 1 1,0-1 0,0 1 0,0 0-1,0 0 1,-1 0 0,-9-1 0,-4 0-2603,0 2 0,-24 0 0,-9 1-8530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3.370"/>
    </inkml:context>
    <inkml:brush xml:id="br0">
      <inkml:brushProperty name="width" value="0.035" units="cm"/>
      <inkml:brushProperty name="height" value="0.035" units="cm"/>
    </inkml:brush>
  </inkml:definitions>
  <inkml:trace contextRef="#ctx0" brushRef="#br0">152 192 7209,'13'9'1617,"-13"-8"-1544,0-1 1,0 1-1,0-1 0,0 1 0,0-1 1,0 1-1,0-1 0,0 1 1,0-1-1,0 1 0,0-1 0,-1 1 1,1-1-1,0 0 0,0 1 1,0-1-1,-1 1 0,1-1 0,0 1 1,-1-1-1,1 0 0,-3 4 3104,7-4-1619,30 7 1286,-31-7-1669,2 0-25,141-11 4068,-68-3-3745,-1-4 1,94-35-1,-31 9-640,-136 43-1083,-7-4-304,1 0 378,-1 0 1,0 1-1,0-1 0,0 1 0,0 0 0,-1 0 0,0 0 0,0 0 0,0 0 0,0 1 0,-10-6 0,7 6-30,0 0 0,0 0 0,-1 0 0,1 1 0,-1 0 0,1 1 0,-1 0 0,-14-1 0,-15 2-73,0 1 0,1 2-1,-1 2 1,1 1 0,0 2 0,1 1 0,0 2 0,0 1 0,1 2 0,1 1 0,0 2-1,-47 33 1,60-37 407,2 2-1,0 0 1,1 1-1,0 1 1,2 1-1,0 0 1,-13 21-1,23-31 26,0 0-1,1 1 0,0 0 0,1 0 1,0 0-1,0 0 0,1 0 0,-2 17 1,4-19-14,0 0-1,0 0 1,1 0 0,0 0 0,0 0 0,0 0 0,1-1 0,0 1 0,1 0 0,0-1 0,-1 1 0,9 11 0,-3-7 68,1 0 1,0-1-1,0 0 0,1-1 1,0 0-1,1 0 1,0-1-1,1 0 1,-1-1-1,18 7 0,9 3 386,0-2-1,46 11 0,-45-15-419,1-2 0,1-2 0,0-2 0,-1-1 0,52-3 0,-66-2-766,0-1-1,0-2 1,0 0-1,0-2 1,0-1-1,-1-1 1,0-1-1,-1-1 1,26-15-1,-35 17-134,47-31-3729,-25 9-1324,3-16-6042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3.718"/>
    </inkml:context>
    <inkml:brush xml:id="br0">
      <inkml:brushProperty name="width" value="0.035" units="cm"/>
      <inkml:brushProperty name="height" value="0.035" units="cm"/>
    </inkml:brush>
  </inkml:definitions>
  <inkml:trace contextRef="#ctx0" brushRef="#br0">1 105 16137,'27'-5'1168,"0"-1"0,0-2 0,0 0 0,35-17 0,-46 18-146,0 2-1,0 0 1,1 0-1,27-3 0,70 0 2816,-53 5-2310,-22 0-1306,132-5-123,-121 9-98,-40 2 0,-9-3-23,1 0-1,0 0 1,-1 0-1,1 0 1,0 1 0,-1-1-1,1 1 1,0-1-1,-1 1 1,1 0 0,1 1-1,-3 0-221,0 0 0,0 0 0,0 0 0,0 0-1,0 0 1,-1 0 0,1 0 0,-1 0 0,1 0 0,-1 0-1,0 0 1,0 0 0,0-1 0,0 1 0,0 0-1,0 0 1,0-1 0,-3 4 0,-7 4-1872,1-1 1,-2 0-1,-16 10 0,14-9-1556,-7 5-9031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4.285"/>
    </inkml:context>
    <inkml:brush xml:id="br0">
      <inkml:brushProperty name="width" value="0.035" units="cm"/>
      <inkml:brushProperty name="height" value="0.035" units="cm"/>
    </inkml:brush>
  </inkml:definitions>
  <inkml:trace contextRef="#ctx0" brushRef="#br0">939 5 8877,'-60'1'1768,"40"-4"-954,15 2-591,0 0 0,0 1 0,0 0 0,0 0-1,0 0 1,0 0 0,0 1 0,0 0 0,-8 2 0,-12 4 372,0 2 1,1 0-1,0 2 1,0 0-1,1 2 1,1 1-1,-38 29 1,24-10-214,1 1 0,1 2 1,3 1-1,0 1 1,3 2-1,-24 44 0,-3 17 511,-58 153-1,78-160-145,3 1-1,-34 172 1,55-198-334,3 0 0,3 0 1,3 0-1,13 128 0,-5-159-271,0 0-1,3 0 1,1-1 0,2-1-1,1 1 1,2-2-1,2 0 1,32 51 0,-31-60-236,2 0 1,1 0 0,1-2-1,1-1 1,0-1 0,2-1-1,1-1 1,1-1 0,0-1-1,42 20 1,-47-29-387,0 0 0,0-2 0,1 0 0,0-2 0,0 0 0,47 2 0,-33-6-2058,1-1 1,-1-3-1,64-11 1,0-13-8436</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4.613"/>
    </inkml:context>
    <inkml:brush xml:id="br0">
      <inkml:brushProperty name="width" value="0.035" units="cm"/>
      <inkml:brushProperty name="height" value="0.035" units="cm"/>
    </inkml:brush>
  </inkml:definitions>
  <inkml:trace contextRef="#ctx0" brushRef="#br0">83 49 6121,'19'-4'16470,"-19"3"-16002,2-6 2117,0 1-4994,-1 4 2571,0 1 0,0-1 0,0 0 0,0 0-1,1 0 1,-1 1 0,1-1 0,0 1 0,-1-1 0,1 1 0,0 0 0,0-1 0,0 1 0,0 0 0,0 0 0,0 1 0,0-1 0,0 0-1,0 1 1,0-1 0,0 1 0,1-1 0,2 1 0,6-1 422,1 0 0,-1 1-1,15 1 1,-20-1-495,0 0 1,-1 1-1,1 0 0,0 0 0,-1 1 1,1 0-1,-1 0 0,0 0 0,0 0 1,0 1-1,0 0 0,0 0 0,0 0 1,-1 1-1,1-1 0,-1 1 0,0 0 1,0 0-1,-1 1 0,7 8 1,-7-6 5,0 0 1,0 1 0,0-1 0,-1 1-1,0 0 1,0 0 0,-1-1 0,0 1-1,0 0 1,-1 0 0,0 0 0,-1 0-1,0 0 1,-1 8 0,-5 15-353,-1-1-1,-1 0 1,-17 36-1,-48 85-1643,58-119 1546,3-7-894,-2 0 0,0-1 0,-1-1 0,-29 33 0,42-54 719,0 0 1,0 1-1,0-1 0,0 0 1,0-1-1,0 1 0,-1 0 1,1-1-1,-1 0 0,1 0 1,-1 0-1,1 0 0,-1-1 1,0 1-1,0-1 0,1 0 0,-1 0 1,0 0-1,1-1 0,-1 1 1,-4-2-1,7 1 77,0 1 1,0-1-1,0 1 1,1-1-1,-1 1 1,0-1-1,0 0 1,1 1-1,-1-1 0,1 0 1,-1 0-1,0 1 1,1-1-1,0 0 1,-1 0-1,1 0 0,-1 0 1,1-1-1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4.947"/>
    </inkml:context>
    <inkml:brush xml:id="br0">
      <inkml:brushProperty name="width" value="0.035" units="cm"/>
      <inkml:brushProperty name="height" value="0.035" units="cm"/>
    </inkml:brush>
  </inkml:definitions>
  <inkml:trace contextRef="#ctx0" brushRef="#br0">411 8 11437,'-8'5'2276,"11"-14"-612,-3 8-1540,1-2 3590,-5 3-2963,-12 1-555,0 0 0,0 2 0,0-1-1,0 2 1,1 0 0,0 1-1,-1 0 1,2 2 0,-1-1 0,-23 16-1,2-2-20,13-8-94,1 1-1,-22 18 1,37-26-60,0 1 0,1 1 0,0-1 0,0 1-1,0 0 1,1 0 0,0 0 0,0 1 0,1 0 0,-3 8-1,4-10-3,0 3 28,-1-1-1,1 2 1,0-1 0,-1 13 0,3-19-26,1 1 0,0-1 0,0 0 0,1 0 0,-1 0 0,1 0 0,-1 1 0,1-1 0,0 0 0,0 0 0,0 0 0,1 0 0,-1-1 0,1 1 0,0 0-1,-1 0 1,4 2 0,6 7-8,0 0 0,1-1 0,0 0 0,1-1-1,0 0 1,1-1 0,21 11 0,-12-10 90,1 0-1,-1-2 1,1 0-1,32 5 1,-11-6-1312,70 3 0,41-11-7476,-95-2-1157</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5.279"/>
    </inkml:context>
    <inkml:brush xml:id="br0">
      <inkml:brushProperty name="width" value="0.035" units="cm"/>
      <inkml:brushProperty name="height" value="0.035" units="cm"/>
    </inkml:brush>
  </inkml:definitions>
  <inkml:trace contextRef="#ctx0" brushRef="#br0">92 0 13413,'-55'6'1959,"53"-6"-1660,0 1 0,0 0 0,0 0 0,1-1 0,-1 1 0,0 0 0,1 0 0,-1 1 0,0-1 0,1 0 0,0 1 0,-1-1 0,1 0 0,0 1 0,0 0 0,-1-1 0,1 1 0,0 0 0,1-1 0,-1 1 0,0 0 0,0 0 0,1 0 0,-1 2 0,-2 16 500,3 4-44,1 0 0,1 0 0,8 32 0,-5-28-257,-1 1-1,1 30 0,-7 19-333,-17 114-1,16-167-2219,1 1 0,2 35 0,1-28-6560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5.576"/>
    </inkml:context>
    <inkml:brush xml:id="br0">
      <inkml:brushProperty name="width" value="0.035" units="cm"/>
      <inkml:brushProperty name="height" value="0.035" units="cm"/>
    </inkml:brush>
  </inkml:definitions>
  <inkml:trace contextRef="#ctx0" brushRef="#br0">0 34 16586,'1'0'167,"0"0"1,0 0-1,1 0 1,-1 0-1,0 0 1,0 0 0,0 0-1,0-1 1,0 1-1,0-1 1,0 1-1,0 0 1,0-1 0,0 0-1,0 1 1,0-1-1,0 0 1,0 1 0,0-1-1,-1 0 1,1 0-1,0 0 1,0 0-1,-1 1 1,1-2 0,0 0 48,0 1 1,0 0-1,0 0 0,0 0 1,-1 0-1,1 0 1,1 0-1,-1 0 1,0 0-1,0 0 0,0 1 1,0-1-1,1 0 1,-1 1-1,0-1 1,1 1-1,-1-1 1,3 0-1,19-1 1663,0 1 0,0 0 0,39 5 0,-15 0-1695,-29-4-177,7 1-5,0 1-1,32 6 1,-21-3-2,-21-4 0,-1 1 0,23 6 0,-9-1 0,-19-8 54,-6 0-87,0 1 0,0-1 1,0 0-1,0 1 1,-1 0-1,1-1 1,0 1-1,6 1 1,-86-8-5557,-4-2-5440,36 6-1897</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6.346"/>
    </inkml:context>
    <inkml:brush xml:id="br0">
      <inkml:brushProperty name="width" value="0.035" units="cm"/>
      <inkml:brushProperty name="height" value="0.035" units="cm"/>
    </inkml:brush>
  </inkml:definitions>
  <inkml:trace contextRef="#ctx0" brushRef="#br0">1 750 6177,'22'-15'9700,"-20"17"-9306,1-1-1,0 1 1,-1 0-1,1-1 0,0 1 1,0-1-1,8 3 4894,-10-7-4951,31-34 332,-22 25-638,0 1 0,0-2 0,-1 1 0,-1-1 0,10-21 0,16-53-256,-4-1 1,19-96 0,-42 157 207,-2 9 52,0-1-1,-1 0 1,-1 0 0,0-37-1,-2 38 137,4-35 0,-5 51-167,1-2 70,-8-10-42,7 13-30,-1 1-1,1 0 1,0 0 0,0-1 0,0 1-1,0 0 1,0-1 0,0 1 0,0 0-1,0 0 1,0-1 0,0 1-1,-1 0 1,1 0 0,0-1 0,0 1-1,0 0 1,-1 0 0,1 0 0,0-1-1,0 1 1,0 0 0,-1 0 0,1 0-1,0 0 1,0 0 0,-1 0-1,1-1 1,0 1 0,-1 0 0,1 0-1,0 0 1,0 0 0,-1 0 0,1 0-1,0 0 1,-1 0 0,1 0 0,0 0-1,0 0 1,-1 0 0,1 0-1,0 0 1,-1 1 0,1-1 0,0 0-1,0 0 1,-1 0 0,1 0 0,0 0-1,-1 1 1,-7 17-20,5-10 19,-4 9 5,1 1 1,1-1-1,-7 36 0,8-18 56,1-17-39,1-1 0,0 1 0,2 0 1,2 35-1,-1-47 30,1 0 0,0 0 0,0 0 0,0 0 0,1 0 0,0 0 0,0 0 1,0-1-1,1 0 0,0 0 0,0 0 0,0 0 0,0 0 0,1-1 0,0 0 0,0 0 0,0 0 0,0 0 0,1-1 0,-1 0 1,1 0-1,0-1 0,0 1 0,0-1 0,0 0 0,1-1 0,-1 0 0,7 1 0,-7-2-35,2 1 15,1 0-1,-1 0 1,0-1 0,1-1-1,-1 1 1,0-1 0,0-1-1,0 0 1,1 0 0,-2 0-1,1-1 1,9-4 0,-8 2-20,-1-1 0,1 1 0,-1-1 0,0-1-1,-1 0 1,0 0 0,0 0 0,0-1 0,10-16 0,-10 13-18,-1 2-114,0 0-1,-1-1 1,0 0-1,6-18 1,15-98-1080,-26 122 1001,2 1 166,-1 0 0,0-1 1,0 1-1,-1-1 1,1 1-1,-1-1 0,1-6 1,-1 7 24,1 0-49,-3 9 39,1 9 103,0 1 0,0-1 0,2 1-1,-1-1 1,2 1 0,0-1 0,8 24 0,4 11 313,22 52 1,-26-78-380,1-1 1,1-1-1,1 1 0,1-2 1,18 23-1,-17-28-1172,0 0-1,1 0 1,25 18-1,-30-26-3583,-1-4 2335,0 1-64,17 10-6865</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6.618"/>
    </inkml:context>
    <inkml:brush xml:id="br0">
      <inkml:brushProperty name="width" value="0.035" units="cm"/>
      <inkml:brushProperty name="height" value="0.035" units="cm"/>
    </inkml:brush>
  </inkml:definitions>
  <inkml:trace contextRef="#ctx0" brushRef="#br0">442 1 16782,'28'18'2602,"-22"-14"-237,-5-3-2090,1-1 0,-1 1 1,0 0-1,1 0 1,-1 0-1,0 0 0,0 0 1,1 0-1,-1 0 1,0 1-1,0-1 0,1 3 1,1-1 211,5 10 189,-1 0 0,-1 0 0,1 1 0,-2 0 0,6 20 0,-5-15-146,4 18-175,-1 0 0,-1 0-1,4 70 1,-10 115 575,-2-195-914,-7 135-16,-7-1 0,-8-1 0,-6-1 0,-7-1 0,-80 221 0,90-309-1443,-38 72-1,48-115 686,0 0 0,-2-1 0,-1-1 0,0-1 0,-31 31 0,-27 26-5059,47-50 822,-12 7-6541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7.152"/>
    </inkml:context>
    <inkml:brush xml:id="br0">
      <inkml:brushProperty name="width" value="0.035" units="cm"/>
      <inkml:brushProperty name="height" value="0.035" units="cm"/>
    </inkml:brush>
  </inkml:definitions>
  <inkml:trace contextRef="#ctx0" brushRef="#br0">19 123 8393,'-2'-1'148,"0"-1"1,0 1-1,1-1 1,-1 1-1,0-1 1,1 0-1,-1 1 1,1-1-1,-2-3 1,3 5-95,0-1 1,0 1-1,0-1 0,-1 1 1,1-1-1,0 1 1,0-1-1,0 1 0,0-1 1,0 1-1,0-1 1,0 1-1,0-1 0,0 1 1,1-1-1,-1 1 0,0-1 1,0 1-1,0-1 1,0 1-1,1-1 0,-1 1 1,0 0-1,1-1 0,-1 1 1,0-1-1,1 1 1,3-3 578,0 0 0,1 1 1,-1 0-1,1 0 0,-1 0 1,1 0-1,0 1 1,7-2-1,55-17 3222,-40 11-1397,54-10 0,81-3 1130,-161 22-3559,0 0 0,1-1 0,-1 1 1,0 1-1,0-1 0,0 0 0,0 0 0,1 0 0,-1 0 1,0 1-1,0-1 0,0 1 0,0-1 0,0 1 0,0-1 0,0 1 1,0 0-1,2 1 0,2 1 58,-4-2-80,0-1 0,0 1 0,0 0 0,0-1-1,0 1 1,0 0 0,0-1 0,0 1-1,0 0 1,0 0 0,-1 0 0,1 0-1,0 0 1,-1 0 0,1 0 0,0 0 0,-1 0-1,0 0 1,1 0 0,-1 1 0,0-1-1,1 0 1,-1 0 0,0 0 0,0 0-1,0 1 1,0-1 0,0 0 0,0 0 0,0 0-1,0 1 1,-1-1 0,1 0 0,0 0-1,-1 0 1,1 0 0,-1 0 0,0 2 0,-3 5-31,-1 0 1,0 0 0,0 0 0,-7 7 0,9-12 10,-37 45-396,-14 20-763,13-13-147,25-35 1260,1 1 0,-17 31 0,32-52 68,0 0-1,0-1 0,1 1 0,-1 0 0,0 0 0,0 0 0,0 0 0,0 0 0,0 0 0,0 0 0,0 0 0,0 0 0,0 0 0,1 0 0,-1 0 0,0 0 0,0 0 0,0 0 0,0 0 0,0 0 0,0 0 0,0 0 0,0 0 0,0 0 0,1 0 0,-1 0 1,0 0-1,0 0 0,0 0 0,0 0 0,0 0 0,0 1 0,0-1 0,0 0 0,0 0 0,0 0 0,0 0 0,1 0 0,-1 0 0,0 0 0,0 0 0,0 0 0,0 0 0,0 0 0,0 1 0,0-1 0,0 0 0,0 0 0,0 0 0,0 0 0,0 0 1,0 0-1,0 0 0,0 0 0,0 0 0,0 1 0,0-1 0,0 0 0,0 0 0,0 0 0,0 0 0,0 0 0,0 0 0,0 0 0,0 0 0,0 0 0,0 1 0,0-1 0,-1 0 0,36 2 582,0-2 0,0-1 0,0-1-1,47-11 1,-14 4 53,38-8 14,34-3-332,-138 19-372,55-7-1040,-36 0-732,-21 7 1744,1 1 0,-1 0 0,0 0 0,0-1-1,0 1 1,0 0 0,1 0 0,-1-1 0,0 1-1,0 0 1,0-1 0,0 1 0,0 0 0,0-1-1,0 1 1,0 0 0,0-1 0,0 1-1,0 0 1,0-1 0,0 1 0,0 0 0,0 0-1,0-1 1,0 1 0,0 0 0,0-1 0,0 1-1,0 0 1,-1-1 0,1 1 0,0 0 0,0 0-1,0-1 1,0 1 0,-1 0 0,1 0 0,0-1-1,0 1 1,-1 0 0,1 0 0,0 0 0,-1 0-1,1-1 1,0 1 0,-1 0 0,-1-1-373,0 0 0,0 0 0,0 0 0,0 0 0,0 0 1,0 1-1,0-1 0,0 0 0,0 1 0,0 0 0,0 0 0,0 0 0,-1 0 1,1 0-1,0 0 0,0 0 0,0 0 0,0 1 0,0-1 0,0 1 1,-3 1-1,1-1-641,-33 9-10795</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7.501"/>
    </inkml:context>
    <inkml:brush xml:id="br0">
      <inkml:brushProperty name="width" value="0.035" units="cm"/>
      <inkml:brushProperty name="height" value="0.035" units="cm"/>
    </inkml:brush>
  </inkml:definitions>
  <inkml:trace contextRef="#ctx0" brushRef="#br0">1275 0 13289,'-2'5'1954,"-89"188"4145,42-78-4430,-234 533 2576,-38 82-2264,17-63-2031,161-308-2789,108-268 1271,-1 15-1750,26-61-4673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7.971"/>
    </inkml:context>
    <inkml:brush xml:id="br0">
      <inkml:brushProperty name="width" value="0.035" units="cm"/>
      <inkml:brushProperty name="height" value="0.035" units="cm"/>
    </inkml:brush>
  </inkml:definitions>
  <inkml:trace contextRef="#ctx0" brushRef="#br0">0 315 9065,'13'-26'1361,"-10"18"-674,0 0-1,0 0 1,1 1-1,0-1 1,1 1 0,0 0-1,0 0 1,0 1-1,1 0 1,0 0-1,11-9 1,-7 8 15,0-1 0,-1 0 1,15-16-1,-15 13-77,1 1 0,1 1 0,11-10 0,96-46 3062,-106 60-3294,0 0 1,1 0 0,0 1 0,0 1 0,14-3 0,-2 1 125,-23 5-481,0 0 0,0-1 0,0 1 0,0 0 0,0 0 0,0 0 0,0 0 0,0 0 0,0 0 0,0 1 0,0-1 0,0 1-1,-1-1 1,1 1 0,0 0 0,0 0 0,0 0 0,-1 0 0,4 2 0,-3-1-5,1 1 0,-1-1 1,0 1-1,0 0 0,0 0 0,0 0 1,-1 0-1,1 0 0,-1 0 0,0 0 1,2 5-1,-2-1-6,1 0-1,-1 1 1,0-1 0,-1 1-1,0-1 1,0 1 0,-1 0-1,0-1 1,-3 14 0,-3 6-94,-15 34 1,19-52 36,-25 52-493,-2-1 0,-53 79 0,-1 0-762,-62 118 78,143-254 1276,1 0 0,0 1-1,1-1 1,-1 0 0,1 1 0,-1 0 0,1-1 0,0 1 0,0 0-1,1 0 1,-1-1 0,1 1 0,-1 0 0,2 5 0,-1-7-28,1 0 1,0 0 0,0 0 0,0-1 0,0 1 0,0 0-1,0 0 1,1-1 0,-1 1 0,0-1 0,1 0 0,-1 1-1,1-1 1,0 0 0,-1 0 0,1 0 0,0 0 0,0 0 0,0 0-1,-1 0 1,1-1 0,0 1 0,0-1 0,0 1 0,0-1-1,0 0 1,3 1 0,10 0 113,0-1 0,0 0 0,0-1 0,19-3 0,-16 2-34,359-46 1077,-329 45-1710,-40 3 125,0 0 1,0-1 0,-1 0 0,12-3 0,-17 4 221,-1-1 0,1 1 0,-1-1 0,1 1 0,-1-1 0,0 0 0,1 0 0,-1 0 0,0 1 0,0-1 0,0 0 0,0 0 0,1-1 0,-1 1 0,-1 0 0,1 0 0,1-2 0,-1-8-3015,-7 0-3317,-8-1-7471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8.131"/>
    </inkml:context>
    <inkml:brush xml:id="br0">
      <inkml:brushProperty name="width" value="0.035" units="cm"/>
      <inkml:brushProperty name="height" value="0.035" units="cm"/>
    </inkml:brush>
  </inkml:definitions>
  <inkml:trace contextRef="#ctx0" brushRef="#br0">79 30 2564,'-60'-15'-740,"42"0"112</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8.510"/>
    </inkml:context>
    <inkml:brush xml:id="br0">
      <inkml:brushProperty name="width" value="0.035" units="cm"/>
      <inkml:brushProperty name="height" value="0.035" units="cm"/>
    </inkml:brush>
  </inkml:definitions>
  <inkml:trace contextRef="#ctx0" brushRef="#br0">61 49 8597,'6'-16'1587,"-7"11"845,-19 22 5899,12-2-6864,-4 3 202,6-4-844,3-9-599,1 0 0,-1-1 0,1 1 0,1 0 0,-1 0 0,1 0 1,-1 1-1,2-1 0,-1 0 0,0 0 0,1 9 0,0-12-203,1 7 164,0 1 0,1 0 0,0-1 0,0 1 0,1-1 0,0 0-1,1 0 1,0 0 0,7 12 0,0-7 27,0 0 0,0-1 0,1 0 0,1 0-1,0-2 1,19 13 0,-20-16-133,0 0 0,0-1-1,1 0 1,-1-1 0,2 0 0,-1-2-1,27 7 1,-37-10-199,0-2-165,-2 0 221,1 1-1,-1-1 1,0 1 0,1-1-1,-1 0 1,0 0 0,0 0-1,0 1 1,0-1 0,1 0-1,-1 0 1,0 0 0,0-1-1,-1 1 1,1 0 0,0 0-1,0 0 1,-1-1 0,1 1-1,0 0 1,-1-1 0,1 1-1,-1-3 1,0 0-139,-1 0 0,0-1 0,0 1 0,0 0 1,0 0-1,-1 0 0,-3-6 0,2 3-8,-4-8-185,-1 1 0,0 0 0,-1 0 0,0 1 0,-15-15 0,-61-55-1216,-3-4 2317,46 48 2078,43 39-2771,-1 0-1,0 0 1,0 0-1,0 0 1,0 0-1,0 0 1,0 0-1,0 0 1,0 0-1,0 0 1,1 0-1,-1 0 1,0 0-1,0 0 1,0 0-1,0 0 1,0 0-1,0 0 0,0-1 1,0 1-1,0 0 1,0 0-1,1 0 1,-1 0-1,0 0 1,0 0-1,0 0 1,0 0-1,0 0 1,0 0-1,0 0 1,0 0-1,0-1 1,0 1-1,0 0 1,0 0-1,0 0 1,0 0-1,0 0 1,0 0-1,0 0 1,0 0-1,0 0 1,0-1-1,0 1 1,0 0-1,0 0 1,0 0-1,0 0 1,0 0-1,0 0 1,0 0-1,0 0 1,0 0-1,0 0 1,0-1-1,0 1 1,0 0-1,-1 0 1,16-4 443,0 0 0,0 1 0,0 0 0,0 1 1,1 1-1,-1 1 0,21 1 0,27-1 382,42 4-839,-62-1 0,-16 3-593,3-1-971,-29-5 1473,1 0 0,-1 0 0,0 0 0,1 0 0,-1-1 0,0 1 0,1 0 0,-1-1 0,0 1 0,0-1 0,0 1 0,1-1 0,-1 0 0,0 1 0,0-1 0,0 0 0,0 0 0,2-2 0,-2 2-1009,6-6 839,-5 4-2959,-9-20-18096</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38.984"/>
    </inkml:context>
    <inkml:brush xml:id="br0">
      <inkml:brushProperty name="width" value="0.035" units="cm"/>
      <inkml:brushProperty name="height" value="0.035" units="cm"/>
    </inkml:brush>
  </inkml:definitions>
  <inkml:trace contextRef="#ctx0" brushRef="#br0">1 122 7029,'37'-29'6669,"-28"21"-5825,1 2 0,0-1 1,0 1-1,1 1 0,0 0 0,0 0 0,0 1 1,1 0-1,-1 1 0,15-2 0,16-5 664,-19 5-602,1 0 0,30-2 0,-9 3-176,-25 2-286,0 0 1,25 2 0,-44 0-434,0 0 0,0 0 0,0 0 0,0 1 0,0-1 0,0 0-1,0 0 1,0 1 0,0-1 0,0 0 0,0 1 0,0-1 0,0 1 0,0-1 0,0 1 0,0 0 0,0-1 0,-1 1 0,1 0-1,0-1 1,0 1 0,-1 0 0,1 0 0,-1 0 0,1 0 0,-1 0 0,1 0 0,0 1 0,-1 0 4,0 1 0,1-1 1,-1 1-1,0 0 0,-1-1 0,1 1 1,0-1-1,-1 1 0,1-1 0,-1 1 1,-1 3-1,-5 9 32,0 0 1,-18 26-1,22-36-35,-100 150 163,103-155-172,0 1 0,-1-1 0,1 0 0,0 0 0,0 0 0,0 1 0,0-1 0,0 0 0,-1 0 0,1 1 0,0-1 0,0 0 0,0 0 0,0 1 0,0-1 0,0 0 0,0 0 0,0 1 0,0-1 0,0 0 0,0 0 0,0 1 0,0-1 0,0 0 0,0 0-1,0 1 1,0-1 0,0 0 0,0 0 0,1 1 0,1 5 52,-2-3-26,1 0 0,0-1 0,-1 1 1,1-1-1,0 0 0,0 1 0,1-1 1,-1 0-1,0 0 0,1 1 0,-1-1 0,1 0 1,0 0-1,-1-1 0,1 1 0,0 0 1,0-1-1,1 1 0,-1-1 0,0 1 1,0-1-1,1 0 0,-1 0 0,0 0 0,1 0 1,4 0-1,40 9 313,0-2 0,1-2 0,80 0 0,-91-5-295,-8 2-42,-24-2-171,0 0 0,1 0 1,-1-1-1,1 0 0,-1 0 0,0 0 0,1 0 0,-1-1 1,1 0-1,-1 0 0,0-1 0,0 1 0,7-4 0,-8 3-36,0 0-1,0 0 1,-1-1-1,1 0 1,-1 0-1,1 0 1,2-3-1,-5 5 29,-1 0 1,1 0-1,-1 1 0,1-1 0,-1 0 0,1 0 1,-1 0-1,0 0 0,0 0 0,1 0 0,-1 0 1,0 0-1,0 0 0,0 0 0,0 0 0,0-2 1,0 2-363,-1-1 1,1 1-1,-1 0 1,1-1-1,-1 1 0,0 0 1,0 0-1,0 0 1,1-1-1,-1 1 1,0 0-1,0 0 1,0 0-1,-1 0 1,-1-1-1,-24-18-13474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1:44.792"/>
    </inkml:context>
    <inkml:brush xml:id="br0">
      <inkml:brushProperty name="width" value="0.035" units="cm"/>
      <inkml:brushProperty name="height" value="0.035" units="cm"/>
    </inkml:brush>
  </inkml:definitions>
  <inkml:trace contextRef="#ctx0" brushRef="#br0">153 784 6289,'0'33'950,"0"-25"2596,0 3 3583,0-9-7063,-1 0 0,1 0 0,0 1 0,-1-1 1,1 0-1,-1 0 0,0 0 0,0 0 0,-1 3 0,-4 7 86,-10 40 301,3 1-1,1 0 1,-6 78 0,4 169 253,10-165-425,-3 1078 843,18-978-985,7 381 142,-17-249-132,-8 244 12,1-408-128,-10 142 30,5-68-20,7-140-31,-14 90 16,11-117-29,5-47 115,-13 73-56,30-128-87,-11-6 38,-1-1 0,0 0 0,1 0 0,-1 0-1,1 0 1,-1-1 0,1 1 0,-1-1 0,1 0 0,-1 0-1,1 0 1,4-2 0,49-9-37,-32 5 17,-3 3 1,53-9 25,99-4 0,20 1-5,8 0 16,661-7 21,-466 19 20,152-4-54,-361-2 5,89-1-27,-175 10-8,243-4 136,62 10-147,-117 3 70,84 0-92,1 1 140,688 34-131,288-26 99,-1151-31-58,309-14 10,-289 20 9,408-16-61,-572 20 33,322-13-23,-348 16 26,575-4 7,-368 7 62,201 6 348,-329-3-335,397 10 134,-259-8-132,3-1-10,45-1 77,96-1-113,-111 1 155,-3 0 83,-19-10-109,376-10 16,-153 21-121,-233 1-42,-97-5 58,216 0-65,478-37 294,-585 23-231,172-3 17,673 21 104,-920-11-151,-32 1 2,162-3-22,82 1 46,206 4-62,-217-2-111,-198 2 113,155 1 3,267 5 13,-333 6-119,239-4-341,-191-13-347,37-3 245,-84 1 192,-24 1 271,-50-4-67,287-18 113,-262 23-22,-19 0 82,52 1-100,-44 3 158,141 0-155,-47 1 90,-43 1 38,271-34-125,-147 5 90,-185 21-92,171 0 64,-129 8-6,121-18-19,131 11-3,-333 8 56,-159-1-24,230-10 17,-194 6-17,-7 0-15,0-1 1,41-11 0,-33 5 14,66-8 0,-83 15 37,0-2 1,36-12 0,-1 1-76,-52 13 45,0-1-1,0 0 0,0 0 0,0-1 1,-1-1-1,0 0 0,-1 0 0,1-2 1,-2 1-1,1-1 0,-1-1 1,9-10-1,9-14 9,-2-1-1,32-57 1,12-50 217,-5 9 246,-26 66 86,-3-2 1,47-126-1,-47 76 109,41-245-1,32-293-215,-47 377-425,-33 159-7,19-116-13,-15 72 72,24-236-37,-34 206-114,-19 160 68,25-135 23,14-69-24,-24 115 29,-15 95-39,-1-1-1,-2 1 1,-3-45 0,-18-88-4,2 68 14,-54-164 0,24 138-59,38 98 63,0 1-21,-1 1 1,0 1-1,-2 0 1,0 1 0,-2 0-1,1 1 1,-26-22-1,3 7 7,0 1 0,-3 3 0,-69-40 0,27 25-82,-29-19-20,98 54 70,0 1 1,-27-10-1,28 13 34,0-1 1,1-1-1,-1 0 1,-17-12-1,11 6-12,1 0 1,-26-11-1,-27-16-1,21 8-7,0 3-1,-67-27 1,-116-28 32,-176-9-33,350 81 48,-257-30-20,31 34-8,210 8 20,-745 22 3,620-14-20,-20-3 3,-156 10-7,67-5-22,-168 0 46,215-7 40,-475-10-132,658 4 52,-502-23-22,260 9 81,-428-2-38,-113 53 15,445 14-17,-254 20-34,176-32 0,6-5-103,-414 32 48,12 18 21,699-66 74,-77 9-48,-178 13 113,223-21-154,-143 5 181,83-7-83,61-7-12,112-5-3,-302 8-3,-444 21 46,706-21-50,-939 45-78,639-42 52,-10 0 136,77-1-159,23 0 201,260-11-111,-618 8 49,450-3-80,-4 1-23,17-4 49,-83 0-67,110-8 41,-354-11 20,304 6-144,-73-5 136,30-5-5,-112-9-1,-245-10-20,-2 25 17,290 7-7,-716 35-60,903-17 124,-196 18-21,125-7 98,92-10-20,-78 2 190,127-2-338,-145 16 127,-148 27-81,271-32 10,-42 4 158,125-22-49,-45 2 20,-116 11-89,166-12-22,-152 28-17,18-3-10,124-20 15,48-6-13,0-2 0,-30 0 0,55-4-30,-2 1 9,1 0-1,-1-1 1,0 0-1,-9-1 0,5 0 10,6 1 7,0 1-6,-78 9 22,79-9 37,-1-3-71,-70-11 14,21 3-30,32 5 26,-35-3 1,-155 1-113,151 3 148,56 4-28,-1 0-4,-41-3-22,41 3 29,1 0-52,0-1 42,0 1-1,1 0 1,-1-1 0,0 0-1,0 0 1,-4-2-1,6 2 40,-3 2-5848,-25 8 3205,-13 3-5642,20-8-1102</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0.381"/>
    </inkml:context>
    <inkml:brush xml:id="br0">
      <inkml:brushProperty name="width" value="0.035" units="cm"/>
      <inkml:brushProperty name="height" value="0.035" units="cm"/>
    </inkml:brush>
  </inkml:definitions>
  <inkml:trace contextRef="#ctx0" brushRef="#br0">0 2 23726,'14051'0'0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2.394"/>
    </inkml:context>
    <inkml:brush xml:id="br0">
      <inkml:brushProperty name="width" value="0.035" units="cm"/>
      <inkml:brushProperty name="height" value="0.035" units="cm"/>
    </inkml:brush>
  </inkml:definitions>
  <inkml:trace contextRef="#ctx0" brushRef="#br0">806 112 5869,'0'0'10642,"-3"-2"-10411,0 0-200,0 0 0,-1 0 0,1 0 0,0 0 0,-1 1 0,0-1 0,1 1 0,-1 0 0,0 0 0,0 0 0,0 1 0,0-1 0,1 1 0,-1 0 1,0 0-1,0 0 0,0 0 0,-6 2 0,-25 7 203,1 1 1,1 1 0,-56 28-1,-87 63 344,154-86-547,0 2-1,1 1 0,0 1 0,2 0 1,1 2-1,0 0 0,2 1 0,-15 25 0,9-10 39,1 0-1,3 1 1,1 1-1,1 0 1,3 1-1,-16 80 1,25-97-37,-23 167 146,24-153-158,2-1 0,1 1 0,6 43 0,-4-68-28,36 203 49,-32-196-23,0 1 0,1-1-1,1 0 1,1-1 0,0 0-1,2-1 1,0 0 0,16 20 0,-20-31-15,-1 0 0,2 0 1,-1 0-1,1-1 0,0-1 1,0 1-1,0-1 0,1-1 1,0 1-1,10 2 1,1-1 18,0 0 1,0-2-1,35 3 1,-37-6-15,1-1 1,-1-1-1,1 0 0,-1-2 1,1 0-1,-1-1 0,0-1 0,-1-1 1,34-14-1,7-10-42,79-52 0,-123 73 8,64-47 133,88-80 1,-154 126-53,15-14 164,33-35 0,-51 47-115,1 0-1,-1-1 1,-1 0 0,0-1 0,-1 1 0,6-18-1,3-10 23,-4 17-11,-2-1 0,-2 0 1,0-1-1,-1 0 0,-2 0 1,0-1-1,0-28 0,-9-12 25,-12-71 0,12 116-100,-1-1-1,-1 1 0,-1 0 0,-14-33 0,-13-25 53,-10-20 94,21 57-158,-2 1 1,-47-63-1,58 88-71,-1 1 0,-1 0 0,0 1 0,-1 1 0,-1 0 0,0 1 0,0 1 0,-27-12 0,36 20 16,-9-5-974,0 0-1,-1 2 0,0 0 0,-37-8 1,23 12-2317,15 2-718,-5-2-3724</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3.396"/>
    </inkml:context>
    <inkml:brush xml:id="br0">
      <inkml:brushProperty name="width" value="0.035" units="cm"/>
      <inkml:brushProperty name="height" value="0.035" units="cm"/>
    </inkml:brush>
  </inkml:definitions>
  <inkml:trace contextRef="#ctx0" brushRef="#br0">1093 18 5901,'1'0'471,"-1"0"1,1-1-1,-1 1 1,1 0 0,-1 0-1,1-1 1,-1 1-1,1 0 1,-1-1 0,1 1-1,-1 0 1,0-1-1,1 1 1,-1-1 0,0 1-1,1-1 1,-1 1-1,0-1 1,1 1-1,-1-1 1,0 1 0,0-1-1,-10-2 3000,-37 6-5439,29-1 3088,-57 3-692,0 3-1,-79 19 1,107-15-263,-2-1 88,1 2 1,-80 34 0,116-41-229,-1-1 9,0 1-1,0 0 1,1 1 0,0 1-1,1 0 1,-21 18-1,10-2 4,-4 2 25,2 1 1,0 1-1,-24 40 0,12-6 21,-47 112-1,70-140-75,2 1-1,1 0 1,1 1-1,2 0 1,-2 48-1,4-27 23,2-28-44,1 1 0,2 0 1,3 33-1,1-26 24,1 10 8,2-1 0,2 1 0,21 64-1,-20-82-20,2-1-1,1 1 0,1-2 1,19 27-1,-26-43 10,0 0 0,1-1 0,0 0 0,1-1-1,17 16 1,0-6 10,-19-12-12,2 0 0,-1-1 0,1 0 0,0-1 0,0 0 0,1 0 1,0-1-1,-1 0 0,12 2 0,5-1-3,0-1 1,1-1-1,-1-1 1,0-2-1,1 0 1,-1-2 0,0-1-1,0-1 1,0-2-1,45-14 1,-40 8 2,-1-2 1,0 0-1,-1-2 0,-1-1 1,0-2-1,-1-1 1,-1 0-1,-1-2 0,35-40 1,16-29 55,83-130 0,-82 104 39,-41 65 61,-3-1 0,51-107 0,-78 142-35,0 0 0,-1-1 0,-1 0 0,-1 0 0,-1 0-1,-1 0 1,0 0 0,-3-32 0,-2 23 3,0 1-1,-2-1 1,0 1 0,-2 0-1,-15-32 1,14 41-85,0 2 0,-1-1 0,-1 1 0,-18-20 1,-14-21 40,31 42-201,0 0 0,0 1-1,-2 0 1,0 1 0,0 1 0,-1 0 0,0 1 0,-1 0 0,0 2-1,-1 0 1,0 0 0,-1 2 0,0 0 0,-23-5 0,4 2-991,-1 3 0,0 1 1,0 2-1,-1 2 0,1 1 1,-41 4-1,-13 6-3913,6-4-2768</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5.594"/>
    </inkml:context>
    <inkml:brush xml:id="br0">
      <inkml:brushProperty name="width" value="0.035" units="cm"/>
      <inkml:brushProperty name="height" value="0.035" units="cm"/>
    </inkml:brush>
  </inkml:definitions>
  <inkml:trace contextRef="#ctx0" brushRef="#br0">248 42 6513,'-8'-16'1515,"7"16"-1463,1 0-1,0 0 0,-1 0 0,1 0 1,-1 0-1,1-1 0,0 1 1,-1 0-1,1 0 0,-1 0 0,-9 6 12345,7-9-11779,-22-22 447,24 23 965,1 6-1940,4 11 24,0 0 0,1 0-1,0 0 1,13 23 0,13 33 415,0 24 144,30 154 1,-26 2-103,-30-192-482,-3 1 1,-7 76-1,-29 111-672,24-203 170,-1-2-1,-2 1 1,-30 65-1,35-93 266,-1 0 0,0 0 1,-1-1-1,-1-1 0,0 0 0,-17 16 1,26-27 134,0 0 1,-1 0-1,1-1 1,0 1 0,-1 0-1,0-1 1,1 1-1,-1-1 1,0 0-1,0 0 1,0 0 0,1 0-1,-1-1 1,0 1-1,0-1 1,0 1 0,0-1-1,0 0 1,0 0-1,0-1 1,0 1-1,0-1 1,0 1 0,0-1-1,0 0 1,0 0-1,0 0 1,-4-3 0,-1-1 29,0 0 1,0-1 0,1 0 0,0-1 0,0 1 0,-10-13 0,13 13 59,0 0-1,0 0 1,0 0 0,1-1-1,0 1 1,-3-8 0,0-1 167,3 7-130,1 1 0,-1-1 0,1-1 0,1 1 0,0 0 0,0 0 0,0 0 0,1-1 0,1 1 0,-1 0 0,1 0 0,1-1 0,-1 1 0,1 0 0,1 0 0,-1 0 0,1 1 0,1-1 0,0 1 0,0-1 0,0 1 0,6-6 0,6-6 134,0 2 1,2 0 0,28-22-1,-23 21-128,-13 10-587,1 0 0,1 1-1,-1 0 1,1 0 0,1 1 0,24-8-1,-37 14 426,0 0 1,1 0-1,-1 0 0,0 0 0,0 0 0,0 0 0,0 0 0,0 0 0,0-1 0,0 1 0,0 0 0,1 0 0,-1 0 0,0 0 0,0 0 1,0 0-1,0 0 0,0 0 0,0 0 0,1 0 0,-1 0 0,0 0 0,0 0 0,0 0 0,0 0 0,0 0 0,0 0 0,0 0 1,1 0-1,-1 1 0,0-1 0,0 0 0,0 0 0,0 0 0,0 0 0,0 0 0,0 0 0,0 0 0,1 0 0,-1 0 0,0 0 1,0 1-1,0-1 0,0 0 0,0 0 0,0 0 0,0 0 0,0 0 0,0 0 0,0 0 0,0 1 0,0-1 0,0 0 0,0 0 0,3 7-1487,-1-4 617,-1 0 0,1 0 0,-1 0 0,0 0 0,0 0 0,0 0 0,-1 0 0,1 4 0,-1-4-413,-1 0 1,0 0-1,0 0 1,0-1-1,0 1 1,-1 0-1,-1 3 1,3-6 1313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6.547"/>
    </inkml:context>
    <inkml:brush xml:id="br0">
      <inkml:brushProperty name="width" value="0.035" units="cm"/>
      <inkml:brushProperty name="height" value="0.035" units="cm"/>
    </inkml:brush>
  </inkml:definitions>
  <inkml:trace contextRef="#ctx0" brushRef="#br0">1 1273 7645,'0'0'9278,"3"-2"-8181,9-3-778,0-1-1,-1-1 0,0 0 1,0 0-1,-1-1 0,0-1 1,0 1-1,-1-2 0,0 1 1,0-1-1,11-18 0,5-13 308,37-82 0,-55 107-497,52-119 231,-6-3 0,52-213 0,-75 205-345,-27 129-1,-2 0 0,0 0 0,-1 0 1,0 0-1,-1 0 0,-5-23 0,5 35-20,0 1 0,0-1 0,-1 1-1,1 0 1,-1 0 0,0-1 0,0 1 0,0 0 0,-1 1 0,0-1 0,1 0 0,-5-3 0,6 6 3,-1 0 1,0 0-1,1 1 1,-1-1 0,0 0-1,1 1 1,-1-1-1,0 1 1,0-1 0,1 1-1,-1 0 1,0 0-1,0 0 1,0 0 0,1 0-1,-1 0 1,0 1-1,0-1 1,0 1 0,1-1-1,-1 1 1,0-1-1,1 1 1,-1 0 0,1 0-1,-1 0 1,0 0-1,1 0 1,-2 2 0,-14 10 4,1 0 0,0 2 0,1 0 0,1 1 0,0 0 0,1 1 0,1 1 0,0 0 0,-13 28 0,-4 17 54,-34 107 0,44-112 51,2 1 1,4 1-1,1 0 0,3 1 0,3 0 0,4 122 0,4-163-57,1 1-1,1-1 1,0 0 0,2 0-1,0-1 1,1 1-1,1-1 1,13 22 0,-14-30-173,0 0 0,0 0 0,1-1 0,0 0 0,1 0 1,0-1-1,1 0 0,0-1 0,0 0 0,1 0 0,0-1 1,0-1-1,0 0 0,15 6 0,-16-9-367,1-1-1,0 1 1,0-1 0,0-1-1,0 0 1,0-1-1,0 0 1,11-2 0,-2 0-2853,33-9 1,13-9-6326</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6.893"/>
    </inkml:context>
    <inkml:brush xml:id="br0">
      <inkml:brushProperty name="width" value="0.035" units="cm"/>
      <inkml:brushProperty name="height" value="0.035" units="cm"/>
    </inkml:brush>
  </inkml:definitions>
  <inkml:trace contextRef="#ctx0" brushRef="#br0">5 429 4940,'-4'33'1336,"4"-25"2304,0-1 3584,4-10-6026,5-4-872,0 0-1,-1-1 0,0 0 0,0-1 0,0 0 1,-1 0-1,9-17 0,12-23 728,2 0 0,2 2 0,2 1 0,2 2 0,1 1 0,50-42 0,-86 83-1036,3-1 58,-1 0 0,1-1 0,0 1 0,0 1 0,0-1-1,8-3 1,-12 6-63,1-1 0,0 1-1,-1 0 1,1 0-1,0 0 1,0 0-1,-1 0 1,1 0 0,0 0-1,-1 0 1,1 0-1,0 0 1,-1 0-1,1 0 1,0 0 0,-1 1-1,1-1 1,0 0-1,-1 1 1,2 0-1,-1 0-2,0 0 0,0 0 0,0 0 0,0 1 0,0-1 0,0 0-1,0 1 1,-1-1 0,1 1 0,-1-1 0,1 0 0,-1 1 0,1 2-1,2 12 44,0 0-1,-2 0 1,0 1 0,-1 25-1,-13 69-187,1 12-1201,8 21-1636,3-46-3536,4-69 564,-3-28 5412,1-1 0,-1 1 0,0 0 0,1 0 0,-1-1 1,1 1-1,0 0 0,-1-1 0,1 1 0,0 0 0,-1-1 0,1 1 0,0-1 0,0 1 0,-1-1 0,1 1 0,1-1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7.256"/>
    </inkml:context>
    <inkml:brush xml:id="br0">
      <inkml:brushProperty name="width" value="0.035" units="cm"/>
      <inkml:brushProperty name="height" value="0.035" units="cm"/>
    </inkml:brush>
  </inkml:definitions>
  <inkml:trace contextRef="#ctx0" brushRef="#br0">42 1494 13273,'4'-1'1650,"-5"4"-683,-8 2 384,-24-15 2309,31 10-2104,2-18 318,-1 7-1453,1 1 0,1-1-1,0 1 1,3-14-1,8-41 214,6-94 0,-10-73-373,-2 50-183,4-202-406,-11 336 250,3 0 0,1 1 0,3-1 0,12-49 0,-17 90 72,2 0-1,-1 0 1,1 0-1,0 0 1,0 1-1,1 0 1,6-9-1,-8 12 3,1 0-1,-1 0 0,1 1 1,0-1-1,1 1 0,-1-1 1,0 1-1,1 0 0,-1 0 1,1 1-1,-1-1 0,1 1 1,0 0-1,0-1 0,-1 2 0,6-2 1,4 2-31,0 0 1,-1 0-1,1 1 1,0 1 0,-1 0-1,1 0 1,-1 2-1,1-1 1,-1 2-1,0-1 1,-1 2-1,1-1 1,10 9-1,10 7-637,-1 1-1,-1 1 0,32 33 0,-52-46-96,-1 0 1,0 1-1,0 0 0,-1 1 0,8 14 0,-10-14-1470,0 0 0,7 23 0,-1 12-7465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7.427"/>
    </inkml:context>
    <inkml:brush xml:id="br0">
      <inkml:brushProperty name="width" value="0.035" units="cm"/>
      <inkml:brushProperty name="height" value="0.035" units="cm"/>
    </inkml:brush>
  </inkml:definitions>
  <inkml:trace contextRef="#ctx0" brushRef="#br0">1 86 21250,'123'-52'2660,"-75"41"-320,4-4-551,-4 11-385,4 1-308,0 3-536,-3 3-320,-1 5-732,-3-1-988,-23-3-585,-7 11-7167,-8 15-5854</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7.957"/>
    </inkml:context>
    <inkml:brush xml:id="br0">
      <inkml:brushProperty name="width" value="0.035" units="cm"/>
      <inkml:brushProperty name="height" value="0.035" units="cm"/>
    </inkml:brush>
  </inkml:definitions>
  <inkml:trace contextRef="#ctx0" brushRef="#br0">45 120 5765,'0'-1'81,"-1"1"0,0-1 1,0 1-1,1-1 1,-1 1-1,0-1 0,0 1 1,0 0-1,1-1 1,-1 1-1,0 0 0,0 0 1,0-1-1,0 1 1,0 0-1,0 0 0,0 0 1,0 0-1,0 0 1,0 0-1,1 1 0,-1-1 1,-2 1-1,-19 18 9089,23-21-8903,0-1 0,1 1 0,-1 0 0,1 0 0,-1 0-1,1 1 1,0-1 0,0 0 0,0 1 0,0-1 0,2-1 0,-3 3 39,2-2 866,2 1 131,344-54 6707,-46 22-7382,3 14 1,543 35-1,193 80-628,176 17 0,-94-82-2,-883-39-1006,-186 4-315,1-4 0,62-16-1,-114 23 968,1 0 0,-1 0 0,0-1 0,0 0 0,0 0 0,0 0 0,8-5 0,-12 6 174,1 0 0,0 0 0,0 1 0,0-1 0,-1 0 0,1 0 0,0 0 0,-1 0 0,1 0 0,-1 0 0,1 0 0,-1 0 1,0 0-1,1 0 0,-1 0 0,0 0 0,0 0 0,1-1 0,-1 1 0,0 0 0,0 0 0,0 0 0,-1 0 0,1 0 0,0 0 0,0-1 0,-1 1 0,0-2 0,1 2-137,-1 0 0,1 1 0,-1-1 0,0 0 0,1 0 0,-1 0 0,0 1 0,1-1 0,-1 0 0,0 1 0,0-1 0,0 0 0,1 1 0,-1-1 0,0 1-1,0 0 1,0-1 0,0 1 0,-2-1 0,-37-7-9978</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8.382"/>
    </inkml:context>
    <inkml:brush xml:id="br0">
      <inkml:brushProperty name="width" value="0.035" units="cm"/>
      <inkml:brushProperty name="height" value="0.035" units="cm"/>
    </inkml:brush>
  </inkml:definitions>
  <inkml:trace contextRef="#ctx0" brushRef="#br0">325 34 12525,'-26'-33'11637,"7"40"-9854,-3-3-508,24 0-781,16 58-85,-3 0 1,-2 1-1,-3 1 1,2 81-1,-21 289-1023,2-363-71,-2 0 0,-4-1 0,-3 0 0,-27 73 0,34-120 456,-1 0-1,-1 0 0,-1-1 0,-1 0 1,0-1-1,-2-1 0,-23 25 0,36-43 214,0 0 0,0-1 0,-1 1 0,1-1-1,0 0 1,0 1 0,-1-1 0,1 0 0,-1-1-1,1 1 1,-1 0 0,1-1 0,-1 1 0,1-1 0,-1 0-1,1 0 1,-1 0 0,0 0 0,1 0 0,-1-1 0,1 1-1,-1-1 1,1 1 0,-1-1 0,1 0 0,-1 0 0,1 0-1,0-1 1,0 1 0,0 0 0,-1-1 0,1 1 0,0-1-1,1 0 1,-1 0 0,0 0 0,0 0 0,1 0 0,-1 0-1,1 0 1,0 0 0,0-1 0,0 1 0,0-1-1,0 1 1,-1-5 0,-2-18 60,1-1 0,1 1 0,1-1-1,1 1 1,2-1 0,0 0 0,12-46 0,-9 51-8,1 1 0,1 1 1,1-1-1,0 1 0,2 0 1,0 1-1,1 0 0,1 1 1,0 0-1,21-20 0,-19 22-710,15-13-2097,-6 14-4729</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9.026"/>
    </inkml:context>
    <inkml:brush xml:id="br0">
      <inkml:brushProperty name="width" value="0.035" units="cm"/>
      <inkml:brushProperty name="height" value="0.035" units="cm"/>
    </inkml:brush>
  </inkml:definitions>
  <inkml:trace contextRef="#ctx0" brushRef="#br0">0 1030 9517,'14'-4'965,"-6"2"1471,0-1 0,0 0 0,0-1-1,14-7 1,-3-7-3440,-10 3 1251,0 0-1,-1-1 0,11-29 1,-7 15-75,12-24 117,61-156 341,-41 90-394,17-55 0,-34 98-183,-25 73-61,-5 4-7,1 0 13,-1 1 1,0-1-1,1 1 0,-1 0 1,1-1-1,0 1 1,-1 1-1,1-1 0,0 0 1,0 0-1,-1 1 0,1-1 1,0 1-1,0 0 1,1 0-1,-1-1 0,0 1 1,1 0-1,-1 1 0,-1 2 1,-3 6-2,0 0 1,1 0-1,-5 15 1,8-20-6,-3 9 26,1 0-1,0 0 1,-3 26 0,6-35 12,1 0 0,0-1 0,0 1-1,0-1 1,1 1 0,-1-1-1,1 1 1,1-1 0,-1 1-1,1-1 1,0 0 0,0 0 0,1 0-1,2 6 1,-1-7 28,-1 0 0,1 0 0,-1 0 1,1-1-1,1 1 0,-1-1 0,0 0 0,1 0 0,-1 0 1,1-1-1,0 0 0,0 0 0,0 0 0,0 0 0,0-1 1,0 0-1,1 0 0,-1 0 0,0 0 0,1-1 0,-1 0 1,0 0-1,8-2 0,2 0 36,1-2-1,-1 1 1,0-2 0,0 0-1,0-1 1,-1 0 0,16-10-1,-9 3-60,-1-1 0,0-1 0,-1-1-1,-1-1 1,-1 0 0,0-1 0,-1-1-1,15-23 1,13-27-644,38-77 0,-63 110 270,-17 31 265,1 1 1,-1-1-1,0 0 1,-1 0-1,0 0 0,1 0 1,-1 0-1,0-9 1,1-1-124,-2 12-7,-3 5 51,-4 2 112,5-3 31,-1 0 1,1 0-1,0 1 0,-1-1 1,1 1-1,0-1 1,0 1-1,0 0 1,0 0-1,1 0 0,-1 0 1,0 0-1,1 1 1,-1-1-1,1 0 1,0 1-1,0-1 1,0 1-1,0-1 0,0 1 1,0 0-1,1-1 1,0 1-1,-1 2 1,-2 17-2,1 0 0,1-1 0,1 1 1,1 0-1,1-1 0,1 1 0,1-1 1,1 0-1,12 34 0,-12-40-9,2 0-1,0-1 0,1 0 1,0 0-1,1 0 1,0-1-1,1-1 1,1 1-1,0-2 1,1 1-1,0-2 1,0 0-1,28 17 1,-24-19-266,-1-1 0,1-1 1,1 0-1,-1-1 0,1-1 1,0-1-1,34 3 0,125-7-6677,-134-1 4167,57-4-5716</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9.307"/>
    </inkml:context>
    <inkml:brush xml:id="br0">
      <inkml:brushProperty name="width" value="0.035" units="cm"/>
      <inkml:brushProperty name="height" value="0.035" units="cm"/>
    </inkml:brush>
  </inkml:definitions>
  <inkml:trace contextRef="#ctx0" brushRef="#br0">0 57 16898,'56'-8'5428,"-34"1"-2996,1-4-284,6 3-451,-3 1-313,15 7-272,-7-4-228,7-3-172,0 7-640,-8-4-72,4 4 0,-11 0-468,4 0-1216,-52 0-10281,-23 15-3701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9.478"/>
    </inkml:context>
    <inkml:brush xml:id="br0">
      <inkml:brushProperty name="width" value="0.035" units="cm"/>
      <inkml:brushProperty name="height" value="0.035" units="cm"/>
    </inkml:brush>
  </inkml:definitions>
  <inkml:trace contextRef="#ctx0" brushRef="#br0">0 209 18482,'149'-78'2836,"-82"59"-84,-4 8-300,0-4-455,-3 4-413,-1 4-332,4-4-432,-3 3-484,-16 1-524,-3-1-988,-22 5-720,7-12-1029,-4 0-551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19.983"/>
    </inkml:context>
    <inkml:brush xml:id="br0">
      <inkml:brushProperty name="width" value="0.035" units="cm"/>
      <inkml:brushProperty name="height" value="0.035" units="cm"/>
    </inkml:brush>
  </inkml:definitions>
  <inkml:trace contextRef="#ctx0" brushRef="#br0">518 48 10313,'-28'7'2279,"22"-6"4101,-11-29-4021,11 25-1809,-6 0-362,-1 1 0,0 0 1,0 1-1,0 1 0,0 0 1,0 0-1,0 2 0,1-1 1,-1 2-1,0 0 0,1 0 1,-1 1-1,1 0 0,0 2 1,-21 11-1,12-5 69,0 2-1,1 0 0,1 1 1,0 1-1,1 1 1,1 1-1,-25 32 1,34-39-99,1-1 1,1 1 0,-1 0-1,2 1 1,0 0 0,0 0-1,1 0 1,0 0-1,1 0 1,1 1 0,-2 13-1,4-14 46,0-1-1,0 1 0,1-1 0,1 0 1,0 0-1,0 1 0,1-1 1,1-1-1,0 1 0,0 0 1,1-1-1,11 18 0,-7-16-138,0 0 0,1-1 1,0 0-1,1 0 0,0-1 0,1-1 0,0 0 0,0 0 0,1-1 0,0-1 0,0 0 1,16 5-1,5 1 42,1-3 0,0 0 0,67 8 0,-45-11-107,115-1 0,-146-7 0,0-1 0,0-2 0,0 0 0,0-2 0,-1-1 0,42-17 0,-59 21 0,0-1 0,0-1 0,0 1 0,-1-1 0,0 0 0,0-1 0,0 0 0,-1 0 0,7-9 0,-9 10 0,0-1 0,0 0 0,-1 0 0,0 0 0,0-1 0,-1 1 0,1-1 0,-2 1 0,1-1 0,-1 0 0,0 0 0,1-11 0,-3 1-135,0 0-1,-1 0 1,-1 0-1,-1 0 1,0 1-1,-1 0 1,0-1-1,-2 1 1,0 1-1,-10-17 1,-1 2-360,-1 0 1,-2 1-1,-46-50 0,51 63 171,-1 1 0,0 1 0,-1 0 1,-1 1-1,0 1 0,-1 1 0,0 1 0,0 0 0,-1 2 0,0 0 0,-23-5 0,25 9-267,0 1 0,0 0-1,0 1 1,-1 2-1,1 0 1,0 0-1,-1 2 1,1 0-1,0 2 1,0 0-1,1 1 1,-1 1-1,-19 8 1,-16 15-4855,11 1-3255</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0.762"/>
    </inkml:context>
    <inkml:brush xml:id="br0">
      <inkml:brushProperty name="width" value="0.035" units="cm"/>
      <inkml:brushProperty name="height" value="0.035" units="cm"/>
    </inkml:brush>
  </inkml:definitions>
  <inkml:trace contextRef="#ctx0" brushRef="#br0">269 11 11901,'-5'-11'1477,"0"13"-237,-5 19 826,9-17-1695,0-1 835,8 11 389,-3-9-1314,3 12 194,0 0 0,0 1 1,-2-1-1,6 34 0,1 1 175,13 51 9,-4 1 0,-5 1 0,5 176 0,-21-222-671,-4 0 1,-18 103-1,16-132-142,-2 0 0,-1-1 0,-2 0 1,0-1-1,-2 0 0,-1-1 0,-21 31 0,28-49 90,0 1 0,-1-1 0,0 0 0,0-1 0,-1 0 0,0 0 0,0-1 0,-1 0 0,0-1 0,-16 8 0,23-13 55,0 0 0,0 0 1,0 0-1,0-1 0,-1 1 0,1-1 1,0 0-1,0 0 0,0 0 0,-1 0 1,1 0-1,0-1 0,0 0 0,0 1 1,0-1-1,0 0 0,0-1 0,0 1 1,0 0-1,0-1 0,0 0 0,-4-3 1,2 1-4,0 0 1,1 0 0,0 0 0,0-1 0,0 0 0,0 1 0,1-1 0,0-1 0,0 1 0,-4-9 0,1-2 122,2 1-1,0-1 1,0 1 0,1-1-1,1 0 1,1 0 0,0 0-1,2 0 1,-1-1 0,2 1-1,0 0 1,7-26 0,-3 25 12,0 0 0,2 1 0,0-1 0,0 1 0,1 1 0,1 0 0,1 0 0,0 1 0,1 0-1,0 1 1,17-13 0,-23 21-138,-1 0-95,0 0 0,1 0-1,0 0 1,0 1 0,0 0-1,0 1 1,0-1 0,1 1-1,0 0 1,12-3 0,12-1-1973,-24 5-2464,-18 32-1410,-10 16-3664</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1.765"/>
    </inkml:context>
    <inkml:brush xml:id="br0">
      <inkml:brushProperty name="width" value="0.035" units="cm"/>
      <inkml:brushProperty name="height" value="0.035" units="cm"/>
    </inkml:brush>
  </inkml:definitions>
  <inkml:trace contextRef="#ctx0" brushRef="#br0">23 1395 9745,'-22'7'9861,"24"-9"-9214,17-19-355,-1-2 1,-1 1-1,-1-2 0,-1 0 0,-1-1 0,-1-1 1,12-36-1,77-217 190,-74 188-408,18-108 0,-38 153-80,29-209-25,-35 222 23,-1 1 1,-1-1 0,-2 0-1,-1 0 1,-12-51-1,14 81 7,0 0 0,0 0 0,0 0-1,0 0 1,0 0 0,-1 0 0,1 0-1,-1 1 1,0-1 0,0 1 0,0-1-1,0 1 1,0-1 0,0 1 0,-1 0-1,1 0 1,-5-2 0,5 3 3,-1 0 0,0 0 0,1 0 0,-1 1 0,0-1 0,1 1 0,-1-1 0,0 1 0,1 0 0,-1 0 0,0 1 0,0-1 0,1 0 0,-1 1 0,0 0 0,1-1 0,-1 1 0,1 0 0,-3 2 0,-5 1 11,1 1 0,0 1 0,0-1 0,0 1 0,1 1 0,0 0 0,0 0 0,0 0 0,1 1 0,1 0 0,-1 1-1,1-1 1,0 1 0,1 0 0,-6 15 0,-5 13 133,2 1 0,1 1-1,3 0 1,0 1 0,3 0-1,1 0 1,0 79 0,7-67 216,2-1 1,17 83 0,-16-116-306,0-1 0,2 1 0,0-1 0,1 0 0,1 0 0,0-1 0,1 0 0,1 0 0,1-1 0,23 26 0,-9-16-349,35 26-1,-50-44 71,-1 0 0,2-1 0,-1 0 0,1 0 0,0-1 0,0-1 0,16 5 0,-8-6-786,0 0-1,35-1 1,-11-1-952,28 1-4072,-2-8-3851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2.062"/>
    </inkml:context>
    <inkml:brush xml:id="br0">
      <inkml:brushProperty name="width" value="0.035" units="cm"/>
      <inkml:brushProperty name="height" value="0.035" units="cm"/>
    </inkml:brush>
  </inkml:definitions>
  <inkml:trace contextRef="#ctx0" brushRef="#br0">138 194 13801,'-78'79'2792,"73"-73"-2579,0 1 0,1 0 1,0 0-1,0 0 0,0 1 0,1-1 1,0 1-1,1 0 0,0 0 1,-2 15-1,-7 17-38,9-33 17,0 0 0,1 0 0,-1 0 0,2 0 0,-1 1 0,1 9 1,5-22 115,116-104 617,194-157 2162,-303 258-2898,14-12 316,1 2-1,32-15 1,-54 31-457,-1 0 1,1 1 0,-1 0 0,1 0-1,0 0 1,-1 0 0,1 1 0,0 0-1,0 0 1,-1 0 0,1 1-1,0-1 1,-1 1 0,1 0 0,0 0-1,-1 1 1,1 0 0,-1 0 0,0 0-1,0 0 1,1 0 0,-2 1-1,1 0 1,0 0 0,0 0 0,-1 0-1,0 0 1,1 1 0,-1-1 0,0 1-1,-1 0 1,1 0 0,-1 0-1,0 1 1,0-1 0,1 5 0,7 18-517,-2 1 0,-1 1-1,-1-1 1,-1 1 0,1 43 0,-7-55-889,-1 0 1,-1 0-1,-9 34 0,0 3-5655,10-27-3041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2.423"/>
    </inkml:context>
    <inkml:brush xml:id="br0">
      <inkml:brushProperty name="width" value="0.035" units="cm"/>
      <inkml:brushProperty name="height" value="0.035" units="cm"/>
    </inkml:brush>
  </inkml:definitions>
  <inkml:trace contextRef="#ctx0" brushRef="#br0">45 1415 15329,'-37'-24'2762,"30"19"1759,7 1-2776,13-57 1511,-5 24-2428,3-39 0,2-330 28,-29-3-1308,14 369 408,2 0 0,7-52-1,-6 79 32,1 0-1,1 0 0,0 0 0,1 0 1,0 1-1,1 0 0,1 0 0,0 0 1,0 0-1,1 1 0,9-11 0,-10 16 6,1 0-1,-1 0 0,1 1 0,1 0 0,-1 0 0,1 1 1,-1 0-1,1 0 0,1 1 0,-1-1 0,0 2 0,1 0 1,-1 0-1,1 0 0,0 1 0,14 0 0,3 1-178,1 1 0,-1 1 0,1 1 0,31 8 0,-39-6-525,0 1-1,-1 1 1,0 0 0,0 1-1,-1 1 1,22 14-1,-37-22 295,0 1 0,1 0 0,-1 0 0,0 0-1,-1 0 1,1 0 0,0 0 0,0 0 0,-1 0-1,1 1 1,-1-1 0,0 1 0,0-1 0,0 1-1,0 0 1,0-1 0,-1 1 0,2 4 0,1 8-1875,14 47-7788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2.611"/>
    </inkml:context>
    <inkml:brush xml:id="br0">
      <inkml:brushProperty name="width" value="0.035" units="cm"/>
      <inkml:brushProperty name="height" value="0.035" units="cm"/>
    </inkml:brush>
  </inkml:definitions>
  <inkml:trace contextRef="#ctx0" brushRef="#br0">0 156 19458,'127'-48'2592,"-64"22"-320,-11 15-348,-4 0-467,-3 3-313,7 4-440,-22 4-632,14 0-972,5 0-741,-35-22-1319,5-4-48,-38 45-15122</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3.147"/>
    </inkml:context>
    <inkml:brush xml:id="br0">
      <inkml:brushProperty name="width" value="0.035" units="cm"/>
      <inkml:brushProperty name="height" value="0.035" units="cm"/>
    </inkml:brush>
  </inkml:definitions>
  <inkml:trace contextRef="#ctx0" brushRef="#br0">1 201 11337,'0'0'12854,"3"-1"-11809,53-14 356,0 2-1,1 3 0,62-3 0,-49 6-555,666-42 240,265 36-1085,-2 31 0,-547-8 0,1144 0 0,-902-36 0,-471 16 0,63-9 0,-277 19-63,-1-1 0,1 0-1,0-1 1,-1 0 0,1 0 0,14-6-1,-21 6-732,-7 0-364,-25-8-996,-1 1 1,1 2-1,-1 1 0,-1 1 1,1 2-1,-33 1 0,-63 1-10138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3.605"/>
    </inkml:context>
    <inkml:brush xml:id="br0">
      <inkml:brushProperty name="width" value="0.035" units="cm"/>
      <inkml:brushProperty name="height" value="0.035" units="cm"/>
    </inkml:brush>
  </inkml:definitions>
  <inkml:trace contextRef="#ctx0" brushRef="#br0">464 0 11297,'1'4'2227,"1"5"-2029,-1-6 663,-1 1-1,0-1 1,1 1 0,-1-1-1,0 1 1,-1 0 0,1-1-1,-1 1 1,1-1 0,-3 5-1,2-1-657,-1 0 0,1 0-1,0 1 1,1-1-1,0 0 1,0 0-1,0 0 1,1 1-1,0-1 1,0 0-1,4 8 1,-1 10 119,5 49 204,-4 2-1,-3-1 1,-3 0-1,-12 82 0,-71 293-967,81-437 360,-70 254-1689,60-229 1424,-1-1 0,-2-1 0,-2 0-1,-41 62 1,48-85 213,0 0-1,-1 0 1,0-2-1,-16 13 1,26-22 119,0-1 0,0 0 1,0 0-1,0 0 1,0 0-1,0 0 1,0 0-1,0 0 1,0-1-1,0 1 1,0-1-1,-1 1 1,1-1-1,0 0 1,0 0-1,-1 0 1,1 0-1,0 0 1,0-1-1,0 1 1,-1-1-1,1 1 0,0-1 1,0 0-1,0 0 1,0 0-1,-3-2 1,1 1 7,0-1 0,1 0 0,-1 0 0,1 0-1,0 0 1,0-1 0,0 1 0,1-1 0,-1 0 0,1 0 0,0 0 0,-3-7 0,1-3 27,0 0 1,2 0-1,-1-1 1,2 1-1,0-1 1,1 0-1,0 1 1,1-1-1,1 1 1,0-1-1,1 1 1,0 0-1,11-26 0,2 0 151,2 1 0,1 1-1,36-52 1,-35 63-271,46-48 0,-1-1-3362,-59 71 2419,2-3-641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4.218"/>
    </inkml:context>
    <inkml:brush xml:id="br0">
      <inkml:brushProperty name="width" value="0.035" units="cm"/>
      <inkml:brushProperty name="height" value="0.035" units="cm"/>
    </inkml:brush>
  </inkml:definitions>
  <inkml:trace contextRef="#ctx0" brushRef="#br0">372 171 9701,'0'0'6310,"-3"-1"-5993,-3 0-271,1-1 0,0 1 0,-1 1-1,1-1 1,-1 1 0,1 0 0,0 0 0,-1 0-1,1 1 1,-1 0 0,1 0 0,0 0 0,-1 1-1,1 0 1,0 0 0,0 0 0,0 0 0,1 1-1,-6 3 1,-24 17 738,-40 36 0,58-46-518,5-4-77,1 1-1,0 0 0,1 1 0,0 0 0,1 0 0,0 1 0,1 0 0,0 1 0,-6 14 0,2 2 294,2 0 0,1 0 0,-6 37 0,14-59-342,-1 0 1,1 0-1,1-1 1,-1 1-1,1 0 0,0-1 1,1 1-1,0 0 1,0-1-1,0 0 1,0 1-1,1-1 1,0 0-1,1-1 0,-1 1 1,1 0-1,0-1 1,1 0-1,-1 0 1,1 0-1,0-1 1,0 1-1,1-1 0,-1 0 1,1-1-1,0 1 1,0-1-1,0 0 1,0-1-1,7 3 0,5-1 265,0 0 0,1-2-1,-1 0 1,0-1 0,34-2-1,-20-3-172,0 0-1,41-13 1,-70 16-265,0 0 0,0 0 0,0 0 0,0-1 0,0 1 0,0-1 0,-1 0 0,1 0 0,-1 0 0,1 0 0,-1-1 0,1 1 0,-1-1 0,0 1 0,0-1 0,1-3 0,2-2-318,-1-1 1,-1 0-1,1 0 1,1-10-1,-3 14 206,-1 1-1,-1-1 1,1 1-1,-1-1 1,0 1-1,0-1 1,0 0-1,0 1 1,-1-1-1,0 1 1,0-1-1,0 1 1,-1-1-1,1 1 1,-1 0-1,0 0 1,0 0-1,-1 0 1,1 0-1,-1 0 1,0 0 0,0 1-1,0 0 1,0-1-1,0 1 1,-6-3-1,0-1-169,-1 1 0,1 0-1,-1 1 1,0 0 0,-1 0 0,1 1-1,-1 0 1,0 1 0,-17-2 0,-149-26-750,172 30 1241,-1 0-1,1 0 1,-1 1 0,1 0-1,-1 0 1,-6 1 0,-8 0 964,39-18 1154,-7 8-1827,1 1 0,0 0 0,1 1 0,0 0 0,15-4 0,80-22 1503,-30 10-808,492-145 1103,-561 165-2745,0 0-1,-1 0 1,1-1 0,0 0 0,-1-1-1,14-9 1,-18 11 50,-1 0-1,0-1 1,0 0 0,0 0 0,-1 0-1,1 0 1,-1 0 0,0-1-1,0 1 1,-1-1 0,1 0-1,-1 0 1,3-7 0,-6 2-7188,-8-15-5161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6.225"/>
    </inkml:context>
    <inkml:brush xml:id="br0">
      <inkml:brushProperty name="width" value="0.035" units="cm"/>
      <inkml:brushProperty name="height" value="0.035" units="cm"/>
    </inkml:brush>
  </inkml:definitions>
  <inkml:trace contextRef="#ctx0" brushRef="#br0">1 67 9381,'109'-37'8444,"-77"28"-6054,-16 4-1153,-1 1 0,1 1 1,19-3-1,48 3 1562,-81 4-2756,-1-1-1,1 1 0,-1-1 1,1 1-1,-1 0 1,1-1-1,-1 1 1,0 0-1,1 0 0,-1 0 1,0 0-1,0 0 1,0 0-1,0 0 0,0 0 1,0 1-1,0-1 1,0 0-1,0 1 0,0-1 1,-1 1-1,2 1 1,-3 3-71,0 0 0,-1 1 0,1-1 0,-1-1 0,0 1 0,-1 0 0,-5 10 0,2-4-124,-14 37-1250,-15 59 1,5-15 46,16-51 1618,14-41-202,0 0 0,0 0 0,0 0 0,0 0 1,0 0-1,0 0 0,0 0 0,1 0 0,-1-1 0,0 1 0,1 0 0,-1 0 0,0 0 0,1 0 0,-1 0 0,1-1 0,-1 1 0,1 0 0,0 0 0,-1-1 0,2 2 1,0 0 173,-1 0-154,1 0 1,-1-1-1,1 1 0,0-1 0,-1 1 1,1-1-1,0 0 0,0 0 0,0 0 1,0 0-1,0 0 0,0 0 1,0 0-1,0-1 0,0 1 0,0-1 1,0 1-1,0-1 0,5 0 0,47-3 776,-37 1-493,338-42 2784,-234 26-2622,-56 14-670,-54 4-43,0 0 0,-1-1 0,1 0 0,-1 0 0,12-4 1,-21 5 61,0 0 1,0-1 0,0 1 0,0 0 0,0-1-1,0 1 1,0 0 0,0-1 0,0 1 0,0-1-1,0 0 1,0 1 0,0-1 0,-1 0 0,1 0-1,0 1 1,0-1 0,-1 0 0,1 0 0,0 0-1,-1 0 1,1 0 0,0-2 0,-1 1-845,0-1 1,0 1-1,0 0 1,0-1-1,-1 1 1,1 0 0,-1-1-1,0 1 1,-1-3-1,2 3-31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6.634"/>
    </inkml:context>
    <inkml:brush xml:id="br0">
      <inkml:brushProperty name="width" value="0.035" units="cm"/>
      <inkml:brushProperty name="height" value="0.035" units="cm"/>
    </inkml:brush>
  </inkml:definitions>
  <inkml:trace contextRef="#ctx0" brushRef="#br0">0 43 14885,'3'-19'2258,"-2"16"2020,2 1-2439,10-2-854,1 0-1,-1 1 1,1 0-1,0 1 1,0 0-1,27 1 1,24 5-1053,-1 4-4225,-52-7 2877,-12 3-1959,-3 15-3392,-1 7-4482</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6.779"/>
    </inkml:context>
    <inkml:brush xml:id="br0">
      <inkml:brushProperty name="width" value="0.035" units="cm"/>
      <inkml:brushProperty name="height" value="0.035" units="cm"/>
    </inkml:brush>
  </inkml:definitions>
  <inkml:trace contextRef="#ctx0" brushRef="#br0">0 56 20294,'97'-15'2536,"-79"12"-196,23 3-416,19-8-363,-16 1-361,5 7-224,-1-4-200,4 0-316,-4 1-500,-3 3-632,-19 0-980,4-4-913,-4-3-1571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27.264"/>
    </inkml:context>
    <inkml:brush xml:id="br0">
      <inkml:brushProperty name="width" value="0.035" units="cm"/>
      <inkml:brushProperty name="height" value="0.035" units="cm"/>
    </inkml:brush>
  </inkml:definitions>
  <inkml:trace contextRef="#ctx0" brushRef="#br0">282 82 11625,'-34'0'1838,"33"0"-1756,1 0 0,-1 0 0,1-1 0,-1 1 0,0 0 0,1 0 0,-1 0 0,1 0 0,-1-1 0,1 1 0,-1 0 0,1-1 0,-1 1 0,1 0 0,-1-1 0,1 1 0,-1 0 0,1-1 0,-1 1 0,1-1 0,0 1 0,-1-1 0,1 1 0,0-1 0,-1 1 0,1-1 0,0 0 0,0 1 0,0-1 0,-1 1 1,1-1-1,0 0 0,0 0 0,0 0 276,-1 0-210,1 0 1,-1 0 0,1 1 0,-1-1 0,1 0 0,-1 0 0,0 1-1,1-1 1,-1 1 0,0-1 0,0 0 0,1 1 0,-1-1 0,0 1-1,0 0 1,0-1 0,0 1 0,1 0 0,-1-1 0,0 1 0,0 0-1,0 0 1,0 0 0,-2 0 0,0 0-6,0 0 0,0 1 1,0-1-1,0 1 0,0 0 0,0 0 0,-6 3 0,2 0-15,-1 0-1,1 1 1,-1 0-1,1 0 0,-11 12 1,16-16-119,-20 23 780,-36 49 0,52-64-567,0 1 0,1 0 0,0 1 0,0-1 0,1 1 0,0 0 0,1 0 0,1 0 0,-3 14 0,4-10 7,1 0 0,0 0 0,1 0 0,1 0 0,0-1 0,1 1 0,1 0 0,8 21 0,4 4 676,37 62 0,-39-80-757,0-1 0,1-1-1,1 0 1,1-1-1,1 0 1,1-2-1,0 0 1,1-1 0,1-1-1,28 15 1,5-2 158,1-1 0,1-4 0,69 21 0,-106-38-306,1 0 0,0-1 0,0-1 0,1-1 0,40 0 0,-55-3 0,1 0 0,0-1 0,-1 0 0,1-1 0,0 1 0,-1-1 0,1 0 0,-1-1 0,0 0 0,0 0 0,0 0 0,0-1 0,-1 0 0,1 0 0,-1 0 0,0 0 0,0-1 0,0 0 0,-1 0 0,0-1 0,7-10 0,-2-1-50,0 0 0,-2-1 0,0 0 0,-1 0 0,0 0 0,-2-1 0,0 1 0,-1-1 0,-1 0 1,-1 0-1,-1-21 0,-3 2-196,-1 0 1,-2 0-1,-2 0 1,-19-57-1,18 69-141,-1 0-1,-1 1 0,-1 1 1,-2 0-1,0 1 0,-1 0 1,-2 1-1,0 1 1,-1 0-1,-41-34 0,41 40-106,-1 1 0,-1 1-1,-1 1 1,0 0 0,0 2-1,-1 0 1,0 2 0,0 0-1,-1 2 1,-1 0 0,1 2-1,-45-4 1,44 7-1206,0 2 0,-1 0 1,1 1-1,-40 10 0,-5 9-7067</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3:59.743"/>
    </inkml:context>
    <inkml:brush xml:id="br0">
      <inkml:brushProperty name="width" value="0.035" units="cm"/>
      <inkml:brushProperty name="height" value="0.035" units="cm"/>
    </inkml:brush>
  </inkml:definitions>
  <inkml:trace contextRef="#ctx0" brushRef="#br0">335 5 6601,'-4'-1'1068,"-33"-2"583,33 3-145,-6 12-32,9-11-929,-1 1 0,1 0-1,0-1 1,-1 1-1,1-1 1,-1 1-1,1-1 1,-1 0-1,0 1 1,-3 0-1,-5 2-1062,-1 1 550,0 0 0,1 1 0,-1 0 0,-9 8-1,-17 10 62,28-18-92,0 0 0,0 0 1,-13 14-1,-14 11 241,31-28-320,2 0 205,0-1-1,0 1 1,-1-1 0,1 0 0,0 0 0,-1 0 0,0-1 0,-7 3-1,-7-1 106,14-2 1419,8 0-1516,-4 0-131,9 5 69,0-1-1,0 0 1,0 0 0,1-1-1,-1 0 1,1-1 0,0 0-1,0-1 1,1 0 0,10 1-1,375-5 634,-234-4-549,194-13 60,-213 9-159,584-2 57,-502 13-125,-80 5 24,-36 0-5,266 12 81,-100 7-67,-34-2-28,-39-11-48,176 6 16,-174-7 35,-36 2-19,0 0 22,-5-1-6,-52-2 47,443 1 58,-280-3 5,-133-1-133,62 1 34,-107-3 9,-56-2-7,54-2-1,262-11 26,-77 4 9,-156 6-17,10-1 58,-90 0-79,72 7 0,0 0 89,528 2 2,-547-7-110,86-2-42,75-6 72,-101 5 62,40-2 21,183-6-30,-187 9 22,-68-1-136,155 12 190,8 9-64,-226-15-80,97-4 0,-112-1-8,64 7 0,11 0 22,-42-7 18,83 2-22,-25 2-7,-41-3 142,309-6-61,-316 2-92,176 5 233,54-2-90,141 4-101,-415-3-26,52-5 0,6-1 16,62-4 31,-135 7-20,204-7 61,96-6 153,-62 4-199,-34 1 1,-109 5-16,40-4-22,553-34 633,-602 39-543,32-1 17,14 1 30,43 2 23,834 14 1124,-405-3-432,-487-7-747,133-2 239,-72-6 529,-164 6-701,-39 1-104,-1 1 7,13 1-42,32 0 0,-36-5-760,-10-2-2398,-17-14-2235,9 13 5552,-36-35-7315,-4 3-4771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4:02.344"/>
    </inkml:context>
    <inkml:brush xml:id="br0">
      <inkml:brushProperty name="width" value="0.035" units="cm"/>
      <inkml:brushProperty name="height" value="0.035" units="cm"/>
    </inkml:brush>
  </inkml:definitions>
  <inkml:trace contextRef="#ctx0" brushRef="#br0">216 355 7737,'0'0'11343,"0"6"-10715,-22 388 2523,3-139-2402,-22 1519 2950,45-1525-3389,-4-244-584,1-11-216,10-84-574,1-146 0,-9 112 647,-4-668-1381,-3 563 1421,-17-152-28,2 51 60,20 287 326,9-62 0,-2 27-27,-3 43 73,1 1 1,2 0-1,21-57 1,-20 64 92,2-28 220,-9 51-263,-1 0-24,2-5-63,-2 2 28,2 0 0,-1 0 0,1 0 0,0 0 0,0 1 1,1-1-1,0 1 0,0 0 0,0 0 0,9-8 0,9-10 49,-18 19-45,1 0 1,0 0 0,-1 0-1,1 1 1,1 0 0,-1 0-1,7-4 1,41-21 124,-30 16-75,1 0-1,46-16 1,-21 12-4,-14 5-19,0 2 0,37-7 0,402-29 271,308 80-90,-615-22-231,123 15 91,147 8 64,-169-21-158,85 1 119,-145-8-160,275-5 107,-364-6-124,36-3 50,-126 5 523,44 2 1,-28 1-119,-45 19-320,1-1-25,-1 1 0,-4 30 0,0 7 25,-30 309 339,14-122-296,11-93-70,4 42 73,-13 321-66,17-474-80,0-10 60,6 51 0,-5-78-86,-1 1 63,-11 30 50,11-31 64,0 1-217,-5 33 166,5-33 634,-19-3-610,-1 1-1,1 1 1,-33 10 0,26-6 14,-33 4 1,-33-3 85,-1-5-1,-160-14 1,93-4-168,-1051-77 270,856 81-204,-131 16 28,2 35-22,469-39-94,-416 41 62,329-35 45,-6 0-61,18 2 7,22-3-16,65-5-32,1 0-20,-35 8-28,35-8 56,0-1-8,-28 3 22,28-2 1465,-1-1-1470,-33-3 8,33 2 30,1 3 46,-21 10-75,21-11 46,-1 0-39,-33 9 62,34-10 175,-1 0-213,-33 0 238,33 0 187,-34-3-11853,38 3 11199,0 0 1,0 0-1,0 0 0,-1 0 1,1 0-1,0 0 1,0 0-1,0 0 1,0 0-1,-1 0 1,1 0-1,0 0 1,0-1-1,0 1 1,0 0-1,0 0 1,-1-1-1277,1 1 1276,0 0 1,0 0-1,-1-1 1,1 1-1,0 0 1,0 0-1,0 0 0,0 0 1,0-1-1,0 1 1,0 0-1,0 0 1,0 0-1,0 0 1,0-1-1,0 1 1,-3-22-11216</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8:26.844"/>
    </inkml:context>
    <inkml:brush xml:id="br0">
      <inkml:brushProperty name="width" value="0.035" units="cm"/>
      <inkml:brushProperty name="height" value="0.035" units="cm"/>
    </inkml:brush>
  </inkml:definitions>
  <inkml:trace contextRef="#ctx0" brushRef="#br0">45 208 6733,'-45'12'9712,"48"-13"-9287,28-2 461,-28 3-478,1-2-66,26-18 708,-29 19-1023,1 0-1,0 1 1,-1 0 0,1-1 0,0 1-1,-1 0 1,1 0 0,0 0 0,-1 0 0,1 0-1,0 0 1,1 1 0,23 0 194,0-2-70,0 0 1,27 4 0,16 0 101,292 10 345,2-1-206,-27-11-120,196-8 119,-368-1-278,334 5 45,124-29-14,-393 16-17,55-6-73,72-5 129,-119 6 78,-63 5-68,-77 3-104,-61 7 104,54-1 0,-87 7-65,1-1 17,16-3 382,35-12-1,-52 15-364,42-6-3241,-42 6 1044,-17-6-6818,-1-1 122</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8:28.298"/>
    </inkml:context>
    <inkml:brush xml:id="br0">
      <inkml:brushProperty name="width" value="0.035" units="cm"/>
      <inkml:brushProperty name="height" value="0.035" units="cm"/>
    </inkml:brush>
  </inkml:definitions>
  <inkml:trace contextRef="#ctx0" brushRef="#br0">26 60 5949,'11'-6'4093,"-11"3"-2399,-19 3-1817,2 3 1457,34-3 8824,118-22-9113,601 9 868,-661 14-1778,659 18 696,-79-1-271,-234-11-278,468 6 408,-2-26 245,-375 6-196,-472 4-1207,-35 2-320,-27-23-14410,-12-4 4401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8:34.003"/>
    </inkml:context>
    <inkml:brush xml:id="br0">
      <inkml:brushProperty name="width" value="0.035" units="cm"/>
      <inkml:brushProperty name="height" value="0.035" units="cm"/>
    </inkml:brush>
  </inkml:definitions>
  <inkml:trace contextRef="#ctx0" brushRef="#br0">55 476 10365,'-21'-34'1485,"20"34"-1451,1 0 1,0 0-1,0 0 1,-1-1-1,1 1 1,0 0 0,0 0-1,0 0 1,-1-1-1,1 1 1,0 0-1,0 0 1,0 0-1,0-1 1,0 1-1,0 0 1,-1-1 0,1 1-1,0 0 1,0 0-1,0-1 1,0 1-1,0 0 1,0 0-1,0-1 1,0 1 0,0 0-1,0-1 1,0 1-1,0 0 1,0 0-1,0-1 1,0 1-1,1 0 1,-1 0-1,0-1 1,0 1 0,22-31 1983,-20 27-577,6-30-147,-3 16-960,0-7 106,17-47 0,-21 69-85,-1-1-213,-3-30 96,2 31 266,0-1-446,-18-27 14,17 29 38,-5 157 145,0-21-24,-11 294 364,-1 48-53,11 449 184,12-614-508,-1 65 31,3 21 54,4-79-7,-10-296-265,0 0 0,-4 22 1,3-38-5,1-1 1,0 0-1,0 0 1,0 1 0,1-1-1,0 0 1,2 9 0,0 2 41,-1-6 12,-1 0 1,-1 0 0,0-1-1,0 1 1,-3 16 0,3-22 3058,-19-12-2930,17 8-208,1-1-1,0 1 1,0-1 0,0 1 0,0-1 0,0 1-1,0-1 1,1 1 0,-1-1 0,0 0-1,0 0 1,0 1 0,0-1 0,1 0 0,-1 0-1,0 0 1,1 0 0,-2-2 0,2 1 4,0 0 0,0-1 0,1 1 0,-1-1 0,0 1 0,1 0 0,-1 0 0,3-5 1,-1-1 15,138-581 113,-132 553-117,41-286-38,-16 81 109,-23 163-100,-5 0 0,-6-136 0,-3 67 68,-14-99 36,4 105-55,2 5 26,-6-134-59,17 218 21,0 35-22,0 0 0,1 0 0,4-22 0,4-32-35,-5 41 40,11-57 1,5-4-33,2-10 32,-17 84-6,0 0 0,-2-1 0,0 1 1,0-20-1,0-12-9,4-30-37,6-53-17,-11 127 62,-1 1-1,0-1 1,0 1 0,0-1 0,0 0-1,-2-5 1,0-12 5,-2-22-49,4 40 60,-2 11-278,-19 99 226,7-24 30,-42 249 9,35-191-65,-20 162 98,33-236-29,-11 155-22,9-95 42,-7 221 16,2-31-82,7-97-47,-1-1-183,9-216 264,-4 44-69,4 85 0,2-89-37,-5 64 1,0-38 47,3-63 143,0-9-90,21-385-26,-1 129-120,-4 31-2,-7 127 89,104-1250-1577,-102 786 1303,-11 534 328,0 2 2,-1-4 36,6-38 0,13-73-179,-18 141 117,0 2-142,1-1 151,-1 1 0,0 0 1,1-1-1,-1 1 0,1 0 0,0 0 1,0 0-1,0 0 0,0 0 1,0 0-1,0 0 0,2-2 1,-2 2-608,-13 26 663,11-14-4912,0-11 4549,0-1 1,1 1-1,-1 0 1,0 0-1,-1 0 1,1 0-1,0 0 1,0 0-1,0 0 1,-3-2-1,-4-2-749,7 4 868,1 0-10,-1 0 1,0 1 0,0-1 0,0 0-1,1 0 1,-1 1 0,0-1-1,0 1 1,0-1 0,0 1 0,0-1-1,0 1 1,0-1 0,0 1 0,0 0-1,0 0 1,0-1 0,-2 1 0,1 1-466,-1 0 1,1 1 0,0-1-1,-1 1 1,1-1 0,0 1-1,0 0 1,0-1 0,-3 5-1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8:35.851"/>
    </inkml:context>
    <inkml:brush xml:id="br0">
      <inkml:brushProperty name="width" value="0.035" units="cm"/>
      <inkml:brushProperty name="height" value="0.035" units="cm"/>
    </inkml:brush>
  </inkml:definitions>
  <inkml:trace contextRef="#ctx0" brushRef="#br0">109 257 5817,'-1'9'8540,"9"-20"-3420,-3 5-6244,-4 6 590,0-3 2890,-4 2-2265,-25-8-26,26 8 264,3-3-294,2-30 75,-3 31-80,0-1-28,10-40 19,-9 40 22,-1 1-56,11-35 123,-13 17-18,1 18-20,0-1 0,1 1 0,-1 0 0,1-1 1,0 1-1,0 0 0,1-1 0,0-4 0,5-10-56,-5 14 11,0 1 6,9-16 216,-9 38 71,-2 6-384,1 8 15,-1-11 87,6 34 0,0 99 96,-4-74-126,0-50 19,13 197 152,-10-184-126,-2 0-1,-5 53 0,2 45-3,6-84-31,-2-22 52,-1 56-1,-21 217-45,12-128-6,-8 98 44,0-103 31,1-1 7,11-145-49,0 44 0,4-49-15,-7 46 0,3-50 30,1 36 0,3-39-8,-2 0-1,-5 34 1,4-39-26,0-1 1,2 0 0,-1 0 0,1 0 0,3 15-1,-1 31 2,1 84 189,1-42-13,-1-58 664,15 76-1,-17-115-343,-1-4-1409,-1-1 763,1 0 0,-1 1 0,1-1 0,-1 1 0,0 0 0,1-1 0,-1 1 1,0-1-1,0 1 0,-2-2 0,-3-7-325,-5-14-1379,-12-39 1,3 7-1677,1 0-1984,4-9-3100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8:46.213"/>
    </inkml:context>
    <inkml:brush xml:id="br0">
      <inkml:brushProperty name="width" value="0.035" units="cm"/>
      <inkml:brushProperty name="height" value="0.035" units="cm"/>
    </inkml:brush>
  </inkml:definitions>
  <inkml:trace contextRef="#ctx0" brushRef="#br0">38 206 10321,'-5'9'2177,"5"-8"-1794,-1-1-1,1 0 1,0 1 0,-1-1-1,1 0 1,-1 0-1,1 1 1,-1-1-1,1 0 1,-1 0-1,1 0 1,0 0-1,-1 1 1,1-1-1,-1 0 1,1 0-1,-1 0 1,1 0-1,-1 0 1,1 0-1,-1-1 1,-12-4 5447,6 0-8249,4 3 3265,19-2-462,-14 3-363,0 0 1,0 0-1,0 0 0,0 0 1,0 1-1,1-1 1,-1 1-1,0-1 1,0 1-1,5 0 0,264-19 327,-121 5-305,54-6 98,227-20 693,-178 20-653,-162 11-145,60-3-48,78-2 40,7-1-8,-88 6 67,-39 2 5,184-4-23,-265 9-56,3 0 8,30 2 0,82 0 90,24 1-37,20 5-51,-57-4-1,-28 3-43,131 4 23,-211-8-2,1 1 1,27 7 0,26 2-30,-23-4 9,-30-4-25,35 1 1,-35-2 26,0 0 1,-1 2 0,27 7 0,5 1-70,-10-4 56,122 26-110,-139-28 110,27 2 1,-35-5 3,1 0 0,25 7 0,-43-9 31,-1-1 0,1 1 1,0 0-1,0-1 0,0 0 0,0 0 0,0 1 0,0-1 0,1-1 1,-1 1-1,2 0 0,6-1 2,11 2 34,33 7-1,-50-6 55,63 5 547,-4-14 463,-60 7-1100,-1 0 1,1 1 0,-1 0 0,1 0-1,-1 0 1,1 0 0,-1 0 0,0 0 0,4 3-1,-4-2 1,1-1 712,-8-6-6737,-38-34 987,20 25-1876</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17.066"/>
    </inkml:context>
    <inkml:brush xml:id="br0">
      <inkml:brushProperty name="width" value="0.035" units="cm"/>
      <inkml:brushProperty name="height" value="0.035" units="cm"/>
    </inkml:brush>
  </inkml:definitions>
  <inkml:trace contextRef="#ctx0" brushRef="#br0">23 30 11685,'-22'-29'9606,"24"31"-9404,3 6-119,-1 0 1,0 0 0,0 0 0,0 0-1,-1 0 1,-1 1 0,4 14-1,7 69 260,-4 73 59,-2-17-132,24 345 652,-14-173-197,12 511 1226,4 58-558,-30-605-1233,-4-156-161,11 74-1978,-9-197 1333,-2-13-956,-26-215-3000,0-8-1168,19 125 1466,0 1-2136</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9:09.423"/>
    </inkml:context>
    <inkml:brush xml:id="br0">
      <inkml:brushProperty name="width" value="0.035" units="cm"/>
      <inkml:brushProperty name="height" value="0.035" units="cm"/>
    </inkml:brush>
  </inkml:definitions>
  <inkml:trace contextRef="#ctx0" brushRef="#br0">8 135 5637,'0'-4'-308,"2"-14"3232,-8 28 410,2 5 8258,7-17-11511,2 0-55,1 0 1,-1 0-1,1 1 0,0-1 1,-1 1-1,1 0 0,0 1 0,-1 0 1,1 0-1,0 0 0,10 2 0,-11-2 0,-2 0-28,0 0 0,0 0 0,0 0-1,0 0 1,0 1 0,0-1 0,4 2-1,25 3 1,43 2 51,-5 1-56,14-1 123,51 0-208,269-18 96,-216 2-50,209-18 36,-94 0 201,-67 2-261,11 2 46,-105 12 81,112-5-30,12 13-90,-236 3 53,231-7 42,26 2 64,-207 6-117,26 3 0,123 20 0,-179-20 6,-35-4 10,-1 1 1,1 1 0,15 3 0,41 5 15,-24-4-12,154 16 20,-181-20-3,34-1 0,-36-2-24,0 2-1,32 4 1,-18 0 9,32 0 1,0 0 7,88 5-13,237 5 18,-291-13 49,29 2-70,12-1 56,-4-1-90,81 9 54,22 0 46,-112-7-102,-98-4 86,31-3 0,11-1-118,278-13-12,-271 12 78,252-7-35,-269 8 62,-44 2-22,0 1 0,0 0 0,20 2-1,-11 1 8,1-2-1,26-2 0,-27 1 1,48 2 0,171 4-7,-153-6-10,70-4 34,147 5-106,-139-4 39,-39-3 75,-56 1-55,121 5 36,6-10-31,-112 8-5,21 1-18,115 3-38,-76-2 31,-47-1 31,164-6 38,-77-7-16,30 1 37,-10 14-31,6 0 96,-74-3-176,30-2 66,63-8 32,9 8-72,-51 4 99,-145 1-67,70 7 0,14 2-51,21-9 45,13 5-10,-29 1 28,5 4 4,-119-8-3,0 0-1,34-3 0,-12-1-3,242 9 14,-84 4-14,-117-11-12,129 8 16,-49 1 2,-2 0-1,108-1-10,-6-1 36,62 5-23,-272-9 0,771 23 428,-675-24-87,400 17 812,54 19-229,-263-18-1240,-315-15 175,-4-1-2514,-24-7 632,-14-5-326,-25-11-3701,-16-5-3652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9:12.089"/>
    </inkml:context>
    <inkml:brush xml:id="br0">
      <inkml:brushProperty name="width" value="0.035" units="cm"/>
      <inkml:brushProperty name="height" value="0.035" units="cm"/>
    </inkml:brush>
  </inkml:definitions>
  <inkml:trace contextRef="#ctx0" brushRef="#br0">15 112 8541,'-2'2'1355,"-4"4"-2771,-1 8 13352,18-18-9843,-4 2-1955,-1-1 1,1 1-1,-1 0 0,1 1 1,0 0-1,0 0 1,7 0-1,55 2 415,-25 0-281,532 10 2093,-415-4-2105,32-4 29,34 2-80,178 3-21,-100-5-104,272 5-1,-176-5-104,826 8 1030,-764-3-907,-14 0-50,1-1-28,-111-5-35,526-12 86,-524-7-100,294-20 107,245-1 23,-455 43-33,-314-2-58,271 10 16,-17-5 17,73-14-35,138 4-7,-399 1 26,-57-1-10,235 1-58,146-9 14,-256 3 21,1-1-4,-87 0 10,-28 1-2,150-5-17,107-2-14,25 5-15,-355 7 53,241-13-28,-190 8 47,34-1-12,37 3 8,52 0 64,-70 6-1,115 8 72,50 21 230,-136-20 62,-67-6 76,1-2-20,-66-3-7,73 9 0,-118-6-447,40-1 2,-42-1-55,55 3 0,-16-6 0,0 3 0,-5-3 0,-39 3 0,31-4 0,-30 2 0,35-3 0,-20 4 0,5 2 0,-23 2 0,-1 1 0,-65-27-7514,21 9-392,-12-5-6457</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20.869"/>
    </inkml:context>
    <inkml:brush xml:id="br0">
      <inkml:brushProperty name="width" value="0.035" units="cm"/>
      <inkml:brushProperty name="height" value="0.035" units="cm"/>
    </inkml:brush>
  </inkml:definitions>
  <inkml:trace contextRef="#ctx0" brushRef="#br0">12 161 6493,'-12'8'4631,"23"-11"4218,6-2-4847,1 0-5967,231-18 3979,5 21-1200,-176 2-470,792-11 1220,-353-5-1104,15 5-39,265-3-97,-39 6-201,472 42-37,-383-9-79,-367-17 9,305-8 26,-333-3-29,-275 3-55,433-8 18,-198 0 49,-150 6-27,44 5-17,-128-4 49,107-6 30,174-11 110,435 3-85,-800 15-85,212-1-10,-12-4-28,-64 0 83,-154 5-45,758-11-20,-580 8-44,50-2 9,-63-3-1,35-2-58,905-20-120,-971 33 230,104-2-4,-53 3-18,-184-2 8,205 0 85,-152-3-102,-25 2 96,88-1-68,42 0 31,9 0-18,-31-4 71,-177 5-88,105-1 103,117 2-6,-172 2 44,-83-4-44,1 2-70,33 10 22,-36-12-40,-1 0 0,1 1 1,0-1-1,0 0 1,-1 1-1,1-1 0,0 0 1,-1 1-1,1-1 0,0 1 1,-1-1-1,1 1 1,-1 0-1,1-1 0,-1 1 1,1 0-1,-1-1 0,1 1 1,-1 0-1,1-1 1,-1 2-1,2 1-6,14 19 27,-1 0 0,-1 1 0,-2 1 1,14 31-1,3 7 55,-23-49-70,-1 0 1,0 0-1,-1 0 0,-1 1 0,0-1 0,2 21 0,4 21 72,-5-33-70,-2-1-1,0 0 1,-2 1-1,-2 30 1,0 7 45,-11 101-14,0-1-76,13-84 88,-11 311-28,-4-162 89,-5 25 17,14-160-82,2 113-29,4-189-32,-2 70 49,3 72-2,4 13-26,-5-165-6,-2 45-23,0-35 33,2 0 0,0 0 0,0 1 0,3 12 0,-2-22-13,-1 1 0,1-1 0,-1 0 0,0 1 0,0-1 0,-1 0-1,0 5 1,-2 23 50,-7 65-17,2-28-4,7-50-15,1-15-3,-1 0-2,-11 36-15,11-36 18,-3 16 6,1 0-3,2-15-4,0-5-5,0 1 0,0 0 1,0-1-1,1 1 0,-1 0 1,0 0-1,0 0 0,1 0 1,-1-1-1,0 1 0,1 0 1,-1 0-1,1 0 0,-1 0 1,1 1-1,-1-1 1,1 0-1,0 2 0,-8 14 72,2-10-54,0 0 0,0 0 0,0 0 0,-1-1 0,0 0 0,0 0 0,-1 0 0,0-1 0,0-1 0,0 1 0,0-1 0,-1 0 0,1-1 0,-12 3 0,-24 6-2,-1-3 1,-1-1 0,1-2-1,-1-2 1,-83-3 0,-6 0-24,-3-1 18,-68-5-18,64 3 9,41 2 22,-25-1-1,-280-20 183,294 15-194,-128-11 30,16 3-30,45 6 21,-80 4-37,83 4 2,-8 1-1,55 1 3,-7 1 10,-68-1 8,-35 5-36,115 0 18,-15 6-15,-24 0 5,-11 0-16,28-1 23,-319 22 4,335-22-2,-157 24 15,9 1-4,-87 8 45,135-25-19,-31 1-93,-131 7 71,4 4 0,223-22-26,-205 10-8,219-16 22,-393 14-49,421-12 68,-367 25-33,28-1 1,336-24 52,-675 24 63,627-25-114,-151 2 44,-348-19 60,593 7-93,-38 0 9,-190 2-47,81-2 55,-55-1-24,126 2 19,-161-9-24,45-2 68,61 1-36,-651-27-44,618 29 37,-162-6-55,326 16 48,-226-14-73,98 0 76,93 10-34,-5-1 49,-50-5-23,10 8 26,81 4 18,-318-6-74,79 1 17,271 5-18,14 0 42,-16 1-33,-70-9-1,92 6 12,-1 1 1,0 1-1,-37 5 1,3 0 23,-133 7-46,95-5 66,-41 0 53,124-7-92,-30 2-6,28 1 28,-25 3-31,40-6 68,0 0-62,-2-1-362,0 0 0,-1 1 0,1 0 0,0 1 0,0-1 0,0 1 0,-1 0 0,-5 2 1,3 0-3050,0 0 1,0-1 0,-12 1 0,-6 1-7381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9:31.333"/>
    </inkml:context>
    <inkml:brush xml:id="br0">
      <inkml:brushProperty name="width" value="0.035" units="cm"/>
      <inkml:brushProperty name="height" value="0.035" units="cm"/>
    </inkml:brush>
  </inkml:definitions>
  <inkml:trace contextRef="#ctx0" brushRef="#br0">9 205 5424,'-9'15'4634,"22"-21"355,-2 1 223,7-5-4630,-3 5-318,0 1 0,0 0 0,22-2 0,11-2-36,16-3-33,122-4 1,-116 11-177,103-1 54,0 0-42,16 0 35,208 1-84,-106-7 22,-16 0-17,-180 10 11,159 6-11,-109 2 34,-99-6-20,60 5 30,69-1 8,32-4-46,-80 1 5,113-10-14,-4 1-1,86 0 71,-44 6-42,-46 2-30,-126-1 22,-91 0 0,290 6 16,-174-3-41,43 3 62,283 31 49,89-15 174,-264-21-212,133-3-8,-224 3-11,177 6 83,-159-2-95,61-2 54,-41 2-60,-49 0 128,118-2-111,354-9 137,87-27-172,-553 33-18,115-5 112,13-6-82,40-2 204,-257 7-199,539-25 338,-214 14-272,-202 7 6,657-1-146,-728 11 70,190 0 264,-145-3-216,285-9 310,-277 4-212,490-14 104,-451 15-157,129-1 182,-91 5 195,204 3-16,-189 6-342,51 2-84,321 15 955,33 7-64,1-26 968,-572-4-1090,38 0 92,-102-1-899,-5 4 0,-13-6-1162,-64-3-2138,5 0 2302,-32-7-2639,-3 0-4118,-3-5-5176</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9:38.004"/>
    </inkml:context>
    <inkml:brush xml:id="br0">
      <inkml:brushProperty name="width" value="0.035" units="cm"/>
      <inkml:brushProperty name="height" value="0.035" units="cm"/>
    </inkml:brush>
  </inkml:definitions>
  <inkml:trace contextRef="#ctx0" brushRef="#br0">10702 195 7085,'0'0'111,"0"0"0,0-1 0,0 1 1,0 0-1,0-1 0,-1 1 0,1-1 0,0 1 1,0 0-1,0-1 0,-1 1 0,1 0 1,0 0-1,-1-1 0,1 1 0,0 0 1,0 0-1,-1-1 0,1 1 0,-1 0 0,1 0 1,0 0-1,-1-1 0,1 1 0,0 0 1,-1 0-1,1 0 0,-1 0 0,1 0 1,0 0-1,-1 0 0,0 0 0,4-4 4473,1 1-4516,11-9 4941,-19 14-4724,-23 10 205,24-11-276,-1-1-35,-70-7 424,-238-22 257,179 21-696,12 7-185,66 2 24,-539-12 176,286 3-166,203 5-11,-39 2 6,-4 0-3,1-1 8,16 4-14,-54 3 17,-83-3-16,135-4-17,-153-8 72,101-3-60,30 3 1,61 4-4,-34-3 26,-46-1-48,40 5 46,5-1-30,-35-2 110,-5 1-150,14 2 116,27 0-117,24 2 58,-119-1 12,58 2 76,-42 3-127,74 1 42,16-2-90,-63 1 69,80-2 9,-107-3-14,-1 1 60,48 2 11,-258-3 108,331 1-165,-142-1 97,166 3-48,-71 2-41,-37-1 76,139-1-91,-60 4 1,-3-1 91,-1 2-156,22-1 190,-23-2-138,-96 13 0,48 4 21,136-17-1,0 0 0,0 0 0,-11-2 0,13 1 2,-1 0 0,0 0 0,-12 2 0,-13 3-9,-41-1 0,-11 2-2,69-5 12,0 1 0,-17-2 1,-27 2 10,-42 9 5,38 2 21,63-13-37,-11 1 15,1 0-1,-1 1 0,-19 5 1,29-6-15,1-1 0,0 1 0,-1-1 0,1 0 0,-1 1 0,1-1 1,-1 0-1,1 0 0,-1 0 0,1 0 0,-1 0 0,-1 0 0,-6-1-2,-14 5 3,-13 1-23,-41 0 1,53-4 63,-41 8 0,36-5-53,8-2 13,0 1 1,-36 10-1,54-12 14,0 0 0,0 0 0,0-1 0,0 1 0,-1-1 0,1 0 0,-5 0 0,-17 2-57,-25 7-31,11-2 56,-40 12 0,76-18 12,0 1 11,-4 1-10,-1 0 6,0-1 0,-1 1 0,1-1 1,0 0-1,0-1 0,-13 1 1,19-2 7,-23 2 5,-1 1 1,1 1-1,-34 11 1,51-13-23,0 1 0,0-2 0,0 1 1,-15 0-1,2 0 12,5 1 36,12-2-54,-1-1-29,-49 0 156,51 1-120,1-1 0,-1 1 0,0 0 0,1 1-1,0-1 1,-1 0 0,-2 3 0,1-1-7,1-2 106,0 1-101,-13 5 13,0-1-1,-27 8 1,40-13-11,1 0 0,0 0 0,-1 0 0,1 0 0,0 0 0,0 1 0,0-1 0,0 1 0,0-1 0,-3 4 0,1-1-6,2-2 33,-2-1 101,-3 3-139,0 0 0,0 0 0,0 0 1,0 1-1,1 0 0,0 0 1,-6 7-1,-16 13 22,25-23-6,0 1-1,0 0 0,0 0 0,0 0 1,-4 6-1,5-6 1,0-1 0,0 1 0,0-1-1,0 0 1,0 0 0,0 0 0,-1 0 0,1 0-1,-4 2 1,1-1 4,0 0 0,0 0 1,0 1-1,1 0 0,-8 8 0,10-9-3,0 0 0,0 0-1,-1 0 1,0 0 0,1 0 0,-1 0 0,0-1 0,0 1 0,0-1-1,-1 0 1,-5 3 0,7-4 8,1-1-1,-1 1 0,0 0 1,1 0-1,-1 0 1,1 0-1,0 0 1,-1 1-1,1-1 1,0 0-1,-1 1 0,0 1 1,-6 7-7,-52 60 11,34-38-62,4-4 145,14-18-85,1 2 1,0-1-1,0 1 1,2 0-1,-8 18 1,5-4-63,0 0 0,-3 30 0,10-51 68,1 0-1,0 0 1,0 0 0,0 0-1,2 9 1,0-1-41,-1 5 20,1 0 1,0 1-1,2-1 0,10 31 1,-1 1-92,-11-41 86,1-1 0,0 0 1,0 1-1,1-1 0,6 9 0,10 27-6,-18-38 16,0-2 0,1 1 0,-1 0 0,1 0 1,0-1-1,1 1 0,-1-1 0,1 0 1,0 0-1,7 6 0,-5-5-1,-1 0-1,0 0 1,0 1-1,0-1 1,6 11-1,-7-10 4,0 0-1,1 0 0,0-1 1,0 1-1,1-1 0,-1 0 1,11 6-1,-9-6-5,0 1 0,0-1 0,-1 1 1,11 13-1,-7-8 10,0 0 0,0-1 0,1-1 0,0 0 0,17 10 0,-9-5-8,16 9 20,0-1 1,2-1-1,0-2 1,1-2-1,1-2 1,0-1-1,1-2 1,45 8 0,-35-9-47,-30-6 12,0 0 1,20 0-1,133 18 64,-39-5 47,-48-3-148,-60-10 74,0-1-1,40 2 0,13 0-65,-20 0 2,402 7 4,-370-9 34,102 8-7,-142-6 10,66-3 1,-27-2 15,56 4 29,81 2-12,-221-7-29,334 11-3,-247-11 37,390 5 8,509-9-14,-803 5-86,-65 1 145,558 9-269,-600-11 170,239-3-2,-98 6 30,-59 5-8,-47 0-8,33 3-23,-3 0 107,97 6-62,-207-15-28,225 4 43,-4-2-102,162-3 127,-321-3-89,111-7 22,-91 3-32,-1 0 24,97-4 7,-66 5 96,1 4-158,-28 1 45,400-34 104,-264-1-41,-147 19-94,150-13 48,-176 18 55,90-22 1,-149 26-3,34-12 1,24-4-78,-70 17 93,1 1-1,-1 1 1,1 0 0,28-3 0,-42 7-55,0 0 0,0 0 1,0-1-1,0 1 0,0 0 1,-1 0-1,1 0 0,0-1 1,0 1-1,-1 0 0,1-1 1,0 1-1,0-1 0,-1 1 1,1-1-1,0 1 0,-1-1 1,1 0-1,0 0 0,3-2 39,3-1 187,1 0 0,0 1 1,15-4-1,-11 4-160,-8 1 471,-1 1-408,28-11 140,-28 10 50,-2 2-315,-1-1 0,0 0 1,1 0-1,-1 0 0,1 1 1,-1-1-1,1 0 0,-1 1 1,1-1-1,0 0 0,-1 1 1,1-1-1,0 1 0,-1-1 1,3 0-1,11-13 977,4-14-608,-16 26-105,-2-3-188,-2-29 4,-2 0 1,-11-50-1,3 18-64,-15-44-33,6 26-35,-47-171 144,55 220-88,-26-52 0,10 26 8,17 40-8,0 0 1,-25-33 0,-6-10 5,37 54-27,-1 1 1,0 0 0,-1 1-1,1 0 1,-2 0 0,-14-11-1,-60-36-9,8 14-1146,-143-55 0,169 76-24,23 10-283,-1 1-1,-46-9 1,-16 7-6904,30 7-1858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9:41.119"/>
    </inkml:context>
    <inkml:brush xml:id="br0">
      <inkml:brushProperty name="width" value="0.035" units="cm"/>
      <inkml:brushProperty name="height" value="0.035" units="cm"/>
    </inkml:brush>
  </inkml:definitions>
  <inkml:trace contextRef="#ctx0" brushRef="#br0">7067 354 5372,'52'-9'1238,"-41"7"5497,-15 2-6291,-33-3 453,33 2 1891,-11-25-1173,11 26-1333,-118-9 1221,54 2-990,-160-15 298,105 7-488,-14 0-79,5 1-136,-115-9-30,118 16-75,-138-4 133,-253 0 97,416 4-101,-1-1-154,-77-7 52,72 3-68,-26-6 66,10 1-25,-197-28 132,96 17-241,125 18 225,-114-2-220,74 6 188,-24 7-150,65 1 47,-144 15 12,108-4 52,-59 7-123,134-13 66,-515 75 3,396-53-6,-384 67 44,455-76-29,-218 46 4,243-47-4,20-6-16,-113 40 1,149-42-32,12-5 57,1 1 1,0 0-1,0 1 1,-24 17-1,21-11-18,0 2 0,1 0 1,-23 27-1,-16 25 24,54-65-15,1 1-1,0 0 1,1 0 0,-1 0-1,0 0 1,-1 7-1,-1 2 79,1-5-87,0 1 1,0-1 0,1 1-1,0 0 1,0 0 0,1 0-1,0 0 1,1 16 0,0-20 44,1 6-65,0 1 0,1 0 0,5 20 0,-2-13-1,9 37-5,-6-25 23,6-1 12,-8-19-4,0 0 0,-1 1 0,7 21 0,-8-20-6,-3-9 8,0 1 0,1-1 1,-1 0-1,1 0 0,0 0 1,0 0-1,1 0 0,-1-1 1,5 5-1,12 20 3,-15-22-3,-1 0 0,2 0 1,-1 0-1,10 9 0,89 89 62,-82-85-60,-12-10 12,1 0 0,18 11 0,-23-17-18,0 0-1,-1 0 0,1 0 1,0 1-1,-1 0 0,6 7 1,3 0 17,25 9 43,-30-16-59,0 0-1,0 0 1,0 0 0,12 11-1,-12-9 14,1 0 1,0-1-1,0 0 0,1 0 0,-1-1 0,1 0 1,12 3-1,15 6-1,2 0 31,47 11 0,-15-6-53,106 24 149,-149-36-181,187 31 159,-47-10-9,-110-19-83,0-1 0,72-2 1,-118-4-31,0 0 0,0 1 0,17 4 0,5 1 3,-6-3-8,70 15 8,-52-9 36,53 4-1,8 2 105,-42-4-89,1-3 0,90 0 0,-132-8-46,-1 2-1,27 5 1,-27-4-2,0-1-1,24 1 1,-5-2-9,72 13 0,-24-2 15,240 13 120,39-8-95,-305-15-59,191-2 69,13-5-91,-161 5 134,-16 2-157,41 0 86,36-2-97,-11 1 180,-16-4-135,85-5 105,11 0-128,-179 3 77,149-5-15,10-2 68,-174 9-53,78-14 1,-8 1-25,115-14 99,-161 19-52,41-14 258,-69 14-57,43-5 0,-35 6 9,0-1 1,61-22-1,-39 10 7,-38 11 139,50-25 1,-42 18-31,-22 9-140,-1-1 0,0-1 0,0 0 0,-1-1-1,-1 0 1,22-24 0,-24 21-86,-1-1 1,-1 0-1,14-27 0,-12 20-52,4-6 30,-5 12-10,-1-1 0,-1-1 0,-1 1 0,9-32 0,1-9 62,-12 44-111,-1 0 0,-1-1 0,4-32-1,-1-19 1,-4 43-6,0 0 0,-2 0-1,0 0 1,-2 0-1,-5-38 1,5 59-52,-3-19 33,-1 0-1,0 0 0,-2 1 1,0 0-1,-2 1 1,-18-34-1,-12-5-4,-2 2 0,-89-94 1,44 57 73,76 84-84,-1 0 1,0 0-1,0 1 0,-1 0 1,-19-10-1,-6 2-230,-1 2 1,0 1-1,-73-15 0,-125-8-6887,161 27 2467,23 7-1643,3 5-3785</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29:43.576"/>
    </inkml:context>
    <inkml:brush xml:id="br0">
      <inkml:brushProperty name="width" value="0.035" units="cm"/>
      <inkml:brushProperty name="height" value="0.035" units="cm"/>
    </inkml:brush>
  </inkml:definitions>
  <inkml:trace contextRef="#ctx0" brushRef="#br0">6737 461 7813,'0'2'190,"-1"-1"-1,0 1 1,0-1 0,0 1 0,0-1 0,0 1 0,-1-1-1,1 0 1,0 0 0,-1 0 0,-8 7 10692,9-9-10843,0 0 1,-1 1 0,1-1-1,0 1 1,-1 0 0,1-1-1,-1 1 1,1 0 0,0 0-1,-1 0 1,-2 0 0,-3-1 47,-261-58 1400,-290-66-1107,150 46-216,95 30-56,203 35-67,-170-18-4,46 4 18,16 3 229,67 8-312,60 9-3,-135-10 92,38 5-98,-157 1 80,177 19 13,68-2-84,-185 24 71,250-24-40,-281 45 96,-23 7-146,148-13-25,107-22 48,-271 82 3,224-57 7,21-9-15,-107 53 1,137-51 42,-122 63 66,131-64-137,-95 56 59,73-39 9,-57 38 27,120-70-4,-44 44 0,60-54-10,2-1 0,-1 2 0,-13 21 0,-3 18-85,27-51 74,1-1-1,0 1 1,0 1 0,1-1 0,-1 0-1,0 0 1,1 0 0,0 0 0,0 0-1,0 0 1,1 5 0,-1-2-21,0 2 13,1 0 0,0-1 0,0 1 1,1-1-1,0 1 0,1-1 1,-1 0-1,1 0 0,0 0 1,1 0-1,7 9 0,-3-4 3,1 0-1,1-1 0,0-1 0,21 18 1,16 8 70,103 58 0,62 9 76,-110-61 2,170 46 0,-149-56-161,160 20 0,-114-25 48,27 3-66,688-1 63,-18-37-29,-625 1 39,54 0-73,41 2 1,-71-2-4,173-2 40,-217 3 56,264-17-43,-443 21 6,364-49 695,-352 43-392,-26 5-14,34-10 0,-52 10-225,0 0-1,-1-1 0,1 0 0,-1-1 0,0 0 0,0 0 1,8-7-1,35-27 438,-28 23-344,-1-1 1,-1-1-1,24-26 1,-27 25-53,38-29 1,-45 39-97,18-14 85,-14 12-12,-1 0 0,-1-1 1,1-1-1,16-20 1,12-7 295,-2-5 843,-37 42-899,-3-1 6,3-7-242,3-15 142,-5-34-142,0 53-119,-1-2 0,-8-19 0,0 9 0,5 13 0,-6-14 0,8 15 0,1 2 0,0 0 0,0-1 0,-1 1 0,0 0 0,1 0 0,-1-1 0,0 1 0,-1 0 0,0-5 0,2-1 0,-9-39 0,5 36 0,-1 1 0,0-1 0,0 1 0,-1-1 0,-1 2 0,0-1 0,0 0 0,-1 1 0,0 0 0,-16-15 0,15 19 0,0-3 0,-12-24 0,-2-4 0,2 3 0,17 29 0,-12-21 0,5 6 0,5 9 0,5 10 0,0 0 0,0 0 0,-1 1 0,1-1 0,0 0 0,0 0 0,-1 0 0,1 0 0,-1 0 0,1 0 0,-1 1 0,1-1 0,-1 0 0,1 0 0,-1 1 0,0-1 0,0 0 0,0 0 0,-1 0 0,0 0 0,0 0 0,0 0 0,0 0 0,1 0 0,-1 0 0,0-1 0,1 1 0,-1-1 0,-1-1 0,-2-1 0,3 3 0,0-1 0,1 1 0,-1-1 0,0 1 0,1-1 0,-1 0 0,1 0 0,0 0 0,0 0 0,-1 0 0,1 0 0,-1-2 0,-13-27 0,13 25 0,-14-21 0,14 22 0,1 3 0,1 0 0,-1 1 0,0-1 0,0 0 0,0 1 0,0-1 0,0 1 0,0-1 0,0 1 0,0 0 0,0-1 0,-3 0 0,-21-24-47,-42-46-8674,65 70 8035,0 0 0,0 0 0,0 0 0,0 0 0,0 0-1,-1 0 1,1 1 0,-1-1 0,1 1 0,-1 0 0,0-1 0,1 1 0,-6-1 0,6 2 205,-21-8-10448</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11.026"/>
    </inkml:context>
    <inkml:brush xml:id="br0">
      <inkml:brushProperty name="width" value="0.035" units="cm"/>
      <inkml:brushProperty name="height" value="0.035" units="cm"/>
    </inkml:brush>
  </inkml:definitions>
  <inkml:trace contextRef="#ctx0" brushRef="#br0">17884 1091 29003,'-7'43'0,"-14"-1"0,-13 1 0,-14-1 0,-14 0 0,-13 0 0,-14 0 0,-13-1 0,-13-1 0,-13 0 0,-12-1 0,-14 0 0,-11-2 0,-13 0 0,-11-1 0,-12-1 0,-11 0 0,-11-2 0,-10-1 0,-10-2 0,-10 0 0,-10-1 0,-8-2 0,-9-1 0,-8-2 0,-8-1 0,-7-1 0,-6-2 0,-7-1 0,-6-2 0,-5-2 0,-5-1 0,-4-1 0,-4-2 0,-3-2 0,-2-2 0,-3-1 0,-1-2 0,-2-1 0,0-2 0,0-2 0,0-2 0,2-1 0,1-2 0,2-1 0,3-2 0,4-2 0,3-2 0,4-1 0,5-1 0,5-2 0,6-2 0,7-1 0,6-2 0,7-1 0,8-1 0,8-2 0,9-1 0,8-2 0,10-1 0,10 0 0,9-2 0,12-1 0,10-2 0,11 0 0,12-1 0,11-1 0,13 0 0,11-2 0,14 0 0,12-1 0,13 0 0,13-1 0,13-1 0,14 0 0,13 0 0,14 0 0,14-1 0,13 1 0,14-1 0,14 0 0,14 0 0,13 1 0,14-1 0,14 1 0,13 0 0,14 1 0,13 0 0,13 0 0,13 2 0,12-1 0,14 2 0,11 0 0,13 1 0,11 1 0,12 1 0,11 1 0,10 1 0,12 1 0,9 1 0,10 1 0,10 2 0,8 1 0,9 1 0,8 1 0,8 2 0,7 2 0,6 0 0,7 3 0,6 1 0,5 1 0,5 2 0,4 2 0,3 1 0,4 2 0,3 1 0,2 2 0,1 2 0,2 2 0,0 1 0,0 2 0,0 1 0,-2 2 0,-1 2 0,-3 2 0,-2 1 0,-3 2 0,-4 1 0,-4 2 0,-5 2 0,-5 1 0,-6 1 0,-7 3 0,-6 0 0,-7 2 0,-8 2 0,-8 1 0,-9 1 0,-8 1 0,-10 2 0,-10 1 0,-10 1 0,-10 1 0,-11 1 0,-11 1 0,-12 1 0,-11 1 0,-13 1 0,-11 0 0,-14 2 0,-12-1 0,-13 2 0,-13 0 0,-13 0 0,-14 1 0,-13 0 0,-14 1 0,-14-1 0,-13 1 0,-14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29.142"/>
    </inkml:context>
    <inkml:brush xml:id="br0">
      <inkml:brushProperty name="width" value="0.035" units="cm"/>
      <inkml:brushProperty name="height" value="0.035" units="cm"/>
    </inkml:brush>
  </inkml:definitions>
  <inkml:trace contextRef="#ctx0" brushRef="#br0">2219 240 8313,'-17'-15'1469,"17"15"-1397,-1-1-1,0 1 1,0 0-1,1 0 1,-1 0-1,0-1 0,0 1 1,1 0-1,-1 0 1,0 0-1,0 1 0,1-1 1,-11 5 12466,9-6-12477,1 1 0,0 0-1,-1-1 1,1 1 0,-1-1-1,1 1 1,0-1-1,-1 0 1,1 0 0,0 1-1,-2-3 1,-16-8 384,-11 1-123,0 1 1,-57-8-1,40 9-74,-369-51 810,357 55-974,-9-2-38,0 2-1,-112 11 1,3 19-8,139-18-38,0 2 0,-62 24 0,62-19-43,1 2 1,0 2 0,-54 37-1,64-36 22,7-6 48,1 2-1,-25 23 1,-22 25-78,43-45 62,2 2 1,-22 26-1,-50 60-17,86-99 0,0 1-1,0 0 1,1 0 0,0 0-1,0 1 1,1 0 0,1 0 0,-6 17-1,-11 24 28,7-24-27,0 0 5,1 0-1,1 1 1,-8 30-1,12-31 15,-13 26-1,-8 26 22,21-52-46,-16 74-26,22-87 35,0 1 0,1-1 1,1 1-1,0-1 1,3 17-1,1 4-17,-2-14-18,1-1-1,0 1 0,2-1 0,0 0 0,2 0 1,0-1-1,11 23 0,13 13-51,58 76 1,-47-82 31,-36-41 39,1-1 0,-1 0 1,10 8-1,7 8 7,-13-14-7,-1 0 0,2-1 0,-1-1-1,1 1 1,16 7 0,10 7 25,-14-9-57,0-2-1,1 0 1,0-1-1,29 7 1,-21-7 51,7 0-21,-1-1 1,57 5-1,-52-8 0,-35-5 19,0 1 6,33 11-44,75 9 7,-98-19 24,-12-2 15,0-1 0,1 0 0,-1 0-1,0 0 1,9-2 0,7 0 11,22-1-15,-1-1 1,0-2 0,44-13-1,-24 6-21,-38 6 16,-1-1 1,0-1-1,0 0 1,26-17-1,-33 18 21,12-8-41,-18 9 30,-1 2 1,1-1-1,15-4 1,-15 5-26,0 0 0,0 0 0,0-1 0,11-8 0,-7 5 32,27-14 1,-31 17-44,-1 0-1,0 0 1,0-1 0,17-16 0,-15 12 28,1 1 0,15-10 0,42-29-91,-16 10 102,-52 38-14,0-1 0,0 0-1,0 1 1,0-1 0,0 0 0,0 0-1,0-1 1,1-2 0,7-6 37,-3 5-28,0-1 0,0 1 0,0-2 1,-1 1-1,0-1 0,0 0 0,8-16 1,7-7 71,-3 5-59,0-8-57,-8 14 61,0 0 1,25-32 0,-28 41-9,0 1 1,-1-1-1,6-12 1,-6 9 116,2 1 0,8-13 1,-12 18 41,1 0 1,-2-1-1,1 1 1,-1-1-1,0 1 1,2-17 0,4-7 324,-6 19-391,0 1 0,0 0 1,1-15-1,-1 1 30,13-125 167,4-22-96,-14 140-86,-3 10 125,12-42 0,-9 37-65,-1 1 1,-1-1 0,-2 0-1,-1-39 1,-1 62-114,1 0 3,1-17 145,1-32-1,-3 48-177,0 0 0,-1-1 0,1 1 0,-1 0 0,-1 1 0,1-1-1,-1 0 1,0 0 0,0 1 0,0-1 0,-6-8 0,-45-68 168,49 77-210,1 0 1,0 0-1,0 0 0,0-1 0,-2-6 0,3 8 8,1 0 0,-1-1 0,-1 1 0,1 0 0,-6-6 0,-4-4-35,0 1 0,-1 0-1,-1 1 1,-29-19 0,25 22-474,-2 0 0,1 1 0,-30-7 0,16 5-705,23 7 629,0 0 0,-1 0 0,1 1 0,0 1 0,-1 0 0,1 0 0,-1 1 0,0 1 0,1 0 0,0 0 0,-12 3 0,9 0-1846,-1 0 1,-15 7 0,-19 13-8518</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0.698"/>
    </inkml:context>
    <inkml:brush xml:id="br0">
      <inkml:brushProperty name="width" value="0.035" units="cm"/>
      <inkml:brushProperty name="height" value="0.035" units="cm"/>
    </inkml:brush>
  </inkml:definitions>
  <inkml:trace contextRef="#ctx0" brushRef="#br0">1643 26 6061,'1'-10'1956,"-3"3"5906,-7 5-2298,0 3-7697,-9 1 2627,14-1-51,0-1-53,-138 30 1460,87-20-1598,-302 72 407,-106 85-287,413-145-301,2 1 0,1 3-1,-77 56 1,124-82-71,-23 18-2,0 0 0,2 1 0,0 0 0,-29 38 1,39-42 51,-6 7-39,1 1 0,-22 43 0,21-25 46,1 1-1,2 0 1,1 1 0,3 0-1,2 1 1,1 0 0,3 1-1,1-1 1,4 46 0,5-4 55,5 0 1,41 159 0,-45-224-68,0 0 1,2 0-1,0 0 0,22 34 0,-20-37-29,1 1 1,0-1-1,2-1 0,27 28 0,-15-20-6,-16-15-7,1 1-1,0-2 1,1 0 0,25 15-1,-7-7 5,0-1 0,1-2 0,1-1 0,1-2 0,0-1 0,43 8 0,203 25 2,-217-38 6,2-3 1,65-6 0,-75 2-69,-4-2 63,0-3 0,0-1 0,-1-3-1,66-23 1,-66 13 64,-2-1 0,87-57 1,-121 69 0,1-1 0,-2 0 0,1-1 0,20-26 1,-4 5 76,-21 24-118,0 0 0,0 0 1,-2-1-1,1 0 1,7-15-1,-8 13-27,0 1 1,14-17-1,-9 12 85,0 0 0,-1 0-1,15-34 1,-11 18 143,35-91 746,-27 61-673,40-79 257,-8 18 20,-47 103-501,0 1 0,-2-1 0,0-1-1,-2 1 1,2-23 0,-3 0 5,-6-60-1,0-43 134,5 107-107,-1-31 130,-1 45-114,3-31 0,0 12-95,-2 40 49,0-1 7,6-42 153,-5 43-100,-2 0-1,-8-33 95,8 34-112,0-1 7,0-6-51,1 6-58,-1 0 0,1 1 1,-1-1-1,0 1 0,0-1 1,0 1-1,-1-1 0,1 1 1,-1 0-1,0-1 0,0 1 0,0 0 1,0 0-1,-1 1 0,1-1 1,-3-2-1,-21-25-25,-1 1 0,-1 1 0,-2 1 0,-37-25 0,53 42 0,0 1 0,-1 0 0,0 1 0,0 1 0,-29-10 0,27 12 0,9 2 0,-1 1 0,1-1 0,-1 2 0,1-1 0,-1 1 0,-14 0 0,-3 4-38,0 1-1,1 1 1,0 1 0,-46 17 0,5 9-1763,1 3 1,-117 84 0,109-68-1483,40-30-1827,-43 20 0,30-21-5578</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1.886"/>
    </inkml:context>
    <inkml:brush xml:id="br0">
      <inkml:brushProperty name="width" value="0.035" units="cm"/>
      <inkml:brushProperty name="height" value="0.035" units="cm"/>
    </inkml:brush>
  </inkml:definitions>
  <inkml:trace contextRef="#ctx0" brushRef="#br0">0 488 6173,'3'-5'1614,"-6"21"9221,6-18-9640,164-85 5613,-112 60-5714,329-143 3275,-261 117-3767,114-39-808,-222 87-1234,0-1-1,28-13 0,-32 11-295,-11 2-83,-27-8-7303,25 13 8221,-25-7-10699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2.139"/>
    </inkml:context>
    <inkml:brush xml:id="br0">
      <inkml:brushProperty name="width" value="0.035" units="cm"/>
      <inkml:brushProperty name="height" value="0.035" units="cm"/>
    </inkml:brush>
  </inkml:definitions>
  <inkml:trace contextRef="#ctx0" brushRef="#br0">49 29 11285,'-6'-6'366,"-14"-12"684,19 17-964,0 1 0,1-1-1,-1 1 1,0-1 0,0 1 0,0-1-1,0 1 1,0 0 0,0-1-1,0 1 1,0 0 0,-1 0 0,1 0-1,0 0 1,0 0 0,0 0-1,0 0 1,0 0 0,0 1 0,-2 0-1,15 12 2354,1-2-1652,1-1 1,0 0 0,0-1 0,1 0 0,0-1 0,19 6 0,15 7 679,-2 0 169,50 14-1,-72-28-1092,0 1 0,0 1 0,-1 1 0,40 24-1,-55-29-440,-1 1 0,0-1-1,0 2 1,-1-1-1,1 1 1,-2 0 0,1 1-1,-1 0 1,0 0-1,0 0 1,-1 0 0,0 1-1,-1 0 1,0 0-1,5 16 1,-5-8-87,-2-1 0,0 1 0,-1 1 0,0-1 1,-2 0-1,-2 18 0,-22 104-1334,16-94 572,2-8-366,-2-1 0,-1-1 0,-1 0 0,-3 0-1,-26 51 1,17-52-2155,-28 31-1,28-36-321,-19 21-6193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2.547"/>
    </inkml:context>
    <inkml:brush xml:id="br0">
      <inkml:brushProperty name="width" value="0.035" units="cm"/>
      <inkml:brushProperty name="height" value="0.035" units="cm"/>
    </inkml:brush>
  </inkml:definitions>
  <inkml:trace contextRef="#ctx0" brushRef="#br0">506 10 13981,'-37'-3'2392,"30"3"4670,4-1-6047,0 0-941,-1 0-1,1 0 0,-1 0 0,1 1 1,-1-1-1,1 1 0,-1 0 0,1 0 1,-1 0-1,0 0 0,1 1 1,-1 0-1,1-1 0,0 1 0,-1 1 1,1-1-1,0 0 0,-1 1 0,-4 3 1,-311 179-1065,317-183 990,-61 29 1368,64-26-601,2 0-609,-1 0 0,0 0 0,1 0 0,0 0-1,-1-1 1,2 1 0,-1-1 0,0 0 0,1 0 0,-1 0-1,6 3 1,50 25 1155,-19-11-539,-5-1-355,-8-5 24,-1 1-1,37 28 1,-58-39-480,-1 0-1,0 1 1,0 0-1,0 0 1,-1 0-1,0 0 1,0 0-1,0 1 1,0 0-1,-1-1 1,0 1-1,0 0 1,-1 0-1,1 0 1,-1 0-1,-1 1 1,1-1-1,-1 0 1,0 0-1,-1 9 1,-3 11-379,0 0 0,-2 0 1,-12 35-1,15-52 293,-3 9-676,0-1 0,-2 0 0,0-1 0,0 1-1,-2-2 1,0 1 0,-1-2 0,-22 25 0,21-27-893,-1-1 0,1 0 1,-2-1-1,1-1 0,-29 15 0,-11-6-8133</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3.902"/>
    </inkml:context>
    <inkml:brush xml:id="br0">
      <inkml:brushProperty name="width" value="0.035" units="cm"/>
      <inkml:brushProperty name="height" value="0.035" units="cm"/>
    </inkml:brush>
  </inkml:definitions>
  <inkml:trace contextRef="#ctx0" brushRef="#br0">332 1279 10013,'-23'30'9245,"20"-30"-8584,-4 3-507,0 0-1,0 0 1,0 0-1,0 1 0,1 0 1,0 0-1,0 0 1,0 1-1,-8 7 1,-18 15 149,14-13-116,-27 27 0,-7 6 187,23-25-217,21-17-66,-1 1-1,1 1 1,1-1 0,-1 1-1,-6 9 1,12-14 115,10 14 503,-7-14-672,0-1 0,0 1 0,0-1 0,0 0 0,0 1 0,0-1 0,1 0 0,-1 0 0,0 0 0,1 0 0,-1 0 0,1 0 0,-1 0 0,1-1 0,-1 1 0,1 0 0,2 0 0,1 0 61,0 0 0,0 0 0,0-1 0,1 0 0,7 0-1,5-2 92,0 0-1,23-7 1,-11 1 6,35-13 0,-53 16-204,-1 0-1,0-1 1,0-1 0,0 1-1,16-15 1,4-4-305,-16 14-43,-1-1-1,22-22 0,-33 30 282,0 0 0,0 0 0,0 0 0,0-1 0,-1 1 0,1 0-1,-1-1 1,-1 0 0,1 0 0,0 1 0,-1-1 0,0 0 0,0 0 0,0-8-1,-2 9 47,1 1 0,-1 0-1,1-1 1,-1 1-1,0 0 1,0-1-1,0 1 1,-1 0-1,1 0 1,-1 0-1,0 0 1,0 0-1,0 0 1,0 1-1,0-1 1,0 1 0,-1-1-1,1 1 1,-1 0-1,0 0 1,0 0-1,0 0 1,0 1-1,0-1 1,0 1-1,0-1 1,0 1-1,-1 0 1,1 1-1,0-1 1,-1 0 0,-4 1-1,5 0-79,-1-1 68,-39-12-23,38 12 32,5 5-9,1 1 68,-1-1 0,1 0 0,0 0 0,0 0-1,0 0 1,1 0 0,-1 0 0,1 0 0,0 0 0,0 0 0,1 0 0,-1-1 0,1 0 0,-1 1 0,1-1-1,0 0 1,0 0 0,1 0 0,-1-1 0,0 1 0,7 2 0,5 4 41,2-2 1,-1 0 0,1 0-1,17 3 1,-30-9-69,98 20 103,-69-15-70,-15-4-139,33-1 0,-40-1 30,-6 0-138,-2-1-89,35-5-676,-38 6 943,1 0 0,0 0-1,0-1 1,-1 1 0,1-1 0,0 1 0,0 0 0,-1-1 0,1 1 0,-1-1 0,1 1 0,0-1 0,-1 0 0,1 1 0,-1-1-1,1 0 1,-1 1 0,1-1 0,-1 0 0,0 0 0,1 1 0,-1-2 0,1-1-91,4-5-75,-1-1 0,-1 1 0,4-14 0,-4 14 269,-2 4 1210,-1 1-953,0-35 227,0 35 590,4 2-1169,0 1 30,0 0-1,0-1 1,0 0-1,-1 0 1,1-1-1,0 1 1,0-1-1,-1 1 1,1-1-1,-1 0 1,1 0 0,-1-1-1,0 1 1,0-1-1,4-3 1,4-7 18,-1 1 1,16-25 0,0 0-83,51-48 89,-68 74-74,1 1-1,1 0 1,20-15 0,-28 23-61,-3 4-5,1-1 99,-1 1 0,1-1 0,-1 0 0,1 1 1,0-1-1,0 0 0,0 1 0,0-1 0,0 0 1,0 0-1,2 1 0,0 2-19,1 2-16,-1-1-1,0 1 0,0 0 0,0 1 0,-1-1 0,0 0 0,0 1 0,-1-1 1,0 1-1,0-1 0,0 12 0,2 4-155,-3-19 159,1 0 0,0 0-1,0 0 1,1-1 0,-1 1-1,0 0 1,1-1 0,0 1-1,3 4 1,0-1-43,-5-6 85,0 0 0,0 0 0,0 0 1,0 1-1,0-1 0,0 0 0,0 0 0,0 0 0,1 1 1,-1-1-1,0 0 0,0 0 0,0 0 0,0 0 0,0 1 0,1-1 1,-1 0-1,0 0 0,0 0 0,0 0 0,1 0 0,-1 0 1,0 0-1,0 1 0,0-1 0,1 0 0,-1 0 0,0 0 0,0 0 1,1 0-1,-1 0 0,0 0 0,0 0 0,0 0 0,1 0 1,-1 0-1,0-1 0,14 2-73,-8-1 63,-1 0-1,1 0 0,-1 0 0,0 0 1,1-1-1,-1 0 0,0 0 1,0 0-1,1-1 0,-1 0 1,7-4-1,117-64 189,55-29 215,-118 66-395,-48 28 2,-16 5 3,0 0 1,-1 0-1,1 0 0,0 0 0,-1 1 1,1-1-1,-1 0 0,1 1 0,-1-1 0,1 1 1,-1 0-1,1 0 0,-1-1 0,1 1 0,-1 0 1,0 0-1,0 0 0,1 0 0,-1 1 0,0-1 1,0 0-1,0 0 0,0 1 0,0-1 0,0 1 1,-1-1-1,1 0 0,0 3 0,2 5 2,-1-1 0,-1 1 0,0-1 0,1 15 0,0 7-37,-1-25 13,3 20-136,8 34 0,-7-54 133,2-4 27,0 1 1,0-1-1,0 0 1,0-1 0,0 0-1,0 0 1,0-1 0,0 1-1,0-2 1,0 1 0,0-1-1,0 0 1,0 0-1,6-4 1,5-2-18,0-1-1,-1-1 1,0 0 0,18-15-1,-17 8-104,1 1 0,-2-2 0,0-1-1,-2 0 1,0-1 0,-1 0 0,0-1 0,-2-1 0,12-28-1,-11 18 3,-2 0 0,-1 0 0,-1-1 0,-2 0 0,-1 0 0,2-44 0,-8-149 882,-4 180 21,-1-1-1,-21-81 1,18 99 286,-1 1 1,-2 1-1,-20-41 0,29 65-662,-5 27 399,1 9-484,2 0 0,-1 62 1,11 74 56,-4-135-310,62 572 468,36-5-507,-72-442-122,22 162-449,-50-319 526,1 5-86,0 1 1,1-1 0,0 0 0,0-1 0,4 9 0,-6-15 80,0 1-1,0-1 1,0 1-1,0-1 1,0 0 0,1 1-1,-1-1 1,0 0-1,0 1 1,0-1 0,0 1-1,1-1 1,-1 0 0,0 0-1,0 1 1,0-1-1,1 0 1,-1 1 0,0-1-1,1 0 1,-1 0-1,0 0 1,1 1 0,-1-1-1,0 0 1,1 0 0,-1 0-1,0 0 1,1 1-1,-1-1 1,0 0 0,1 0-1,5-12-491,-2-32-105,-3 37 551,-4-573-2395,2 561 2430,-17-388-429,16 389 105,-1 0 0,-10-34 0,13 51 337,0 1 0,0 0 0,0 0 0,0 0 0,0 0 0,0-1 0,0 1 0,0 0 0,0 0 0,0 0 0,0 0 0,0 0 1,0-1-1,0 1 0,0 0 0,-1 0 0,1 0 0,0 0 0,0 0 0,0-1 0,0 1 0,0 0 0,0 0 0,0 0 0,-1 0 0,1 0 0,0 0 0,0 0 1,0 0-1,0 0 0,0-1 0,-1 1 0,1 0 0,0 0 0,0 0 0,0 0 0,0 0 0,0 0 0,-1 0 0,1 0 0,0 0 0,0 0 0,0 0 0,0 0 1,-1 0-1,1 0 0,0 0 0,0 1 0,0-1 0,0 0 0,-1 0 0,-5 1-767,0 0 1,-1 1-1,1 0 1,0 0-1,0 0 1,0 1-1,1 0 0,-1 0 1,0 1-1,1-1 1,-10 9-1,-27 24-8086</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4.124"/>
    </inkml:context>
    <inkml:brush xml:id="br0">
      <inkml:brushProperty name="width" value="0.035" units="cm"/>
      <inkml:brushProperty name="height" value="0.035" units="cm"/>
    </inkml:brush>
  </inkml:definitions>
  <inkml:trace contextRef="#ctx0" brushRef="#br0">174 1 14745,'-44'19'1601,"12"-5"195,28-12-1633,1 1 0,0-1 0,0 1-1,0 0 1,1 0 0,-1 0-1,1 1 1,-1-1 0,1 0 0,0 1-1,1 0 1,-3 4 0,1-1 48,-8 20 170,0 1 0,3 0 0,0 0 0,2 1 0,1 0 0,-3 55 0,6-1-84,4 1-1,13 90 1,-8-136-704,1 0 0,2-1 0,1 0 1,2-1-1,29 57 0,-40-88-182,1 0-1,1 0 0,-1 0 1,1 0-1,-1-1 0,8 7 1,-9-9-87,0-1 0,0 1 0,1-1 1,-1 1-1,0-1 0,1 0 1,-1 0-1,5 1 0,18-2-7716</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4.417"/>
    </inkml:context>
    <inkml:brush xml:id="br0">
      <inkml:brushProperty name="width" value="0.035" units="cm"/>
      <inkml:brushProperty name="height" value="0.035" units="cm"/>
    </inkml:brush>
  </inkml:definitions>
  <inkml:trace contextRef="#ctx0" brushRef="#br0">185 1 14613,'-45'11'11636,"41"-10"-11619,3 0-17,-8 1 5,0 0 0,0 0 0,1 1 0,-1 1 0,1-1 0,0 1 0,0 1 0,1-1 0,-1 1 0,1 1 0,0-1-1,-10 11 1,15-13 62,-1 1 0,1-1-1,0 0 1,0 1-1,1-1 1,-1 1-1,1 0 1,0 0-1,0-1 1,0 1 0,0 0-1,0 0 1,1 0-1,0 0 1,0 0-1,0 0 1,0 0 0,1 0-1,0 0 1,-1 0-1,1-1 1,1 1-1,1 4 1,-1-3-2,1-1 0,0 0 0,0 0 0,0 0 1,1 0-1,-1 0 0,1-1 0,0 0 0,6 5 0,0-1 39,2 2-81,1 0 0,0-1 0,0-1 0,1 0 0,0 0 0,0-2 0,1 0 0,0 0 0,0-1 0,0-1 0,0-1 0,0 0 0,24-1 0,-21-1-832,0-1 0,0-1 0,0 0 0,28-9 0,-32 7-1066,0-1 1,0-1-1,-1 0 1,0 0-1,20-15 1,-16 5-8855</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5.027"/>
    </inkml:context>
    <inkml:brush xml:id="br0">
      <inkml:brushProperty name="width" value="0.035" units="cm"/>
      <inkml:brushProperty name="height" value="0.035" units="cm"/>
    </inkml:brush>
  </inkml:definitions>
  <inkml:trace contextRef="#ctx0" brushRef="#br0">15 250 9713,'-5'9'707,"0"0"332,0-1 4079,9-9-3925,30-5 718,-33 6-1840,-1 1-1,1-1 0,0 1 1,-1-1-1,1 0 0,0 1 1,-1-1-1,1 1 1,-1 0-1,1-1 0,-1 1 1,1-1-1,-1 1 0,1 0 1,-1-1-1,0 1 1,1 0-1,-1-1 0,0 1 1,1 1-1,-1-1 121,21 32 1030,2 0 0,1-2-1,29 29 1,-36-43-802,1-1 1,0-1-1,2 0 0,-1-2 0,2 0 0,26 13 0,-37-23-155,-1-1-1,1 0 1,-1 0-1,1-1 1,-1 0-1,15-1 1,-22 0-224,-1-1 0,1 1 0,0-1 0,0 1 0,-1-1 0,1 0 0,-1 0 0,1 0 0,-1 0 1,1 0-1,-1 0 0,1 0 0,-1 0 0,0 0 0,0-1 0,0 1 0,0 0 0,0-1 1,0 1-1,0-1 0,0 1 0,0-1 0,-1 0 0,2-2 0,0-8-95,-1 0-1,0 0 0,-1 0 1,-1 0-1,-2-16 0,-3-14-865,-2 0-1,-15-41 1,10 35-282,9 32 612,0 2 0,-1-1 1,0 0-1,-2 1 0,1 0 0,-2 0 0,-10-14 0,-6-4-1665,-20-26-7792,32 46 2350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5.861"/>
    </inkml:context>
    <inkml:brush xml:id="br0">
      <inkml:brushProperty name="width" value="0.035" units="cm"/>
      <inkml:brushProperty name="height" value="0.035" units="cm"/>
    </inkml:brush>
  </inkml:definitions>
  <inkml:trace contextRef="#ctx0" brushRef="#br0">313 179 9553,'-2'-1'275,"0"-1"-1,0 1 1,0 0 0,0 0-1,0-1 1,0 1 0,-1 0-1,1 1 1,0-1 0,-1 0 0,1 1-1,0-1 1,-1 1 0,1 0-1,-3 0 1,0 1-1,1 0 0,-1 0 0,1 0 0,-1 1 0,1-1 0,-8 5-1,-9 7 236,0 0 0,2 1 0,-1 2-1,2-1 1,0 2 0,-18 22-1,26-29-226,1 0 0,0 1 0,1 1-1,0-1 1,1 1 0,-10 21 0,4-5 254,12-25-47,1 1-238,6 40 216,-6-44-462,0 0-1,0 0 1,0 0-1,0 0 1,0 1 0,0-1-1,0 0 1,0 0-1,0 0 1,0 0-1,0 1 1,0-1-1,1 0 1,-1 0 0,0 0-1,0 0 1,0 1-1,0-1 1,0 0-1,0 0 1,0 0 0,0 0-1,1 0 1,-1 1-1,0-1 1,0 0-1,0 0 1,0 0-1,0 0 1,1 0 0,-1 0-1,0 0 1,0 0-1,0 0 1,0 0-1,1 1 1,-1-1 0,0 0-1,0 0 1,0 0-1,0 0 1,1 0-1,-1 0 1,0-1-1,8 3 72,0-1-1,0-1 0,0 1 0,1-2 0,-1 1 0,13-3 1,-6-3-82,-1 0 1,0-1 0,0-1-1,-1 0 1,16-13 0,-16 12-61,-8 5 32,-1 0 1,0 0 0,0 0 0,0 0 0,-1-1 0,1 0-1,-1 0 1,0 0 0,0 0 0,-1 0 0,0 0 0,0-1-1,0 1 1,1-7 0,11-27-84,-13 36 118,0 0-1,0 1 1,-1-1-1,1 0 0,-1 1 1,0-1-1,0 0 1,0 1-1,0-1 0,-1 0 1,1 0-1,-1 1 1,1-1-1,-1 0 0,0 1 1,-2-5-1,1 1 4,1 2 42,0 2-38,1 1 0,-1-1 0,1 0-1,-1 1 1,1-1 0,-1 0 0,0 1 0,0-1 0,0 1 0,-2-3-1,1-1 189,15 12-18,19 13 166,-20-12-195,1 1 1,1-2-1,-1 0 1,1 0-1,0-2 1,18 6-1,-3-4-109,115 23-1340,-143-30 1251,0 0 0,0 0 0,1 0-1,-1 0 1,0 0 0,0 0 0,0-1-1,0 1 1,0 0 0,1 0 0,-1-1 0,0 1-1,0-1 1,0 1 0,0-1 0,0 1 0,0-1-1,1-1 1,3-1-172,-2 1 119,-1 1 0,0 0 0,0-1 0,0 1 0,0-1 0,0 0 0,0 0 0,0 0 0,-1 0 0,1 0 0,-1 0 0,1 0 0,-1 0 0,0-1 0,0 1 0,0-1 0,0 1 0,0 0 0,-1-1 0,1 0 0,-1 1 0,1-1 0,-1 1 0,0-1 0,-1-4 0,1-9-294,-2 0 0,0 0 1,-5-18-1,4 23 297,1 1 183,-1 1 0,0 0 0,0 0 0,-1 0 0,-1 0 0,-9-16 0,12 22 62,0 0 0,0 0 0,0 0 0,1-1 0,-1 1 0,-1-7 0,1 3 95,1 4 1234,5 1-1396,1 0 0,-1 1 1,1-1-1,-1 1 0,1 1 0,-1-1 1,1 0-1,0 1 0,-1 0 0,1 0 0,0 1 1,-1-1-1,1 1 0,7 2 0,8 3 48,-2 1-1,25 12 0,15 6 82,-40-18-194,-1 0 0,1 1 0,16 11 0,22 8-323,-16-9-258,-37-17 506,0 1-1,1-1 0,-1 0 1,1 0-1,0-1 0,-1 1 0,1-1 1,0 0-1,-1 0 0,1 0 1,0 0-1,-1 0 0,1-1 0,0 0 1,-1 0-1,1 0 0,-1 0 1,1 0-1,-1-1 0,0 1 0,1-1 1,-1 0-1,0 0 0,4-4 0,8-6-47,0-2-1,-1 0 1,19-24-1,-1 2 446,-18 22-95,-7 5 71,1 1-1,1 0 0,-1 1 1,18-12-1,-23 18 223,0 2-264,0 0-207,1 1-1,0-1 1,-1 1 0,1 0-1,-1 0 1,0 0-1,1 1 1,3 3-1,-4-2-16,0 1-1,0-1 0,0 1 0,-1 0 0,0-1 0,0 1 0,2 5 0,0 2-103,0-1 0,0 1-1,-1-1 1,-1 1 0,0 0-1,0 14 1,2 50-1654,-1-41-1199,-2-1-4584</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5.971"/>
    </inkml:context>
    <inkml:brush xml:id="br0">
      <inkml:brushProperty name="width" value="0.035" units="cm"/>
      <inkml:brushProperty name="height" value="0.035" units="cm"/>
    </inkml:brush>
  </inkml:definitions>
  <inkml:trace contextRef="#ctx0" brushRef="#br0">220 1 9497,'-96'33'1076,"73"-14"-592,-3-19-488,-3 0-984,3 3-2004,7 8-1097</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6.758"/>
    </inkml:context>
    <inkml:brush xml:id="br0">
      <inkml:brushProperty name="width" value="0.035" units="cm"/>
      <inkml:brushProperty name="height" value="0.035" units="cm"/>
    </inkml:brush>
  </inkml:definitions>
  <inkml:trace contextRef="#ctx0" brushRef="#br0">75 360 7769,'-15'19'14498,"13"-17"-14172,-53 39 759,53-39-941,3 1-32,0 9-76,0-7-15,-1 0 0,1 0 0,0 0 1,0-1-1,0 1 0,1 0 0,-1 0 0,1-1 0,0 1 0,1-1 0,-1 0 0,1 0 0,0 0 0,0 0 0,5 5 1,5 2-178,0-1 1,0-1 0,1 0 0,27 13-1,-4-16-540,-33-6 216,0 0-34,36-3-560,-40 3 1058,0 0 0,1 0 0,-1 0 0,0 0-1,0 0 1,1 0 0,-1 0 0,0 0 0,0 0 0,1 0-1,-1 0 1,0 0 0,0 0 0,0-1 0,1 1 0,-1 0-1,0 0 1,0 0 0,1 0 0,-1 0 0,0 0 0,0-1-1,0 1 1,0 0 0,1 0 0,-1 0 0,0-1 0,0 1-1,0 0 1,0 0 0,0 0 0,1-1 0,23-33-1032,-21 26 639,4-101 291,-7 104 516,-7-11 652,2 4 235,15 31 253,0-1-1872,-7-13 130,1 0-1,0 0 1,0 0 0,1-1-1,-1 0 1,1 1 0,0-1-1,0-1 1,0 1 0,10 4-1,-3-2-163,-1-2-1,1 1 0,0-2 1,15 4-1,-19-6 216,0-1-1,0 0 1,0 0 0,0-1-1,0 0 1,0 0-1,0-1 1,-1 0 0,11-4-1,-5 2 50,1-2 64,0 1 1,0-2 0,-1 0-1,0-1 1,-1 0-1,1-1 1,-2 0-1,1-1 1,-1 0-1,15-19 1,-13 11 397,0 0 1,-1-1-1,0-1 0,8-22 1,-12 26-159,-6 12-51,-6 5-132,-1 0-1,-1 1-1,1-1 0,0 1 1,0 0-1,0 0 1,0 1-1,0-1 1,1 1-1,-1 0 1,1 1-1,0-1 1,-6 7-1,8-8 155,-3 14 350,-1 5 337,10-22-345,4-1-346,-4 1-52,-1 0 0,1 0 1,0 0-1,0-1 0,-1 0 0,1 1 0,0-1 1,-1 0-1,0-1 0,1 1 0,-1-1 1,0 1-1,5-7 0,25-25 1071,2 2-1,2 1 1,65-43-1,4-3 314,-99 72-1500,1-1 0,-1 1 0,1 1 0,0 0 0,0 0-1,0 0 1,16-4 0,-24 8-9,0 0 0,0 0 0,0 0 0,1 0-1,-1 0 1,0 0 0,0 0 0,0 0 0,0 0-1,1 0 1,-1 0 0,0 0 0,0 0 0,0 0-1,0 0 1,1 0 0,-1 0 0,0 0 0,0 0-1,0 0 1,0 0 0,1 1 0,-1-1 0,0 0-1,0 0 1,0 0 0,0 0 0,0 0 0,0 0 0,1 0-1,-1 1 1,0-1 0,0 0 0,0 0 0,0 0-1,0 0 1,0 0 0,0 1 0,0-1 0,0 0-1,0 0 1,0 0 0,0 0 0,0 1 0,0-1-1,0 0 1,9 21-887,-2 0 0,0 0 0,-1 1 0,-1-1 0,-2 1 0,0 0 0,0 27 0,-3-29-372,1 29-6411,2-20-1509</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7.040"/>
    </inkml:context>
    <inkml:brush xml:id="br0">
      <inkml:brushProperty name="width" value="0.035" units="cm"/>
      <inkml:brushProperty name="height" value="0.035" units="cm"/>
    </inkml:brush>
  </inkml:definitions>
  <inkml:trace contextRef="#ctx0" brushRef="#br0">280 167 5893,'0'0'4,"-14"-2"407,1-1 0,0 0 0,0-1 0,-21-9 0,10 5 280,19 7-589,1-1 1,0 1 0,0 0-1,1-1 1,-1 0 0,0 0-1,0 0 1,1 0-1,0-1 1,-1 1 0,1-1-1,-5-6 1,0 0 105,-1 1 1,1-1 0,-2 1-1,-15-10 1,-5-8 2441,28 24-395,1 0-2037,0 0-1,-1 1 1,1-1 0,0 0 0,0 1 0,-1-1 0,1 1 0,-1 0-1,1-1 1,-1 1 0,0 0 0,-2-1 0,2 0 1563,2 7-1724,0 11-74,0 0-1,1 0 1,1 0 0,0 0-1,1 0 1,5 16 0,0-10-509,21 58-1772,-3-25-5716,-12-29 1362</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7.309"/>
    </inkml:context>
    <inkml:brush xml:id="br0">
      <inkml:brushProperty name="width" value="0.035" units="cm"/>
      <inkml:brushProperty name="height" value="0.035" units="cm"/>
    </inkml:brush>
  </inkml:definitions>
  <inkml:trace contextRef="#ctx0" brushRef="#br0">109 123 10309,'-44'-22'1531,"36"18"2379,8-41-272,-2 43-3479,1 0 0,0 0 0,-1 0 0,1 0-1,-1 0 1,0 0 0,0 0 0,0 1 0,1-1-1,-2 1 1,-1-2 0,3 2 16,-1-1 560,-13-9 955,2-1-915,11 9 1776,4 8-2084,0-1-394,0 1 0,0-1 0,1 1 0,0-1 0,0 0 0,0 0 0,0 0 0,0-1 0,1 1 0,0-1 0,0 0 0,0 0 0,0 0 0,0 0 0,1-1 0,4 3 0,45 16 65,2-2-1,0-2 1,63 10-1,-67-16-896,-26-5-1287,32 1-1,-48-6 243,0 0 1,0-1 0,0-1-1,0 1 1,19-5-1,-28 4 972,1 1-1,-1-1 1,1 0 0,-1 0-1,1 0 1,-1 0 0,1 0-1,-1 0 1,0 0-1,0 0 1,0-1 0,2-2-1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7.894"/>
    </inkml:context>
    <inkml:brush xml:id="br0">
      <inkml:brushProperty name="width" value="0.035" units="cm"/>
      <inkml:brushProperty name="height" value="0.035" units="cm"/>
    </inkml:brush>
  </inkml:definitions>
  <inkml:trace contextRef="#ctx0" brushRef="#br0">331 1 8581,'0'0'11125,"-3"2"-10878,-79 39 134,60-31-342,1 0 0,-1 2-1,2 0 1,0 1 0,-20 17 0,21-13 141,7-6 49,0 0 0,-21 27 1,30-34-171,0 0-1,0 0 1,1 0 0,0 1 0,0-1-1,0 1 1,0-1 0,1 1 0,0 0-1,0 0 1,0-1 0,0 1 0,1 0-1,0 9 1,1-11-18,-1 1 1,1-1-1,0 1 1,1-1-1,-1 0 1,0 0-1,1 1 1,0-1-1,0 0 0,0 0 1,0 0-1,0-1 1,1 1-1,-1 0 1,1-1-1,-1 0 1,1 0-1,0 1 0,0-2 1,0 1-1,4 2 1,5 1 130,-1 0 0,2 0 0,-1-1 0,23 5 0,-5-5 29,0-1 1,0-1-1,59-4 0,90-20-676,-150 16-338,0-1 1,-1-1-1,41-18 0,28-20-7623,-54 20-1311</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0:38.430"/>
    </inkml:context>
    <inkml:brush xml:id="br0">
      <inkml:brushProperty name="width" value="0.035" units="cm"/>
      <inkml:brushProperty name="height" value="0.035" units="cm"/>
    </inkml:brush>
  </inkml:definitions>
  <inkml:trace contextRef="#ctx0" brushRef="#br0">153 184 10425,'18'-22'9714,"-14"21"-8592,6-3-25,-1 0 0,1 0 0,17-12 1,-6 2-327,0 1 0,1 1 0,25-9 0,1-2-2272,-29 14 480,-19 9 999,0 0 1,0 0 0,0 0-1,1 0 1,-1 0-1,0 0 1,0 0 0,0 0-1,0 0 1,0 0-1,0 0 1,1 0 0,-1 0-1,0 0 1,0 0-1,0 0 1,0-1 0,0 1-1,0 0 1,0 0-1,0 0 1,0 0-1,1 0 1,-1 0 0,0 0-1,0 0 1,0 0-1,0 0 1,0-1 0,0 1-1,0 0 1,0 0-1,0 0 1,0 0 0,0 0-1,0 0 1,0-1-1,0 1 1,0 0 0,0 0-1,0 0 1,0 0-1,0 0 1,0 0 0,0 0-1,0-1 1,0 1-1,0 0 1,0 0 0,0 0-1,0 0 1,0 0-1,0 0 1,0 0 0,-1 0-1,1-1 1,0 1-1,0 0 1,0 0 0,0 0-1,-1-2-173,-1-1 0,1 1 0,-1-1 0,0 1 0,1 0 0,-1 0 0,0 0 0,0 0 0,0 0 0,-1 1 0,1-1 0,0 1 0,-1-1 0,1 1 0,-1 0 0,1 0 0,-1 0 0,0 0 0,1 0 0,-1 0 0,0 1 0,1 0 0,-1-1 0,-3 1 0,-8 1-52,0 0-1,0 1 1,1 0 0,-1 1-1,1 1 1,-1 0 0,1 1-1,0 0 1,1 1 0,-1 1-1,1 0 1,0 0 0,1 1-1,0 1 1,-13 12-1,-1 2 569,8-8 197,1 1 1,-19 22 0,30-31-281,1 0-1,-1 0 1,1 0 0,1 0-1,-1 1 1,1 0 0,0 0-1,1 0 1,-3 16 0,4-15 39,0 0 1,0 0 0,1 0 0,0 1-1,1-1 1,0 0 0,0 0 0,1 0-1,0 0 1,1 0 0,4 9 0,-4-12-97,0 1 1,1-1 0,0 0-1,1 0 1,-1 0-1,1-1 1,0 0 0,0 1-1,1-2 1,0 1 0,-1-1-1,2 0 1,-1 0 0,11 5-1,8 1 156,0-1 0,0-1 0,1-1-1,0-1 1,1-1 0,27 0 0,-1-2-316,0-3 0,58-7 1,-92 5-564,1-1 0,-1 0-1,35-12 1,-43 10-691,0 0 1,16-9-1,-18 8-887,0-1 0,0 1 0,9-11 0,-1 0-9355</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2:49.085"/>
    </inkml:context>
    <inkml:brush xml:id="br0">
      <inkml:brushProperty name="width" value="0.035" units="cm"/>
      <inkml:brushProperty name="height" value="0.035" units="cm"/>
    </inkml:brush>
  </inkml:definitions>
  <inkml:trace contextRef="#ctx0" brushRef="#br0">182 264 5184,'0'0'10147,"1"3"-9777,10 28 5600,-45-21-5608,30-9 1497,21-9-1791,4 1-72,1 1-1,38-6 1,-34 8-13,44-14-1,-32 4 35,1 3-1,0 1 1,0 2-1,45-3 1,26-4-112,-21 1 167,103-10-98,36-4-86,26-2-71,-177 21 200,-38 3-63,49-1 1,36 0 99,1-1-70,-45 8-66,576-10-288,-528 7 384,49-2-16,110-1-8,-169 8-2,331 5 188,-126-3 16,-140-15 1038,-138 7-89,-26 1-519,-10 2-128,1 0 0,0 0-1,0 1 1,0 0 0,12 2 0,-4 2-373,-15-4 833,0-1-912,35-11 163,-34 10 193,0 2-170,33-10 40,-34 9 90,1 2-145,27 6 16,57 11 45,-55-10-274,-27-5 0,-6-3 0,0 0 0,0 0 0,1 0 0,-1 0 0,0 0 0,1 0 0,-1 0 0,0 0 0,0 0 0,1 0 0,-1 0 0,0 0 0,0 1 0,1-1 0,-1 0 0,0 0 0,0 0 0,1 0 0,-1 1 0,0-1 0,0 0 0,0 0 0,0 1 0,1-1 0,-1 0 0,0 0 0,0 1 0,0-1 0,0 0 0,0 0 0,0 1 0,0-1 0,1 0 0,-1 0 0,0 1 0,0-1 0,0 1 0,-10 8 0,-15 3 0,-57 1 0,0 4 0,-111 25 0,52-15-28,18-5-44,68-12-110,-64 5-1,-15 2-38,23-2 87,-42 9 25,128-19 84,0-1-1,-34 0 1,33-2-25,-35 6 0,18-2 15,1-1 0,-68-2 0,19-1-124,56 0 70,9 0 8,1-1 0,-1-1 0,-50-7 0,-57-10-37,52 6-23,5 2 49,42 3 63,-207-35-125,47 26-241,-148-12 159,-5 24 137,301 3 81,-130 10 10,119-5-12,-68 8 40,-14 0-14,-22 8-19,17-2 16,119-16-12,-31 7-1,-20 4 25,53-12-30,0 1-1,0 1 1,-41 13 0,45-12 17,0 0 1,0-1-1,0 0 0,-33 0 0,-13 3 7,61-7 13,-1 1 5,-41 5 37,41-5 1222,5-2-2150,1 0 735,-1 1 1,0-1-1,1 0 0,-1 1 0,0-1 0,1 0 0,-1 1 0,1-1 0,-1 1 1,1-1-1,-1 1 0,1-1 0,-1 1 0,1-1 0,0 1 0,-1-1 0,1 1 1,1-1-1,-2 1 38,1 0 0,0-1 0,-1 1 0,1 0 0,-1-1 0,1 1 0,-1 0 0,1-1 0,-1 1 0,1-1 0,-1 1 0,1 0 0,-1-1 1,0 1-1,1-1 0,-1 1 0,0-1 0,1 0 0,-1 1 0,0-1 0,0 1 0,1-2 0,-12-11-3414,-5-6-3978,7-8-4186</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3:20.112"/>
    </inkml:context>
    <inkml:brush xml:id="br0">
      <inkml:brushProperty name="width" value="0.035" units="cm"/>
      <inkml:brushProperty name="height" value="0.035" units="cm"/>
    </inkml:brush>
  </inkml:definitions>
  <inkml:trace contextRef="#ctx0" brushRef="#br0">2497 200 5436,'4'0'12461,"-15"0"-7761,-56-4-5310,-57-10 1148,82 10-450,-46-5 38,-1 3 1,-96 7 0,98 9-100,0 3 0,0 5 0,2 3 1,-86 33-1,104-26-62,-89 50-1,37-17 27,-61 32 29,140-72-32,-33 18 25,-90 51 7,-68 66 56,190-127-79,25-19 4,1 1 0,0 1 0,-20 20 0,17-15 0,-25 21 0,30-28-1,0 1 1,1 0-1,0 1 0,-19 26 1,8-7-7,17-25 4,0 2 1,1-1-1,0 0 1,1 1 0,-5 11-1,2 1 12,2-8-5,2 0 0,-1 0 0,-1 14-1,3-11 13,1 1 0,1-1 0,0 1 0,1 0 0,1-1 0,4 16 0,-6-28-5,11 69-14,14 71 91,-25-140-89,1 1-1,0-1 0,-1 0 0,1 0 0,-1 1 1,0-1-1,0 0 0,0 1 0,-1-1 0,1 0 0,-1 0 1,-1 5-1,1-1 1,0-1 0,1 0 1,-1 0-1,1 1 0,1-1 0,-1 0 1,1 1-1,0-1 0,1 0 0,3 11 1,2 11 4,-6-18 3,0-1-1,1 0 1,0 1-1,1-1 0,0 0 1,0 0-1,1 0 0,0-1 1,0 1-1,1-1 1,0 0-1,1 0 0,0-1 1,0 1-1,0-1 0,14 10 1,34 24 62,2-3 1,89 46-1,-14-18 16,180 65-1,-187-85-122,66 22 37,-12-20-5,334 46 1,-339-80-5,-67-7 3,25 3 18,138-8-1,53-8 18,-9 1 25,37-2-56,-68 3 81,239-3-98,-273 1-29,174-8 98,-223 1-86,873-43 14,-941 49-26,77 1-62,74 2 53,-131-2 32,418-28-48,-476 26 57,748-31 14,-574 39-20,-26 5 35,-41 1-18,289-14 96,-297 4-129,169-12 144,390-27-93,-630 35-28,122-13 9,78 0 20,-166 15 18,417-13 70,-412 14-111,70 0-10,-7 4 84,557 9-47,-525-3-27,78 4 75,411-4 13,-665-6-116,234-5 99,547-2-95,-696 13 50,101 1 67,23 12-104,-79-3 48,88 7 21,-46-2 19,87 15-32,-112-8 0,28 7-19,38 3 107,-127-23-157,254 12 118,-156-21-150,72-1 134,-315-4-77,686-31 176,-313-19-18,142-56-110,105-56 45,-453 113-143,163-47 135,-277 75-44,-44 13 207,0 0 1,-2-2-1,1 0 0,-1-2 1,27-17-1,-46 24-151,-1-1-1,0 0 1,0 0-1,0-1 1,-1 0-1,0 0 1,0 0-1,-1-1 1,0 0-1,6-12 1,-6 7-19,0 0 1,0 0-1,-1-1 1,-1 0-1,0 1 0,0-20 1,-2 5 30,-1-1 1,-1 0-1,-2 1 1,-1 0 0,-1-1-1,-10-28 1,9 40-64,0 2-1,-1-1 1,-1 1 0,0 0 0,-1 0 0,-1 1 0,0 0 0,-18-17 0,-5-3 41,-66-50 0,12 20-16,-159-89 1,-111-28-4,275 141-34,-115-52 5,-364-114 0,337 149-55,104 27 41,-406-69-2,-618-13-101,101 77 22,785 28 61,-525-7-148,508 10 130,-67 0 2,-68 5-54,-141 3 69,-478 3-35,462-31 43,323 12 28,82 4-53,-646-18 42,607 20 2,-45 1 16,-638 20-50,513-4-47,-97 6 67,289-9-27,-490 31 56,320-17-22,143-7-10,-182 7-20,-149 0 4,28-29 129,325-2-118,-134-8 121,-725-65 33,714 59-114,-366 9 17,72 79-27,274-23 18,-141 3 300,392-32-301,0 3 0,-178 56 0,-180 95 159,100-23 134,-301 112 335,-81-35 376,603-184-1148,-142 32 121,222-58-527,-74 24 1,119-31-803,0 0 1,0 0 0,-11 7-1,14-9-1159,-17 1-1871,5 2-1405,0 6-4871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3:51.522"/>
    </inkml:context>
    <inkml:brush xml:id="br0">
      <inkml:brushProperty name="width" value="0.035" units="cm"/>
      <inkml:brushProperty name="height" value="0.035" units="cm"/>
    </inkml:brush>
  </inkml:definitions>
  <inkml:trace contextRef="#ctx0" brushRef="#br0">5825 328 6381,'0'0'5389,"3"1"-4985,42 9 9063,-49-10-9363,-37 11 558,38-11-620,-34 0 28,33 0 30,-1 0-82,-35 0-20,37 0 33,-2-1-21,-35-6-23,36 7-27,0-1 62,-33-11 13,34 11-11,-2 0 10,-35-5 10,36 5-17,-16-2-31,-43-8 65,25 3-30,-90-21 17,-50-12 160,124 32-188,42 8-16,1 0 1,-20-6-1,28 6-4,0 0-1,-1 0 1,1 1-1,0-1 1,0 1-1,-7 0 0,-14-2 75,-16-4-81,-42-6 96,-14-6-175,92 18 84,0-1 0,1 1 0,-1 0 0,0-1 0,1 0 0,-1 0 0,1 0 0,-1-1 1,-3-1-1,-1-1-2,-36-7-14,-50-6 1,-19-5-4,60 12 28,33 8-1,-36-11 0,12 1 8,0 2 0,-75-6 0,-236-18 77,272 29-146,0 4-1,-118 12 0,62-4 56,0 0 1,53-3 13,50 0 22,-35 0-1,18-1-33,-94 1-55,-7 0 23,-246 18-24,74 15 56,74-3 101,160-25-50,2-1-117,62-4 62,-33-1 0,-20 3-41,-87 8 44,-14 1 11,16 12-12,101-15 86,-30 4-154,41-6 133,39-8-79,1 1 0,-28 8 0,34-8 7,-1-1-1,1 1 1,-1-2-1,-9 2 1,-7 1 5,-4 1-9,0 2-1,0 1 0,0 1 0,2 1 0,-33 18 0,44-19 11,2 0 0,-1 1 0,1 1 0,-21 20 0,33-29 5,-7 9-8,-1 0 0,-13 22 0,14-16 22,4-6-15,-1 0 1,1 0 0,1 0 0,-5 17-1,-1 4-2,9-28-1,-1 1-1,0-1 1,1 1-1,0 0 1,0-1-1,0 8 1,1-3-5,1 1-1,0 0 1,0-1 0,1 1-1,0-1 1,1 0 0,0 1 0,0-1-1,1 0 1,0-1 0,1 1 0,0-1-1,0 0 1,0 0 0,1 0 0,1-1-1,12 12 1,-1-3-5,1-2 0,0 1 0,1-2 0,33 16 0,-46-25 9,84 52-25,-60-35 6,2-1-1,53 23 0,61 29-57,-100-46 55,85 33-1,13-16 26,-62-20-21,-69-20 20,0 0-1,0-1 0,1 0 0,17-1 0,27 3-4,-16 1 1,0-2-1,70-3 0,377-11-65,-417 12 18,106-2 43,-152-1-26,32 3 0,-34 0 60,48-4 0,156-12 38,-102 10-57,10-1 22,3-2-54,-9 1 14,-87 4-16,49 4-1,-33 0 38,-1-1-8,146-3 32,3-9-71,-172 11 46,-1 1 1,44 5 0,-50-2-7,1-1-1,0-1 1,0-2-1,33-4 1,-50 3-5,1 1 0,22 1 0,6 0 1,166 0-61,-92 2 48,50 6-49,-94-3 78,-18-2-47,100 2 11,-53-3 18,133-1-48,-82 4-12,48 1-44,-134-7 101,129-10-18,-187 10 17,-1 0 0,0 0 0,1-1 0,-1 0 0,13-5-1,-5 2 25,-4 2-6,1-1-1,-1 0 0,0 0 0,0-1 1,-1-1-1,1 0 0,-1 0 1,-1-1-1,1 0 0,-1-1 0,10-10 1,-11 10 6,1 0 0,17-13 0,-16 14 4,0 0 0,15-16 0,-13 9 27,0 1 1,22-17-1,-31 23-29,0-6-1,0 0 1,1 1-1,10-25 1,-12 33-12,-1 0 0,1-1-1,-1 1 1,0-1 0,-1 0 0,1 1 0,-1-9 0,0 4 0,1 3 7,-1 0 0,-1 0-1,1 0 1,-1 0 0,0 0 0,0 0 0,-1 1 0,1-1 0,-1 0 0,-1 1 0,1-1 0,-5-7 0,-6-13 40,6 8 1,-2 1 1,0 0-1,-1 0 0,-21-26 1,-27-39 109,56 79-178,0 0-11,-3-5 19,-1 1 1,0 0-1,0 0 1,0 1-1,-13-10 0,17 14 43,0 0-19,-20-19 39,20 18-27,-1 2 5,-9-5 6,0 0 0,1-1 0,-12-8 1,7 4 11,0 1 0,-1 0 0,0 2 0,-22-9 1,-74-20 51,50 18-144,46 14 52,-34-5 1,25 6-203,23 3 14,-5 1-554,-1 0 251,0 0 0,1 1 1,-1 0-1,1 0 1,-1 1-1,1 1 1,-15 5-1,12-3-1341,0-1 1,-1 0-1,0 0 0,-18 3 0,-3-6-5258</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4:04.132"/>
    </inkml:context>
    <inkml:brush xml:id="br0">
      <inkml:brushProperty name="width" value="0.035" units="cm"/>
      <inkml:brushProperty name="height" value="0.035" units="cm"/>
    </inkml:brush>
  </inkml:definitions>
  <inkml:trace contextRef="#ctx0" brushRef="#br0">359 0 6541,'0'0'14928,"-5"1"-14834,-41 2 50,41-3-63,2 2-39,-48 39 59,49-40-23,1 0-75,0-1-1,0 0 0,0 1 0,0-1 1,0 1-1,0-1 0,0 1 0,0-1 0,1 1 1,-1 0-1,0-1 0,0 1 0,1 0 1,-1 0-1,0-1 0,1 1 0,-1 0 1,1 0-1,-1 1 0,-12 12 9,10-11-7,1 0 1,-1 0-1,0 0 0,1 1 0,-1-1 0,1 0 0,0 1 0,0 0 0,-3 7 0,2-4 2,0 0-1,-1-1 0,-8 13 0,-1 1-8,1 0 0,1 0 0,1 1 0,0 1 0,-11 43 0,6-21-7,1 3 26,2 0 1,-8 62-1,2-3 3,12-65-17,2 0 0,1 1 0,6 69 0,-1-16 8,17 173-40,-5-122 4,-12-103 14,4 29-106,1-40-6,10 33 1,-12-48 113,-4-13-3,14 12-50,52 54-292,-65-68 342,0 0-1,0-1 0,0 1 0,0-1 1,1 0-1,-1 1 0,0-1 1,0 0-1,4 1 0,0 0-11,-4-1-22,14 10-68,-10-7 60,1 0 1,0-1-1,0 1 0,14 3 0,-18-6 1,1-1-8,93 3-294,-93-4 321,39-8-3,-38 8 56,13-6-76,-10 3 55,1 0 0,0-1 0,-1 0 0,0-1 0,0 0 0,14-14 0,-20 18 39,11-12-6,6-5 71,-1-1 0,-1 0 0,20-32 1,-14 20 53,-13 17-69,-1 0 1,8-19 0,14-24 147,-20 38-117,-1 0 1,-1-1-1,-1 0 1,8-31 0,-15 48-108,5-21 98,-2 0 0,0-1-1,0-49 1,1-8 52,-1 27-89,-3 31-23,5-31 0,17-121 140,-6 34 58,-15 131-227,-2 0 1,0-1 0,0 1 0,-2-14-1,-1-10 25,3 28-30,-1-1 0,-1 1 1,1-1-1,-6-15 0,0 0 1,7 22-14,-1-1 1,1 1 0,-1 0 0,0 0-1,1 0 1,-1 0 0,0-1-1,-1 1 1,-1-2 0,2 2 1,0 0-1,0 0 1,0 0 0,0 0 0,0 0 0,0 0-1,0 0 1,1 0 0,-1 0 0,0-3 0,-1-7 49,0 0 1,-1 0-1,-1 0 1,-5-11-1,8 20 29,0-2-53,-1-1-1,1 1 1,-1-1 0,0 1-1,-6-10 1,2 1-8,-12-38 84,17 49-7,-14-9 78,8 8-157,0 1 1,0-1 0,0 1 0,0 0 0,-16-4 0,-1-1-50,-8 1 83,23 6 27,6 1-78,-2-2-4,1 1 0,0 0 0,-1 1 1,1-1-1,-1 1 0,1 0 0,-7 1 0,5-1 0,1 0 17,-12-5 43,12 3-66,-1 1-2,-1 1 1,1-1-1,0 1 1,0 1 0,0-1-1,0 1 1,0 0-1,0 0 1,-6 3 0,9-3 9,0 0 1,-1-1-1,1 1 1,-1 0-1,1-1 1,-1 0-1,-3 0 1,-18 1-32,7 2 20,-41 5 10,34-8-5,20 0 152,2 0-203,-14 6 9,-16 3-234,15-6 115,14-3-119,-11 11-2213,-36 23-8056,39-23 3009</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5.735"/>
    </inkml:context>
    <inkml:brush xml:id="br0">
      <inkml:brushProperty name="width" value="0.035" units="cm"/>
      <inkml:brushProperty name="height" value="0.035" units="cm"/>
    </inkml:brush>
  </inkml:definitions>
  <inkml:trace contextRef="#ctx0" brushRef="#br0">61 257 4308,'0'-3'139,"-1"1"-19,1 0 0,0 0 0,0-1 0,0 1 0,0 0 0,0 0-1,0 0 1,1 0 0,-1 0 0,1-1 0,-1 1 0,1 0 0,0 0-1,0 0 1,0 1 0,0-1 0,0 0 0,1 0 0,1-2 0,-3 4-99,0 0 1,0 0-1,0 0 1,1 0 0,-1 0-1,0 0 1,0-1-1,0 1 1,0 0 0,0 0-1,0 0 1,0 0-1,0 0 1,1 0 0,-1 0-1,0 0 1,0 0-1,0-1 1,0 1 0,0 0-1,0 0 1,0 0-1,0 0 1,0 0 0,0 0-1,0-1 1,0 1-1,0 0 1,0 0 0,0 0-1,0 0 1,0 0-1,0 0 1,0-1-1,0 1 1,0 0 0,0 0-1,0 0 1,0 0-1,0 0 1,0 0 0,0-1-1,0 1 1,-1 0-1,1 0 1,-9-34 1814,8 30-986,1 1-76,-2-8-30,1 0 0,0 0 0,1-19 0,0 21-226,0 0 0,-1 0 0,0 0 0,0 0 0,-1 0-1,0 0 1,-1 1 0,0-1 0,-4-9 0,5 15 584,2 10-599,-11 84 301,-4 46-161,4 399 898,26 3-460,-4-232-606,82 1476 805,-16-997-3074,-64-647-865,-12-130 2271,0-8 167,-1 1-1,0 0 1,1 0-1,-1 0 1,0-1-1,0 1 0,0 0 1,0 0-1,0 0 1,0 0-1,-1 0 1,1-1-1,0 1 1,-1 0-1,0 0 0,1-1 1,-1 1-1,0 0 1,0-1-1,0 1 1,0-1-1,-2 3 1,2-2-316,1-2 408,0 0 0,0 1-1,-1-1 1,1 0 0,0 1-1,0-1 1,0 0 0,0 0-1,0 1 1,-1-1 0,1 0-1,0 1 1,0-1 0,-1 0-1,1 0 1,0 0 0,0 1-1,-1-1 1,1 0 0,0 0-1,0 0 1,-1 0 0,1 1-1,0-1 1,-1 0-1,1 0 1,0 0 0,-1 0-1,1 0 1,0 0 0,-1 0-1,1 0 1,0 0 0,-1 0-1,1 0 1,0 0 0,-1 0-1,-10-31-8380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6.235"/>
    </inkml:context>
    <inkml:brush xml:id="br0">
      <inkml:brushProperty name="width" value="0.035" units="cm"/>
      <inkml:brushProperty name="height" value="0.035" units="cm"/>
    </inkml:brush>
  </inkml:definitions>
  <inkml:trace contextRef="#ctx0" brushRef="#br0">366 36 9329,'-20'35'1119,"1"1"-1,2 1 1,1 1 0,-10 40-1,-30 70 1026,-19 62-826,18-42-664,31-98-350,-21 48 2028,42-147-1649,4-23-518,2 0 1,3 0 0,12-57-1,-14 92-139,12-67 98,4 0-1,3 2 1,63-157-1,-78 225-102,1 0-1,1 0 0,-1 0 0,2 1 0,0 0 0,1 1 0,0 0 0,14-14 0,-18 22-17,0-1 0,0 1 1,0 0-1,1 0 0,-1 1 0,1 0 0,0 0 0,0 0 1,0 1-1,0 0 0,0 1 0,0-1 0,1 2 0,-1-1 1,1 1-1,-1 0 0,0 0 0,1 1 0,10 2 1,2 2 32,0 1 0,0 0 0,-1 2 1,0 1-1,0 0 0,30 21 1,97 82-56,-140-107 14,106 85 3,67 58 56,-178-147-65,34 31-472,2-1 0,2-2 0,47 28 0,-72-52-633,-6-9-486,-8 1 1121,1 1 0,-1-1 0,1 0 1,-1 0-1,0 1 0,0-1 0,0 0 0,-1-3 0,0-21-3176,4-20-4779</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6.866"/>
    </inkml:context>
    <inkml:brush xml:id="br0">
      <inkml:brushProperty name="width" value="0.035" units="cm"/>
      <inkml:brushProperty name="height" value="0.035" units="cm"/>
    </inkml:brush>
  </inkml:definitions>
  <inkml:trace contextRef="#ctx0" brushRef="#br0">39 1 12093,'0'0'1908,"-1"4"-152,-12 33 267,8-23-1516,0 0-1,2-1 0,-6 29 1,6 181 1979,5-123-1970,1 67 334,37 240 0,39-31-3241,-72-354 1541,2 7-273,-6-5-6865</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7.040"/>
    </inkml:context>
    <inkml:brush xml:id="br0">
      <inkml:brushProperty name="width" value="0.035" units="cm"/>
      <inkml:brushProperty name="height" value="0.035" units="cm"/>
    </inkml:brush>
  </inkml:definitions>
  <inkml:trace contextRef="#ctx0" brushRef="#br0">1 174 16818,'14'-6'1483,"0"0"1,15-9 0,11-4 440,-4 3-498,3-2-309,1 1 0,0 3 0,65-15 0,139-2 40,-236 30-1380,0 0-1,1 1 1,-1 0 0,0 0-1,0 1 1,1 0 0,-1 1-1,0 0 1,0 0 0,-1 0-1,1 1 1,0 0-1,-1 1 1,0 0 0,8 5-1,-14-9 106,0 1 0,0 0 0,0-1-1,-1 1 1,1 0 0,0-1 0,0 1-1,0 0 1,-1 0 0,1 0 0,-1 0-1,1 0 1,-1 0 0,1 0-1,-1 0 1,1 0 0,-1 0 0,0 0-1,1 0 1,-1 2 0,0 11-1331,0 1-1,-2 0 1,1 0 0,-2 0-1,0 0 1,-7 20 0,3-15-4080,-17 30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7.213"/>
    </inkml:context>
    <inkml:brush xml:id="br0">
      <inkml:brushProperty name="width" value="0.035" units="cm"/>
      <inkml:brushProperty name="height" value="0.035" units="cm"/>
    </inkml:brush>
  </inkml:definitions>
  <inkml:trace contextRef="#ctx0" brushRef="#br0">0 424 21070,'134'-145'2496,"-82"89"-140,-4 12-507,1 7-393,-5 7-292,5 0-252,14 4-296,0 4-568,-7 7-452,-4 0-908,-26 15-472,7-4-1021,8 19-419,-30 4-3397,-7 3-6212</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7.979"/>
    </inkml:context>
    <inkml:brush xml:id="br0">
      <inkml:brushProperty name="width" value="0.035" units="cm"/>
      <inkml:brushProperty name="height" value="0.035" units="cm"/>
    </inkml:brush>
  </inkml:definitions>
  <inkml:trace contextRef="#ctx0" brushRef="#br0">496 647 8373,'-47'25'1445,"47"-25"-1377,-1 0-1,0 1 1,0-1-1,0 0 0,0 1 1,0-1-1,1 1 1,-1-1-1,0 1 0,0-1 1,1 1-1,-1 0 1,0 0-1,1-1 1,-1 1-1,1 0 0,-1 0 1,1-1-1,-1 1 1,1 0-1,-1 0 1,1 0-1,0 0 0,0 0 1,-1 0-1,1 1 1,-1 3 209,-4 4 57,-1 1 1,0-1-1,0-1 1,-14 15-1,-8 11 140,-80 99 745,32-41-115,-58 101 1576,128-183-2541,0 0 105,0 1-1,1-1 1,-7 22 0,7-20-73,5-10-143,-1-1 1,1 0 0,0 0-1,-1 1 1,1-1-1,0 0 1,0 1 0,0-1-1,0 0 1,0 0-1,0 1 1,0-1-1,0 0 1,0 1 0,1-1-1,-1 0 1,1 2-1,1 4 77,-2-5-80,1-1-1,-1 1 0,0 0 1,1-1-1,-1 1 0,1 0 1,-1-1-1,1 1 0,0-1 1,0 1-1,-1-1 0,1 0 1,0 1-1,0-1 1,1 0-1,-1 1 0,0-1 1,0 0-1,1 0 0,-1 0 1,3 1-1,-1-1 14,0 0 0,-1 0 0,1 0 0,0-1 0,0 1 0,0-1 0,0 0 1,0 0-1,0 0 0,0 0 0,4-1 0,7-2 50,0 0 0,0-1 0,-1-1-1,14-7 1,-6 1-44,0-1 0,-1-1 0,-1-1 0,0-1 0,-1 0 0,0-1 0,-1-1 0,-1-1 0,18-26 0,-17 18-156,0-2-1,-2 0 0,-1 0 0,-1-1 0,-2-1 0,-1 0 0,-1-1 0,-2 0 0,6-48 0,-5-9-514,-3-1 0,-9-101-1,1 132 616,-3 0 0,-2 1-1,-3 0 1,-2 1-1,-24-66 1,30 98 114,1 5 1242,8 41-454,11 66-463,3 29-34,40 146 1,-34-178-344,-16-56-39,2 0 0,0 0 0,2-1 0,22 44 0,-25-61-61,-1 2-4,1-1-1,1-1 0,16 22 1,-21-31-14,-1 0 0,0 1 0,0-1 0,1 0 0,0 0 0,-1 0 0,1-1 0,0 1 0,0 0 0,0-1 0,0 0 0,0 0 0,0 0 0,0 0 0,0 0 0,0-1 0,1 1 0,-1-1 0,0 0 0,0 0 0,1 0 0,-1-1 0,3 0 0,0-1-89,0 0 0,0-1 0,-1 1-1,0-1 1,1-1 0,-1 1 0,0-1 0,0 0 0,-1 0 0,1-1 0,-1 1 0,0-1 0,0 0 0,-1 0 0,6-11 0,3-6-265,-1 0 0,14-42 0,35-94 851,-46 112 450,-13 45-825,-1 0 0,1 0 0,0 0 0,0 0 0,0 0 0,0 0 0,0 0 0,0 0 0,0 1 0,0-1 0,0 0 0,0 1 0,0-1 0,0 1 0,0-1 0,1 1 0,-1 0 0,0-1 0,0 1 0,0 0 0,1 0 0,-1 0 0,0 0 0,1 0 0,-1 0 0,0 0 0,2 0 0,2 5 67,0 1 1,0-1-1,0 1 1,0 0-1,-1 0 0,6 12 1,-7-12-51,40 73 726,55 148 0,-22-45-543,-55-139-1050,-19-39-46,-10-31-5721,1-22 1783,-1-12-2576</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8.342"/>
    </inkml:context>
    <inkml:brush xml:id="br0">
      <inkml:brushProperty name="width" value="0.035" units="cm"/>
      <inkml:brushProperty name="height" value="0.035" units="cm"/>
    </inkml:brush>
  </inkml:definitions>
  <inkml:trace contextRef="#ctx0" brushRef="#br0">272 21 11789,'-7'-4'264,"0"1"0,0 0 1,0 0-1,-1 0 0,-9-1 0,13 4-99,0-1-1,0 1 0,0 0 1,0 1-1,0-1 0,1 1 1,-1 0-1,0 0 1,0 0-1,0 0 0,1 1 1,-1-1-1,-5 4 0,-5 5-273,0 0-1,1 0 0,0 2 0,1 0 0,-14 17 1,-7 6 1230,-1 3 7202,36-35-7334,3 6-678,1-1-1,0 0 0,0-1 0,1 1 1,0-1-1,15 12 0,-6-6-150,-6-4-103,-1 1 1,0 1-1,0 0 1,-1 0-1,0 1 1,-1 0-1,0 0 0,-1 0 1,-1 1-1,0 0 1,0 0-1,-1 1 1,-1-1-1,0 1 1,0 15-1,-1-12-766,-2 1-1,0-1 1,0 1 0,-7 31-1,4-34-1124,-1 0 0,-1 0 0,0 0 0,-1-1-1,-10 20 1,-7 2-9331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8.535"/>
    </inkml:context>
    <inkml:brush xml:id="br0">
      <inkml:brushProperty name="width" value="0.035" units="cm"/>
      <inkml:brushProperty name="height" value="0.035" units="cm"/>
    </inkml:brush>
  </inkml:definitions>
  <inkml:trace contextRef="#ctx0" brushRef="#br0">5 8 18866,'-4'-8'2826,"16"22"-644,20 28 246,-24-26-2004,-1 0 0,-1 1-1,0 0 1,3 20-1,-2-13-140,188 905 2987,-145-417-5837,-48-491 2306,1 44-1583,-5 73-1,-5-72-1869,-5 1-3372,1-14-4586</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8.676"/>
    </inkml:context>
    <inkml:brush xml:id="br0">
      <inkml:brushProperty name="width" value="0.035" units="cm"/>
      <inkml:brushProperty name="height" value="0.035" units="cm"/>
    </inkml:brush>
  </inkml:definitions>
  <inkml:trace contextRef="#ctx0" brushRef="#br0">0 0 18546,'37'23'2548,"-44"-38"5273,33 15-33752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19.555"/>
    </inkml:context>
    <inkml:brush xml:id="br0">
      <inkml:brushProperty name="width" value="0.035" units="cm"/>
      <inkml:brushProperty name="height" value="0.035" units="cm"/>
    </inkml:brush>
  </inkml:definitions>
  <inkml:trace contextRef="#ctx0" brushRef="#br0">49 1944 13013,'-11'-11'11767,"14"9"-10545,11-7-132,0 0-1,29-11 1,-41 19-1038,6-3 125,-1 0 1,0-1-1,-1 0 1,1 0 0,-1-1-1,0 0 1,0 0 0,5-8-1,-10 13-167,1-3-64,0 1 0,0-1 0,-1 1 0,1-1 0,-1 0 0,0 0 0,0 0 0,-1 0 0,1 1-1,-1-1 1,0 0 0,0 0 0,-1-7 0,-7-59-1501,4 48 1059,4 18 360,0 1 1,-1-1 0,1 0-1,-1 1 1,0-1 0,0 0 0,0 1-1,-1 0 1,1-1 0,-5-5-1,-3-8-224,1-1-70,-2 0 0,0 0 0,-1 1 0,0 1 0,-2 0 0,-18-20-1,22 26 216,0 0 0,-13-24 0,3 5 148,17 27 918,6 1-762,2 1-77,0 0 0,0 0 0,0 0 0,1 1 0,-1 0 0,0 0 0,0 1 0,0 0 0,0 0 0,0 0 0,-1 1 0,1-1 0,-1 1 0,1 1 0,-1-1 0,0 1 0,0 0-1,-1 0 1,1 0 0,-1 1 0,0-1 0,5 9 0,8 8-217,0 0-1,1-2 0,1 0 1,25 19-1,-40-35 149,0 0-1,0 0 1,0 0-1,1-1 1,-1 0-1,1 1 1,-1-1-1,1-1 1,0 1-1,0-1 1,-1 0-1,1 0 1,0 0-1,0-1 1,0 0-1,0 0 1,0 0-1,1 0 1,-2-1-1,1 0 1,8-2-1,103-47-187,-95 40 272,80-39 93,-96 47-107,1 0 0,-1 1-1,1-1 1,-1 1-1,1 1 1,0-1 0,-1 1-1,8 1 1,-4-1 2,-1 0-21,-1 0-1,1 1 1,-1 1 0,1-1 0,-1 1-1,1 0 1,-1 1 0,0 0 0,12 6-1,0 3-369,34 28 0,-39-28-283,1-1-1,30 18 0,-36-25 186,5 4-159,-1-2 0,2 0 0,16 5 0,-26-10 578,0 0 1,0 0-1,0-1 0,0 0 1,0 0-1,0 0 0,0 0 1,0-1-1,0 1 0,0-2 1,0 1-1,0 0 0,6-3 1,-3 0 161,1-1-1,-1 0 1,0 0 0,0-1 0,0 0 0,-1-1 0,0 1 0,0-1-1,-1-1 1,0 1 0,0-1 0,-1 0 0,1 0 0,6-17 0,3-10 544,-2-1 0,13-57-1,-25 89-611,22-99 1133,19-207 0,-35-108 752,-14 324-663,-5 1-1,-34-136 0,39 203-862,-18-45-1,21 60-285,4 11-109,0 0 0,-1 0 0,1 0 0,0 0 0,0-1 0,0 1 0,0 0 0,0 0 0,0 0 0,0 0 0,0 0 0,-1 0 0,1-1 0,0 1 0,0 0 0,0 0 0,0 0 0,0 0 0,-1 0 0,1 0 0,0 0 0,0 0 0,0 0 0,0 0 0,0 0 0,-1 0 0,1 0 0,0 0 0,0 0 0,0 0 0,-1 0 0,1 0 0,0 0 0,0 0 0,0 0 0,0 0 0,0 0 0,-1 0 0,1 0 0,0 0 0,0 0 0,0 0 0,0 0 0,-1 0 0,1 1 0,0-1 0,0 0 0,0 0 0,0 0 0,0 0 0,0 0 0,0 0 0,0 1 0,-1-1 0,1 0 0,0 0 0,0 0 0,-7 4 11,0 0 0,1 0 0,-1 1 0,1 0 0,0 0 1,0 0-1,1 0 0,-1 1 0,1 0 0,0 1 1,1-1-1,0 1 0,0-1 0,0 1 0,1 1 1,0-1-1,0 0 0,1 1 0,0-1 0,-2 11 1,-2 24-12,1-1 0,2 71 0,15 84-9,-6-140-32,2-1-1,2 0 1,3 0 0,2-1 0,2-1-1,3-1 1,2 0 0,2-2-1,52 80 1,-62-110 79,1-1 0,0-1-1,1-1 1,1 0 0,0-1-1,1-1 1,23 15 0,-28-22-12,-1-1 0,1 0 0,1-1 0,-1 0 0,1-1 0,0-1 0,0 0 0,0-1 0,1 0 0,-1-2 0,1 1 0,25-2 0,-11-3-122,-1-1 0,0-1 0,0-1 0,0-2 0,47-19 1,-69 24 44,8-4-3487,-31 11 233,6-1 3464,-12 4-3087,1 1-1,-27 13 1,1 1-6319</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20.842"/>
    </inkml:context>
    <inkml:brush xml:id="br0">
      <inkml:brushProperty name="width" value="0.035" units="cm"/>
      <inkml:brushProperty name="height" value="0.035" units="cm"/>
    </inkml:brush>
  </inkml:definitions>
  <inkml:trace contextRef="#ctx0" brushRef="#br0">40 1454 11357,'19'22'2294,"-15"-18"-317,-7-6-327,-25-16 740,25 16 40,1 4-2066,-1 2-316,0 0 0,1 0 0,-1 0 0,1 0 0,-1 1 0,1-1 0,1 1 0,-1 0 0,1-1 0,-1 1 0,1 0 0,1 0 0,-1 0 0,1 0 0,0 0 0,0 0-1,0 0 1,1 0 0,-1 0 0,1-1 0,3 9 0,-2-4-28,1-1-1,0 1 1,1-1 0,-1 0-1,1 0 1,1 0-1,0-1 1,0 1-1,0-1 1,1-1 0,11 12-1,-10-13-8,0-1-1,0 1 1,1-1-1,-1-1 1,1 1-1,0-2 1,0 1-1,0-1 0,0 0 1,0 0-1,1-1 1,-1 0-1,11-1 1,13-1 2,-1-1 0,37-8 0,-22 4-85,-31 4-197,-1 1 1,1 1-1,-1 0 1,1 1 0,17 3-1,-30-4 255,-1 0-1,0 1 0,0-1 0,0 0 0,0 1 0,0-1 0,0 1 1,0-1-1,0 1 0,0 0 0,0-1 0,0 1 0,0 0 1,0 0-1,0-1 0,1 3 0,2 2-23,12 8-106,-10-8 122,0 1 0,1-1 1,0 0-1,9 4 1,-12-8 38,0 1 1,0-1-1,0 0 0,0 0 1,0 0-1,0 0 1,0-1-1,0 0 1,1 0-1,-1 0 1,8-1-1,13-3 52,-1-1 1,1-2-1,-1 0 1,-1-1-1,1-1 0,-1-2 1,-1 0-1,0-1 0,-1-1 1,0-1-1,-1-1 1,0-1-1,-2-1 0,0 0 1,0-2-1,27-39 0,-16 12-38,-3-1-1,-2-1 0,-2-2 0,-3 0 1,-1-1-1,18-93 0,-19 43-71,-4 0 1,-2-167-1,-15 158 45,-4 1 1,-6 0 0,-31-125-1,43 227 2,0 0-1,0 0 0,-1 0 0,-3-7 0,5 13-4,1 1 0,0 0-1,0-1 1,0 1 0,-1-1-1,1 1 1,0 0 0,0-1 0,-1 1-1,1 0 1,0-1 0,-1 1-1,1 0 1,-1 0 0,1-1 0,0 1-1,-1 0 1,1 0 0,-1 0-1,1-1 1,0 1 0,-1 0 0,1 0-1,-1 0 1,0 0 1,0 1 0,1-1 0,-1 1 0,1-1 0,-1 1 0,0-1 0,1 1 0,0 0 0,-1-1 0,1 1 0,-1 0 0,1-1 0,0 1 0,-1 0 0,1-1 0,0 1 0,0 0 0,0 0 0,-1 1 0,-2 12 26,1-1 0,0 1-1,1 0 1,1 25 0,9 60-51,-4-59 32,13 95 34,6-1 1,6-1-1,6-2 0,72 176 1,-65-216 123,83 129 1,-84-151-72,-27-45-52,1 0 1,1-1 0,21 22-1,-27-34-69,0 0-1,1-1 1,0 0-1,1-1 1,0 0-1,0-1 1,17 7-1,-26-13-24,0 0-1,1-1 1,-1 1-1,0-1 0,1 0 1,-1 0-1,1-1 1,-1 1-1,1-1 1,-1 0-1,1 0 0,0-1 1,-1 1-1,1-1 1,-1 0-1,0 0 1,1-1-1,-1 1 0,0-1 1,0 0-1,0 0 1,0 0-1,0-1 1,0 1-1,-1-1 1,1 0-1,-1 0 0,1 0 1,-1-1-1,3-4 1,4-5-257,-1-1 0,-1 0 0,0 0 0,-1-1 0,-1 1 1,0-2-1,5-19 0,-3 3-93,-1 0 0,-2 0 0,2-45 0,-1 21 366,-3 44 110,-2-1 0,0 1 0,0 0 1,-2-23-1,0-10 223,2 20 499,2 29-559,22 23 268,22 34 1,-5-6 164,-30-40-524,0 0 0,2-1 0,-1-1 0,2 0 0,0 0-1,0-2 1,1 0 0,1-1 0,0 0 0,0-1 0,22 7 0,-2 1-103,-29-13-116,0 0 0,0 0 0,1-1 1,-1 0-1,1 0 0,0-1 0,-1 0 1,11 1-1,-14-4-86,-1 0 1,1 0-1,-1 0 1,1-1-1,-1 1 1,6-4 0,9-2 4,-2 3 480,1 1 1,-1 1-1,1 1 0,0 1 0,-1 0 1,20 3-1,24 0-30,50 4-44,-106-6-420,-2 1-68,11 10-147,-11-5-183,-5-5 368,-1-1 1,0 1-1,0-1 0,0 0 1,0 1-1,-1-1 0,1-1 1,-6 2-1,8-2 177,-21 6-720,-1-1 0,0-1-1,0-1 1,-31 0 0,42-4 872,0 1 1,0-2 0,0 1-1,0-2 1,1 0 0,-1 0-1,1-1 1,0 0 0,0-1-1,-12-6 1,23 11-121,0 0 0,0-1 0,0 1 1,0 0-1,0 0 0,-1 0 0,1 0 0,0 0 0,0 0 0,0 0 0,0 0 0,0 0 1,0 0-1,-1-1 0,1 1 0,0 0 0,0 0 0,0 0 0,0 0 0,0 0 0,0 0 1,0-1-1,0 1 0,0 0 0,0 0 0,0 0 0,0 0 0,0 0 0,0-1 0,0 1 1,0 0-1,0 0 0,0 0 0,0 0 0,0-1 0,0 1 0,0 0 0,0 0 0,0 0 1,0 0-1,0 0 0,0 0 0,0-1 0,0 1 0,0 0 0,1 0 0,-1 0 1,0 0-1,0 0 0,0-1 0,6-10 323,0-1 0,0 1 1,1 0-1,1 0 0,0 1 0,1 0 1,-1 0-1,2 1 0,-1 0 0,1 1 1,1 0-1,0 0 0,14-7 0,6-1 650,2 2 0,-1 1-1,63-16 1,-63 21-390,1 1 0,-1 1-1,46-2 1,-66 7-454,0 1-1,0 1 1,0 0 0,0 1-1,0 0 1,0 0-1,-1 2 1,0-1-1,1 1 1,-1 1 0,0 0-1,16 11 1,-23-13-162,0 0 0,0 1 0,0 0 0,0-1 1,-1 1-1,0 1 0,1-1 0,-2 0 0,1 1 1,0 0-1,-1 0 0,0-1 0,0 1 0,0 0 1,1 9-1,-1-3-196,-1-1 1,0 1-1,-1 0 0,0-1 1,0 1-1,-4 16 0,4-24-108,12-9-368,-6 2 722,0 2 24,-1-1-1,0-1 1,-1 1-1,1-1 1,0 0 0,-1 0-1,0 0 1,0 0-1,6-9 1,14-15 344,-18 22-286,0 0 0,1 1 0,-1 0 0,1 0 0,0 1 0,0-1 0,1 2 0,-1-1 1,15-4-1,0 2-17,-1 2-1,1 0 1,-1 1 0,1 1 0,0 1 0,0 1 0,40 6 0,-57-6-247,1 1 1,0 0-1,0 0 0,0 1 1,-1 0-1,1 0 0,-1 0 1,0 1-1,1 0 0,-1 0 1,0 0-1,0 0 0,-1 1 0,1 0 1,-1 0-1,0 0 0,0 1 1,0-1-1,-1 1 0,1 0 1,-1 0-1,0 0 0,-1 0 1,1 0-1,1 7 0,2 6-2145,-6-18 2224,0 0 0,0 0-1,0 1 1,1-1 0,-1 0-1,0 0 1,0 0 0,0 0-1,0 0 1,0 1 0,0-1-1,0 0 1,0 0 0,0 0-1,0 0 1,0 0 0,0 1-1,0-1 1,0 0 0,0 0-1,0 0 1,0 0 0,0 0-1,0 1 1,0-1 0,0 0-1,0 0 1,0 0 0,-1 0-1,1 0 1,0 0 0,0 1-1,0-1 1,0 0 0,0 0-1,0 0 1,0 0 0,0 0-1,-1 0 1,1 0 0,0 0-1,0 0 1,0 0-1,0 1 1,0-1 0,-1 0-1,1 0 1,0 0 0,0 0-1,0 0 1,-23 8-7324,-18 0-5008</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21.157"/>
    </inkml:context>
    <inkml:brush xml:id="br0">
      <inkml:brushProperty name="width" value="0.035" units="cm"/>
      <inkml:brushProperty name="height" value="0.035" units="cm"/>
    </inkml:brush>
  </inkml:definitions>
  <inkml:trace contextRef="#ctx0" brushRef="#br0">1 489 17662,'38'-30'758,"-6"4"323,1 1 0,1 1 1,1 2-1,48-22 0,-15 17 1716,91-21 0,-50 17-733,433-116-827,-359 100-1191,-168 44-202,25-12-2688,-124 51-10395,12-10-305</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21.582"/>
    </inkml:context>
    <inkml:brush xml:id="br0">
      <inkml:brushProperty name="width" value="0.035" units="cm"/>
      <inkml:brushProperty name="height" value="0.035" units="cm"/>
    </inkml:brush>
  </inkml:definitions>
  <inkml:trace contextRef="#ctx0" brushRef="#br0">503 0 4252,'-94'22'3230,"68"-15"-1356,-50 19 0,0 0 1613,51-16-2211,0 0 0,0 1 1,1 2-1,-32 21 1,35-20-628,16-11-443,1 0-1,0 1 1,0 0 0,0 0-1,1 0 1,-1 0 0,1 1-1,0-1 1,0 1 0,0 0-1,1 0 1,0 0 0,0 0 0,0 0-1,1 0 1,-1 1 0,1-1-1,0 10 1,0-7-42,0 1-1,1-1 1,0 1 0,1-1 0,0 1 0,0-1-1,1 0 1,0 1 0,1-1 0,0 0-1,5 10 1,1-2 56,2-1 0,-1 0 0,2-1 0,0 0-1,1-1 1,0 0 0,17 11 0,4 1-215,1-1 1,38 18-1,-60-34-489,0-1 1,1-1-1,0 0 0,0-1 0,0-1 1,0 0-1,0-1 0,1 0 0,0-2 1,16 1-1,81 5-9675,-84-2-773</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22.611"/>
    </inkml:context>
    <inkml:brush xml:id="br0">
      <inkml:brushProperty name="width" value="0.035" units="cm"/>
      <inkml:brushProperty name="height" value="0.035" units="cm"/>
    </inkml:brush>
  </inkml:definitions>
  <inkml:trace contextRef="#ctx0" brushRef="#br0">53 607 2368,'0'0'23122,"-3"-1"-22750,0-1-219,-1 1 3,1-1-1,-1 1 1,0 0-1,0 0 1,0 0-1,-4 0 1,0 19-22,6-10-115,1-1 0,-1 1 1,1-1-1,0 1 1,1 14-1,0-21-16,0 0 1,0 0-1,0 0 0,0 0 1,1 0-1,-1 0 0,0 0 1,1 0-1,-1 0 0,1 0 1,-1 0-1,1 0 0,-1 0 1,1 0-1,-1 0 0,2 1 1,2 2 30,-2 0 31,0 0-1,1 0 0,0 0 1,0-1-1,0 1 1,0-1-1,1 0 1,-1 0-1,1 0 0,0 0 1,0-1-1,0 1 1,7 2-1,4 1 86,1 0 1,23 5-1,-2-1-85,4-2 48,-37-8-164,-1 0-106,34 6-630,-33-4 246,0-2-867,36 0 856,-35 0 327,-3-2-64,11-8 428,1 0 0,-1 1 0,2 1-1,-1 0 1,1 1 0,17-6 0,-9 8 20,-1 2-1,1 1 1,-1 0 0,1 2 0,-1 0 0,32 6 0,126 24-801,-158-25-242,-19-4 310,1-1-128,36-4-1238,-39 4 1916,-1 1 0,0-1 0,0 0 0,0 0 0,1 0 0,-1 0 0,0 0 0,0 0 0,0-1 0,0 1 0,1 0 0,-1 0 0,0 0 0,0 0 0,0 0 0,0 0 1,1 0-1,-1 0 0,0 0 0,0 0 0,0 0 0,0-1 0,0 1 0,1 0 0,-1 0 0,0 0 0,0 0 0,0 0 0,0-1 0,0 1 0,0 0 0,0 0 0,0 0 0,0 0 0,0-1 0,0 1 0,0 0 0,1 0 0,-1 0 0,0 0 0,0-1 0,0 1 0,0 0 0,-1-1 0,19-99-2294,-16 80 2640,0-1 1,-2-25-1,0 30 59,1 10-245,0-1 0,0 1 1,1 0-1,0-1 1,0 1-1,0 0 0,1 0 1,0 1-1,0-1 1,1 0-1,-1 1 0,1 0 1,0 0-1,9-8 1,-8 8-12,1 1 1,-1 0-1,1 0 1,0 1-1,0 0 0,7-3 1,4-2-4,-16 7-112,0 1-1,1-1 1,-1 1-1,0-1 1,0 1-1,0 0 0,0-1 1,1 1-1,-1 0 1,0 0-1,0 0 1,1 0-1,-1 0 0,0 0 1,0 0-1,0 1 1,1-1-1,1 1 1,1 0 16,0 0-12,1 0 1,-1 0-1,0 1 1,0-1-1,1 1 1,-1 0 0,0 0-1,0 0 1,-1 1-1,1-1 1,6 7-1,0 1 12,0 1 1,11 17-1,0 0-6,-11-16-27,0 1-1,1-2 1,0 0-1,1 0 1,0-1-1,0 0 1,1-1-1,26 14 1,-23-16-6,1 0 1,0-1-1,0-1 0,0-1 1,1 0-1,-1-2 0,1 0 1,27 0-1,-7-3 7,0-2 1,74-16-1,-71 9 3,0-3-1,51-22 1,73-43 77,-144 67-63,11-9 32,-30 18-122,-16-15 176,9 13 766,17 11-164,-4-3-377,0 0-1,1 0 1,-1-1-1,1 0 0,0-1 1,0 0-1,0 0 1,15 1-1,-2-2 222,0-1 0,35-4 1,-31 1-173,61-10 739,-84 13-1112,1-1 0,-1 0 0,0 0 0,0-1 0,0 1 0,0-1 0,0 1 0,0-1 0,-1 0 0,1 0 0,-1 0 0,1-1 0,-1 1 0,0 0 0,0-1 0,0 0 0,0 1 0,0-1 0,0 0 0,-1 0 0,1 0 0,-1 0 0,0 0 0,0 0 0,1-5 0,-3 3-96,0 0-1,0 0 0,0 1 1,0-1-1,-3-6 1,-5-14-595,3-1-263,2 5 46,-1-1-1,-1 0 1,-1 1-1,-1 0 1,-15-27-1,15 35-26,1-1 0,0 1 0,1-2 0,0 1 0,-3-16 0,4-15-6480,5 25-93</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22.896"/>
    </inkml:context>
    <inkml:brush xml:id="br0">
      <inkml:brushProperty name="width" value="0.035" units="cm"/>
      <inkml:brushProperty name="height" value="0.035" units="cm"/>
    </inkml:brush>
  </inkml:definitions>
  <inkml:trace contextRef="#ctx0" brushRef="#br0">183 119 8613,'-34'9'1337,"27"-7"-192,3-1-204,-33 2 613,33-3-387,-7-12 90,8 9-996,-4-4 623,1 0 0,0 0 1,0-1-1,1 0 0,0 0 0,0 0 1,-6-17-1,9 22-645,1 1 1,-1 0-1,0 0 1,1 0-1,-1 0 1,0 0-1,0 0 1,0 0-1,-1 1 1,-2-3-1,-2-2 3507,11 10-3520,64 62 253,16 14-226,-76-73-393,1 0 1,0-1-1,0 0 1,0-1-1,19 9 0,-24-13-10,0 0 0,0 0 0,0 0 0,0 0 1,-1-1-1,1 0 0,0 0 0,0 0 0,0 0 0,0 0 0,0-1 0,0 1 0,0-1 0,0 0 0,-1-1 0,1 1 0,0-1 0,-1 1 0,7-5 0,1-3-835,1 0 1,-1-1 0,15-18-1,4-3-1360,23-18-4303,2-11-4287</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5:42.930"/>
    </inkml:context>
    <inkml:brush xml:id="br0">
      <inkml:brushProperty name="width" value="0.035" units="cm"/>
      <inkml:brushProperty name="height" value="0.035" units="cm"/>
    </inkml:brush>
  </inkml:definitions>
  <inkml:trace contextRef="#ctx0" brushRef="#br0">5662 414 7025,'0'30'11630,"-2"-33"-11487,-6-3-63,0-1 1,-1 1 0,1 1 0,-1 0-1,0 0 1,-13-5 0,-7-3-38,0 0 96,-44-13 0,5 2 39,56 20-139,1 1 0,-1 0 0,-17-2 0,-23-5-2,26 2 1,-33-5 0,34 9-7,-36-12 1,39 9-42,-40-6 0,8 2 152,-159-29 156,105 22-285,-138-11 294,141 20-202,-240-2 90,315 11-174,1-1 25,5 1-50,0 0 1,-29 5 0,38-3 19,0-1 0,-1-1 1,1 0-1,-15-3 0,14 1-25,0 2 1,0-1 0,-21 3 0,23-1 22,0-1 1,0 0 0,0-1 0,-27-5 0,22 2-22,-36-1 0,-141-2-39,-98-1 142,-2-18 32,142 8-94,-17 11-9,1 0 2,20 2-8,135 3-12,-149-10-1,131 13 51,-54-6-1,15-1-119,29 8 90,24-1 3,0 0 0,-22-2 0,-136-5-11,-82 10-11,-67 20 164,279-20-148,-89 21 0,99-17-2,-12 4-11,-1 3 1,-48 21 0,51-18 0,6-3-8,-54 22-40,39-12 36,54-24-5,0 0 1,1 0-1,-1 0 1,0 0-1,1 0 0,-1 0 1,1 0-1,-1 1 1,1-1-1,0 0 0,-3 4 1,3-4 7,0 1-1,-1 0 1,1-1 0,-1 1-1,1-1 1,-1 1 0,0-1 0,0 0-1,-2 1 1,-3 1 21,6-2-29,-1-1 0,1 0 0,0 1 1,-1 0-1,1-1 0,0 1 0,0 0 0,0-1 0,0 1 0,0 0 1,0 0-1,0 0 0,-1 2 0,-1 1 5,0 1-1,1-1 1,0 1-1,0 0 1,0 0-1,1 0 1,-1 6-1,-4 18 4,1 0 1,2 0-1,1 44 1,14 92 25,-11-152-25,1 9-5,1 0-1,9 32 1,-8-41-8,1 3 11,1 0-1,0 0 0,17 29 0,0-7-8,-13-21 9,0 0 0,2 0 1,0-2-1,14 16 0,11 10-5,-25-27 4,1 1 0,1-2 1,22 18-1,30 19 4,2-3 1,84 42-1,-100-61-28,-32-16 36,2 0 0,30 10 0,-35-16-26,0 2 0,0 0 0,16 11-1,23 11 10,15-2 21,2-2 0,0-4-1,2-3 1,77 9 0,238 15 11,-42-7-1,165 28 18,-357-46-16,270 26 59,-110-19-35,-207-20-49,301 6 49,-289-11-11,33-1-16,53-7 11,20-2 18,-130 4-30,99-11 34,-96 4-52,34-6 50,-84 12-24,10-3 76,45-14-85,64-18 7,-132 32-30,-19 6 4,1-1 0,-1-1 0,0 0 0,0-2 0,-1 0-1,29-17 1,-41 21-7,1 0 0,0 1 0,-1 0 0,12-4 0,13-7 16,16-13-19,-28 18 64,-1-1 1,-1-1-1,0 0 0,26-25 0,-35 30-31,-1 0 30,0 1 0,-1-1 1,0 0-1,5-7 0,11-39 844,-20 49-728,-1 0 23,7-28 208,-7 27 145,2 1-314,1-4-98,-1 3-31,-1 1-1,1-1 1,-1 0 0,0 1-1,0-1 1,1-5 0,-3 4 31,0 0 1,0 0-1,-1 0 0,0-1 1,-2-4-1,-4-10 250,5 11-311,1 0 0,0 0 0,1-1 1,0 1-1,0 0 0,1-1 0,0 1 0,3-17 1,-3 23-103,0-6 73,0 0-1,-1 0 1,0 0 0,-1 0 0,0 0-1,-5-16 1,5 22 1,2-1 2,-7-30 47,7 31-59,-1 0-5,-16-72 68,16 71-96,1 0-18,-14-67 163,13 68-111,0-2 14,-8-41 12,8 41-38,-2-14 11,-1 1-30,4 15 7,-1-1-5,-8-30 10,8 31-9,-7-13 4,5 7-14,-17-30-3,16 31 0,-5-9 5,-1 0-1,0 1 1,-17-20 0,25 34-58,-9-14 79,5 7-13,-1 0 0,1 0 0,-1 1-1,-1 0 1,0 0 0,-11-9 0,-7-10 30,23 24-36,1 0 0,-1-1-1,0 1 1,0 0 0,0 1-1,0-1 1,-1 0-1,-6-3 1,-30-15 8,-2 2-1,0 2 1,-75-19-1,-193-21-35,255 46 25,35 6-209,1 2 0,-36-3 0,20 4-2563,-45-7 0,47 4-2410,-43 0-1,24 7-5574</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6:21.283"/>
    </inkml:context>
    <inkml:brush xml:id="br0">
      <inkml:brushProperty name="width" value="0.035" units="cm"/>
      <inkml:brushProperty name="height" value="0.035" units="cm"/>
    </inkml:brush>
  </inkml:definitions>
  <inkml:trace contextRef="#ctx0" brushRef="#br0">28 138 5276,'-4'0'-457,"-19"-1"3336,43 13 7643,-19-12-10472,1 0 0,-1-1 0,0 1 0,1 0 0,-1-1 0,0 1 0,1-1 0,-1 0 0,0 1 0,1-1 1,0-1-1,14-6 2628,-2 16-2498,-9-5-144,1-1-13,0 0 1,0-1-1,0 0 1,0 0 0,0 0-1,0-1 1,1 0-1,10-1 1,13 1 52,-13 1-39,-1-2 0,17-2 0,16 0 3,344 3 73,-352-5-74,-23 2-23,16 2 7,42-8 0,-45 5-9,39-1-1,-7 2-14,67-12 0,-105 12 19,0 1 0,29 3 0,-27-2-6,46-5-1,-28 1-16,83-1 4,-26-2 21,-66 7-14,66-12-1,-70 7-27,87-14 24,-108 18-8,0 1 0,-1 0 0,1 1 0,11 0 0,19 0 26,12 0-48,-34 0 32,0 0 0,26-4 0,-32 2 4,-1 1 1,1 1 0,19 1-1,-21 0 0,0 0 0,0-1-1,0-1 1,12-1-1,-8-1-1,0 1-1,0 1 0,15 0 0,12 0 2,440-10 97,-333 16-123,-100-2 38,293 22-11,-134-6 8,-181-16 1,37 7-1,-36-4-22,31 1-1,-31-4 14,0 1 0,31 10-1,15 2-12,332 46-17,111-21-33,-153-22 102,-38 1-59,-209-11 50,36 1 8,100-4-21,-32 5-28,61-7 3,-212-6-4,36 1-15,233 0 30,-9-7 286,75 1-132,-363 5-171,414-7 198,-185 2 23,93-2-197,-145 0-17,62 1 3,178 15 354,-81-14-179,-1-1-68,103-3 122,-173 4-7,-176 2-240,-25-1 80,50-1 0,92 1 112,-47 0 42,150-1 106,0-1-72,894-3 1445,-559 20-784,-2 33-81,-646-38-770,255 15 356,-152-11-133,1-1 304,-15 1-297,-123-8-239,14 4-77,-6-2-779,-9-6-2152,-18-18-250,6 13 1767,0 0 1,-1 1-1,0 1 0,0 0 1,-1 0-1,-22-10 1,-34-18-9511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3:36:23.084"/>
    </inkml:context>
    <inkml:brush xml:id="br0">
      <inkml:brushProperty name="width" value="0.035" units="cm"/>
      <inkml:brushProperty name="height" value="0.035" units="cm"/>
    </inkml:brush>
  </inkml:definitions>
  <inkml:trace contextRef="#ctx0" brushRef="#br0">164 606 11697,'-11'-3'671,"0"0"0,0 1 0,-1 0 0,0 0 0,1 2 0,-21 0 0,28 1 3197,1-2-3175,-4 0 139,-1-1 1,1 0-1,-1 0 1,1-1-1,-8-4 1,14 7-813,1 0 1,0 0 0,0 0 0,0 0 0,-1 0-1,1 0 1,0-1 0,0 1 0,0 0-1,0 0 1,-1 0 0,1 0 0,0 0-1,0 0 1,0 0 0,0 0 0,0-1 0,-1 1-1,1 0 1,0 0 0,0 0 0,0 0-1,0 0 1,0-1 0,0 1 0,0 0-1,0 0 1,0 0 0,0 0 0,-1-1-1,1 1 1,0 0 0,0 0 0,0 0 0,0-1-1,0 1 1,0 0 0,0 0 0,0 0-1,1-1 1,-1 1 0,0 0 0,0 0-1,0 0 1,0 0 0,0-1 0,0 1 0,0 0-1,0 0 1,0 0 0,0 0 0,1 0-1,-1-1 1,0 1 0,0 0 0,0 0-1,18-5 516,42 0-212,-42 4-78,236-9 596,433 39 0,-238-1-796,-222-16 3,831 18 44,-763-33-75,261-5-36,140 3 59,-431 6-30,83 4 1,273-6-1,-302-6-2,-9-1-3,322-15-29,-297 9 33,500-27 6,-75-11-21,-78 10 11,-483 28-42,40-1 64,165-6-25,-33 1-12,599-31 27,-392 17-11,113 5 50,-668 28-51,483-9 76,-63 3-29,234-1 92,-125 4 132,-313 3-62,45-2 226,-243 1-241,-8 0 128,1 2 0,39 3 0,-36 2-258,-28-7-50,0 0-19,28 0-1,-35 2 0,30-6 0,-25 4 7,27 0-56,-31 1-102,-5-5-401,-5-13-1637,-1 0 0,-15-27 0,-16-15-6544,-4-6-5005</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22:24.556"/>
    </inkml:context>
    <inkml:brush xml:id="br0">
      <inkml:brushProperty name="width" value="0.035" units="cm"/>
      <inkml:brushProperty name="height" value="0.035" units="cm"/>
    </inkml:brush>
  </inkml:definitions>
  <inkml:trace contextRef="#ctx0" brushRef="#br0">885 0 5597,'-94'2'2018,"83"-2"-1657,0 2 0,0-1 0,-17 6 0,-9 1 342,-354 73 3695,336-63-3549,36-12-179,-31 8 0,-79 14 1531,103-19-1514,24-8-586,1 0 0,-1 0-1,0 0 1,0-1-1,0 1 1,0-1-1,0 1 1,0-1 0,-3 1-1,5 2 361,1-1-418,0 1-1,-1-1 1,1 0-1,0 0 1,0 0 0,0 0-1,1 0 1,-1 0-1,0-1 1,1 1 0,-1 0-1,1-1 1,0 1-1,-1-1 1,1 1 0,0-1-1,0 0 1,0 0-1,0 0 1,0 0 0,0 0-1,0 0 1,0 0-1,3 0 1,9 2 170,0 0 0,28 2-1,-24-3-66,647 49 2621,4-29-1363,115 6-665,782 79 31,-1433-97-744,1928 118 1053,-1254-119 588,-620-9-1156,-46-2-1011,-135 2-429,-7-1 741,0-1 0,1 1 0,-1-1 0,0 1 0,0-1 0,0 1 0,0 0 0,0-1 0,0 1 0,0 0 0,0 0 0,-1 0 0,-1-2 0,0 1-239,-5-5-352,-1 1 0,0 0 0,0 0 0,0 1 0,-1 0 0,-10-3 0,-36-12-6333,0 1-4367</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6.877"/>
    </inkml:context>
    <inkml:brush xml:id="br0">
      <inkml:brushProperty name="width" value="0.035" units="cm"/>
      <inkml:brushProperty name="height" value="0.035" units="cm"/>
    </inkml:brush>
  </inkml:definitions>
  <inkml:trace contextRef="#ctx0" brushRef="#br0">56 342 6453,'-56'-18'17927,"84"6"-16276,-25 10-1557,1 0 0,0 0 0,0 1 0,0-1 0,7-1 0,24-1 644,67-1-1,-26 4-236,187-18 824,193-6 450,-218 19-1440,465-3 426,205 23-761,-77-2 0,-170 3 0,-548-10 0,-55-2 0,113-7 0,-162 3 0,-1 0 0,0-1 0,0 0 0,10-3 0,-18 5 0,0-1 0,1 1 0,-1 0 0,0 0 0,1 0 0,-1 0 0,0 0 0,0 0 0,1 0 0,-1-1 0,0 1 0,0 0 0,1 0 0,-1 0 0,0-1 0,0 1 0,0 0 0,0 0 0,1-1 0,-1 1 0,0 0 0,0 0 0,0-1 0,0 1 0,0 0 0,0 0 0,0-1 0,0 1 0,1 0 0,-1-1 0,0 1 0,0 0 0,0 0 0,0-1 0,-1 1 0,1 0 0,0-1 0,-1 0 0,0 0 0,0 0 0,0 0 0,-1 0 0,1 0 0,0 0 0,-1 0 0,1 1 0,-1-1 0,1 0 0,-3 0 0,-105-28-480,35 11-329,59 13-171,-1-1 0,1 0 0,0-1 0,-26-16 0,39 21 729,0 1 1,0-1 0,0 1-1,0-1 1,1 0-1,-1 0 1,1 0-1,-1 0 1,1 0 0,0 0-1,0 0 1,0-1-1,0 1 1,0 0 0,0-1-1,1 1 1,-1 0-1,1-1 1,0 1 0,-1-1-1,1 1 1,0-1-1,1-3 1,0-1-880,0 1 0,0-1 0,1 0-1,0 1 1,5-13 0,-2 11-1570,-1 0-1,1 0 0,11-12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7.318"/>
    </inkml:context>
    <inkml:brush xml:id="br0">
      <inkml:brushProperty name="width" value="0.035" units="cm"/>
      <inkml:brushProperty name="height" value="0.035" units="cm"/>
    </inkml:brush>
  </inkml:definitions>
  <inkml:trace contextRef="#ctx0" brushRef="#br0">879 164 9997,'0'-4'2003,"2"-15"1165,0-36 1,-3 50-2813,1 0 1,-1-1-1,0 1 0,-1 0 1,1 0-1,-1-1 0,0 1 1,-5-9-1,5 12-306,1 0-1,-1 0 1,0 0 0,0 0-1,0 0 1,0 0 0,0 0-1,0 0 1,0 1 0,0-1-1,-1 1 1,1 0 0,-1 0-1,1 0 1,-1 0 0,1 0-1,-1 0 1,0 0-1,1 1 1,-5-1 0,-5 2 18,0 0 0,1 1 0,-1 0 0,1 1 1,0 0-1,0 1 0,0 0 0,-12 7 0,6-2 53,0 1 1,0 0-1,0 2 0,2 0 1,-28 27-1,-59 81 654,45-44-241,4 3 1,3 2 0,4 3-1,-40 99 1,48-84-80,3 2 0,5 2 1,-26 156-1,46-186-230,3 1-1,3 0 0,3 0 1,18 146-1,-10-175-315,2 1-1,3-1 0,1-1 1,2 0-1,2-1 0,2 0 1,1-2-1,3 0 0,29 39 1,-33-54-518,2-2 0,1 0 0,0-1 0,40 30 1,-44-40-728,2 0 1,32 16 0,-37-22-227,1 0 0,1-1-1,-1-1 1,18 3-1,58 2-9994</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7.665"/>
    </inkml:context>
    <inkml:brush xml:id="br0">
      <inkml:brushProperty name="width" value="0.035" units="cm"/>
      <inkml:brushProperty name="height" value="0.035" units="cm"/>
    </inkml:brush>
  </inkml:definitions>
  <inkml:trace contextRef="#ctx0" brushRef="#br0">1 1964 5184,'0'0'8783,"0"-6"-6802,0-41 956,2-81 1329,34-84-656,-10 74-2342,81-523 1787,-74 431-2502,24-145 92,-54 355-680,1-1 0,1 1 0,1 0 1,16-38-1,-21 56 8,-1 0 1,1 1 0,0-1 0,0 0-1,0 1 1,0-1 0,0 1 0,1-1 0,-1 1-1,0 0 1,1-1 0,-1 1 0,1 0-1,-1 0 1,1 0 0,0 0 0,-1 0-1,1 1 1,0-1 0,3-1 0,-3 2-30,-1 1 0,1-1 1,0 0-1,-1 0 1,1 1-1,0-1 0,-1 1 1,1 0-1,0-1 1,-1 1-1,1 0 0,-1 0 1,1 0-1,-1 0 0,0 0 1,1 0-1,1 3 1,4 4-260,0 1 1,-1 0-1,0 0 1,0 1-1,4 10 1,5 14-1648,-1 2 0,16 66 0,-5 16-6657,-7-26-2561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7.838"/>
    </inkml:context>
    <inkml:brush xml:id="br0">
      <inkml:brushProperty name="width" value="0.035" units="cm"/>
      <inkml:brushProperty name="height" value="0.035" units="cm"/>
    </inkml:brush>
  </inkml:definitions>
  <inkml:trace contextRef="#ctx0" brushRef="#br0">0 108 21362,'71'-56'2344,"-26"38"-456,-1-1-436,-25 12-183,14 3-525,5 0-480,-9 4-448,23 0-820,-29 4-337,-5 0-1047,19 22-1728,-26 7-1905,-14-10-5264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8.496"/>
    </inkml:context>
    <inkml:brush xml:id="br0">
      <inkml:brushProperty name="width" value="0.035" units="cm"/>
      <inkml:brushProperty name="height" value="0.035" units="cm"/>
    </inkml:brush>
  </inkml:definitions>
  <inkml:trace contextRef="#ctx0" brushRef="#br0">13 257 13897,'29'-19'881,"-14"10"190,-1 0 0,0-1 0,-1-1 0,18-16 0,-28 23-513,2 0 0,-1 1 0,0-1 0,0 1 1,1 0-1,0 0 0,0 1 0,0 0 1,0 0-1,0 0 0,0 0 0,0 1 0,10-2 1,9-3-10,-20 5 297,20-16-340,-24 16-499,-1 0 1,1 1-1,-1-1 0,1 0 0,-1 0 0,0 1 0,1-1 0,-1 0 0,0 1 0,1-1 0,-1 0 0,0 1 1,0-1-1,0 1 0,0-1 0,-1 0 0,2 1-2,-32-16-187,-50-35 0,36 22 150,43 28 34,-16 4-20,17-2 17,-1 0 0,1 0 0,-1 0-1,1 1 1,0-1 0,-1 1 0,1-1-1,0 1 1,0 0 0,0 0 0,1 0-1,-1 0 1,0 0 0,1 0 0,-1 0-1,1 0 1,-1 1 0,1-1-1,0 1 1,0-1 0,0 1 0,0 4-1,-3 9-4,1 0-1,-2 26 1,3-26 2,-1 11-20,1 0 0,2 0 0,5 51 0,-4-65 7,2-1 0,-1 0 1,2 0-1,0 0 0,0 0 1,1-1-1,0 1 0,1-1 1,0-1-1,13 17 0,-12-20-54,0 0-1,0-1 1,0 0-1,1-1 1,0 1-1,0-2 1,0 1-1,0-1 1,1 0 0,0-1-1,0 0 1,0 0-1,0-1 1,0 0-1,1-1 1,-1 0-1,0 0 1,13-1-1,0-1-185,1-1 0,-1-1 0,0-1 0,0 0 0,0-2 0,33-13 0,-24 5-76,-2-1-1,48-31 0,50-47-387,-46 31 347,-64 49 308,-14 11 14,0 4-4,25 23 7,-26-17 32,-2 98 1645,0-102-950,4-3-15,4-1-527,-1 0-1,0 0 1,0-1-1,0 0 1,0 0-1,0 0 1,0-1-1,0 0 1,0 0-1,-1-1 1,10-5-1,12-7 292,33-24 1,-49 31-311,36-27 356,73-66 0,-52 40-1187,-14 12-4186,-52 46 1402</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9.378"/>
    </inkml:context>
    <inkml:brush xml:id="br0">
      <inkml:brushProperty name="width" value="0.035" units="cm"/>
      <inkml:brushProperty name="height" value="0.035" units="cm"/>
    </inkml:brush>
  </inkml:definitions>
  <inkml:trace contextRef="#ctx0" brushRef="#br0">56 1366 6493,'-4'5'280,"-1"0"-1,1 1 1,0-1 0,0 1 0,0 0 0,-3 9 0,6-12-17,-1 1 0,1-1-1,-1 0 1,0 0 0,0 0-1,0 0 1,-3 3 0,-1 3 5182,7-13-4081,10-26-377,-2 0-1,-2 0 1,5-39 0,4-16 261,147-881 4246,-160 941-5435,-1 0 1,-1 1-1,-2-1 0,0 0 1,-7-37-1,8 60-60,-1 0 1,1 0-1,-1 0 0,0-1 0,0 1 1,0 0-1,0 0 0,0 1 1,0-1-1,0 0 0,-1 0 1,-2-3-1,3 5 2,0-1-1,-1 0 1,1 1 0,0-1 0,0 0 0,-1 1-1,1 0 1,0-1 0,-1 1 0,1 0-1,0 0 1,-1 0 0,1 0 0,0 0 0,-1 0-1,1 0 1,-1 0 0,1 0 0,0 1 0,-1-1-1,1 0 1,0 1 0,0-1 0,-1 1-1,0 0 1,-4 4 2,-1 0 0,1 0 0,1 0 0,-1 1 0,1 0-1,0 0 1,0 0 0,1 0 0,0 1 0,-6 11 0,-7 18-6,2 0 0,1 1 0,2 1 1,1 0-1,2 1 0,2 0 1,1 0-1,0 46 0,5-9-4,4-1 0,3 1-1,19 96 1,-11-103-43,4-1-1,2-1 1,4-1-1,41 83 1,-55-129-8,1 0 0,1-1 0,0-1 0,2 0 0,28 29 0,-39-44 22,0-1-1,1 1 0,-1-1 0,1 0 1,0 0-1,0 0 0,0 0 1,0-1-1,0 0 0,0 0 1,0 0-1,0 0 0,7 0 1,-2-1-88,1 0 0,-1 0 1,17-4-1,-18 2 32,-1 0 0,1-1 1,-1 0-1,0 0 0,0 0 0,0-1 0,-1 0 0,1-1 0,-1 1 1,0-1-1,7-7 0,5-7-339,29-39 0,-40 48 338,3-5-68,-1 0 0,0 0 0,-1-1 0,-1-1 1,-1 1-1,0-1 0,-1 0 0,0 0 0,2-28 0,-6 41 47,-3 9-131,-1 5 261,0 0 0,0 0-1,1 1 1,1-1 0,0 1 0,0-1-1,1 1 1,1-1 0,-1 1 0,5 18-1,3 4 44,2-1 0,16 40-1,-21-63-38,-1 0-1,2 0 0,-1 0 0,1-1 0,0 1 1,1-1-1,0-1 0,0 1 0,1-1 0,0-1 1,0 1-1,0-1 0,1-1 0,18 10 0,-19-13-14,-1 1-1,1-1 0,0-1 0,0 0 0,0 0 0,0 0 0,-1-1 0,1 0 0,0 0 0,0-1 0,0 0 0,0-1 0,0 0 0,-1 0 0,1 0 0,9-5 0,-8 2-38,0 1-1,-1-2 1,1 1-1,-1-1 0,0 0 1,0-1-1,-1 0 0,0 0 1,0-1-1,-1 0 0,0 0 1,9-15-1,11-32-388,-3-1 0,-2-1-1,20-85 1,-40 139 413,45-216-258,-21 88 445,31-223 1116,-47 277-829,-3 37 42,-2-1 1,-1-58 0,-5 19 312,2 72-657,0-1 0,1 0-1,0 1 1,1-1-1,-1 1 1,4-9 0,-19 56 187,1 1-1,-12 63 1,2-4 9,-8 26-61,6 1 1,5 2-1,6 0 1,6 0-1,5 1 1,16 149-1,-9-231-256,20 84 0,-21-118-42,1 1 0,1 0 0,0-1 0,1 0 0,0 0 0,1-1 0,0 0 0,1 0 0,1 0 0,14 15 0,-19-24-7,-1 0 0,1 0 0,0 0 0,0-1 0,1 0 0,-1 1 0,0-1 0,1-1 0,-1 1 0,1-1 0,0 0 0,-1 0 0,1 0 0,0 0-1,0-1 1,0 0 0,-1 0 0,1 0 0,0-1 0,0 0 0,-1 0 0,1 0 0,0 0 0,-1-1 0,9-3 0,3-3-28,-1 0 0,0-1 0,0 0 0,-1-1-1,23-22 1,133-140-531,-96 94 168,-4 1-12,44-43 348,-96 107 165,-17 13-91,0-1-1,-1 1 1,1 0-1,-1 0 0,1 0 1,0 0-1,-1 0 1,1 0-1,0 0 1,-1 0-1,1 0 1,-1 0-1,1 0 0,0 0 1,-1 0-1,1 0 1,-1 1-1,1-1 1,0 0-1,-1 1 1,1-1-1,-1 0 0,1 1 1,-1-1-1,1 0 1,-1 1-1,1-1 1,0 2-1,-1-2 33,2 2 5,0 0 0,0 0-1,0 0 1,0 0-1,0 0 1,-1 1 0,1-1-1,-1 1 1,0-1 0,0 1-1,0-1 1,0 1-1,1 4 1,5 42 449,-4-27-304,15 63 413,3 22 38,-9-29-336,-6-43-682,3 63-1,-8-72-789,0-13-2666,-6-27-838,0-11-2250,1-22-4277</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9.488"/>
    </inkml:context>
    <inkml:brush xml:id="br0">
      <inkml:brushProperty name="width" value="0.035" units="cm"/>
      <inkml:brushProperty name="height" value="0.035" units="cm"/>
    </inkml:brush>
  </inkml:definitions>
  <inkml:trace contextRef="#ctx0" brushRef="#br0">27 0 13617,'-26'4'1308,"26"22"-3576,4 0-1420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09.915"/>
    </inkml:context>
    <inkml:brush xml:id="br0">
      <inkml:brushProperty name="width" value="0.035" units="cm"/>
      <inkml:brushProperty name="height" value="0.035" units="cm"/>
    </inkml:brush>
  </inkml:definitions>
  <inkml:trace contextRef="#ctx0" brushRef="#br0">1 116 6457,'8'-9'1262,"1"0"0,1 0 0,0 1 0,0 0 0,0 1 0,1 0 0,0 1 0,0 0 0,1 1 0,-1 0 0,24-6 0,-3 3 769,1 2 0,0 1 0,44 0 0,-53 4-1526,0 1 0,-1 1-1,1 1 1,-1 1-1,40 11 1,-55-12-504,0 1 1,0 1-1,-1-1 1,1 1-1,-1 1 1,0-1-1,0 1 1,-1 1-1,1-1 1,-1 1-1,6 7 1,-8-8-3,0 0 1,0 1 0,0-1 0,-1 1-1,0 0 1,0 0 0,-1 0 0,0 0-1,0 0 1,0 0 0,-1 1 0,1-1-1,-2 1 1,1 10 0,-3 11-22,-1-1 1,-2 1-1,0-1 0,-15 40 0,-48 103-347,59-148 297,-127 240-1921,122-235 1901,10-20 161,0 1-1,1 1 1,0-1 0,1 0-1,-2 13 1,1-7 277,2-13-293,1 1 1,0-1 0,0 0-1,0 1 1,-1-1 0,1 0 0,1 0-1,-1 1 1,0-1 0,0 0-1,0 1 1,1-1 0,-1 0 0,0 0-1,1 1 1,-1-1 0,1 0 0,1 2-1,1 2 145,-2-2-177,0-1 0,1 1 0,-1-1 1,1 0-1,0 1 0,-1-1 0,1 0 1,0 0-1,0 0 0,1 0 1,-1-1-1,0 1 0,1 0 0,-1-1 1,1 0-1,-1 0 0,1 1 0,5 0 1,6 2 50,0-1 0,23 3 0,-4-1-33,2 4-39,-21-6 0,0 0 0,0 1 0,-1 1 0,1 0 0,-1 1 0,21 12 0,-32-16 0,1 0 0,-1 0 0,0 1 0,1-1 0,-1 1 0,0-1 0,0 1 0,-1 0 0,1 0 0,0 0 0,-1 0 0,0 0 0,0 0 0,0 0 0,0 0 0,0 0 0,-1 1 0,1-1 0,-1 0 0,0 1 0,0-1 0,0 0 0,0 0 0,-2 5 0,0 3 0,0-1 0,0 0 0,-2 0 0,1-1 0,-1 1 0,0-1 0,-7 10 0,-13 16-95,-1 0 1,-2-2-1,-54 51 0,62-67-738,0-1 0,0-1 0,-35 20 0,-68 27-4127,97-50 3824,-65 29-6341,4-15-5022</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0.562"/>
    </inkml:context>
    <inkml:brush xml:id="br0">
      <inkml:brushProperty name="width" value="0.035" units="cm"/>
      <inkml:brushProperty name="height" value="0.035" units="cm"/>
    </inkml:brush>
  </inkml:definitions>
  <inkml:trace contextRef="#ctx0" brushRef="#br0">45 372 10825,'106'-58'6370,"-103"56"-5886,0 0 1,0-1-1,0 1 1,0 0-1,0-1 1,-1 0-1,5-5 1,1-2 5845,-8 5-6252,-1 1-1,0-1 1,0 0 0,0 1-1,-4-10 1,5 13-64,-1 0-14,1 1 0,-1-1 0,1 0 0,-1 0 0,0 0 0,1 1 0,-1-1 0,0 0 0,1 0 0,-1 1 0,0-1 0,0 1 0,0-1 1,1 1-1,-1-1 0,0 1 0,0 0 0,-2-1 0,-1-1-12,-79-56 149,80 57-99,1-1 0,-1 1 1,1 0-1,-1-1 1,0 1-1,0 0 0,1 1 1,-1-1-1,-5 0 0,3 0 35,2 0 247,0 0-192,-25-18 52,26 17 80,2 6-254,2 17-16,2 1 0,0-1 0,1 0 0,2-1 1,12 30-1,-4-9-167,-11-32 77,0 1 0,1-1-1,0 0 1,0 0 0,1 0 0,0-1 0,1 0 0,10 11 0,5 1-352,38 26 1,-37-28 169,-21-17 262,-1 0 0,1 0 1,0 0-1,0 0 0,-1 0 0,1 0 0,0 0 0,0-1 1,0 1-1,0-1 0,0 1 0,0-1 0,0 0 0,0 0 1,0 0-1,0 0 0,0 0 0,0 0 0,0 0 0,0-1 1,4 0-1,6-2-46,7 0-14,0-1 0,-1-1-1,0 0 1,0-1 0,32-17 0,-20 4 54,-2-1 1,-1-1 0,0-2 0,-2-1 0,35-40-1,-16 21 8,81-63-1,-93 81 104,-29 22-38,-5 8-69,-15 23-25,4-8 25,2 1-1,0 0 0,-10 30 1,8-19-16,9-25 287,0 1-1,1 0 1,0 0 0,-3 14 0,6-21-222,0 0-1,0-1 1,0 1-1,0-1 1,-1 1-1,1 0 1,0-1-1,0 1 1,0 0-1,0-1 0,1 1 1,-1-1-1,0 1 1,0 0-1,0-1 1,0 1-1,1 0 1,-1-1-1,0 1 0,1-1 1,-1 1-1,0-1 1,1 1-1,-1-1 1,1 1-1,-1-1 1,0 1-1,1-1 0,-1 0 1,2 1-1,0 0 20,0-1-1,-1 1 0,1-1 0,0 0 1,0 0-1,0 1 0,0-1 0,-1-1 0,1 1 1,0 0-1,2-1 0,12-3 166,-1-1 1,19-8-1,-20 8-53,408-185 1797,-339 150-1897,-66 31-436,-1 0 0,25-19 0,-39 26 106,0 1 1,0-1-1,0 0 0,0 0 0,-1 0 1,1 0-1,0 0 0,-1 0 1,0 0-1,1-1 0,-1 1 0,0 0 1,0-1-1,0 1 0,-1-1 0,2-4 1,-2 6 5,0 0 0,0 0 1,0 1-1,0-1 1,0 0-1,0 0 0,0 0 1,-1 0-1,1 0 1,0 0-1,-1 0 0,1 0 1,0 1-1,-1-1 1,1 0-1,-1 0 0,1 0 1,-1 1-1,1-1 1,-1 0-1,0 1 0,1-1 1,-1 0-1,0 1 1,0-1-1,0 1 0,1-1 1,-1 1-1,0 0 0,0-1 1,0 1-1,0 0 1,0-1-1,0 1 0,1 0 1,-1 0-1,0 0 1,-1 0-1,-24-1-11848</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0.796"/>
    </inkml:context>
    <inkml:brush xml:id="br0">
      <inkml:brushProperty name="width" value="0.035" units="cm"/>
      <inkml:brushProperty name="height" value="0.035" units="cm"/>
    </inkml:brush>
  </inkml:definitions>
  <inkml:trace contextRef="#ctx0" brushRef="#br0">592 0 21358,'4'2'562,"0"1"1,0-1-1,0 1 1,0 0-1,0 0 1,-1 0-1,0 0 1,1 0-1,-1 1 0,0 0 1,0 0-1,-1 0 1,1 0-1,3 8 1,1 6 113,0 0 0,5 29 1,-3-12-75,7 27-519,-3 2 0,-3-1 0,3 129 0,-29 200-74,-4-187-9,-8-1 0,-9-2 0,-65 201 0,97-387-2,-86 264-631,63-208-277,-66 123 0,-19-18-3247,32-63-2299,68-96 4955,-91 122-13713</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1.425"/>
    </inkml:context>
    <inkml:brush xml:id="br0">
      <inkml:brushProperty name="width" value="0.035" units="cm"/>
      <inkml:brushProperty name="height" value="0.035" units="cm"/>
    </inkml:brush>
  </inkml:definitions>
  <inkml:trace contextRef="#ctx0" brushRef="#br0">912 58 11309,'-59'-41'1769,"55"38"-1496,-1 1 0,1 0 1,0 0-1,-1 0 0,0 1 1,1 0-1,-1 0 0,0 0 0,1 0 1,-1 1-1,0-1 0,0 1 1,-8 1-1,-6 0 551,-5-1-483,0 2 0,0 0 0,1 2-1,-1 0 1,1 2 0,0 0 0,0 2 0,1 1-1,0 0 1,0 2 0,1 0 0,-33 24 0,23-12 8,2 2 0,0 1 0,2 2 1,0 0-1,2 1 0,-27 43 0,25-29 69,2 1-1,3 1 0,1 2 1,-20 64-1,20-36-36,3 1 1,4 1 0,3 1-1,3 0 1,4 0 0,8 99-1,0-112-337,4 1 0,2-2 1,4 1-1,2-1 0,3-1 0,2-1 0,4-1 0,2-1 0,48 78 0,-54-106-384,1-1-1,2-1 1,1-1-1,33 30 1,-39-43-224,0 0 1,2-1-1,-1-2 1,2 0-1,-1-1 1,2 0-1,35 11 0,-26-14-3168,42 8-1,34-3-9409</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1.943"/>
    </inkml:context>
    <inkml:brush xml:id="br0">
      <inkml:brushProperty name="width" value="0.035" units="cm"/>
      <inkml:brushProperty name="height" value="0.035" units="cm"/>
    </inkml:brush>
  </inkml:definitions>
  <inkml:trace contextRef="#ctx0" brushRef="#br0">116 1 12817,'-3'0'270,"1"0"0,0 0-1,0 0 1,0 1 0,0-1-1,0 1 1,0-1 0,0 1 0,0 0-1,0 0 1,0 0 0,0 0-1,0 0 1,0 0 0,0 1 0,-1 1-1,0 0 254,0 0 0,1 0 0,0 1-1,-1-1 1,1 1 0,0 0 0,1-1 0,-1 1-1,-1 4 1,-1 11 358,0 0 0,0 0 0,2 0 0,0 33 0,-1 9-17,-3-15-177,1-8-644,2 0-1,1 40 1,3 3-4387,-12-99-5757,-1-22-1184</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2.053"/>
    </inkml:context>
    <inkml:brush xml:id="br0">
      <inkml:brushProperty name="width" value="0.035" units="cm"/>
      <inkml:brushProperty name="height" value="0.035" units="cm"/>
    </inkml:brush>
  </inkml:definitions>
  <inkml:trace contextRef="#ctx0" brushRef="#br0">127 8 15685,'-15'-7'1665,"-4"14"-361,1 4 360,3 11-1492,0-3-736,4 7-1036,0-4-56,3 16-3253,-7 17-3868</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2.445"/>
    </inkml:context>
    <inkml:brush xml:id="br0">
      <inkml:brushProperty name="width" value="0.035" units="cm"/>
      <inkml:brushProperty name="height" value="0.035" units="cm"/>
    </inkml:brush>
  </inkml:definitions>
  <inkml:trace contextRef="#ctx0" brushRef="#br0">44 83 12785,'0'0'4156,"-3"-1"-2547,-35-5 988,38 6-2577,1 0 0,-1 0-1,0 1 1,0-1-1,0 0 1,0 0 0,0 0-1,0 0 1,0 0-1,0 0 1,0 0 0,0 0-1,0 0 1,0 0 0,0 1-1,0-1 1,0 0-1,0 0 1,0 0 0,0 0-1,0 0 1,0 0-1,0 0 1,0 0 0,0 0-1,0 0 1,0 1 0,0-1-1,-1 0 1,1 0-1,0 0 1,0 0 0,0 0-1,0 0 1,0 0 0,0 0-1,0 0 1,0 0-1,0 0 1,0 0 0,0 0-1,0 0 1,-1 0-1,1 0 1,0 0 0,0 0-1,0 1 1,0-1 0,0 0-1,0 0 1,0 0-1,0 0 1,0 0 0,0 0-1,-1-1 1,1 1 0,0 0-1,0 0 1,0 0-1,0 0 1,4 19 761,0 0 0,-2 0 0,0 0 0,-1 22 1,3 22-140,1-27-283,0 1 171,1 0 1,23 72 0,-29-109-515,0 1 1,1 0-1,-1 0 1,0-1-1,0 1 1,1 0-1,-1-1 1,1 1-1,-1 0 1,1-1 0,-1 1-1,1-1 1,-1 1-1,1-1 1,-1 1-1,1-1 1,0 1-1,-1-1 1,1 0-1,0 1 1,-1-1-1,1 0 1,0 0 0,0 1-1,-1-1 1,1 0-1,1 0 1,0 0 15,0 0 1,0-1-1,1 1 1,-1-1-1,0 1 0,0-1 1,0 0-1,-1 0 1,1 0-1,3-2 1,7-5 123,0-2 0,16-15 0,-23 20-116,96-98 507,31-29-231,-90 93-358,-10 9-290,1 1 0,1 2 0,57-35 1,-88 60 95,0 1 0,-1-1 0,1 1 0,0 0 0,0 0 0,1 0 0,-1 0 0,0 1 0,0-1 0,0 1 0,0 0 0,1 0 0,5 0 0,-8 1 47,0-1 0,1 0 1,-1 1-1,0-1 0,0 1 1,0 0-1,0-1 0,0 1 1,1 0-1,-1-1 0,-1 1 1,1 0-1,0 0 0,0 0 1,0 0-1,0 0 0,-1 0 1,1 0-1,0 0 0,-1 1 1,1-1-1,-1 0 0,1 0 1,-1 0-1,0 1 0,0-1 1,1 0-1,-1 0 0,0 3 1,1 27-6549,2 5-4243</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2.821"/>
    </inkml:context>
    <inkml:brush xml:id="br0">
      <inkml:brushProperty name="width" value="0.035" units="cm"/>
      <inkml:brushProperty name="height" value="0.035" units="cm"/>
    </inkml:brush>
  </inkml:definitions>
  <inkml:trace contextRef="#ctx0" brushRef="#br0">1 247 15225,'0'0'10033,"0"4"-9397,6 19-171,0-1 0,2 0 0,15 32 0,7 18 118,-30-71-579,0-1 1,0 0 0,0 0 0,0 0 0,0 0 0,0 1 0,0-1 0,0 0 0,0 0-1,0 0 1,0 0 0,0 0 0,0 1 0,0-1 0,0 0 0,1 0 0,-1 0-1,0 0 1,0 0 0,0 0 0,0 1 0,0-1 0,0 0 0,0 0 0,1 0-1,-1 0 1,0 0 0,0 0 0,0 0 0,0 0 0,1 0 0,-1 0 0,0 0-1,0 0 1,0 0 0,0 0 0,0 0 0,1 0 0,-1 0 0,0 0 0,0 0 0,0 0-1,1 0 1,5-1 42,0 1-1,0-2 0,0 1 0,1-1 0,-1 0 1,-1 0-1,1 0 0,0-1 0,-1 0 1,1 0-1,-1-1 0,0 1 0,6-6 0,12-12 78,30-33 0,-30 29-49,183-177 97,-172 171-268,-19 18-579,0 0 0,23-13-1,8 0-5485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2.977"/>
    </inkml:context>
    <inkml:brush xml:id="br0">
      <inkml:brushProperty name="width" value="0.035" units="cm"/>
      <inkml:brushProperty name="height" value="0.035" units="cm"/>
    </inkml:brush>
  </inkml:definitions>
  <inkml:trace contextRef="#ctx0" brushRef="#br0">34 0 20378,'19'34'7601,"-19"-8"-7645,-4 3-789,-4-3-299,1 0-828,0-3-796,-1-1-3537,-10-7-5684</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3.112"/>
    </inkml:context>
    <inkml:brush xml:id="br0">
      <inkml:brushProperty name="width" value="0.035" units="cm"/>
      <inkml:brushProperty name="height" value="0.035" units="cm"/>
    </inkml:brush>
  </inkml:definitions>
  <inkml:trace contextRef="#ctx0" brushRef="#br0">116 30 17706,'-18'-4'2036,"3"-10"-580,4 2-196,-19 31-6184,-4 15-277,27-20-4148</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3.558"/>
    </inkml:context>
    <inkml:brush xml:id="br0">
      <inkml:brushProperty name="width" value="0.035" units="cm"/>
      <inkml:brushProperty name="height" value="0.035" units="cm"/>
    </inkml:brush>
  </inkml:definitions>
  <inkml:trace contextRef="#ctx0" brushRef="#br0">149 480 8765,'25'-12'2071,"-20"9"-230,-2 1-132,13-4-412,-1 1-1,25-6 1,8-2-155,29-11-55,103-39 244,-155 52-1232,-2 0 0,1-1 0,-2-2 0,1 0 0,20-19 0,-35 27-97,-2 0-1,1-1 1,-1 0 0,1 0 0,-2 0-1,1-1 1,-1 0 0,-1 0-1,1 0 1,-1 0 0,-1-1-1,1 0 1,-1 0 0,-1 0 0,0 0-1,0 0 1,0-10 0,-3 13 91,1 0 0,-1 1 1,-1-1-1,1 1 0,-1-1 1,0 1-1,0-1 0,-1 1 1,1 0-1,-1 0 0,0 0 0,-1 0 1,1 1-1,-5-5 0,3 2 177,3 5 1370,-1 4-618,1 0-889,-1-1 0,1 1 0,0 0 0,0 0 0,1 0 0,-1 1 0,0-1 0,1 0 0,-1 1 0,1-1 0,0 1 0,0-1 0,0 1 0,0-1 1,0 1-1,1 0 0,-1-1 0,1 1 0,-1 0 0,1 0 0,0 0 0,0-1 0,1 1 0,-1 0 0,0 0 0,2 2 0,16 86 1288,5 20-459,-16-41-962,-3 0 0,-2 0 0,-16 135 0,-6-79 0,-44 155 0,44-212-10,-2-1 0,-4-2 0,-2 0-1,-3-2 1,-3-1 0,-3-1 0,-2-3 0,-53 63 0,82-111-331,-1 0 1,0 0 0,0-1 0,-1 0 0,0-1-1,-1 0 1,-23 12 0,26-17-293,1-1 0,-1 1-1,0-1 1,0-1 0,0 0 0,0 0 0,0-1 0,0-1-1,0 1 1,-1-2 0,1 1 0,-14-4 0,19 3-18,0 0 1,0 0 0,1-1 0,-1 1-1,0-1 1,1 0 0,-1-1 0,1 1-1,0-1 1,-4-3 0,0-1-1667,1-1 0,1 1 0,-1-2-1,-6-10 1</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4.125"/>
    </inkml:context>
    <inkml:brush xml:id="br0">
      <inkml:brushProperty name="width" value="0.035" units="cm"/>
      <inkml:brushProperty name="height" value="0.035" units="cm"/>
    </inkml:brush>
  </inkml:definitions>
  <inkml:trace contextRef="#ctx0" brushRef="#br0">164 1107 10625,'-30'22'9874,"28"-25"-9571,0 0 0,1 0 1,0 0-1,-1 0 1,1 0-1,-1-6 1,2 6 765,-5 3-781,0-1-257,0 0 1,0 0 0,0 1 0,0 0 0,0 0-1,0 0 1,0 1 0,0-1 0,0 1 0,1 1 0,-1-1-1,0 0 1,0 1 0,-4 3 0,6-3 95,0-2-101,-31 11 93,35-11-114,-1 0 0,1 0 1,0 0-1,-1 0 0,1 1 1,0-1-1,-1 0 0,1 0 0,0 1 1,-1-1-1,1 1 0,-1-1 0,1 0 1,-1 1-1,1-1 0,-1 1 0,1-1 1,-1 1-1,1-1 0,-1 1 1,1 1-1,0-1 2,0 1 0,0-1 0,0 0 0,1 1 0,-1-1 0,1 0 0,-1 0 0,1 0 0,-1 0 0,4 2 0,37 12 77,-7-3-68,0 2 0,33 17 0,-46-17-170,0 1 0,0 1 0,-2 1 0,0 0 0,27 31 0,-39-39 4,1 0 1,0 0-1,0-1 1,0-1-1,16 10 1,-19-14 87,0 0 0,-1-1 0,1 1 0,0-1 0,1-1 0,-1 1-1,0-1 1,0 0 0,1-1 0,-1 1 0,0-1 0,10-1 0,0-2-62,-1 0 1,1-1-1,-1 0 0,25-12 0,56-33-234,-67 32 317,-1-2 1,-1-1-1,-1-1 1,-1-2-1,-1 0 1,0-2-1,-2 0 1,-1-2-1,29-49 1,-16 17 288,-3-1 0,-3-1-1,38-121 1,-44 100 861,-4-2-1,14-135 0,1-47 3426,-29 212-3318,-9 58-440,-3 7-674,3 0-36,0 1 0,0 0 0,2 1 0,-1-1 1,-2 19-1,-4 72 126,4-32-88,-41 395-675,37-358 76,-2 84-1400,-1 14-1463,6-152-2627,-22 94 1,11-83-5425</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4.327"/>
    </inkml:context>
    <inkml:brush xml:id="br0">
      <inkml:brushProperty name="width" value="0.035" units="cm"/>
      <inkml:brushProperty name="height" value="0.035" units="cm"/>
    </inkml:brush>
  </inkml:definitions>
  <inkml:trace contextRef="#ctx0" brushRef="#br0">0 20 18110,'6'-2'2485,"6"-2"-1715,-1 1 1,0 0 0,1 0-1,0 1 1,-1 1 0,1 0 0,0 0-1,0 1 1,-1 1 0,1 0 0,17 4-1,-11 0-411,0 2-1,0 0 1,-1 0-1,0 2 1,-1 0-1,0 1 1,25 20-1,-26-17-321,-1 1 0,0 0 0,23 33-1,-30-35-189,0 0-1,0 1 0,-2-1 0,1 1 0,-2 0 0,7 27 1,-8-27-148,-2-7-224,1 0 1,-1 0-1,0 0 0,0 1 0,0-1 0,-1 0 0,0 1 0,0-1 0,-1 0 0,-2 9 0,-3 4-3321,6-19 3735,0 0-1,0 0 1,0 0 0,0 1 0,0-1 0,0 0 0,0 0-1,0 0 1,0 0 0,0 0 0,0 0 0,0 0 0,0 1-1,0-1 1,0 0 0,0 0 0,0 0 0,0 0 0,0 0-1,0 0 1,-1 1-778,1-1 778,0 0 0,0 0-1,0 0 1,-1 0 0,1 0 0,0 0 0,0 0 0,0 0-1,0 0 1,0 0 0,0 0 0,0 0 0,-1 0 0,1 0-1,0 0 1,0 0 0,0 0 0,0 0 0,0 0 0,0 0-1,0 0 1,-1 0 0,1 0 0,0 0 0,0 0 0,0 0-1,0 0 1,-1-1-667,-17-8-10984</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4.935"/>
    </inkml:context>
    <inkml:brush xml:id="br0">
      <inkml:brushProperty name="width" value="0.035" units="cm"/>
      <inkml:brushProperty name="height" value="0.035" units="cm"/>
    </inkml:brush>
  </inkml:definitions>
  <inkml:trace contextRef="#ctx0" brushRef="#br0">82 111 12833,'1'0'160,"-1"0"0,1 0 1,0 0-1,0 0 0,-1 0 0,1 0 0,0 1 0,0-1 0,-1 0 0,1 0 0,0 1 0,-1-1 1,1 1-1,0-1 0,-1 0 0,1 1 0,-1-1 0,1 1 0,0 0 0,-6 12 2039,3-10-2295,-50 72 4269,48-68-4040,2 0 0,-1 0 0,1 0 1,0 0-1,0 0 0,1 0 0,0 1 0,0 8 0,1-12 146,2-1-134,0 0 1,0 0 0,0 0 0,1-1 0,-1 1 0,1-1-1,4 3 1,-3-1 119,3-1 228,7-2-346,0-1 0,0 0 1,0-1-1,0-1 0,0 0 1,-1-1-1,1 0 0,-1-1 1,1 0-1,14-9 1,58-33-1381,-86 46 1224,0 0 0,0 0 0,0 0 0,0 0 0,1 0 0,-1 0 0,0 0 0,0 0 0,0 0 0,0 0 0,0 0 0,0 0 0,0 0 0,1 0 0,-1 0 0,0 0 0,0 0 0,0-1 0,0 1 0,0 0 0,0 0 0,0 0 0,0 0 1,0 0-1,0 0 0,0 0 0,1 0 0,-1 0 0,0 0 0,0-1 0,0 1 0,0 0 0,0 0 0,0 0 0,0 0 0,0 0 0,0 0 0,0 0 0,0-1 0,0 1 0,0 0 0,0 0 0,0 0 0,0 0 0,0 0 0,0 0 0,0 0 0,0-1 0,0 1 0,0 0 0,0 0 0,-1 0 1,1 0-1,0 0 0,0 0 0,0 0 0,0 0 0,0 0 0,0-1 0,0 1 0,0 0 0,0 0 0,0 0 0,-1 0 0,1 0 0,0 0 0,-5-6-151,-1 0 1,0 0-1,0 1 0,-1 0 1,0 0-1,0 1 0,0 0 0,0 0 1,0 0-1,-1 1 0,-12-4 1,-11-1-467,-54-7 0,-8-3 593,89 17 875,7-2-184,-1 0-507,1 0 0,0 0 0,0 0-1,0 1 1,0-1 0,0 1 0,0 0 0,1-1 0,0 2-1,-1-1 1,1 0 0,0 1 0,-1 0 0,1-1 0,0 2-1,0-1 1,7 0 0,96-18 1526,92-13 1309,50 1-1395,-209 26-1591,-25 2 0,0 1 0,1 0 0,0 2 0,-1-1 0,23 4 0,-20 3-71,-18-5 17,0 1-1,0 0 1,0 0-1,0 0 1,0 0-1,0 0 1,0 0-1,-1-1 1,1 1-1,0 0 1,-1 0-1,0 0 1,1-1-1,-1 1 0,0 0 1,0-1-1,-1 3 1,-2 0-172,1 0 1,-1 0-1,1 0 0,-8 7 0,7-9 83,1 1 0,0 0-1,0 1 1,0-1-1,0 1 1,-3 4-1,5-5 207,5-4 84,82-15 390,38-6 188,-109 21-587,-1 0 0,0 1-1,1 1 1,-1 0 0,1 1 0,23 6 0,-19-1-133,1 0-1,-1 1 1,0 1 0,-1 1-1,0 0 1,-1 1 0,0 2-1,0-1 1,-2 2 0,0 0-1,0 1 1,-1 0 0,-1 1-1,0 1 1,-2 0 0,0 1-1,11 22 1,12 41-3316,-33-78 2946,0-1 0,-1 1 0,1 0 1,-1 0-1,0 0 0,0 0 0,0-1 0,0 1 0,0 0 0,-1 0 1,1 0-1,-1-1 0,0 1 0,0 0 0,0-1 0,-1 4 0,-15 18-7503,0-13-3869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15.138"/>
    </inkml:context>
    <inkml:brush xml:id="br0">
      <inkml:brushProperty name="width" value="0.035" units="cm"/>
      <inkml:brushProperty name="height" value="0.035" units="cm"/>
    </inkml:brush>
  </inkml:definitions>
  <inkml:trace contextRef="#ctx0" brushRef="#br0">161 0 20234,'4'19'713,"-3"-10"-125,1 1 0,1-1 1,0 0-1,0 0 0,1 0 1,8 14-1,19 30 1840,-2 0 0,27 72 0,-31-45-2217,30 156 1,-17 93-217,-34-227 5,-4 1 0,-5-1 0,-4 1 0,-34 153 0,-38 53-1329,62-249 323,-4-1 0,-2-2 0,-35 60 1,-20 5-7803,-5-24-6815</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23.133"/>
    </inkml:context>
    <inkml:brush xml:id="br0">
      <inkml:brushProperty name="width" value="0.035" units="cm"/>
      <inkml:brushProperty name="height" value="0.035" units="cm"/>
    </inkml:brush>
  </inkml:definitions>
  <inkml:trace contextRef="#ctx0" brushRef="#br0">147 25 5885,'0'0'8786,"2"-2"-8214,7-6-610,-1-2 2713,-27 8-1197,0 2-1414,15 0 4,1 1-10,-79 19 62,78-19-117,0 0 235,0 0 1,0 0-1,0 0 0,0 1 0,-6 2 1,6-2 89,55 0-15,1-3-1,71-9 0,-22 0-137,140-4-16,-1 11-1,316 35 1,-345-15-105,-185-15-45,30-2 0,-33-1-5,-18 1-6,-3 1 9,29 5 15,-27-5-31,-1 0-8,0 1 16,25 5-9,-25-6 119,-4 3-162,-32 148 81,3-16 46,-53 475-41,37 6 38,31-393-91,-40 955 504,32-1 149,27-777-432,-1 21-37,-5-205-56,-7 223 26,7-320-75,2-60-66,-8 69 0,7-116 11,1 1 0,1 17 0,0-19-12,-1-1 0,0 1 0,-1 0 0,-3 22 0,2-21 113,0 1 0,1 0 0,0-1 0,2 1 0,-1 0-1,4 15 1,-18-17 739,10-10-709,0 1 1,0-1-1,-1 0 0,1 0 1,0 0-1,-1-1 1,0 1-1,1-1 1,-10 1-1,-51 3 280,32-3-213,-222 16 519,59-7-510,114-7-106,62-4-151,-1 1 1,-32 5 0,50-5-46,2-4-2303,0 2 2177,0 0 0,1 0 0,-1-1 0,0 1 0,0 0 0,0 0 0,1 0 0,-1 0 0,0 1 0,-2-2 0,0-1-495,0-1-139,1 1 1,-1 0 0,1-1 0,0 1 0,0-1 0,0 0 0,1 0-1,-1 1 1,1-1 0,0 0 0,-1-8 0,-9-34-9896</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32.822"/>
    </inkml:context>
    <inkml:brush xml:id="br0">
      <inkml:brushProperty name="width" value="0.035" units="cm"/>
      <inkml:brushProperty name="height" value="0.035" units="cm"/>
    </inkml:brush>
  </inkml:definitions>
  <inkml:trace contextRef="#ctx0" brushRef="#br0">5672 502 5961,'13'4'1653,"-16"-8"-2197,-5-4 3833,2-3 8183,2 10-11342,-36-12 88,36 12-152,-1 1 45,-24-4 66,-39-4 194,-85-22 0,63 9-273,-64-20 164,21 1 45,-217-61-45,292 86-272,-67-18 122,-55-13-180,35 10 144,3 6-139,35 9 122,91 18-87,-1 0 0,-17 0-1,-18-4 38,-4-2-7,0 2 0,-66 1 0,43 2-34,-117 5-8,80 2 58,37-2 64,-61-2-101,-19 3 53,1 0 57,52-1-155,-5 0 134,11 1-133,31 1 224,-100 7-255,64-1 84,-175 9 49,-1 12 88,267-28-151,1 0 0,-1 0-1,-20 8 1,-22 4 13,-145 27 31,180-36 32,-32 12 0,-7 2-142,46-16 75,0 1 0,0 1 0,0 0 1,-18 11-1,20-9 4,0-1 0,0-1 0,-20 6 0,17-6 47,1 1 0,-20 9 0,-7 9-51,-59 31-19,69-39 31,1 2 1,-36 27-1,43-29 100,-3 0-113,19-12-2,0 0 1,0 0-1,0 1 0,-9 8 1,-1 4 76,1-2-86,1 1 0,0 1-1,-23 33 1,-13 31-19,33-52 64,-22 29-1,-4 5-30,32-43 9,0 1 1,2 1-1,1 0 0,0 0 0,2 1 1,0 0-1,2 0 0,-3 26 0,7-37 20,1 0 0,1 0-1,2 14 1,1 6-68,-1-13 44,1-1-1,1 0 1,0 0 0,2 0-1,0 0 1,18 31 0,-17-34 0,13 25-10,39 53 1,-48-79 20,1-1 1,0 0 0,1-1 0,17 12 0,24 21-3,-39-32 8,1 0 0,0-2-1,1 0 1,26 12 0,-17-9 38,36 20-47,2-3-1,1-3 1,87 24 0,-21-16-20,160 37 96,-151-47-104,208 34 76,-153-38-80,200-4 0,133-27-41,-268-2 143,-56 1-109,140-8 84,-270 13-84,479-34-40,-485 35 37,465-38-29,-374 23 44,215-54-1,-5-46 73,-331 105-41,0-2 0,-1-2 1,-1-1-1,0-2 0,-2-2 1,47-39-1,-73 53 19,-1 0 1,1-1-1,-2 0 0,1-1 1,-1 1-1,-1-2 0,0 1 0,-1 0 1,5-16-1,-5 12 15,-2-1 0,0 1 0,-1 0 0,0-1 0,-1 0 0,-1 1 0,0-1 0,-2 1 0,-4-26 0,-6-10 148,-28-76 1,37 117-151,-22-45 230,15 36 45,-13-38 1,21 48-256,-2-7 90,-1 0 0,0 0 0,-1 1 0,-1 0 0,-15-26 0,14 29-73,-14-21 285,-1 1-1,-28-28 1,14 26-256,-2 2-1,-1 1 1,-1 2-1,-1 3 1,-2 0-1,0 3 1,-2 2-1,-87-28 1,48 20-234,31 9-953,-94-20-1,62 18-735,2 1-1987,24 13-4314,19 7-1851</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36.687"/>
    </inkml:context>
    <inkml:brush xml:id="br0">
      <inkml:brushProperty name="width" value="0.035" units="cm"/>
      <inkml:brushProperty name="height" value="0.035" units="cm"/>
    </inkml:brush>
  </inkml:definitions>
  <inkml:trace contextRef="#ctx0" brushRef="#br0">4181 454 7905,'-17'4'367,"-1"0"638,1 1 1,-35 15 5459,48-21-6188,-1 0 0,1 0 0,0-1 0,-1 0 0,1 0 0,0 0 0,-5-3 0,-8-4 351,-19-7 305,18 7-573,-1 2 1,-35-11-1,6 6 103,-59-25 1,62 19-315,10 3-13,-42-11-1,-14-2 50,46 13-109,-49-8 0,-52-7 101,-83-14-100,-105-16 44,237 42-36,-66-8 3,74 14 30,-98-6-41,134 14 48,-135-10-125,108 9 133,-38 1-171,-28 3 125,51-1-89,67 2-13,-285 8 40,1-1 20,298-7-29,-91 7 88,52-2-34,10 1-57,0 1 0,-48 16 0,45-11-43,7-1-5,26-7 29,-1 0 0,1 0 1,0-2-1,-18 2 0,28-3 4,1-1 0,-1 1 0,1-1-1,-1 1 1,1 0 0,0 0 0,-1 0 0,1 0-1,0 0 1,0 0 0,-4 3 0,0 1 11,-34 16 47,25-13-69,0 0 0,-18 7 0,29-14 12,0 1-1,0 0 0,1 0 1,-1 1-1,0-1 0,1 1 1,-6 5-1,1-1-6,-1 2 1,1 0 1,0 0 0,1 1-1,-1 0 1,2 0-1,0 1 1,-7 15 0,11-23 5,1-1 6,1-1-1,-1 0 1,1 1 0,-1-1 0,1 1-1,0-1 1,-1 1 0,1-1 0,0 1-1,0-1 1,0 1 0,0-1-1,0 1 1,0-1 0,1 3 0,0 4 12,12 136-35,-3-47 31,0-20 43,-5-51-68,2 50 1,1 147 16,-6-197 7,1 0 0,1 0 1,2 0-1,15 45 0,-7-24-47,-12-37 24,1 1 1,0-1-1,1 1 1,0-1 0,8 13-1,27 44 25,-22-36-49,27 36-1,3 5 26,-34-51-3,0-1 0,1 0 0,26 27 0,-37-43 16,139 131 42,-114-111-53,1-2 1,2 0 0,40 21 0,-43-29-21,24 14-2,1-2 0,96 32 0,-82-38 4,13 4 11,116 18 0,-37-15-8,67 8 106,352 14-133,-54-28 36,-224-27 46,50-11-31,-23 0-64,-181 2 45,-58 4-8,413-81 7,-330 44 73,-58 15-34,-104 31 23,1-1 1,-1 0-1,0-1 1,0 0-1,0-1 1,0 0-1,-1 0 1,0 0-1,0-1 0,11-11 1,-12 8 26,1 0-1,-1 0 1,0-1 0,-1 0 0,0 0 0,-1-1-1,0 0 1,3-12 0,5-14 66,-2 0 0,7-46 0,-15 63-41,-1 0 0,0 1 1,-2-1-1,-1 0 0,0 0 0,-5-23 1,-4-2 162,-3 0 0,-1 0 1,-2 1-1,-2 1 1,-30-51-1,32 64-86,6 11-41,-1 0 0,-22-28 0,22 35-73,-131-148 518,-84-63-64,194 193-427,11 8-21,-2 2 0,-36-27 0,14 17-33,-2 2 0,-1 1 1,-1 3-1,-55-19 0,-211-44 10,-6 23-23,237 48-17,-189-36-1058,265 50 272,-1 0 1,1-1 0,-1 0-1,1 0 1,0-1 0,1 0-1,-1 0 1,1-1 0,-1 0-1,2-1 1,-13-10-1,5 2-5585,0 3-3988</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39.528"/>
    </inkml:context>
    <inkml:brush xml:id="br0">
      <inkml:brushProperty name="width" value="0.035" units="cm"/>
      <inkml:brushProperty name="height" value="0.035" units="cm"/>
    </inkml:brush>
  </inkml:definitions>
  <inkml:trace contextRef="#ctx0" brushRef="#br0">172 231 6453,'-77'-14'2379,"75"13"-2284,0 1-1,0 0 1,1 0 0,-1-1-1,0 1 1,0 0 0,0 0-1,0 1 1,0-1 0,1 0-1,-1 1 1,0-1 0,0 1-1,-2 0 1,-10 3 2030,1-4 3160,-21-7-3691,31 7-248,18 10-155,-13-9-1127,-1 0 1,1 0-1,0 0 0,0-1 0,0 1 0,0-1 0,0 1 0,0-1 0,0 0 0,1 0 0,-1 0 0,0 0 1,0 0-1,0 0 0,0 0 0,0-1 0,0 1 0,3-2 0,8-1 134,447-55 2920,-268 38-2595,240-15 177,-166 27-254,-257 7-403,38 1 110,-36 3-131,-11-2-24,-1-1 0,1 1 1,0-1-1,0 1 0,-1-1 1,1 1-1,0-1 0,-1 1 0,1-1 1,-1 0-1,1 1 0,0-1 1,-1 1-1,1-1 0,-1 0 1,1 0-1,-1 1 0,1-1 1,-1 0-1,1 0 0,-1 1 1,1-1-1,-1 0 0,-17 7-31,-1 0-1,1-2 1,-1 0-1,-30 4 1,10-2-14,-612 72 186,620-76-22,-34 3 526,-67-4 0,114-2-305,0 0 0,-23 5 0,27-4-84,8 0 773,12-4-580,19-6-360,1 0 1,0 1-1,42-6 1,91-6 80,-126 17-162,403-43-6,-345 29 0,-69 16-97,-75 3-2991,27 0 1825,-37-3 0,22-2-520,0-2 0,1-2-1,0-2 1,0-1 0,-44-19-1,73 25 31,0-2 1,-20-12-1,-8-17-6361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0.236"/>
    </inkml:context>
    <inkml:brush xml:id="br0">
      <inkml:brushProperty name="width" value="0.035" units="cm"/>
      <inkml:brushProperty name="height" value="0.035" units="cm"/>
    </inkml:brush>
  </inkml:definitions>
  <inkml:trace contextRef="#ctx0" brushRef="#br0">19 431 10501,'0'0'7196,"-2"-3"-5893,-14-28 1480,16 31-2753,0 0 1,0 0 0,0-1-1,0 1 1,0 0 0,0 0-1,0 0 1,0 0 0,0 0-1,-1-1 1,1 1 0,0 0 0,0 0-1,0 0 1,0 0 0,0 0-1,0-1 1,0 1 0,1 0-1,-1 0 1,0 0 0,0 0-1,0 0 1,0-1 0,0 1-1,0 0 1,0 0 0,0 0-1,0 0 1,0 0 0,0 0 0,0-1-1,1 1 1,-1 0 0,0 0-1,0 0 1,0 0 0,0 0-1,0 0 1,0 0 0,1 0-1,-1 0 1,0 0 0,0 0-1,0-1 1,0 1 0,1 0-1,18-11 772,1 0-1,0 2 0,0 0 0,32-9 0,93-18 1223,-144 36-2022,687-127 3478,-594 110-3480,-76 11 0,-18 6 0,0 0 0,1 0 0,-1 0 0,0 0 0,0 0 0,0 0 0,0 0 0,0 0 0,0 0 0,0 0 0,0-1 0,0 1 0,0 0 0,0 0 0,0 0 0,0 0 0,0 0 0,1 0 0,-1 0 0,0 0 0,0-1 0,0 1 0,0 0 0,0 0 0,0 0 0,0 0 0,0 0 0,0 0 0,0 0 0,0 0 0,-1-1 0,1 1 0,0 0 0,0 0 0,0 0 0,0 0 0,0 0 0,0 0 0,0 0 0,0 0 0,0 0 0,0-1 0,0 1 0,0 0 0,0 0 0,0 0 0,-1 0 0,1 0 0,0 0 0,0 0 0,0 0 0,0 0 0,0 0 0,0 0 0,-1 0 0,-12-4 0,-2 1 0,1 1 0,0 0 0,-1 1 0,0 1 0,1 0 0,-17 3 0,-3 0 0,-86 5 0,-7-1 0,102-6 0,12-1 0,12-4 0,14-4 0,-11 7 0,14-5 0,1-1 0,0 2 0,0 0 0,0 1 0,33-3 0,-6 1 0,449-75 0,-405 74-309,-94 2-3075,-9 0 1865,5 4 244,-1 1 0,1 0 1,-1 1-1,1 0 1,-14 4-1,-5 0-2891,-36 0-8591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0.866"/>
    </inkml:context>
    <inkml:brush xml:id="br0">
      <inkml:brushProperty name="width" value="0.035" units="cm"/>
      <inkml:brushProperty name="height" value="0.035" units="cm"/>
    </inkml:brush>
  </inkml:definitions>
  <inkml:trace contextRef="#ctx0" brushRef="#br0">59 4 8521,'-22'-3'12640,"22"6"-12200,-2 15-106,0 0 0,-1 1 1,-8 29-1,6-30-90,0 0-1,2 0 1,0 1-1,0 30 1,4-29 90,0 0 0,2 1 0,0-1 0,1 0 1,11 31-1,-10-40-189,0 0 1,0 0 0,1-1-1,1 1 1,-1-2 0,2 1-1,-1-1 1,1 0 0,1 0-1,-1-1 1,12 8 0,1-1 16,1-1 0,0-1 0,1-1 0,1-1 0,30 10 0,-15-9 387,1-2-1,68 9 1,2-10 571,161-8 0,495-47-1120,-2-29 0,-576 60 47,149-23-333,-318 35-496,1-2-1,-1-1 0,0 0 0,25-12 1,-43 18 583,0-1 1,0 1 0,-1-1 0,1 1-1,0 0 1,0-1 0,0 0 0,0 1-1,-1-1 1,1 0 0,0 1-1,0-1 1,-1 0 0,1 1 0,-1-1-1,1 0 1,0 0 0,-1 0 0,0 0-1,1 0 1,-1 0 0,0 0 0,1 0-1,-1-1 1,0 0-393,-1 0 0,1 0-1,-1 1 1,0-1 0,0 0 0,0 0 0,0 1-1,0-1 1,0 1 0,0-1 0,-3-2 0,-35-34-12989</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1.133"/>
    </inkml:context>
    <inkml:brush xml:id="br0">
      <inkml:brushProperty name="width" value="0.035" units="cm"/>
      <inkml:brushProperty name="height" value="0.035" units="cm"/>
    </inkml:brush>
  </inkml:definitions>
  <inkml:trace contextRef="#ctx0" brushRef="#br0">199 0 9809,'-142'30'2851,"85"-20"2368,57-9-5064,0 0-1,1 0 1,-1 1-1,0-1 1,0 0 0,0 0-1,1 0 1,-1-1-1,1 1 1,-1 0 0,0 0-1,1 0 1,0 0-1,-1 0 1,2 0 0,2 5 263,0-1 1,0 0 0,1 0 0,0 0-1,0-1 1,1 1 0,10 5 0,47 22 1246,-19-11-548,20 16 146,-1 2-1,-3 3 0,59 52 1,-100-77-1108,0 1-1,-1 1 1,0 0-1,28 44 1,-38-49-109,0 1 0,-1-1 0,0 1 0,-2 0-1,1 1 1,-2 0 0,0-1 0,-1 1 0,1 21 0,-3-7-488,-2-1 0,-2 0 1,0 1-1,-2-2 0,-1 1 0,-1 0 0,-2-1 1,-22 49-1,-3-7-1761,-3-1 0,-51 71-1,24-48-5058,1-8-4673</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1.822"/>
    </inkml:context>
    <inkml:brush xml:id="br0">
      <inkml:brushProperty name="width" value="0.035" units="cm"/>
      <inkml:brushProperty name="height" value="0.035" units="cm"/>
    </inkml:brush>
  </inkml:definitions>
  <inkml:trace contextRef="#ctx0" brushRef="#br0">223 890 14497,'-37'-21'2247,"30"16"6688,6 9-8764,0 0-1,0 0 1,0 0-1,-1 0 1,1-1 0,-1 1-1,-4 6 1,-2 7 97,-27 71 409,-37 156 0,25-80 37,45-160-599,4 0 19,7 40 184,-9-44-315,0 0-1,0-1 1,0 1-1,0 0 1,0 0 0,0 0-1,0 0 1,0 0-1,1 0 1,-1 0-1,0 0 1,0 0-1,0-1 1,0 1-1,0 0 1,0 0-1,0 0 1,0 0-1,1 0 1,-1 0-1,0 0 1,0 0-1,0 0 1,0 0-1,0 0 1,0 0-1,1 0 1,-1 0 0,0 0-1,0 0 1,0 0-1,0 0 1,0 0-1,0 0 1,1 0-1,-1 0 1,0 0-1,0 0 1,0 0-1,0 0 1,0 0-1,0 1 1,0-1-1,1 0 1,-1 0-1,0 0 1,0 0-1,0 0 1,0 0-1,0 0 1,0 0 0,0 1-1,0-1 1,0 0-1,0 0 1,0 0-1,0 0 1,0 0-1,0 0 1,1 0-1,-1 1 1,0-1-1,0 0 1,0 0-1,0 0 1,0 0-1,-1 0 1,1 1-1,13-7 41,-1 0-1,-1-1 0,1 0 0,-1 0 0,-1-1 0,1-1 0,-1 0 0,11-13 0,6-13 21,-1-2 0,-2 0 0,-2-1 0,19-43 0,56-168 3,-42 79-612,40-203 0,-79 311 391,-14 56 84,1 11-57,5 7 126,-1 1 0,0 0-1,-1 0 1,-1 1-1,0 0 1,-1 0 0,0 0-1,-1 1 1,2 19-1,5 21 83,3 0 0,34 89 0,-42-133-41,0 0-1,0-1 1,1 0 0,1 0 0,0-1 0,0 1 0,1-2-1,0 1 1,0-1 0,1 0 0,17 11 0,-22-17-28,-1 1 0,1-1 0,1-1 0,-1 1 0,0-1 0,0 1 0,0-1-1,1 0 1,-1-1 0,1 1 0,-1-1 0,1 0 0,-1 0 0,0 0 0,1 0 0,-1-1 0,1 0 0,5-2 0,0 0-4,-1 0 1,1-1-1,-1 0 0,0-1 1,-1 0-1,1 0 0,10-9 0,2-5 12,-1-1 0,0 0-1,-2-1 1,31-47 0,51-107 43,-65 111-19,38-76 182,75-124 840,-148 263-1052,0 0 0,1 1 1,-1-1-1,0 0 0,1 1 1,-1-1-1,0 0 0,1 1 1,-1-1-1,1 0 0,-1 1 1,1-1-1,-1 1 0,1-1 1,-1 1-1,1-1 0,0 1 1,-1 0-1,1-1 0,0 1 1,-1 0-1,1-1 0,0 1 1,-1 0-1,1 0 0,0 0 0,0 0 1,1-1-1,-1 3 7,0-1 0,1 1 0,-1-1 0,0 1 0,0 0 0,0-1 0,-1 1 0,1 0 0,0-1 0,0 4 0,0-4-22,2 7 28,-1 1 1,0 0-1,0 0 0,0 0 1,-1 0-1,0 16 1,-8 58 54,1-20-61,-9 410-1204,12-389-219,13 139-1,-5-184 423,1 0-1,2 0 0,2-1 0,1 0 0,28 61 0,-36-94 819,2 6-625,0 0 1,1-1-1,10 13 0,-14-20 244,1 0-1,-1 0 1,1 0-1,0-1 1,0 1-1,1-1 1,-1 1-1,0-1 1,1 0-1,0-1 1,-1 1-1,1 0 1,0-1 0,6 2-1,52 2-7870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2.103"/>
    </inkml:context>
    <inkml:brush xml:id="br0">
      <inkml:brushProperty name="width" value="0.035" units="cm"/>
      <inkml:brushProperty name="height" value="0.035" units="cm"/>
    </inkml:brush>
  </inkml:definitions>
  <inkml:trace contextRef="#ctx0" brushRef="#br0">628 1 12021,'-106'31'3906,"15"-6"-773,32-2-1600,43-16-1054,0 0-1,-1-1 0,1-1 0,-1-1 1,-24 4-1,23-6 533,-35 9 1,52-11-967,-1 1 1,1 0-1,-1-1 1,1 1-1,0 0 1,-1 0-1,1 0 1,0 0-1,-1 0 0,1 0 1,0 0-1,0 0 1,0 1-1,0-1 1,0 0-1,0 1 1,1-1-1,-1 1 1,0-1-1,1 1 1,-1-1-1,0 4 1,0-1 35,1 0 0,0 0 0,-1 0 0,1 0 0,1 0 0,-1 0 0,2 6 0,1 2 90,0 0-1,1-1 1,1 1 0,0-1-1,8 14 1,38 54 682,-13-24-428,-36-52-412,25 39 297,-1 2-1,39 92 1,-60-122-300,0 0 1,-1 0-1,-1 0 1,0 1-1,-1-1 1,-1 1-1,0-1 0,-1 1 1,0 0-1,-1-1 1,-1 1-1,0-1 1,-1 1-1,-1-1 0,-6 16 1,-1-3-475,-2-1 0,0 0 0,-2 0 1,-1-2-1,-1 0 0,-31 33 0,36-44-304,-1-1 1,-1 0-1,0-2 0,0 1 0,-17 8 0,20-14-394,-1 1 0,1-1 1,-1-1-1,0 0 0,0-1 0,-1 0 0,-21 2 0,-16-7-9296</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2.480"/>
    </inkml:context>
    <inkml:brush xml:id="br0">
      <inkml:brushProperty name="width" value="0.035" units="cm"/>
      <inkml:brushProperty name="height" value="0.035" units="cm"/>
    </inkml:brush>
  </inkml:definitions>
  <inkml:trace contextRef="#ctx0" brushRef="#br0">141 31 11969,'-3'-3'2333,"-21"-22"2023,21 23-2450,-8 17 1183,4-5-2684,1 1 1,0 1-1,1-1 1,0 1-1,0 0 1,2 0-1,-5 24 1,-8 22 268,7-30-459,1-1 0,1 1 0,2 0 0,0 0 0,0 42 0,5-59-147,1-1 0,0 1 0,1 0 0,0-1 0,0 0-1,1 1 1,8 17 0,-8-22-15,0 0 1,1 1-1,0-1 1,1 0-1,-1-1 0,1 1 1,0-1-1,0 0 1,1 0-1,0-1 0,0 1 1,10 4-1,1 0 97,0-2-1,0 0 0,1-1 1,0-1-1,0-1 1,24 3-1,114 4 719,-145-11-808,113-5 196,-29 0-440,-84 5-62,-2 0-72,1 0 0,0-1 0,10-1 0,-18 1 73,0 1 0,0-1 0,0 1 0,0-1 0,0 0 0,0 0 0,0 0 0,0 0 0,-1 0 0,1 0 0,0-1 0,0 1 0,-1-1 0,1 1 0,-1-1 0,0 1 0,1-1 0,0-2 0,-1 4 95,-1-1 1,1 1-1,-1-1 1,0 1-1,1-1 1,-1 1-1,0-1 0,0 1 1,1-1-1,-1 1 1,0-1-1,0 1 0,0-1 1,0 1-1,1-1 1,-1 1-1,0-1 1,0 0-1,0 1 0,0-1 1,0 1-1,-1-1 1,1 1-1,0-1 0,0 0 1,0 1-1,-1-1 1,0 0-472,-1 1 1,0-1 0,1 1-1,-1-1 1,0 1 0,0 0-1,0 0 1,1 0-1,-1 0 1,-2 0 0,-38 0-11355</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2.853"/>
    </inkml:context>
    <inkml:brush xml:id="br0">
      <inkml:brushProperty name="width" value="0.035" units="cm"/>
      <inkml:brushProperty name="height" value="0.035" units="cm"/>
    </inkml:brush>
  </inkml:definitions>
  <inkml:trace contextRef="#ctx0" brushRef="#br0">0 153 12389,'1'-4'2060,"6"-36"3648,9 30-2511,-14 9-2740,9-3 131,-1 0-1,0 1 1,1 0 0,0 1 0,-1 0-1,16 0 1,-2-1 96,51-9 1407,52-6-102,40-1-1911,-149 18-65,15-1-138,42 1 0,-74 1 15,0 0 1,-1 0 0,1 0 0,0 0-1,-1 0 1,1 0 0,0-1 0,-1 1-1,1 0 1,0 0 0,-1-1 0,1 1-1,-1-1 1,1 1 0,0 0 0,-1-1 0,1 1-1,-1-1 1,1 0 0,-1 1 0,0-1-1,1 1 1,-1-1 0,0 1 0,1-1-1,-1 0 1,0 1 0,1-2 0,-1 1-308,4-7-2201,-11 8-1525,-5 2-495,-32-1-9924</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43.040"/>
    </inkml:context>
    <inkml:brush xml:id="br0">
      <inkml:brushProperty name="width" value="0.035" units="cm"/>
      <inkml:brushProperty name="height" value="0.035" units="cm"/>
    </inkml:brush>
  </inkml:definitions>
  <inkml:trace contextRef="#ctx0" brushRef="#br0">0 135 21450,'71'-56'2736,"-34"41"-344,-3 0-451,-16 8-285,5-1-344,6 4-284,-3-3-776,0 3-252,0-3 0,-3 7-1056,-9-4-792,9-3-1005</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2:51.343"/>
    </inkml:context>
    <inkml:brush xml:id="br0">
      <inkml:brushProperty name="width" value="0.035" units="cm"/>
      <inkml:brushProperty name="height" value="0.035" units="cm"/>
    </inkml:brush>
  </inkml:definitions>
  <inkml:trace contextRef="#ctx0" brushRef="#br0">8997 525 7125,'4'4'345,"3"10"1208,11-21-98,-10 4-990,0 1 0,0 1 0,0-1 0,0 1 0,1 0 0,15 1 0,3-1 6149,-86 6-6051,1-3-1,-71-7 1,-119-23-39,190 20-386,-270-47 508,190 29-528,10 5-77,-88-17 69,-28 6-148,134 22 66,-344-32 219,150 16 14,74-8-48,78 10-137,43 2 3,70 12-35,-59-5 0,-130-14-9,-7 0-70,-443-1 30,537 21 108,-23 0-155,-16 1 203,52 1-96,-74-4 53,-159 8-96,157 14-54,102-4 52,59-4 27,-388 5 35,305-8-100,19 1-12,-34-1 109,112 0-112,-32 5 1,-17 1 142,56-6-120,-33 7-1,-21 1-28,-133 7 42,24 3-40,67-4 54,-302 43 1,374-46-15,0 1 1,-83 35 0,60-20 34,-90 42-93,114-52 92,-67 36 0,77-35-56,10-5 31,2 0 0,-25 17 1,29-19-19,16-10 17,1 1 0,-1-1 0,1 0-1,-1 1 1,1-1 0,0 1-1,0 0 1,-4 3 0,-6 7 5,-1-1 0,0 0 0,0-1 0,-29 16 0,2-1 10,-195 136 73,148-96-182,86-64 91,0 0 1,0 0-1,0-1 0,0 1 0,0 0 1,1 0-1,-1 0 0,0 0 1,1 0-1,-1 0 0,0 0 1,1 1-1,-1-1 0,1 1 1,-4 6-6,-34 45-12,37-52 24,1 1 1,-1-1 0,0 1 0,1-1-1,-1 1 1,1-1 0,-1 1 0,1 0 0,0-1-1,0 1 1,-1-1 0,1 1 0,0 0-1,1 1 1,-1 6-12,-4 39-3,2 0 0,3 0 0,7 60 0,4 63 25,-1-74-34,-11-62 9,1 1-1,2-1 0,13 57 1,-15-87 18,1-1 0,0 1 1,1 0-1,-1 0 1,1-1-1,0 0 0,6 9 1,0-2-16,38 54 10,67 72 0,-87-108 14,2-2 0,1-2-1,0 0 1,51 29 0,-53-37-20,30 19 9,1-3 1,123 49 0,-98-54-5,286 81 91,157-16-109,-374-72 3,234 21 117,-215-34-112,125 3-18,-31 0 49,158 0-24,376-11 129,-461-1-51,-121-2-105,231-16 156,-327 12-129,219-26 30,22-1 26,-291 31 7,439-26 275,-41-17-268,-33 2-25,-149 18-2,-152 12-7,455-61 12,-211 15 52,-254 35 688,-121 23-769,1 1 1,-1-1 0,0 0 0,0 0-1,0 0 1,0-1 0,-1 0-1,9-6 1,5-3 17,73-34 189,-72 37-265,10 0 92,-25 8-38,0 0 0,0-1-1,0 1 1,0-1 0,0 0 0,0 0 0,-1 0-1,5-3 1,19-15 386,59-33 0,-84 52-343,1-2-64,52-44 280,-53 44-271,0 0 1,-1 1 0,1-1-1,0 0 1,-1 0 0,0 0 0,0 0-1,1-4 1,2-3 21,5-6 1,-2-1-1,0 0 1,-1-1-1,6-28 0,8-22 40,-19 62-51,1 0 0,-1 0 0,0 1 1,0-1-1,0 0 0,-1-11 0,1 0 13,2-19 49,14-51 0,-4 19 214,-12 65-222,-2-2-5,-3-17-22,-1 0-1,-1 0 1,-1 0 0,-17-38-1,5 13-33,15 35 29,-1 0 0,1 1 0,-10-15 0,1 3 64,-13-31 1,21 45-87,-1 0 1,0 0-1,0 1 0,-12-12 1,-2-3-4,-41-57 0,17 22-36,-18-9 210,55 59-171,1 0-1,-1 0 0,-1 1 1,1-1-1,-1 1 0,-1 1 1,-14-10-1,-58-32-32,10 10-11,61 33 35,0-1-1,-16-12 0,18 12 6,0 0 0,-1 1-1,1 0 1,-15-6-1,-125-56 217,122 55-135,-25-16 0,12 6 154,36 21-104,1 0-103,0 0-1,-1-1 1,1 1 0,0-1 0,0 0 0,0 0 0,0 0 0,-3-4 0,3 5 27,0-1 139,-1 1-112,-119-46 373,107 42-455,0 1 1,0 1-1,-1 1 0,1 0 1,-21 0-1,-16-3-2,15 0-8,29 4 0,-36 7 0,36-5 0,-33-2 0,34-2 13,0 2-16,-24 2-74,-10 5-1244,38-5-225,32-5-25303</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0.648"/>
    </inkml:context>
    <inkml:brush xml:id="br0">
      <inkml:brushProperty name="width" value="0.035" units="cm"/>
      <inkml:brushProperty name="height" value="0.035" units="cm"/>
    </inkml:brush>
  </inkml:definitions>
  <inkml:trace contextRef="#ctx0" brushRef="#br0">165 47 6297,'0'0'1316,"-2"-2"-75,-22-19 5815,25 19-6649,4-9-417,1 0 1942,-15 25-829,6-9-1058,0 0-1,1 0 1,-1 1 0,1-1 0,1 1 0,-1 0 0,1-1-1,0 1 1,0 8 0,3 57 242,0-33-155,-1 70 139,6 92 247,10 97 67,-4-75-181,4 526 463,-50 40-220,19-563-424,-9 237 256,16-97-14,-1 241 203,10-358-417,8 325 336,3-235-437,14 263 168,2 27-67,9 135-50,26 307-116,-60-950-44,10 549 19,-12-308 8,1-9-51,-11 280-7,-17 87 34,12-432 4,13 340 76,22 532-100,-21-1130-21,28 569-435,-25-562 379,30 372-230,-8-167 239,-8-89 70,-6-71-184,3-1-1,51 156 0,-41-154-51,-24-78 239,0 1-68,2 38-7,-3-39 102,-2-1-70,-13 22-117,2-37-119,1-2 165,1 0 0,1-1 0,0-1 0,1 1 0,-10-26 0,-7-10 95,-1 2-54,-41-71-67,17 38 77,30 45-1,-36-45 0,-36-52 147,75 107-15,13 20-38,0 0-1,0 0 0,1-1 0,-6-13 0,3 4 165,4 12-99,1-1 0,-1 1 0,1-1 0,1 0 0,-3-9 0,8 17-39,2 3-63,1 0 1,-1 1-1,0 0 0,-1 0 0,1 0 0,8 14 0,26 50 77,-14-21-27,180 319 206,-171-309-319,-9-13 354,1-2 0,46 56 0,-72-99-288,0 0 0,-1-1-1,1 1 1,0 0 0,0 0 0,0-1 0,0 1 0,0-1-1,1 1 1,-1-1 0,0 0 0,0 1 0,0-1 0,0 0 0,0 0-1,1 1 1,-1-1 0,0 0 0,0 0 0,0 0 0,0-1-1,1 1 1,-1 0 0,0 0 0,0-1 0,0 1 0,0 0-1,0-1 1,0 1 0,0-1 0,0 0 0,0 1 0,0-1 0,1-1-1,3-1 4,-1-1-1,1 0 0,-1 0 1,0 0-1,-1 0 0,6-7 1,4-12 88,-2-1 0,0 0 0,-1 0 0,11-47 0,-14 48-60,127-402 1023,-73 226-734,47-169 158,-105 354-760,-1-1-1,0 1 0,-1 0 0,-1-1 1,-1-17-1,-1-8-1286,2 27 470,-1-1-1,-1 1 1,0-1-1,-7-23 1,-12-24-7106,19 56 7305,-13-38-10294</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2"/>
    </inkml:context>
    <inkml:brush xml:id="br0">
      <inkml:brushProperty name="width" value="0.035" units="cm"/>
      <inkml:brushProperty name="height" value="0.035" units="cm"/>
    </inkml:brush>
  </inkml:definitions>
  <inkml:trace contextRef="#ctx0" brushRef="#br0">629 124 6537,'0'-1'32,"-1"1"1,1 0-1,0-1 1,0 1-1,0 0 1,0-1-1,0 1 1,-1 0-1,1 0 1,0-1-1,0 1 1,0 0-1,-1 0 1,1 0-1,0-1 1,0 1-1,-1 0 1,1 0-1,0 0 1,-1 0-1,1-1 1,0 1-1,0 0 1,-1 0-1,1 0 1,0 0-1,-1 0 1,1 0-1,0 0 1,-1 0-1,1 0 1,0 0-1,-1 0 1,1 0-1,0 0 1,-1 0-1,1 0 1,0 0-1,0 1 1,-1-1-1,1 0 1,0 0-1,-1 0 1,1 0-1,0 1 1,0-1-1,-1 0 1,-9 4 2325,2-20-1133,7 13-1029,-1-1 0,1 0 0,0 1 0,0-1 0,0 0 1,1 0-1,-1 1 0,1-1 0,0 0 0,0 0 0,0 0 0,1-4 1,1-1 263,0-1 0,0 1 1,6-14-1,-7 20 693,-2 3-1115,-1 1 0,1 0 0,-1-1 0,1 1-1,-1 0 1,1 0 0,0 0 0,-1 0 0,1 0 0,0 0-1,0 0 1,-2 3 0,-2 0 40,-8 10 27,0 1-1,1-1 0,1 2 1,-16 27-1,-34 77 226,43-83-244,-150 343 470,114-236-275,19-45-121,30-90-63,2 0 0,0 0 0,0 1 0,0-1-1,1 1 1,1 0 0,0 0 0,0-1 0,1 1 0,0 13 0,1-19 611,-2 0-728,-10 32 21,-1-1 1,-19 39-1,15-36-4,1 2 0,2-1 0,-11 61 0,0-2 60,22-94 271,6-9-276,14-22-22,-1 0-1,-2-1 1,18-43 0,118-366 80,-13 35-66,-118 354-45,31-54 1,-43 88 15,1 0 0,0 1 1,0 0-1,2 1 0,13-14 0,-17 20 8,0-1 0,1 1 0,0 1 0,0-1 0,0 1-1,1 0 1,0 1 0,-1 0 0,17-4 0,-20 7-6,0 0 1,0 0-1,0 1 0,0 0 0,0 0 1,0 0-1,0 0 0,0 1 0,0 0 1,0 0-1,0 0 0,6 3 0,-3-1 31,0 1 0,-1 0 0,1 1 0,-1-1 0,0 1 0,10 10 0,2 5 95,0 0 0,-2 2 0,21 31 0,9 25 194,52 117 0,-93-183-313,59 144 383,56 200 1,-12-31-632,-66-218-3028,-42-104 134</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2.506"/>
    </inkml:context>
    <inkml:brush xml:id="br0">
      <inkml:brushProperty name="width" value="0.035" units="cm"/>
      <inkml:brushProperty name="height" value="0.035" units="cm"/>
    </inkml:brush>
  </inkml:definitions>
  <inkml:trace contextRef="#ctx0" brushRef="#br0">458 1 8929,'0'0'4484,"-4"0"-3299,-8 3-709,0 0 1,0 1-1,1 0 0,-1 0 1,-13 9-1,-54 35 627,34-19-464,12-10-107,2 2-1,0 1 1,2 2-1,-41 41 0,64-59-345,1 1 0,0 0 0,0 0 0,0 1 0,1-1 0,0 1 0,0 0 0,1 0 0,-3 9 0,5-12-43,0 1-1,0-1 1,0 0 0,1 1-1,0-1 1,0 1 0,0-1 0,1 1-1,0-1 1,0 0 0,0 1-1,1-1 1,0 0 0,0 0 0,4 8-1,3 2 292,1 0 0,1 0 0,0-1-1,17 16 1,58 48 1303,-78-71-1571,75 59 645,20 17 442,-86-67-1094,0 1-1,-1 0 0,20 30 0,-31-41-156,-1 1-1,0 0 1,0 0-1,-1 0 1,0 0-1,0 1 1,-1-1-1,0 1 1,0-1 0,-1 1-1,1 14 1,-3-12-13,0 1 1,0-1 0,-1 0-1,0-1 1,0 1-1,-1 0 1,-1-1 0,-7 16-1,0-3-453,-2 0-1,0-1 1,-1 0-1,-1-1 1,-1-1-1,-19 18 0,21-24-669,0-1-1,-1-1 0,-22 14 0,24-18-636,0 0 0,0-1 0,-1 0 0,-25 6 0,-42 1-11291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2.819"/>
    </inkml:context>
    <inkml:brush xml:id="br0">
      <inkml:brushProperty name="width" value="0.035" units="cm"/>
      <inkml:brushProperty name="height" value="0.035" units="cm"/>
    </inkml:brush>
  </inkml:definitions>
  <inkml:trace contextRef="#ctx0" brushRef="#br0">112 1 16826,'-15'18'2040,"-15"1"-404,4 3-128,15 4-276,0 0-236,3 8-196,5-1-168,-1 12-200,0-4-236,12-4-596,-1 4-204,-3-15-420,0 3-504,3-47-8653,12-34 604</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2.928"/>
    </inkml:context>
    <inkml:brush xml:id="br0">
      <inkml:brushProperty name="width" value="0.035" units="cm"/>
      <inkml:brushProperty name="height" value="0.035" units="cm"/>
    </inkml:brush>
  </inkml:definitions>
  <inkml:trace contextRef="#ctx0" brushRef="#br0">343 0 14037,'-86'4'1616,"53"0"-259,3 3-313,8-3-264,0 3-516,-1 4-688,-3 1-1204,-11-5-1205,-15 12-1259,41-5-3045</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3.870"/>
    </inkml:context>
    <inkml:brush xml:id="br0">
      <inkml:brushProperty name="width" value="0.035" units="cm"/>
      <inkml:brushProperty name="height" value="0.035" units="cm"/>
    </inkml:brush>
  </inkml:definitions>
  <inkml:trace contextRef="#ctx0" brushRef="#br0">79 1691 13361,'-41'11'2438,"15"-3"913,26-4-2819,3 13-276,-1 0 0,0-1-1,-2 1 1,0 0-1,-3 21 1,1-22-76,0 0 0,2 28 1,0-33-109,0-6-27,-1-1-1,1 0 0,-1 1 0,1-1 1,-1 0-1,-3 7 0,0 14 945,7-27-712,7-3-149,-1-1-1,0-1 0,0 1 0,0-2 0,-1 1 1,-1-1-1,10-11 0,48-71 395,-36 47-223,46-68 164,22-32-218,-95 141-234,10 12-80,-11-8 65,1-1 0,-1 1 0,0-1 1,0 1-1,0-1 0,1 1 0,-2 0 0,1 0 0,0-1 0,0 1 0,0 0 0,-1 0 0,1 0 0,-1 0 0,0 0 0,1 2 0,0 40-106,0-11 59,3-27 39,1-3 14,0 0 0,-1-1 0,1 1 0,0-1 0,0 0 1,0-1-1,1 1 0,-1-1 0,0 0 0,1 0 0,-1-1 0,0 1 1,1-1-1,-1 0 0,1-1 0,-1 0 0,0 1 0,1-2 0,-1 1 1,0 0-1,0-1 0,9-4 0,128-51-16,-100 38 37,-1 2-13,5-3-475,-43 19 224,12 16-275,-9-7 405,0 0 0,-1 1 0,0 0 0,0 0 0,5 14 0,-8-17 90,0 1 0,0-1 0,1 0 0,0 0 0,0-1-1,1 1 1,0-1 0,0 0 0,0 0 0,0 0 0,1 0 0,0-1 0,0 1-1,0-1 1,7 4 0,-7-6 50,0 0-1,0 0 1,1-1-1,-1 0 0,0 0 1,1 0-1,-1 0 1,1-1-1,0 0 1,-1 0-1,1 0 1,7-2-1,8-3 147,-1 0 0,21-9 0,14-3-71,64-19-117,-114 35-36,0 0 0,0 0-1,1 1 1,-1 0-1,0 0 1,0 0 0,7 1-1,-1 0-50,-6-1-86,-5 2-20,17 63-417,-15-62 614,-1-1 0,0 0 0,1 0 0,-1 0 0,1 0 0,-1 0 0,1-1 0,0 1 0,0 0 0,0-1 0,0 1 0,0-1 0,0 0 0,1 1 0,2 0 0,1 0 14,0 0-1,0 0 1,0 0 0,1-1-1,-1 0 1,0 0 0,1-1-1,-1 1 1,0-1 0,1-1-1,-1 1 1,0-1 0,1 0-1,-1-1 1,0 0 0,10-3-1,8-6 57,0 0-1,37-23 1,-60 34-59,12-9 23,1-1-1,-1 0 1,-1 0 0,0-1 0,0-1-1,-1 0 1,-1 0 0,0-1 0,-1-1 0,14-24-1,-11 13-17,-2 0-1,-1 0 1,0-1-1,-2 0 1,7-48-1,8-108-77,-7-2 0,-10-214 0,-24-145 246,19 519-93,0 20 153,-3 11 0,-9 33-39,1 1 1,3 0-1,1 0 1,1 0-1,2 80 1,40 646 851,54-232-3398,-86-518 1964,21 81-1962,-20-82 814,1-2 1,10 20 0,-14-30 650,1 0-1,0 0 1,0 0 0,0 0 0,4 4 0,15 6-7293</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4.466"/>
    </inkml:context>
    <inkml:brush xml:id="br0">
      <inkml:brushProperty name="width" value="0.035" units="cm"/>
      <inkml:brushProperty name="height" value="0.035" units="cm"/>
    </inkml:brush>
  </inkml:definitions>
  <inkml:trace contextRef="#ctx0" brushRef="#br0">419 0 10845,'-26'5'473,"-92"19"2742,105-20-2895,0 0 1,1 1-1,0 0 0,0 1 0,0 0 0,1 1 1,-12 10-1,4-2-30,1 1-1,0 1 1,2 1 0,0 0-1,1 1 1,1 0-1,0 1 1,-12 27 0,24-43-231,1-1 1,-1 0 0,1 0 0,0 1-1,0-1 1,0 1 0,1-1-1,-1 1 1,1-1 0,-1 1-1,1-1 1,1 1 0,-1 0-1,0-1 1,1 1 0,-1-1-1,1 1 1,0-1 0,1 0 0,-1 1-1,0-1 1,1 0 0,3 6-1,-1-6 10,-1 1 1,0-1-1,1 0 0,-1 0 0,1-1 1,0 1-1,0-1 0,0 0 0,0 0 0,0 0 1,0-1-1,1 1 0,-1-1 0,0 0 1,1 0-1,-1-1 0,1 1 0,8-1 0,2-1 9,0-1 0,0 0 0,0-1-1,-1-1 1,1 0 0,-1-1 0,0 0-1,-1-1 1,1-1 0,-1 0 0,0-1 0,13-11-1,8-8 58,0-1-1,52-59 1,-81 81-117,1-1 0,-1-1 0,-1 1 0,1-1 1,-1 1-1,0-1 0,3-13 0,7-11-201,-14 32 180,0 0 0,0 0 1,0 0-1,0 0 1,0 0-1,0 0 0,0-1 1,0 1-1,0 0 1,0 0-1,0 0 1,0 0-1,0 0 0,0-1 1,0 1-1,0 0 1,0 0-1,0 0 1,0 0-1,0 0 0,0 0 1,0-1-1,0 1 1,0 0-1,0 0 1,0 0-1,0 0 0,0 0 1,0 0-1,0-1 1,0 1-1,0 0 0,0 0 1,-1 0-1,1 0 1,0 0-1,0 0 1,0 0-1,0 0 0,0 0 1,0 0-1,0-1 1,-1 1-1,-20-21-74,20 20 70,0 1 0,0-1 0,0 1 0,0-1 0,0 1-1,0 0 1,0 0 0,0-1 0,0 1 0,0 0 0,0 0 0,0 0 0,0 0 0,-1 0 0,1 1 0,0-1 0,0 0 0,-2 1 0,0-1-13,-15 3-37,14-2 12,-14 6-13,18-7 58,-1 0 0,0 0-1,1 1 1,-1-1-1,1 0 1,-1 0-1,0 1 1,1-1-1,-1 0 1,1 1-1,-1-1 1,1 0 0,-1 1-1,1-1 1,0 1-1,-1-1 1,1 1-1,-1-1 1,1 1-1,0-1 1,0 1-1,-1 0 1,1-1 0,0 1-1,-1 0 1,10 14 54,-4-10-6,0 0-1,1 0 0,-1-1 1,1 1-1,0-1 0,0 0 1,0-1-1,1 0 0,-1 0 1,1 0-1,7 1 0,13 4 140,40 5-1,-40-8-144,217 35-209,-199-36-349,-41-3 136,0-2-161,0 1 419,-1-1 1,1 1-1,0 0 0,-1 0 1,1 0-1,5 1 0,-3 0-5,-2-1 1480,-2-4-901,1-1-190,0 0 0,1 1-1,0-1 1,0 1 0,0-1-1,1 1 1,-1 1 0,1-1-1,0 1 1,9-6 0,-13 9-204,0-1 1,0 1-1,1-1 1,-1 1-1,0 0 1,0-1-1,1 1 1,-1 0-1,0 0 1,1 0-1,-1 0 1,0 0-1,3 1 1,5-1 91,106-10 1524,-114 10-1678,0 0 1,0 0-1,0 0 1,1 0 0,-1 0-1,0-1 1,0 1-1,0 0 1,0-1 0,1 1-1,-1-1 1,0 1-1,0-1 1,0 0 0,1 0-1,4-3-85,54-13-1780,-45 14 1113,0-1-1,0 0 1,18-9-1,-6 1-822,-21 10 904,1-1 0,-1 1 0,0-1 0,-1 0 0,1-1-1,-1 1 1,1-1 0,6-6 0,4-11-4511,-6 5-3041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4.657"/>
    </inkml:context>
    <inkml:brush xml:id="br0">
      <inkml:brushProperty name="width" value="0.035" units="cm"/>
      <inkml:brushProperty name="height" value="0.035" units="cm"/>
    </inkml:brush>
  </inkml:definitions>
  <inkml:trace contextRef="#ctx0" brushRef="#br0">0 246 20770,'15'-59'2000,"-7"33"-400,-1-1 636,0-2-2056,1 3-928,3 11-744,-4-22-1216,-10 11 172,21 37-13782</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4.972"/>
    </inkml:context>
    <inkml:brush xml:id="br0">
      <inkml:brushProperty name="width" value="0.035" units="cm"/>
      <inkml:brushProperty name="height" value="0.035" units="cm"/>
    </inkml:brush>
  </inkml:definitions>
  <inkml:trace contextRef="#ctx0" brushRef="#br0">136 0 17366,'31'10'2492,"-25"-8"-339,-8 1-312,-5 14-1252,0 1 0,0 0 0,2 0 0,0 0 0,2 1 0,-3 22 0,1-6-169,-92 543 1371,84-486-3399,-2 166-1,19-141-2736,8-4-4466,-8-83-2018</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5.240"/>
    </inkml:context>
    <inkml:brush xml:id="br0">
      <inkml:brushProperty name="width" value="0.035" units="cm"/>
      <inkml:brushProperty name="height" value="0.035" units="cm"/>
    </inkml:brush>
  </inkml:definitions>
  <inkml:trace contextRef="#ctx0" brushRef="#br0">0 26 14325,'13'-15'1812,"-11"12"-155,0 3-1371,0 0 0,0 0 1,0 0-1,0 1 0,0-1 0,0 1 0,0 0 0,4 1 0,6 3 258,121 28 3084,68 13-1791,89 8-520,-277-51-1254,0-1 1,20 0-1,-8-1-81,-20 0-172,-2-3-174,1-2 251,9-12-462,-13 15 559,0 0 0,0 1 0,0-1-1,0 1 1,0-1 0,0 1 0,0-1-1,-1 1 1,1-1 0,0 0 0,0 1-1,0-1 1,-1 1 0,1-1 0,0 1 0,0-1-1,-1 1 1,1 0 0,0-1 0,-1 1-1,1-1 1,-1 1 0,1 0 0,0-1-1,-1 1 1,1 0 0,-1-1 0,1 1-1,-1 0 1,1 0 0,-1-1 0,1 1-1,-1 0 1,0 0 0,1 0 0,-1 0-1,-19-8-340,-135-49-1214,100 39 1072,39 11-71,0 1 0,0 1 0,-1 1 0,1 0 0,-34-2 0,12 2-1771,30 3 928,0 0 1,0 0-1,0 1 1,-10 0-1,-9 7-6376</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6.400"/>
    </inkml:context>
    <inkml:brush xml:id="br0">
      <inkml:brushProperty name="width" value="0.035" units="cm"/>
      <inkml:brushProperty name="height" value="0.035" units="cm"/>
    </inkml:brush>
  </inkml:definitions>
  <inkml:trace contextRef="#ctx0" brushRef="#br0">0 1562 8173,'0'0'8328,"3"-3"-6921,-1 1-1271,3-2 117,0-1 0,0 0 0,-1-1 0,1 1 0,-1-1 0,0 0 0,-1 0 0,0 0 0,0 0 0,4-11 0,6-36 178,-1-1 0,-3 0 0,-3 0 1,-2-1-1,-4-80 0,0 104-366,-11-153 257,11 179-310,-3 8-12,1-1 0,0 1 1,0 0-1,0 0 1,0 0-1,0 0 1,1 0-1,0 0 1,-1 0-1,1 0 1,0 1-1,0-1 1,1 0-1,-1 1 1,1-1-1,0 0 1,0 1-1,0-1 1,0 1-1,1 4 1,20 96-10,-17-91 11,1 0 0,0 0 0,1-1 0,0 1 0,13 18 0,-12-22 11,-1 0-1,1-1 0,1 0 1,0 0-1,0 0 1,0-1-1,1-1 0,0 1 1,0-2-1,1 1 1,0-1-1,13 5 0,-16-8-3,0 0 0,1 0 0,-1-1 0,1 0 0,0 0-1,-1-1 1,1 0 0,0 0 0,0 0 0,-1-1-1,1-1 1,-1 1 0,1-1 0,-1-1 0,1 1-1,-1-1 1,0 0 0,8-5 0,34-22-412,-46 29 223,-15 17-674,12-15 856,-1 0-1,1 0 1,-1 0-1,1 0 1,-1 0-1,1 0 1,0 0-1,-1 0 1,1 1-1,0-1 1,0 0 0,0 0-1,0 0 1,0 0-1,0 1 1,0-1-1,0 0 1,0 0-1,1 0 1,-1 0-1,0 1 1,2 1-1,0 0 15,-1 0-1,1 0 0,1 0 0,-1-1 0,0 1 1,1 0-1,4 3 0,4 2 71,0 0 0,1-1 0,15 7 0,-7-7 228,0 0 0,0-1 0,1-2 0,0 0-1,0-1 1,0-1 0,0-1 0,39-2 0,-48 0-209,0 0 1,0-1-1,0 0 1,-1 0 0,1-1-1,-1-1 1,20-9-1,-24 10-130,-1-1-1,0 0 1,0 0-1,0-1 1,0 0-1,-1 0 1,0 0-1,0-1 1,0 1-1,0-1 1,-1 0-1,0-1 1,3-7-1,-4 8-100,0 0 0,-1 0 0,0 0 1,0 0-1,-1-1 0,1 1 0,-1-1 0,-1 1 0,1-1 0,-1 1 0,-1-1 0,1 1 1,-1-1-1,0 1 0,-3-10 0,0-2-212,-1 1 0,0 0 0,-1 1-1,-1-1 1,-1 1 0,-1 1 0,0-1 0,-21-27 0,-2 11-326,0 2-1,-2 0 1,-49-31-1,78 57 625,-77-52 858,79 54-281,4-1-387,1 0 0,-1 0 0,1 0 0,0 0 0,0 0 1,0 0-1,0 1 0,0-1 0,0 1 0,1-1 1,4-3-1,4-1 51,0 1 1,1 0 0,0 0-1,-1 1 1,19-5 0,5-2 197,77-28 594,-51 19-590,-1-2-1,72-38 1,-120 54-482,1 0 1,-1-1-1,-1-1 1,0 1-1,0-2 1,0 0-1,-1 0 1,-1-1-1,0 0 0,0 0 1,11-21-1,-17 27 15,-1 0-1,1-1 0,-1 1 0,-1-1 1,1 1-1,-1-1 0,1 0 1,-2 0-1,1-6 0,-1-3-70,-1 0 1,-3-19-1,2 17 125,-1 1 0,-1-1 0,0 1 0,-1 1 1,-1-1-1,0 1 0,-12-22 0,10 24 279,0 0-1,-8-24 1,14 33 72,1 8-130,-3 5-93,0 0 0,1 1-1,0-1 1,0 1 0,1 0-1,1 0 1,-1 11 0,3 77 333,0-74-344,14 257 497,-15-279-602,9 319 369,22-3-565,-30-313 186,0 4-9,0-1 0,1 1 0,0 0-1,1-1 1,3 10 0,-5-16 8,0 0 1,1 0-1,-1 0 1,0 0-1,1 0 0,-1-1 1,1 1-1,0 0 1,0-1-1,0 1 1,-1-1-1,1 1 1,0-1-1,1 0 1,-1 0-1,0 0 1,0 0-1,0 0 1,1-1-1,-1 1 1,0 0-1,1-1 1,4 0-1,-2 0 13,0 0 0,0-1 0,0 1 0,0-1 0,0 0 0,0-1 0,0 0 0,0 1 0,-1-1 0,1-1 0,-1 1 0,1-1 0,6-5 0,6-5 66,-1-2-1,15-16 1,-13 13 4,30-32 133,59-54 205,-68 68-326,-39 36-86,0-1-1,1 1 1,-1 0 0,0 0 0,0 0 0,0 0 0,0-1 0,1 1 0,-1 0 0,0 0 0,0 0 0,0 0 0,0 0 0,1 0 0,-1 0 0,0 0 0,0-1 0,0 1 0,1 0 0,-1 0 0,0 0 0,0 0-1,1 0 1,-1 0 0,0 0 0,0 0 0,0 0 0,1 0 0,-1 0 0,0 1 0,0-1 0,0 0 0,1 0 0,-1 0 0,0 0 0,0 0 0,0 0 0,1 0 0,-1 0 0,0 1 0,0-1 0,0 0 0,6 4-10,0 0-1,0 1 1,-1 0 0,0 0 0,0 0 0,0 1 0,0-1 0,-1 1 0,0 0 0,0 0 0,-1 1 0,4 8 0,4 13-458,13 49 0,-17-48 104,41 164-2791,-25-93-695,2-2-4551,-16-72 185</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6.920"/>
    </inkml:context>
    <inkml:brush xml:id="br0">
      <inkml:brushProperty name="width" value="0.035" units="cm"/>
      <inkml:brushProperty name="height" value="0.035" units="cm"/>
    </inkml:brush>
  </inkml:definitions>
  <inkml:trace contextRef="#ctx0" brushRef="#br0">339 1142 6949,'-34'18'471,"9"-5"197,0 1 0,-29 22 0,-86 74 4229,82-65-708,56-43-1323,14-11-1774,-8 4-883,18-15 334,-3 2-128,0 1-1,1 1 0,1 1 0,38-23 1,-37 27-272,-8 3-264,1 1-1,0 0 1,26-7-1,-39 13 97,0 1-1,0 0 1,-1 0-1,1 0 1,0 0-1,-1 0 1,1 0-1,0 0 1,-1 0-1,1 1 1,0-1-1,-1 0 1,1 1 0,0 0-1,-1-1 1,1 1-1,-1 0 1,1 0-1,-1 0 1,0 0-1,1 0 1,-1 0-1,2 2 1,6 5-220,-9-8 236,0 0 0,0 0 0,0 0 0,1 0 0,-1 0 0,0 0 0,0 0 0,0 0 0,0 1 0,0-1 0,0 0 0,0 0 0,1 0 0,-1 0 0,0 0 0,0 1 0,0-1 0,0 0 0,0 0 0,0 0 0,0 0 0,0 1-1,0-1 1,0 0 0,0 0 0,0 0 0,0 0 0,0 1 0,0-1 0,0 0 0,0 0 0,0 0 0,0 0 0,0 1 0,0-1 0,0 0 0,0 0 0,-1 0 0,1 0 0,0 1 0,0-1 0,-4 17-294,0 1 0,1 0 0,1 0 0,0 0 0,2 0 0,1 18 0,-1-33 304,1-1 0,-1 1 1,1-1-1,0 0 1,-1 1-1,1-1 0,0 0 1,1 0-1,-1 0 1,0 0-1,1 0 0,-1 0 1,1 0-1,-1 0 1,1 0-1,0-1 0,0 1 1,0-1-1,0 1 1,0-1-1,0 0 0,0 0 1,0 0-1,0 0 1,1 0-1,-1 0 0,0-1 1,1 1-1,-1-1 1,1 0-1,-1 1 0,1-1 1,-1 0-1,5-1 1,4 0 71,0 0 0,0-1 1,-1 0-1,1-1 1,20-7-1,13-7 70,-2-2 0,0-2 1,39-26-1,-56 30-110,84-60 84,-91 63-73,-1-1 0,-1-1 0,29-36 0,-26 24-107,-1-2 1,-1 0-1,-2-1 1,-1-1 0,-1 0-1,-2 0 1,-1-2-1,-2 1 1,-1-1-1,4-53 1,-7 21-103,-4 0 1,-2 0 0,-3 0-1,-21-104 1,-23-47 1201,40 177-689,8 36-132,1 10 43,2 53 173,1 0 1,22 108-1,59 200-325,-72-310-952,-3-1-1,3 93 1,-12-100-4010,-10 77 0,0-61-4651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7.061"/>
    </inkml:context>
    <inkml:brush xml:id="br0">
      <inkml:brushProperty name="width" value="0.035" units="cm"/>
      <inkml:brushProperty name="height" value="0.035" units="cm"/>
    </inkml:brush>
  </inkml:definitions>
  <inkml:trace contextRef="#ctx0" brushRef="#br0">1 57 18086,'0'0'4780,"26"-8"-2944,18-10-280,-29 7-375,22 3-373,-3 4-452,7 1-624,0-1-769,-1 8-1055,1 3-1568,-18 12-2713,10 18-5816</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7.611"/>
    </inkml:context>
    <inkml:brush xml:id="br0">
      <inkml:brushProperty name="width" value="0.035" units="cm"/>
      <inkml:brushProperty name="height" value="0.035" units="cm"/>
    </inkml:brush>
  </inkml:definitions>
  <inkml:trace contextRef="#ctx0" brushRef="#br0">128 1 11789,'-46'15'1865,"37"-12"2819,5 0-4066,-1 3-498,-1-1 0,1 1 0,0 0 0,0 1 0,0-1 0,1 1 0,0 0 0,1 0 0,-1 0-1,1 1 1,-3 11 0,-5 64 160,9-71-231,2-1 1,-1 1 0,2 0 0,0-1-1,0 1 1,1-1 0,0 0 0,1 0-1,0 1 1,1-1 0,6 13 0,-6-16 12,0-1 1,0 1-1,1-1 1,0 0-1,0 0 1,1-1 0,0 0-1,0 0 1,0 0-1,1-1 1,0 0-1,0 0 1,0 0 0,0-1-1,14 5 1,-14-6-9,1 0 57,-1 0 1,1-1-1,0 0 1,0 0-1,0-1 1,0 1-1,0-2 1,0 1-1,0-1 0,9-1 1,9-4 92,-1-1 1,1-1 0,-1-2-1,-1 0 1,1-1 0,-2-2-1,1 0 1,-2-1-1,41-32 1,-50 35-992,0 0 0,26-13 0,-37 26 490,39 62-41,-40-64 368,0 0-1,0-1 0,0 1 0,-1 0 0,1-1 1,0 1-1,0-1 0,0 0 0,0 1 0,0-1 1,0 0-1,0 0 0,0 1 0,0-1 0,0 0 1,0 0-1,0 0 0,3 0 0,-1 0 114,5 0 159,0 1 1,0-1 0,0 0-1,0-1 1,0 0-1,0 0 1,0-1-1,-1 0 1,1 0-1,-1-1 1,14-6 0,0-2 880,0-1 0,31-24 0,-45 31-966,-1 0-1,0-1 0,0 1 0,0-1 0,-1 0 0,1-1 0,-2 1 0,1-1 1,6-13-1,-10 17-290,1-1 0,-1 1 0,0 0 0,-1-1 0,1 1 0,0 0 0,-1-1 0,0 1 0,0-1 0,0 1 0,0-1 0,-1 1 0,1 0 0,-1-1 1,0 1-1,0 0 0,0-1 0,0 1 0,-1 0 0,1 0 0,-1 0 0,0 0 0,0 0 0,0 0 0,-3-3 0,-5-4-634,1 1-1,-1 0 1,0 0-1,-1 1 1,0 0-1,0 1 1,-14-6-1,8 5-2824,0 1 0,-30-7 0,3 3-7936</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7.956"/>
    </inkml:context>
    <inkml:brush xml:id="br0">
      <inkml:brushProperty name="width" value="0.035" units="cm"/>
      <inkml:brushProperty name="height" value="0.035" units="cm"/>
    </inkml:brush>
  </inkml:definitions>
  <inkml:trace contextRef="#ctx0" brushRef="#br0">149 58 14825,'-37'-12'2417,"29"9"-104,20-9 951,-9 10-2736,10-11 925,-11 11-293,1 0-252,19-10 1905,-37 17-2870,0 1-1,1 0 1,-1 1 0,2 0 0,-1 1 0,1 1 0,0 0 0,1 1-1,-21 20 1,33-30 57,0 1-1,0-1 0,0 0 1,-1 0-1,1 0 1,0 0-1,0 0 0,0 0 1,0 1-1,0-1 1,0 0-1,0 0 0,0 0 1,0 0-1,0 1 0,0-1 1,0 0-1,0 0 1,0 0-1,0 0 0,0 1 1,0-1-1,0 0 1,0 0-1,0 0 0,0 0 1,0 1-1,0-1 0,0 0 1,0 0-1,0 0 1,0 0-1,0 1 0,0-1 1,0 0-1,1 0 1,-1 0-1,0 0 0,0 1 1,5 11-7,-4-10 5,-1 1 1,1 0 0,0-1-1,1 1 1,-1 0 0,0-1-1,1 0 1,-1 1 0,1-1-1,0 0 1,0 0 0,0 0 0,0 0-1,0 0 1,0 0 0,1 0-1,-1-1 1,1 1 0,-1-1-1,1 0 1,-1 0 0,5 2-1,8 1-62,1-1-1,-1 0 1,1-1-1,0 0 1,0-1-1,0-1 1,0-1-1,26-4 1,21-6-2642,-1-2 0,108-39 1,-100 29-3879,-5 4-4198</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8.506"/>
    </inkml:context>
    <inkml:brush xml:id="br0">
      <inkml:brushProperty name="width" value="0.035" units="cm"/>
      <inkml:brushProperty name="height" value="0.035" units="cm"/>
    </inkml:brush>
  </inkml:definitions>
  <inkml:trace contextRef="#ctx0" brushRef="#br0">23 0 12061,'18'15'6222,"-19"-13"-6092,-1 0-1,1 0 1,0 0 0,0 0 0,0 0-1,0 0 1,0 0 0,0 0 0,1 0-1,-2 5 1,-1 4 102,-5 23 225,2 1 0,1 0 0,0 60-1,3-52-233,2 35 438,19 151-1,-9-143-373,-10-85-285,4 28 179,7 34 0,-10-56-108,1-1 1,0 1 0,0 0 0,1 0 0,0-1-1,0 0 1,1 1 0,-1-1 0,1 0-1,0-1 1,7 7 0,-10-11-49,0 0 0,-1-1 0,1 1-1,1 0 1,-1-1 0,0 1 0,0-1 0,0 1 0,0-1 0,0 0 0,0 1-1,0-1 1,1 0 0,-1 0 0,0 0 0,0 0 0,0 0 0,1 0 0,-1 0-1,1 0 1,1-1 16,0 0-1,0 0 1,-1 0-1,1-1 0,0 1 1,-1-1-1,6-3 1,2-3 63,-1-1 1,17-20-1,17-28 476,65-111 0,-91 133-29,-15 38-413,9 7-68,-7-6-62,0-1 0,0 1 0,-1 0 0,0 0 0,1 0 0,-2 0 0,1 1 0,0-1 0,-1 1 0,0 0 0,3 8 0,8 29 29,-5-11-307,2 0 0,16 33 0,-11-37-385,0 0 0,31 38 0,-34-50-148,1 0-1,0-1 0,0-1 1,2-1-1,20 16 0,-31-26 303,-1 0-1,1 0 1,0 0-1,0 0 1,0-1-1,0 1 1,0-1-1,0 0 1,0 0 0,0-1-1,0 1 1,0-1-1,0 0 1,1 0-1,-1 0 1,6-2-1,-9 2 375,69-6-8700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9.136"/>
    </inkml:context>
    <inkml:brush xml:id="br0">
      <inkml:brushProperty name="width" value="0.035" units="cm"/>
      <inkml:brushProperty name="height" value="0.035" units="cm"/>
    </inkml:brush>
  </inkml:definitions>
  <inkml:trace contextRef="#ctx0" brushRef="#br0">197 450 6569,'-10'9'354,"5"-6"-39,1 1 1,-1 0 0,1 0 0,0 1-1,0-1 1,0 1 0,0 0 0,1-1-1,0 2 1,0-1 0,-2 7 0,1-3 262,0 1-1,0-1 1,-1 0 0,-1 0 0,1 0 0,-13 14 0,-4 6 807,5-4 159,1 0 0,-20 46-1,35-70-1504,1 0 0,0 0 0,0-1-1,0 1 1,0 0 0,0 0 0,0 0-1,0 0 1,0 0 0,0 0 0,1 0-1,-1 0 1,0-1 0,1 1 0,-1 0-1,0 0 1,1 0 0,-1 0 0,2 1-1,0 1 107,4 15 363,-1-12-139,0-4-307,0 0-1,0 0 1,0-1 0,0 1-1,1-1 1,-1 0 0,0 0-1,1-1 1,-1 0 0,0 0-1,1 0 1,-1 0 0,1-1-1,-1 0 1,0 0 0,8-3-1,27-8 17,-2-1 0,0-3-1,43-22 1,-74 33-161,0 0 0,0 0 0,0 0 0,-1-1 0,0 0 0,8-10-1,-12 13-68,1-1 0,-1 0 0,0 0 0,0 0 0,0 0 0,-1 0 0,0 0-1,1 0 1,-1-1 0,0 1 0,0-9 0,-1 10 55,0 1 1,0-1-1,0 0 0,0 1 1,0-1-1,-1 1 0,1-1 1,-1 1-1,0-1 0,1 1 1,-1-1-1,0 1 1,-1 0-1,1 0 0,0-1 1,-1 1-1,1 0 0,-1 0 1,0 0-1,-3-3 0,-14-6-166,-1 1-1,0 0 0,-26-7 0,19 6 850,22 10-382,1-1 0,-1 1 0,1 0 1,-1 0-1,-5 0 0,3 0 36,3 1 1372,9 0-1377,1 1 0,-1-1-1,1 1 1,9 4 0,-10-3-68,1-1 0,-1 1 1,0-1-1,11 0 0,13 1 466,1 1-1,48 12 1,-53-9-836,44 19 0,-49-17-719,0-1-1,36 9 1,-12-13-1363,-37-5 1809,49-43 606,-35 30 854,22-22-1,-38 32-670,-1 1 1,1 1-1,0-1 0,0 1 0,1 0 0,-1 0 0,0 1 0,1-1 0,0 1 1,-1 0-1,1 1 0,0-1 0,0 1 0,11 0 0,-5 0 79,0 1 0,0 1-1,0 1 1,0-1 0,22 7 0,-30-7 18,0-1-356,33-3-130,-37 3 75,0 0 1,0 0 0,1 0-1,-1 0 1,0 0-1,0 0 1,0 0 0,1 0-1,-1 0 1,0 0 0,0 0-1,0-1 1,1 1-1,-1 0 1,0 0 0,0 0-1,0 0 1,0 0 0,1 0-1,-1 0 1,0 0-1,0-1 1,0 1 0,0 0-1,0 0 1,0 0 0,1 0-1,-1-1 1,0 1-1,0 0 1,0 0 0,0 0-1,0-1 1,0 1 0,0 0-1,0 0 1,0 0-1,0 0 1,0-1 0,0 1-1,0 0 1,0 0 0,0 0-1,0-1 1,0 1-1,0 0 1,0 0 0,62-207-77,-39 140-86,-12 39-452,1 1 0,19-32 1,11-8-3972,-39 63 1472,20 4-13707</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09.403"/>
    </inkml:context>
    <inkml:brush xml:id="br0">
      <inkml:brushProperty name="width" value="0.035" units="cm"/>
      <inkml:brushProperty name="height" value="0.035" units="cm"/>
    </inkml:brush>
  </inkml:definitions>
  <inkml:trace contextRef="#ctx0" brushRef="#br0">298 119 15225,'-1'-3'201,"0"-1"0,0 1-1,-1-1 1,1 1 0,-1 0 0,1 0-1,-1-1 1,0 1 0,0 0-1,0 0 1,-1 1 0,1-1-1,-1 0 1,1 1 0,-1 0-1,0-1 1,0 1 0,0 0-1,0 1 1,-1-1 0,1 0-1,0 1 1,-1 0 0,1 0 0,-1 0-1,1 0 1,-1 0 0,0 1-1,1 0 1,-7 0 0,9 0-175,0 0 1,0-1 0,0 1 0,1 0-1,-1 0 1,0 0 0,0-1-1,0 1 1,0 0 0,0-1 0,0 1-1,0-1 1,0 1 0,1-1 0,-1 1-1,-1-2 1,-3-1-13,-10-5-40,-2 1 0,1 1 0,-1 1 0,1 0-1,-2 1 1,1 1 0,-31-1 0,22 4 1799,28 4-1242,3 4-424,-1 0 0,1-1 1,1 1-1,0-1 0,0 0 1,0-1-1,1 0 0,0 0 1,0 0-1,0 0 1,14 6-1,16 9 159,47 18 0,-73-34-244,20 8-736,1 0-1,0-2 1,1-2-1,0-1 1,46 5-1,-9 0-3311,-22-4-925,13-5-4653</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10.553"/>
    </inkml:context>
    <inkml:brush xml:id="br0">
      <inkml:brushProperty name="width" value="0.035" units="cm"/>
      <inkml:brushProperty name="height" value="0.035" units="cm"/>
    </inkml:brush>
  </inkml:definitions>
  <inkml:trace contextRef="#ctx0" brushRef="#br0">387 919 10353,'-16'11'153,"-22"14"866,-64 55-1,61-37 1193,-70 94 0,58-68 1202,46-60-2713,-10 16 199,16-22-96,5-3-351,9 1-210,0 0-1,1-2 1,-1 0-1,0 0 0,0-1 1,0-1-1,15-5 1,-10 4-112,139-42 902,-131 37-1003,-1-2 0,0-1 1,41-27-1,-58 34-134,-1-1 0,0 0 0,0 0 0,0 0 0,-1-1-1,1-1 1,-2 1 0,1-1 0,-1 1 0,0-2 0,-1 1 0,0 0 0,0-1 0,-1 0 0,0 0-1,-1 0 1,0 0 0,0 0 0,-1-1 0,0 1 0,0-16 0,-3-13-238,-1-1 0,-9-46-1,-25-77-208,6 32 424,9 18 205,6 27 467,-47-152 0,48 191-159,12 34-208,-1 0-1,-9-18 1,7 22 326,10 22 13,-1-2-462,28 164 757,-1-8-492,-27-154-299,25 120 96,57 164 1,-16-139-190,-56-135 15,1-1 0,1 0 1,1-1-1,23 25 1,-33-41 43,-1 0-1,2 0 1,-1-1 0,1 0-1,0 0 1,0-1 0,0 0 0,13 6-1,-16-9 2,1 1-1,-1-1 1,1 0-1,0-1 1,0 1-1,0-1 1,-1 0-1,1 0 1,0 0-1,0-1 1,0 1-1,-1-1 1,1 0-1,0-1 1,8-3-1,0-1-69,0-1 0,-1-1 0,0 0-1,0-1 1,-1 0 0,0 0 0,-1-1 0,17-22 0,4-9-230,29-52 0,-20 29-10,-20 30 28,-18 29 266,0 0 1,1 0-1,0 0 1,0 1-1,0-1 0,0 1 1,1 0-1,0 0 0,4-3 1,-8 7 26,0 0 1,0-1-1,0 1 0,0 0 1,0 0-1,0 0 1,0 0-1,0 0 0,0 0 1,1 0-1,-1 0 1,0 0-1,0 0 0,0 0 1,0 0-1,0 0 1,0 0-1,0 0 0,1 0 1,-1-1-1,0 1 1,0 0-1,0 0 0,0 0 1,0 1-1,0-1 0,0 0 1,1 0-1,-1 0 1,0 0-1,0 0 0,0 0 1,0 0-1,0 0 1,0 0-1,0 0 0,1 0 1,-1 0-1,0 0 1,0 0-1,0 0 0,0 0 1,0 1-1,0-1 1,0 0-1,0 0 0,0 0 1,0 0-1,0 0 1,0 0-1,0 0 0,0 0 1,1 1-1,-1-1 0,0 0 1,12 18 35,0 1 0,-2 1 0,0 0 0,9 24 0,19 39 558,-23-57 194,2 0 0,37 44-1,-45-62-573,1 0 0,0 0 0,0-1-1,13 7 1,-18-11-163,-4-3-46,0 0 0,0-1 0,0 1 0,-1 0 0,1-1 0,0 1 0,0-1 0,0 1 0,-1-1 0,1 1 0,0-1 0,-1 1 0,1-1 0,0 0 0,-1 1 0,1-1 0,-1 0 1,1 0-1,0-1 0,-1 2-21,3-3-75,-1 0 0,0-1 0,1 1-1,-1 0 1,-1-1 0,1 1 0,0-1 0,-1 0-1,0 1 1,0-1 0,0 0 0,0 0-1,0 0 1,-1 0 0,0 0 0,0 0 0,0-6-1,-2-1-186,1 1 0,-1 0-1,-1 0 1,1 0-1,-9-17 1,3 10-157,-1 0 1,0 1-1,-2 0 1,1 1 0,-2 0-1,0 1 1,-1 0-1,0 1 1,-1 0-1,0 2 1,-1-1-1,-1 2 1,0 0-1,-22-11 1,-177-80 1306,211 99-716,3 2-114,1 0 0,0 0 0,-1 0 0,1 0 0,0 0 0,0 0 0,-1 0 0,1 0 0,0 0 0,-1 0-1,1 0 1,0 0 0,0-1 0,-1 1 0,1 0 0,0 0 0,0 0 0,-1 0 0,1-1 0,0 1-1,0 0 1,0 0 0,-1 0 0,1-1 0,0 1 0,0 0 0,0 0 0,0-1 0,0 1 0,-1 0 0,1-1-1,0 1 1,0 0 0,0 0 0,0-1 0,0 1 0,0 0 0,0-1 0,0 1 0,0 0 0,0 0 0,0-1-1,0 1 1,0 0 0,0-1 0,1 1 0,-1 0 0,0 0 0,0-1 0,0 1 0,0 0 0,0 0 0,1-1-1,21-10 1282,37-2 928,235-28 2622,-271 39-4615,43 0-1,-49 2-273,-14 0-104,9 15-402,-9-11 337,-1 1-1,1 0 0,-1 0 0,0 0 1,0 1-1,-1-1 0,1 0 0,0 7 1,8 25-965,-3-19 530,-6-14 100,-1 0 108,0 37 66,0-38 433,5-4 64,0-1-1,0-1 1,0 1-1,0-1 1,-1 0-1,6-4 1,-3 2 0,-2-1-1,1 0 1,-1-1 0,7-9-1,1-2 92,11-9 359,1 2-1,30-25 1,-8 9 125,-42 35-662,2 1 1,-1 0-1,0 0 1,1 0-1,0 1 0,0 0 1,0 0-1,1 0 1,13-4-1,-19 8-65,-1 0 0,0 0 0,0 0 0,0-1 0,0 1 0,0 0 0,0 0 0,0 0 0,0 0 0,0 1 0,0-1 0,1 0 0,-1 0 0,0 1 0,0-1 1,0 1-1,0-1 0,0 1 0,0-1 0,-1 1 0,1-1 0,0 1 0,0 0 0,0 0 0,0-1 0,-1 1 0,1 0 0,0 0 0,-1 0 0,1 0 0,-1 0 0,1 0 0,0 1 0,2 6-63,0 0 1,0 0-1,2 15 0,3 7-177,3-8-105,0-2 0,1 1 0,1-1 0,1-1 0,16 18 0,-26-34 310,-1 1 0,1 0 0,0-1 0,0 0 1,0 0-1,0 0 0,0 0 0,1-1 0,-1 1 1,1-1-1,0-1 0,0 1 0,-1 0 1,6 0-1,-2-1 35,1 0 0,-1-1 0,0 0 1,0 0-1,0-1 0,0 0 0,0-1 1,8-2-1,9-4 162,0-2 0,0-1 1,-2-1-1,31-19 0,228-157 1000,-240 159-938,-6-3 36,-30 27-223,-22-5-14,13 10-24,1-1 0,0 1 0,0-1 0,-1 1 0,1 0-1,0 0 1,-1 0 0,1 0 0,0 0 0,0 0 0,-1 0 0,1 1 0,0 0 0,0-1 0,-1 1 0,-2 2-1,-34 19-30,28-15 43,-6 4-5,2 0 0,-29 24 0,40-31 9,0 0-1,0 0 1,1 0 0,-1 0 0,1 1 0,0-1 0,0 1 0,0 0 0,1 0 0,0 0 0,0 0 0,0 1 0,1-1 0,-2 8 0,3-10 0,0 1 0,0-1 0,0 1 0,1 0 0,0-1 0,-1 1 0,1-1 0,1 0 0,-1 1 0,0-1 0,1 0 0,0 0 0,-1 0 0,1 0 0,0 0 0,1 0 0,-1 0 1,1-1-1,-1 1 0,1-1 0,0 0 0,-1 1 0,6 2 0,-1-2-16,0 1 0,0-1 0,0 1 1,0-2-1,1 1 0,-1-1 0,1-1 1,0 1-1,12 0 0,3-2-361,0-1 1,0 0-1,0-2 1,0-1-1,0-1 0,-1-1 1,0 0-1,0-2 0,0-1 1,25-14-1,19-25-1984,-45 32 537,32-20 0,13 2-4555,-53 26 2892,-1-1 0,12-10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11.218"/>
    </inkml:context>
    <inkml:brush xml:id="br0">
      <inkml:brushProperty name="width" value="0.035" units="cm"/>
      <inkml:brushProperty name="height" value="0.035" units="cm"/>
    </inkml:brush>
  </inkml:definitions>
  <inkml:trace contextRef="#ctx0" brushRef="#br0">97 1617 5897,'-9'19'1112,"7"-15"646,-6-5-1000,0 1-1,1 1 0,-1-1 0,0 1 1,1 0-1,-1 1 0,0 0 1,-16 7 7497,25-11-8106,0 1 1,0 0-1,0 0 1,0 0 0,0 0-1,0 0 1,0 0-1,0 0 1,0 0-1,0 0 1,2-1-1,3-2 182,7-6 102,2 1 1,0 0-1,0 1 1,27-11-1,75-20 1059,-45 16-724,899-251 2366,108 57-3134,13 53 0,442-80 0,-940 102 0,-540 128 0,352-117 0,-48 14 0,-142 63 0,255-32 0,-424 80 0,82-13 0,-117 18 32,-22 5 0,-23 7-353,23-10-344,1 0 1,-1-1 0,0 0 0,1 0-1,-1-1 1,1 0 0,-12-3 0,10 1-1466,-1-1 1,0 0 0,1-1 0,-21-11 0,-5-13-11437</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11.768"/>
    </inkml:context>
    <inkml:brush xml:id="br0">
      <inkml:brushProperty name="width" value="0.035" units="cm"/>
      <inkml:brushProperty name="height" value="0.035" units="cm"/>
    </inkml:brush>
  </inkml:definitions>
  <inkml:trace contextRef="#ctx0" brushRef="#br0">30 1 12221,'-25'12'1920,"21"-9"-182,4-3-1610,0 1-1,0 0 0,0 0 0,0-1 1,1 1-1,-1 0 0,0-1 0,0 1 0,1 0 1,-1-1-1,1 1 0,-1-1 0,1 1 0,-1-1 1,1 1-1,-1-1 0,1 1 0,-1-1 0,1 1 1,0 0-1,1-1-27,-1 1 1,0 0-1,0 0 1,0 0-1,0 0 0,-1 0 1,1 0-1,0 0 1,0 0-1,-1 0 0,1 0 1,0 0-1,-1 1 1,1-1-1,-1 0 0,1 0 1,-1 1-1,0 1 1,2 35 908,-2 0 0,-6 45 0,0 31 450,7-60-339,15 93 0,-12-128-842,1 0 0,1 0 0,10 22-1,-7-19-11,8 29-1,-16-46-293,1 0-1,1 0 0,-1 0 0,6 8 0,0 0-847,-7-11-436</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11.945"/>
    </inkml:context>
    <inkml:brush xml:id="br0">
      <inkml:brushProperty name="width" value="0.035" units="cm"/>
      <inkml:brushProperty name="height" value="0.035" units="cm"/>
    </inkml:brush>
  </inkml:definitions>
  <inkml:trace contextRef="#ctx0" brushRef="#br0">82 42 19678,'26'-30'11293,"-67"22"-16110,4 8-2835,8-3-7866</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2.572"/>
    </inkml:context>
    <inkml:brush xml:id="br0">
      <inkml:brushProperty name="width" value="0.035" units="cm"/>
      <inkml:brushProperty name="height" value="0.035" units="cm"/>
    </inkml:brush>
  </inkml:definitions>
  <inkml:trace contextRef="#ctx0" brushRef="#br0">224 35 6217,'0'0'1625,"-1"-3"-187,-16-24 4132,13 26-4948,-7 0-215,0-1 0,0 2 0,-1-1-1,-18 3 1,8 1 316,1-1-1,-24 0 0,11 4 1646,29-4 549,21-6-1642,-3 2-1039,0 0 0,0 1 0,0 0 0,19 2 0,3-1 47,396 1 1806,-271 2-1643,726 21 746,230 1-547,-479-35 54,-102-7-699,-473 13 0,62 1 0,-94 3 0,-20-2 0,37 1 0,8 1-1810,-105 5-3558,38-3 3009,0-1-1,0 0 1,-22-1-1,-25-9-10807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4.333"/>
    </inkml:context>
    <inkml:brush xml:id="br0">
      <inkml:brushProperty name="width" value="0.035" units="cm"/>
      <inkml:brushProperty name="height" value="0.035" units="cm"/>
    </inkml:brush>
  </inkml:definitions>
  <inkml:trace contextRef="#ctx0" brushRef="#br0">375 196 9741,'-16'3'1336,"16"-5"-271,8-3 1653,-12 6-2451,0 1 1,0-1-1,0 0 1,-1 0-1,-7 0 1,-14 4 84,15-1-221,0 1 0,1 0 1,-1 1-1,1 0 0,0 1 0,-10 9 0,-52 52 611,60-57-610,-14 17 422,1 0 0,1 1-1,1 1 1,-18 34 0,40-63-531,1 0 0,0-1-1,0 1 1,0 0 0,-1 0 0,1 0-1,0 0 1,0-1 0,0 1 0,0 0 0,0 0-1,0 0 1,1 0 0,-1-1 0,0 1-1,0 0 1,1 0 0,-1 0 0,0-1 0,1 1-1,-1 0 1,1 0 0,-1-1 0,1 2-1,1 1 66,-1-1-65,0 0 0,0 0 0,0 0 0,0-1 0,0 1 0,1 0 0,-1-1 0,0 1 0,1-1 0,-1 1 0,1-1 0,0 0 0,-1 1 0,1-1 0,0 0 0,0 0 0,2 1 0,0-1 16,-1 0-1,1 0 1,0-1-1,0 1 1,0-1 0,-1 0-1,1 0 1,7-1 0,5-2 54,0 0 0,0-2 0,23-9 1,-29 11-87,46-20 157,102-54 1,-129 60-120,-2-1 0,0-1 0,-1-2 0,-1 0 0,24-28 0,-42 41-40,-1-1 0,1 0 1,-1 0-1,-1 0 1,0-1-1,0 1 1,3-12-1,-6 16-2,0-1-1,-1 1 0,0-1 0,0 1 0,0-1 0,-1 1 1,1-1-1,-1 1 0,-1-1 0,1 1 0,-1-1 1,0 1-1,0-1 0,-3-7 0,-4-6 69,-2 0 0,0 1-1,-16-22 1,24 38-47,0 0 1,0-1-1,-1 1 1,1 0-1,-1 0 1,1 0-1,-5-2 1,1 0 44,3 26 393,3-10-327,1 1 1,0 0-1,1 0 1,0 0-1,1 0 1,9 23 0,-6-19-28,6 20 12,3 0 1,1-2-1,1 0 0,2-1 1,2 0-1,1-2 0,1-1 1,46 48-1,-40-50-796,2-1-1,1-2 1,1-1 0,58 34 0,-87-57 507,4 3-736,1-1 0,-1 0-1,15 5 1,-19-8-87,0 0 0,0-1 0,0 1 0,0-1 0,0 0 0,1 0 0,3 0 0,30-6-7919</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4.552"/>
    </inkml:context>
    <inkml:brush xml:id="br0">
      <inkml:brushProperty name="width" value="0.035" units="cm"/>
      <inkml:brushProperty name="height" value="0.035" units="cm"/>
    </inkml:brush>
  </inkml:definitions>
  <inkml:trace contextRef="#ctx0" brushRef="#br0">0 91 8633,'8'13'669,"10"11"2355,-15-22-1251,31 14 1593,-26-16-1781,204-58 6754,-132 33-6549,-74 23-1911,-1 0 0,1 0 1,-1 0-1,0-1 1,8-5-1,0 1-868,-13 7 748,0-1 0,0 0 0,0 0 0,0 1 0,0-1 0,0 0 0,0 1 0,0-1 0,0 0 0,0 1 0,0-1-1,0 0 1,-1 0 0,1 1 0,0-1 0,0 1 0,-1-1 0,1 0 0,-1 1 0,1-1 0,0 1 0,-1-1 0,0 0 0,0-1-730,-1 0 181,2 1 413,0 0-1,-1 0 1,1 0-1,-1 0 1,1 0-1,-1 0 1,0 0-1,1 0 1,-1 0-1,0 1 1,1-1-1,-1 0 1,0 1 0,0-1-1,-1 0 1,-2 0-985,1 0 0,0 1-1,-1 0 1,1 0 0,-1 0 0,1 0 0,-6 1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4.878"/>
    </inkml:context>
    <inkml:brush xml:id="br0">
      <inkml:brushProperty name="width" value="0.035" units="cm"/>
      <inkml:brushProperty name="height" value="0.035" units="cm"/>
    </inkml:brush>
  </inkml:definitions>
  <inkml:trace contextRef="#ctx0" brushRef="#br0">116 27 16490,'-4'-26'1972,"-11"37"-320,4 0-236,7 15-272,1 0-340,-9 11-92,1 26-348,4-22-500,3 4-200,0-23-608,-7 8-792,4 7-876,-4-22-2993,0 4-4596</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5.081"/>
    </inkml:context>
    <inkml:brush xml:id="br0">
      <inkml:brushProperty name="width" value="0.035" units="cm"/>
      <inkml:brushProperty name="height" value="0.035" units="cm"/>
    </inkml:brush>
  </inkml:definitions>
  <inkml:trace contextRef="#ctx0" brushRef="#br0">172 0 17554,'22'38'2604,"-3"2"-296,10 24-208,-3-16-344,-3 11-419,-1 12-161,-3 22-268,-1 7-176,-3 16-132,-7 2-136,-8 16-272,-12 0-436,-14 0-696,-15 0-656,-14-8-997,-5 8-1895,-18 0-1973,-22-15-5964</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5.410"/>
    </inkml:context>
    <inkml:brush xml:id="br0">
      <inkml:brushProperty name="width" value="0.035" units="cm"/>
      <inkml:brushProperty name="height" value="0.035" units="cm"/>
    </inkml:brush>
  </inkml:definitions>
  <inkml:trace contextRef="#ctx0" brushRef="#br0">735 0 14589,'-37'18'499,"-138"69"2572,154-75-2600,1 1-1,1 1 1,0 0 0,1 2-1,0 0 1,1 1-1,1 0 1,-26 38 0,-2 17 324,3 1 0,-58 145 0,68-138-446,3 2 0,4 1 1,3 0-1,-14 124 1,29-143-164,3 1-1,2 0 1,4-1 0,2 0 0,3 1 0,26 98 0,-21-114-251,4 0 0,1-1-1,2-1 1,2-1 0,3 0 0,38 54 0,-45-76-191,1 0 0,1-1 0,1-1 0,1-1 1,1-1-1,1-1 0,1-1 0,0-1 1,1-2-1,0 0 0,58 21 0,-54-26-415,1-2-1,54 7 1,67-2-1993,-139-12 2376,171 6-5897,8-14-3982</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5.786"/>
    </inkml:context>
    <inkml:brush xml:id="br0">
      <inkml:brushProperty name="width" value="0.035" units="cm"/>
      <inkml:brushProperty name="height" value="0.035" units="cm"/>
    </inkml:brush>
  </inkml:definitions>
  <inkml:trace contextRef="#ctx0" brushRef="#br0">861 6 11109,'-9'-2'484,"-1"1"0,0 0 1,0 0-1,1 1 0,-1 0 0,0 1 1,0 0-1,0 0 0,1 1 0,-1 0 0,1 1 1,-17 7-1,9-1 24,0 0 0,0 1 0,1 1-1,1 0 1,-26 25 0,4 2 99,1 1 0,3 2 0,1 1-1,-38 67 1,-84 199 1401,103-187-1289,5 3-1,-34 144 1,62-184-544,3 0 0,3 1 1,4 0-1,5 117 0,4-174-297,1 0 0,2 0 0,0 0 0,2 0 0,1-1-1,2 0 1,0 0 0,2-1 0,0 0 0,17 24 0,-16-29-170,1-1 0,2-1 0,0 0 0,0-1 0,22 19 1,-27-29-35,-1-1 0,1 0 0,0-1 1,1 0-1,-1 0 0,1-1 0,0-1 1,1 0-1,-1 0 0,1-1 0,0-1 1,16 2-1,-7-3-928,1 0 0,-1-2 0,0 0 0,0-1 0,0-1 0,26-8 0,49-23-8180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6.244"/>
    </inkml:context>
    <inkml:brush xml:id="br0">
      <inkml:brushProperty name="width" value="0.035" units="cm"/>
      <inkml:brushProperty name="height" value="0.035" units="cm"/>
    </inkml:brush>
  </inkml:definitions>
  <inkml:trace contextRef="#ctx0" brushRef="#br0">166 0 10781,'-17'7'6497,"14"-6"-6212,-1 1 0,1 0 0,0 0 0,0-1 1,0 2-1,0-1 0,0 0 0,1 1 0,-1-1 0,1 1 0,-1 0 1,1 0-1,-2 4 0,-14 38 827,-16 67 1,30-99-953,-12 59 1019,-12 125 0,22-112-424,4 1-1,12 108 1,-8-176-658,0 0 1,2-1 0,0 1 0,1-1 0,0 1 0,15 30-1,-18-46-88,0 1-1,0-1 0,0 0 1,0 0-1,0 0 1,0 0-1,0 0 0,4 2 1,-2-2 0,4-1-4,-1-3-15,0-1 1,0 0-1,0 0 1,0-1 0,0 0-1,-1 0 1,0 0-1,0-1 1,0 0-1,0 0 1,-1-1 0,0 1-1,5-8 1,9-14-8,29-54 1,-10 15-16,-1 11 262,2 0 0,75-79 1,-113 134-217,0 1 1,-1-1 0,1 0-1,0 0 1,-1 1-1,1-1 1,0 0 0,-1 1-1,1-1 1,0 1-1,-1-1 1,1 1 0,-1-1-1,1 1 1,-1-1-1,1 1 1,-1-1 0,1 1-1,0 1 1,-1-2 9,1 2-16,0-1 1,0 1-1,0 0 1,0 0-1,-1-1 1,1 1 0,-1 0-1,1 0 1,-1 0-1,0 0 1,1 0-1,-1-1 1,0 1-1,0 0 1,-1 0 0,1 0-1,0 0 1,-1 0-1,1 0 1,-1-1-1,1 1 1,-1 0-1,0 0 1,-1 3 0,-1 1 9,-21 50-518,-2-1-1,-56 86 1,79-136 374,-8 12-618,0-1 0,0 0 0,-1 0 0,-1-1 0,-1-1 1,0 0-1,-28 21 0,40-34 323,-1 0 0,1 0 0,-1 0 0,1 0 0,-1 0 0,1-1 1,-1 1-1,1-1 0,-1 0 0,0 1 0,1-1 0,-1 0 0,0-1 0,1 1 0,-1 0 1,1-1-1,-1 0 0,1 1 0,-1-1 0,1 0 0,-1 0 0,1 0 0,0-1 0,-1 1 1,-2-3-1,3 2-648,0 0 1,0 0 0,0-1-1,0 1 1,0-1 0,1 1-1,-2-4 1,3 6 1027</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6.463"/>
    </inkml:context>
    <inkml:brush xml:id="br0">
      <inkml:brushProperty name="width" value="0.035" units="cm"/>
      <inkml:brushProperty name="height" value="0.035" units="cm"/>
    </inkml:brush>
  </inkml:definitions>
  <inkml:trace contextRef="#ctx0" brushRef="#br0">0 86 17162,'67'3'2860,"-44"-25"-32,3 11-396,0 0-383,0 11-405,-4-4-328,4 0-276,0-7-232,-7 7-180,3-3-628,-41 3-15889,-22-7 1995</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6.841"/>
    </inkml:context>
    <inkml:brush xml:id="br0">
      <inkml:brushProperty name="width" value="0.035" units="cm"/>
      <inkml:brushProperty name="height" value="0.035" units="cm"/>
    </inkml:brush>
  </inkml:definitions>
  <inkml:trace contextRef="#ctx0" brushRef="#br0">155 1 11293,'-4'2'-22,"-4"3"974,0-1 0,-1 0-1,1 0 1,-12 2 0,19-6-873,-1 1 0,0-1 0,0 0 0,1 1-1,-1-1 1,0 1 0,1 0 0,-1 0 0,1-1 0,-1 1 0,0 0-1,1 0 1,0 0 0,-1 1 0,1-1 0,0 0 0,0 0 0,-1 1-1,1-1 1,0 1 0,0-1 0,0 1 0,1-1 0,-1 1 0,0 0-1,1-1 1,-1 1 0,0 2 0,-41 157 2631,35-126-2276,2 1 0,1-1 0,2 1 0,4 65 0,7-55-589,-7-42-522</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8T04:43:27.095"/>
    </inkml:context>
    <inkml:brush xml:id="br0">
      <inkml:brushProperty name="width" value="0.035" units="cm"/>
      <inkml:brushProperty name="height" value="0.035" units="cm"/>
    </inkml:brush>
  </inkml:definitions>
  <inkml:trace contextRef="#ctx0" brushRef="#br0">558 0 17162,'0'0'6680,"3"4"-4737,11 21-962,0 1-1,-1 0 1,-1 1 0,-2 0 0,10 42-1,-4-2-440,7 87 1,-12-26-530,-6 0 1,-6 1 0,-32 242-1,2-192-127,-8-1 0,-74 206 0,77-288-1536,-3-1 0,-63 108 1,45-100-422,-88 149-7580,44-103-2958,99-147 12439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103938" cy="3968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977188" y="0"/>
            <a:ext cx="6103937" cy="396875"/>
          </a:xfrm>
          <a:prstGeom prst="rect">
            <a:avLst/>
          </a:prstGeom>
        </p:spPr>
        <p:txBody>
          <a:bodyPr vert="horz" lIns="91440" tIns="45720" rIns="91440" bIns="45720" rtlCol="0"/>
          <a:lstStyle>
            <a:lvl1pPr algn="r">
              <a:defRPr sz="1200"/>
            </a:lvl1pPr>
          </a:lstStyle>
          <a:p>
            <a:fld id="{4E1555B7-8ED1-4FC2-A288-66B679D1744F}" type="datetimeFigureOut">
              <a:rPr lang="en-US" smtClean="0"/>
              <a:t>7/17/2026</a:t>
            </a:fld>
            <a:endParaRPr lang="en-US"/>
          </a:p>
        </p:txBody>
      </p:sp>
      <p:sp>
        <p:nvSpPr>
          <p:cNvPr id="4" name="Slide Image Placeholder 3"/>
          <p:cNvSpPr>
            <a:spLocks noGrp="1" noRot="1" noChangeAspect="1"/>
          </p:cNvSpPr>
          <p:nvPr>
            <p:ph type="sldImg" idx="2"/>
          </p:nvPr>
        </p:nvSpPr>
        <p:spPr>
          <a:xfrm>
            <a:off x="4665663" y="990600"/>
            <a:ext cx="4752975" cy="26749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408113" y="3813175"/>
            <a:ext cx="11268075" cy="31210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527925"/>
            <a:ext cx="6103938" cy="3968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977188" y="7527925"/>
            <a:ext cx="6103937" cy="396875"/>
          </a:xfrm>
          <a:prstGeom prst="rect">
            <a:avLst/>
          </a:prstGeom>
        </p:spPr>
        <p:txBody>
          <a:bodyPr vert="horz" lIns="91440" tIns="45720" rIns="91440" bIns="45720" rtlCol="0" anchor="b"/>
          <a:lstStyle>
            <a:lvl1pPr algn="r">
              <a:defRPr sz="1200"/>
            </a:lvl1pPr>
          </a:lstStyle>
          <a:p>
            <a:fld id="{70CA9E44-DC56-4385-AFBC-EC701BABF543}" type="slidenum">
              <a:rPr lang="en-US" smtClean="0"/>
              <a:t>‹#›</a:t>
            </a:fld>
            <a:endParaRPr lang="en-US"/>
          </a:p>
        </p:txBody>
      </p:sp>
    </p:spTree>
    <p:extLst>
      <p:ext uri="{BB962C8B-B14F-4D97-AF65-F5344CB8AC3E}">
        <p14:creationId xmlns:p14="http://schemas.microsoft.com/office/powerpoint/2010/main" val="72963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382588" y="685800"/>
            <a:ext cx="6092825"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2181481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0CA9E44-DC56-4385-AFBC-EC701BABF543}" type="slidenum">
              <a:rPr lang="en-US" smtClean="0"/>
              <a:t>21</a:t>
            </a:fld>
            <a:endParaRPr lang="en-US"/>
          </a:p>
        </p:txBody>
      </p:sp>
    </p:spTree>
    <p:extLst>
      <p:ext uri="{BB962C8B-B14F-4D97-AF65-F5344CB8AC3E}">
        <p14:creationId xmlns:p14="http://schemas.microsoft.com/office/powerpoint/2010/main" val="330162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CA9E44-DC56-4385-AFBC-EC701BABF543}" type="slidenum">
              <a:rPr lang="en-US" smtClean="0"/>
              <a:t>48</a:t>
            </a:fld>
            <a:endParaRPr lang="en-US"/>
          </a:p>
        </p:txBody>
      </p:sp>
    </p:spTree>
    <p:extLst>
      <p:ext uri="{BB962C8B-B14F-4D97-AF65-F5344CB8AC3E}">
        <p14:creationId xmlns:p14="http://schemas.microsoft.com/office/powerpoint/2010/main" val="347244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23468" y="-49580"/>
            <a:ext cx="9657715" cy="697230"/>
          </a:xfrm>
          <a:prstGeom prst="rect">
            <a:avLst/>
          </a:prstGeom>
        </p:spPr>
        <p:txBody>
          <a:bodyPr wrap="square" lIns="0" tIns="0" rIns="0" bIns="0">
            <a:spAutoFit/>
          </a:bodyPr>
          <a:lstStyle>
            <a:lvl1pPr>
              <a:defRPr sz="44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subTitle" idx="4"/>
          </p:nvPr>
        </p:nvSpPr>
        <p:spPr>
          <a:xfrm>
            <a:off x="2112645" y="4437888"/>
            <a:ext cx="9859010" cy="19812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7/17/2026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2800" b="1" i="0">
                <a:solidFill>
                  <a:schemeClr val="tx1"/>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7/17/2026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704215" y="1822704"/>
            <a:ext cx="6126670" cy="523036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253414" y="1822704"/>
            <a:ext cx="6126670" cy="523036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7/17/2026</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7/17/2026</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7/17/2026</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a:t>7/17/2026</a:t>
            </a:fld>
            <a:endParaRPr lang="en-US"/>
          </a:p>
        </p:txBody>
      </p:sp>
      <p:sp>
        <p:nvSpPr>
          <p:cNvPr id="5" name="Footer Placeholder 4"/>
          <p:cNvSpPr>
            <a:spLocks noGrp="1"/>
          </p:cNvSpPr>
          <p:nvPr>
            <p:ph type="ftr" sz="quarter" idx="11"/>
          </p:nvPr>
        </p:nvSpPr>
        <p:spPr/>
        <p:txBody>
          <a:body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6" name="Slide Number Placeholder 5"/>
          <p:cNvSpPr>
            <a:spLocks noGrp="1"/>
          </p:cNvSpPr>
          <p:nvPr>
            <p:ph type="sldNum" sz="quarter" idx="12"/>
          </p:nvPr>
        </p:nvSpPr>
        <p:spPr/>
        <p:txBody>
          <a:body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4084300" cy="792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0563225" cy="792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887" y="2947953"/>
            <a:ext cx="11181859" cy="207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17313"/>
            <a:ext cx="12411789" cy="931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6785" y="1036462"/>
            <a:ext cx="3577314" cy="12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29503" y="5547360"/>
            <a:ext cx="5919808" cy="23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5281615" y="2946402"/>
            <a:ext cx="8468637" cy="1849727"/>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772"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6825469" y="5145264"/>
            <a:ext cx="6924781" cy="396733"/>
          </a:xfrm>
          <a:prstGeom prst="rect">
            <a:avLst/>
          </a:prstGeom>
          <a:noFill/>
          <a:ln>
            <a:noFill/>
          </a:ln>
        </p:spPr>
        <p:txBody>
          <a:bodyPr spcFirstLastPara="1" lIns="91425" tIns="45700" rIns="91425" bIns="45700" anchor="ctr">
            <a:normAutofit/>
          </a:bodyPr>
          <a:lstStyle>
            <a:lvl1pPr lvl="0" algn="r">
              <a:lnSpc>
                <a:spcPct val="90000"/>
              </a:lnSpc>
              <a:spcBef>
                <a:spcPts val="866"/>
              </a:spcBef>
              <a:spcAft>
                <a:spcPts val="0"/>
              </a:spcAft>
              <a:buClr>
                <a:srgbClr val="1C1573"/>
              </a:buClr>
              <a:buSzPts val="1700"/>
              <a:buNone/>
              <a:defRPr sz="1473" b="1">
                <a:solidFill>
                  <a:srgbClr val="1C1573"/>
                </a:solidFill>
                <a:latin typeface="Helvetica Neue"/>
                <a:ea typeface="Helvetica Neue"/>
                <a:cs typeface="Helvetica Neue"/>
                <a:sym typeface="Helvetica Neue"/>
              </a:defRPr>
            </a:lvl1pPr>
            <a:lvl2pPr lvl="1" algn="ctr">
              <a:lnSpc>
                <a:spcPct val="90000"/>
              </a:lnSpc>
              <a:spcBef>
                <a:spcPts val="433"/>
              </a:spcBef>
              <a:spcAft>
                <a:spcPts val="0"/>
              </a:spcAft>
              <a:buClr>
                <a:schemeClr val="dk1"/>
              </a:buClr>
              <a:buSzPts val="1500"/>
              <a:buNone/>
              <a:defRPr sz="1300"/>
            </a:lvl2pPr>
            <a:lvl3pPr lvl="2" algn="ctr">
              <a:lnSpc>
                <a:spcPct val="90000"/>
              </a:lnSpc>
              <a:spcBef>
                <a:spcPts val="433"/>
              </a:spcBef>
              <a:spcAft>
                <a:spcPts val="0"/>
              </a:spcAft>
              <a:buClr>
                <a:schemeClr val="dk1"/>
              </a:buClr>
              <a:buSzPts val="1350"/>
              <a:buNone/>
              <a:defRPr sz="1170"/>
            </a:lvl3pPr>
            <a:lvl4pPr lvl="3" algn="ctr">
              <a:lnSpc>
                <a:spcPct val="90000"/>
              </a:lnSpc>
              <a:spcBef>
                <a:spcPts val="433"/>
              </a:spcBef>
              <a:spcAft>
                <a:spcPts val="0"/>
              </a:spcAft>
              <a:buClr>
                <a:schemeClr val="dk1"/>
              </a:buClr>
              <a:buSzPts val="1200"/>
              <a:buNone/>
              <a:defRPr sz="1040"/>
            </a:lvl4pPr>
            <a:lvl5pPr lvl="4" algn="ctr">
              <a:lnSpc>
                <a:spcPct val="90000"/>
              </a:lnSpc>
              <a:spcBef>
                <a:spcPts val="433"/>
              </a:spcBef>
              <a:spcAft>
                <a:spcPts val="0"/>
              </a:spcAft>
              <a:buClr>
                <a:schemeClr val="dk1"/>
              </a:buClr>
              <a:buSzPts val="1200"/>
              <a:buNone/>
              <a:defRPr sz="1040"/>
            </a:lvl5pPr>
            <a:lvl6pPr lvl="5" algn="ctr">
              <a:lnSpc>
                <a:spcPct val="90000"/>
              </a:lnSpc>
              <a:spcBef>
                <a:spcPts val="433"/>
              </a:spcBef>
              <a:spcAft>
                <a:spcPts val="0"/>
              </a:spcAft>
              <a:buClr>
                <a:schemeClr val="dk1"/>
              </a:buClr>
              <a:buSzPts val="1200"/>
              <a:buNone/>
              <a:defRPr sz="1040"/>
            </a:lvl6pPr>
            <a:lvl7pPr lvl="6" algn="ctr">
              <a:lnSpc>
                <a:spcPct val="90000"/>
              </a:lnSpc>
              <a:spcBef>
                <a:spcPts val="433"/>
              </a:spcBef>
              <a:spcAft>
                <a:spcPts val="0"/>
              </a:spcAft>
              <a:buClr>
                <a:schemeClr val="dk1"/>
              </a:buClr>
              <a:buSzPts val="1200"/>
              <a:buNone/>
              <a:defRPr sz="1040"/>
            </a:lvl7pPr>
            <a:lvl8pPr lvl="7" algn="ctr">
              <a:lnSpc>
                <a:spcPct val="90000"/>
              </a:lnSpc>
              <a:spcBef>
                <a:spcPts val="433"/>
              </a:spcBef>
              <a:spcAft>
                <a:spcPts val="0"/>
              </a:spcAft>
              <a:buClr>
                <a:schemeClr val="dk1"/>
              </a:buClr>
              <a:buSzPts val="1200"/>
              <a:buNone/>
              <a:defRPr sz="1040"/>
            </a:lvl8pPr>
            <a:lvl9pPr lvl="8" algn="ctr">
              <a:lnSpc>
                <a:spcPct val="90000"/>
              </a:lnSpc>
              <a:spcBef>
                <a:spcPts val="433"/>
              </a:spcBef>
              <a:spcAft>
                <a:spcPts val="0"/>
              </a:spcAft>
              <a:buClr>
                <a:schemeClr val="dk1"/>
              </a:buClr>
              <a:buSzPts val="1200"/>
              <a:buNone/>
              <a:defRPr sz="1040"/>
            </a:lvl9pPr>
          </a:lstStyle>
          <a:p>
            <a:endParaRPr/>
          </a:p>
        </p:txBody>
      </p:sp>
      <p:sp>
        <p:nvSpPr>
          <p:cNvPr id="17" name="Google Shape;17;p6"/>
          <p:cNvSpPr txBox="1">
            <a:spLocks noGrp="1"/>
          </p:cNvSpPr>
          <p:nvPr>
            <p:ph type="body" idx="2"/>
          </p:nvPr>
        </p:nvSpPr>
        <p:spPr>
          <a:xfrm>
            <a:off x="5994854" y="5577843"/>
            <a:ext cx="7755398" cy="1281006"/>
          </a:xfrm>
          <a:prstGeom prst="rect">
            <a:avLst/>
          </a:prstGeom>
          <a:noFill/>
          <a:ln>
            <a:noFill/>
          </a:ln>
        </p:spPr>
        <p:txBody>
          <a:bodyPr spcFirstLastPara="1" lIns="91425" tIns="45700" rIns="91425" bIns="45700">
            <a:normAutofit/>
          </a:bodyPr>
          <a:lstStyle>
            <a:lvl1pPr marL="396118" lvl="0" indent="-198059" algn="r">
              <a:lnSpc>
                <a:spcPct val="90000"/>
              </a:lnSpc>
              <a:spcBef>
                <a:spcPts val="0"/>
              </a:spcBef>
              <a:spcAft>
                <a:spcPts val="0"/>
              </a:spcAft>
              <a:buClr>
                <a:srgbClr val="1C1573"/>
              </a:buClr>
              <a:buSzPts val="1700"/>
              <a:buNone/>
              <a:defRPr sz="1473">
                <a:solidFill>
                  <a:srgbClr val="1C1573"/>
                </a:solidFill>
                <a:latin typeface="Helvetica Neue"/>
                <a:ea typeface="Helvetica Neue"/>
                <a:cs typeface="Helvetica Neue"/>
                <a:sym typeface="Helvetica Neue"/>
              </a:defRPr>
            </a:lvl1pPr>
            <a:lvl2pPr marL="792236" lvl="1" indent="-297089" algn="l">
              <a:lnSpc>
                <a:spcPct val="90000"/>
              </a:lnSpc>
              <a:spcBef>
                <a:spcPts val="433"/>
              </a:spcBef>
              <a:spcAft>
                <a:spcPts val="0"/>
              </a:spcAft>
              <a:buClr>
                <a:schemeClr val="dk1"/>
              </a:buClr>
              <a:buSzPts val="1800"/>
              <a:buChar char="•"/>
              <a:defRPr/>
            </a:lvl2pPr>
            <a:lvl3pPr marL="1188354" lvl="2" indent="-297089" algn="l">
              <a:lnSpc>
                <a:spcPct val="90000"/>
              </a:lnSpc>
              <a:spcBef>
                <a:spcPts val="433"/>
              </a:spcBef>
              <a:spcAft>
                <a:spcPts val="0"/>
              </a:spcAft>
              <a:buClr>
                <a:schemeClr val="dk1"/>
              </a:buClr>
              <a:buSzPts val="1800"/>
              <a:buChar char="•"/>
              <a:defRPr/>
            </a:lvl3pPr>
            <a:lvl4pPr marL="1584472" lvl="3" indent="-297089" algn="l">
              <a:lnSpc>
                <a:spcPct val="90000"/>
              </a:lnSpc>
              <a:spcBef>
                <a:spcPts val="433"/>
              </a:spcBef>
              <a:spcAft>
                <a:spcPts val="0"/>
              </a:spcAft>
              <a:buClr>
                <a:schemeClr val="dk1"/>
              </a:buClr>
              <a:buSzPts val="1800"/>
              <a:buChar char="•"/>
              <a:defRPr/>
            </a:lvl4pPr>
            <a:lvl5pPr marL="1980590" lvl="4" indent="-297089" algn="l">
              <a:lnSpc>
                <a:spcPct val="90000"/>
              </a:lnSpc>
              <a:spcBef>
                <a:spcPts val="433"/>
              </a:spcBef>
              <a:spcAft>
                <a:spcPts val="0"/>
              </a:spcAft>
              <a:buClr>
                <a:schemeClr val="dk1"/>
              </a:buClr>
              <a:buSzPts val="1800"/>
              <a:buChar char="•"/>
              <a:defRPr/>
            </a:lvl5pPr>
            <a:lvl6pPr marL="2376708" lvl="5" indent="-297089" algn="l">
              <a:lnSpc>
                <a:spcPct val="90000"/>
              </a:lnSpc>
              <a:spcBef>
                <a:spcPts val="433"/>
              </a:spcBef>
              <a:spcAft>
                <a:spcPts val="0"/>
              </a:spcAft>
              <a:buClr>
                <a:schemeClr val="dk1"/>
              </a:buClr>
              <a:buSzPts val="1800"/>
              <a:buChar char="•"/>
              <a:defRPr/>
            </a:lvl6pPr>
            <a:lvl7pPr marL="2772827" lvl="6" indent="-297089" algn="l">
              <a:lnSpc>
                <a:spcPct val="90000"/>
              </a:lnSpc>
              <a:spcBef>
                <a:spcPts val="433"/>
              </a:spcBef>
              <a:spcAft>
                <a:spcPts val="0"/>
              </a:spcAft>
              <a:buClr>
                <a:schemeClr val="dk1"/>
              </a:buClr>
              <a:buSzPts val="1800"/>
              <a:buChar char="•"/>
              <a:defRPr/>
            </a:lvl7pPr>
            <a:lvl8pPr marL="3168945" lvl="7" indent="-297089" algn="l">
              <a:lnSpc>
                <a:spcPct val="90000"/>
              </a:lnSpc>
              <a:spcBef>
                <a:spcPts val="433"/>
              </a:spcBef>
              <a:spcAft>
                <a:spcPts val="0"/>
              </a:spcAft>
              <a:buClr>
                <a:schemeClr val="dk1"/>
              </a:buClr>
              <a:buSzPts val="1800"/>
              <a:buChar char="•"/>
              <a:defRPr/>
            </a:lvl8pPr>
            <a:lvl9pPr marL="3565063" lvl="8" indent="-297089" algn="l">
              <a:lnSpc>
                <a:spcPct val="90000"/>
              </a:lnSpc>
              <a:spcBef>
                <a:spcPts val="433"/>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2956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5488176" y="2569558"/>
            <a:ext cx="3107951" cy="3153909"/>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7877908"/>
            <a:ext cx="14084300" cy="46892"/>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013915" y="2868223"/>
            <a:ext cx="10221821" cy="2461987"/>
          </a:xfrm>
          <a:prstGeom prst="rect">
            <a:avLst/>
          </a:prstGeom>
        </p:spPr>
      </p:pic>
      <p:sp>
        <p:nvSpPr>
          <p:cNvPr id="7" name="Title 1"/>
          <p:cNvSpPr txBox="1">
            <a:spLocks/>
          </p:cNvSpPr>
          <p:nvPr userDrawn="1"/>
        </p:nvSpPr>
        <p:spPr>
          <a:xfrm>
            <a:off x="2115773" y="2975698"/>
            <a:ext cx="10012177" cy="2238170"/>
          </a:xfrm>
          <a:prstGeom prst="rect">
            <a:avLst/>
          </a:prstGeom>
        </p:spPr>
        <p:txBody>
          <a:bodyPr vert="horz" lIns="105632" tIns="52816" rIns="105632" bIns="52816"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792236" rtl="0" eaLnBrk="1" fontAlgn="auto" latinLnBrk="0" hangingPunct="1">
              <a:lnSpc>
                <a:spcPct val="90000"/>
              </a:lnSpc>
              <a:spcBef>
                <a:spcPct val="0"/>
              </a:spcBef>
              <a:spcAft>
                <a:spcPts val="0"/>
              </a:spcAft>
              <a:buClrTx/>
              <a:buSzTx/>
              <a:buFontTx/>
              <a:buNone/>
              <a:tabLst/>
              <a:defRPr/>
            </a:pPr>
            <a:r>
              <a:rPr kumimoji="0" lang="en-US" sz="4159"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251151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5488176" y="2569558"/>
            <a:ext cx="3107951" cy="3153909"/>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7877908"/>
            <a:ext cx="14084300" cy="46892"/>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5546"/>
            <a:ext cx="12323763" cy="883265"/>
          </a:xfrm>
          <a:prstGeom prst="rect">
            <a:avLst/>
          </a:prstGeom>
        </p:spPr>
      </p:pic>
      <p:sp>
        <p:nvSpPr>
          <p:cNvPr id="2" name="Title 1"/>
          <p:cNvSpPr>
            <a:spLocks noGrp="1"/>
          </p:cNvSpPr>
          <p:nvPr>
            <p:ph type="title"/>
          </p:nvPr>
        </p:nvSpPr>
        <p:spPr>
          <a:xfrm>
            <a:off x="968296" y="185546"/>
            <a:ext cx="10768621" cy="883265"/>
          </a:xfrm>
        </p:spPr>
        <p:txBody>
          <a:bodyPr>
            <a:normAutofit/>
          </a:bodyPr>
          <a:lstStyle>
            <a:lvl1pPr>
              <a:defRPr sz="3697"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990867" y="1849122"/>
            <a:ext cx="11736917" cy="3153411"/>
          </a:xfrm>
        </p:spPr>
        <p:txBody>
          <a:bodyPr/>
          <a:lstStyle>
            <a:lvl1pPr>
              <a:defRPr sz="2079">
                <a:latin typeface="Helvetica" panose="020B0604020202030204" pitchFamily="34" charset="0"/>
              </a:defRPr>
            </a:lvl1pPr>
            <a:lvl2pPr>
              <a:defRPr sz="1848">
                <a:latin typeface="Helvetica" panose="020B0604020202030204" pitchFamily="34" charset="0"/>
              </a:defRPr>
            </a:lvl2pPr>
            <a:lvl3pPr>
              <a:defRPr sz="1617">
                <a:latin typeface="Helvetica" panose="020B0604020202030204" pitchFamily="34" charset="0"/>
              </a:defRPr>
            </a:lvl3pPr>
            <a:lvl4pPr>
              <a:defRPr sz="1386">
                <a:latin typeface="Helvetica" panose="020B0604020202030204" pitchFamily="34" charset="0"/>
              </a:defRPr>
            </a:lvl4pPr>
            <a:lvl5pPr>
              <a:defRPr sz="1386">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80349" y="1320802"/>
            <a:ext cx="12934817" cy="456776"/>
          </a:xfrm>
        </p:spPr>
        <p:txBody>
          <a:bodyPr>
            <a:normAutofit/>
          </a:bodyPr>
          <a:lstStyle>
            <a:lvl1pPr marL="0" indent="0">
              <a:buNone/>
              <a:defRPr sz="231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123804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5488176" y="2569558"/>
            <a:ext cx="3107951" cy="3153909"/>
          </a:xfrm>
          <a:prstGeom prst="rect">
            <a:avLst/>
          </a:prstGeom>
        </p:spPr>
      </p:pic>
      <p:sp>
        <p:nvSpPr>
          <p:cNvPr id="2" name="Title 1"/>
          <p:cNvSpPr>
            <a:spLocks noGrp="1"/>
          </p:cNvSpPr>
          <p:nvPr>
            <p:ph type="title"/>
          </p:nvPr>
        </p:nvSpPr>
        <p:spPr>
          <a:xfrm>
            <a:off x="960960" y="1975698"/>
            <a:ext cx="12147709" cy="3296496"/>
          </a:xfrm>
        </p:spPr>
        <p:txBody>
          <a:bodyPr anchor="b">
            <a:normAutofit/>
          </a:bodyPr>
          <a:lstStyle>
            <a:lvl1pPr algn="r">
              <a:defRPr sz="6238"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960960" y="5303380"/>
            <a:ext cx="12147709" cy="1733549"/>
          </a:xfrm>
        </p:spPr>
        <p:txBody>
          <a:bodyPr/>
          <a:lstStyle>
            <a:lvl1pPr marL="0" indent="0" algn="r">
              <a:buNone/>
              <a:defRPr sz="2772" b="0" i="0">
                <a:solidFill>
                  <a:schemeClr val="tx1">
                    <a:tint val="75000"/>
                  </a:schemeClr>
                </a:solidFill>
                <a:latin typeface="Helvetica Light"/>
                <a:cs typeface="Helvetica Light"/>
              </a:defRPr>
            </a:lvl1pPr>
            <a:lvl2pPr marL="528157" indent="0">
              <a:buNone/>
              <a:defRPr sz="2310">
                <a:solidFill>
                  <a:schemeClr val="tx1">
                    <a:tint val="75000"/>
                  </a:schemeClr>
                </a:solidFill>
              </a:defRPr>
            </a:lvl2pPr>
            <a:lvl3pPr marL="1056315" indent="0">
              <a:buNone/>
              <a:defRPr sz="2079">
                <a:solidFill>
                  <a:schemeClr val="tx1">
                    <a:tint val="75000"/>
                  </a:schemeClr>
                </a:solidFill>
              </a:defRPr>
            </a:lvl3pPr>
            <a:lvl4pPr marL="1584472" indent="0">
              <a:buNone/>
              <a:defRPr sz="1848">
                <a:solidFill>
                  <a:schemeClr val="tx1">
                    <a:tint val="75000"/>
                  </a:schemeClr>
                </a:solidFill>
              </a:defRPr>
            </a:lvl4pPr>
            <a:lvl5pPr marL="2112630" indent="0">
              <a:buNone/>
              <a:defRPr sz="1848">
                <a:solidFill>
                  <a:schemeClr val="tx1">
                    <a:tint val="75000"/>
                  </a:schemeClr>
                </a:solidFill>
              </a:defRPr>
            </a:lvl5pPr>
            <a:lvl6pPr marL="2640787" indent="0">
              <a:buNone/>
              <a:defRPr sz="1848">
                <a:solidFill>
                  <a:schemeClr val="tx1">
                    <a:tint val="75000"/>
                  </a:schemeClr>
                </a:solidFill>
              </a:defRPr>
            </a:lvl6pPr>
            <a:lvl7pPr marL="3168945" indent="0">
              <a:buNone/>
              <a:defRPr sz="1848">
                <a:solidFill>
                  <a:schemeClr val="tx1">
                    <a:tint val="75000"/>
                  </a:schemeClr>
                </a:solidFill>
              </a:defRPr>
            </a:lvl7pPr>
            <a:lvl8pPr marL="3697102" indent="0">
              <a:buNone/>
              <a:defRPr sz="1848">
                <a:solidFill>
                  <a:schemeClr val="tx1">
                    <a:tint val="75000"/>
                  </a:schemeClr>
                </a:solidFill>
              </a:defRPr>
            </a:lvl8pPr>
            <a:lvl9pPr marL="4225260" indent="0">
              <a:buNone/>
              <a:defRPr sz="1848">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7877908"/>
            <a:ext cx="14084300" cy="46892"/>
          </a:xfrm>
          <a:prstGeom prst="rect">
            <a:avLst/>
          </a:prstGeom>
        </p:spPr>
      </p:pic>
    </p:spTree>
    <p:extLst>
      <p:ext uri="{BB962C8B-B14F-4D97-AF65-F5344CB8AC3E}">
        <p14:creationId xmlns:p14="http://schemas.microsoft.com/office/powerpoint/2010/main" val="3946904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4084300" cy="792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947497"/>
            <a:ext cx="14084300" cy="29773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4440467" y="7829409"/>
            <a:ext cx="4460028" cy="88053"/>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9561" y="7829409"/>
            <a:ext cx="4460028" cy="88053"/>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8900496" y="7829409"/>
            <a:ext cx="4460028" cy="88053"/>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10563225" y="880534"/>
            <a:ext cx="3403706" cy="607859"/>
          </a:xfrm>
          <a:prstGeom prst="rect">
            <a:avLst/>
          </a:prstGeom>
          <a:noFill/>
        </p:spPr>
        <p:txBody>
          <a:bodyPr>
            <a:sp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r>
              <a:rPr kumimoji="0" lang="en-US" sz="3350" b="1" i="0" u="none" strike="noStrike" kern="1200" cap="none" spc="-173" normalizeH="0" baseline="0" noProof="0" dirty="0">
                <a:ln>
                  <a:noFill/>
                </a:ln>
                <a:solidFill>
                  <a:prstClr val="white"/>
                </a:solidFill>
                <a:effectLst/>
                <a:uLnTx/>
                <a:uFillTx/>
                <a:latin typeface="Arial"/>
                <a:ea typeface="+mn-ea"/>
                <a:cs typeface="Arial"/>
              </a:rPr>
              <a:t>BITS</a:t>
            </a:r>
            <a:r>
              <a:rPr kumimoji="0" lang="en-US" sz="3350" b="0" i="0" u="none" strike="noStrike" kern="1200" cap="none" spc="-17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10915333" y="1353821"/>
            <a:ext cx="2934229" cy="305596"/>
          </a:xfrm>
          <a:prstGeom prst="rect">
            <a:avLst/>
          </a:prstGeom>
          <a:noFill/>
        </p:spPr>
        <p:txBody>
          <a:bodyPr>
            <a:spAutoFit/>
          </a:bodyPr>
          <a:lstStyle/>
          <a:p>
            <a:pPr marL="0" marR="0" lvl="0" indent="0" algn="l" defTabSz="1056315" rtl="0" eaLnBrk="1" fontAlgn="auto" latinLnBrk="0" hangingPunct="1">
              <a:lnSpc>
                <a:spcPct val="100000"/>
              </a:lnSpc>
              <a:spcBef>
                <a:spcPts val="0"/>
              </a:spcBef>
              <a:spcAft>
                <a:spcPts val="0"/>
              </a:spcAft>
              <a:buClrTx/>
              <a:buSzTx/>
              <a:buFontTx/>
              <a:buNone/>
              <a:tabLst/>
              <a:defRPr/>
            </a:pPr>
            <a:r>
              <a:rPr kumimoji="0" lang="en-US" sz="1386"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469476" y="5371253"/>
            <a:ext cx="13027978" cy="1849120"/>
          </a:xfrm>
        </p:spPr>
        <p:txBody>
          <a:bodyPr>
            <a:noAutofit/>
          </a:bodyPr>
          <a:lstStyle>
            <a:lvl1pPr marL="0" indent="0">
              <a:lnSpc>
                <a:spcPts val="4852"/>
              </a:lnSpc>
              <a:spcBef>
                <a:spcPts val="0"/>
              </a:spcBef>
              <a:buNone/>
              <a:defRPr sz="4621" b="1" spc="-17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12127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4084300" cy="792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0563225" cy="792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887" y="2947953"/>
            <a:ext cx="11181859" cy="207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17313"/>
            <a:ext cx="12411789" cy="931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6785" y="1036462"/>
            <a:ext cx="3577314" cy="12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29503" y="5547360"/>
            <a:ext cx="5919808" cy="23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5281615" y="2946402"/>
            <a:ext cx="8468637" cy="1849727"/>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772"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6825469" y="5145264"/>
            <a:ext cx="6924781" cy="396733"/>
          </a:xfrm>
          <a:prstGeom prst="rect">
            <a:avLst/>
          </a:prstGeom>
          <a:noFill/>
          <a:ln>
            <a:noFill/>
          </a:ln>
        </p:spPr>
        <p:txBody>
          <a:bodyPr spcFirstLastPara="1" lIns="91425" tIns="45700" rIns="91425" bIns="45700" anchor="ctr">
            <a:normAutofit/>
          </a:bodyPr>
          <a:lstStyle>
            <a:lvl1pPr lvl="0" algn="r">
              <a:lnSpc>
                <a:spcPct val="90000"/>
              </a:lnSpc>
              <a:spcBef>
                <a:spcPts val="866"/>
              </a:spcBef>
              <a:spcAft>
                <a:spcPts val="0"/>
              </a:spcAft>
              <a:buClr>
                <a:srgbClr val="1C1573"/>
              </a:buClr>
              <a:buSzPts val="1700"/>
              <a:buNone/>
              <a:defRPr sz="1473" b="1">
                <a:solidFill>
                  <a:srgbClr val="1C1573"/>
                </a:solidFill>
                <a:latin typeface="Helvetica Neue"/>
                <a:ea typeface="Helvetica Neue"/>
                <a:cs typeface="Helvetica Neue"/>
                <a:sym typeface="Helvetica Neue"/>
              </a:defRPr>
            </a:lvl1pPr>
            <a:lvl2pPr lvl="1" algn="ctr">
              <a:lnSpc>
                <a:spcPct val="90000"/>
              </a:lnSpc>
              <a:spcBef>
                <a:spcPts val="433"/>
              </a:spcBef>
              <a:spcAft>
                <a:spcPts val="0"/>
              </a:spcAft>
              <a:buClr>
                <a:schemeClr val="dk1"/>
              </a:buClr>
              <a:buSzPts val="1500"/>
              <a:buNone/>
              <a:defRPr sz="1300"/>
            </a:lvl2pPr>
            <a:lvl3pPr lvl="2" algn="ctr">
              <a:lnSpc>
                <a:spcPct val="90000"/>
              </a:lnSpc>
              <a:spcBef>
                <a:spcPts val="433"/>
              </a:spcBef>
              <a:spcAft>
                <a:spcPts val="0"/>
              </a:spcAft>
              <a:buClr>
                <a:schemeClr val="dk1"/>
              </a:buClr>
              <a:buSzPts val="1350"/>
              <a:buNone/>
              <a:defRPr sz="1170"/>
            </a:lvl3pPr>
            <a:lvl4pPr lvl="3" algn="ctr">
              <a:lnSpc>
                <a:spcPct val="90000"/>
              </a:lnSpc>
              <a:spcBef>
                <a:spcPts val="433"/>
              </a:spcBef>
              <a:spcAft>
                <a:spcPts val="0"/>
              </a:spcAft>
              <a:buClr>
                <a:schemeClr val="dk1"/>
              </a:buClr>
              <a:buSzPts val="1200"/>
              <a:buNone/>
              <a:defRPr sz="1040"/>
            </a:lvl4pPr>
            <a:lvl5pPr lvl="4" algn="ctr">
              <a:lnSpc>
                <a:spcPct val="90000"/>
              </a:lnSpc>
              <a:spcBef>
                <a:spcPts val="433"/>
              </a:spcBef>
              <a:spcAft>
                <a:spcPts val="0"/>
              </a:spcAft>
              <a:buClr>
                <a:schemeClr val="dk1"/>
              </a:buClr>
              <a:buSzPts val="1200"/>
              <a:buNone/>
              <a:defRPr sz="1040"/>
            </a:lvl5pPr>
            <a:lvl6pPr lvl="5" algn="ctr">
              <a:lnSpc>
                <a:spcPct val="90000"/>
              </a:lnSpc>
              <a:spcBef>
                <a:spcPts val="433"/>
              </a:spcBef>
              <a:spcAft>
                <a:spcPts val="0"/>
              </a:spcAft>
              <a:buClr>
                <a:schemeClr val="dk1"/>
              </a:buClr>
              <a:buSzPts val="1200"/>
              <a:buNone/>
              <a:defRPr sz="1040"/>
            </a:lvl6pPr>
            <a:lvl7pPr lvl="6" algn="ctr">
              <a:lnSpc>
                <a:spcPct val="90000"/>
              </a:lnSpc>
              <a:spcBef>
                <a:spcPts val="433"/>
              </a:spcBef>
              <a:spcAft>
                <a:spcPts val="0"/>
              </a:spcAft>
              <a:buClr>
                <a:schemeClr val="dk1"/>
              </a:buClr>
              <a:buSzPts val="1200"/>
              <a:buNone/>
              <a:defRPr sz="1040"/>
            </a:lvl7pPr>
            <a:lvl8pPr lvl="7" algn="ctr">
              <a:lnSpc>
                <a:spcPct val="90000"/>
              </a:lnSpc>
              <a:spcBef>
                <a:spcPts val="433"/>
              </a:spcBef>
              <a:spcAft>
                <a:spcPts val="0"/>
              </a:spcAft>
              <a:buClr>
                <a:schemeClr val="dk1"/>
              </a:buClr>
              <a:buSzPts val="1200"/>
              <a:buNone/>
              <a:defRPr sz="1040"/>
            </a:lvl8pPr>
            <a:lvl9pPr lvl="8" algn="ctr">
              <a:lnSpc>
                <a:spcPct val="90000"/>
              </a:lnSpc>
              <a:spcBef>
                <a:spcPts val="433"/>
              </a:spcBef>
              <a:spcAft>
                <a:spcPts val="0"/>
              </a:spcAft>
              <a:buClr>
                <a:schemeClr val="dk1"/>
              </a:buClr>
              <a:buSzPts val="1200"/>
              <a:buNone/>
              <a:defRPr sz="1040"/>
            </a:lvl9pPr>
          </a:lstStyle>
          <a:p>
            <a:endParaRPr/>
          </a:p>
        </p:txBody>
      </p:sp>
      <p:sp>
        <p:nvSpPr>
          <p:cNvPr id="17" name="Google Shape;17;p6"/>
          <p:cNvSpPr txBox="1">
            <a:spLocks noGrp="1"/>
          </p:cNvSpPr>
          <p:nvPr>
            <p:ph type="body" idx="2"/>
          </p:nvPr>
        </p:nvSpPr>
        <p:spPr>
          <a:xfrm>
            <a:off x="5994854" y="5577843"/>
            <a:ext cx="7755398" cy="1281006"/>
          </a:xfrm>
          <a:prstGeom prst="rect">
            <a:avLst/>
          </a:prstGeom>
          <a:noFill/>
          <a:ln>
            <a:noFill/>
          </a:ln>
        </p:spPr>
        <p:txBody>
          <a:bodyPr spcFirstLastPara="1" lIns="91425" tIns="45700" rIns="91425" bIns="45700">
            <a:normAutofit/>
          </a:bodyPr>
          <a:lstStyle>
            <a:lvl1pPr marL="396118" lvl="0" indent="-198059" algn="r">
              <a:lnSpc>
                <a:spcPct val="90000"/>
              </a:lnSpc>
              <a:spcBef>
                <a:spcPts val="0"/>
              </a:spcBef>
              <a:spcAft>
                <a:spcPts val="0"/>
              </a:spcAft>
              <a:buClr>
                <a:srgbClr val="1C1573"/>
              </a:buClr>
              <a:buSzPts val="1700"/>
              <a:buNone/>
              <a:defRPr sz="1473">
                <a:solidFill>
                  <a:srgbClr val="1C1573"/>
                </a:solidFill>
                <a:latin typeface="Helvetica Neue"/>
                <a:ea typeface="Helvetica Neue"/>
                <a:cs typeface="Helvetica Neue"/>
                <a:sym typeface="Helvetica Neue"/>
              </a:defRPr>
            </a:lvl1pPr>
            <a:lvl2pPr marL="792236" lvl="1" indent="-297089" algn="l">
              <a:lnSpc>
                <a:spcPct val="90000"/>
              </a:lnSpc>
              <a:spcBef>
                <a:spcPts val="433"/>
              </a:spcBef>
              <a:spcAft>
                <a:spcPts val="0"/>
              </a:spcAft>
              <a:buClr>
                <a:schemeClr val="dk1"/>
              </a:buClr>
              <a:buSzPts val="1800"/>
              <a:buChar char="•"/>
              <a:defRPr/>
            </a:lvl2pPr>
            <a:lvl3pPr marL="1188354" lvl="2" indent="-297089" algn="l">
              <a:lnSpc>
                <a:spcPct val="90000"/>
              </a:lnSpc>
              <a:spcBef>
                <a:spcPts val="433"/>
              </a:spcBef>
              <a:spcAft>
                <a:spcPts val="0"/>
              </a:spcAft>
              <a:buClr>
                <a:schemeClr val="dk1"/>
              </a:buClr>
              <a:buSzPts val="1800"/>
              <a:buChar char="•"/>
              <a:defRPr/>
            </a:lvl3pPr>
            <a:lvl4pPr marL="1584472" lvl="3" indent="-297089" algn="l">
              <a:lnSpc>
                <a:spcPct val="90000"/>
              </a:lnSpc>
              <a:spcBef>
                <a:spcPts val="433"/>
              </a:spcBef>
              <a:spcAft>
                <a:spcPts val="0"/>
              </a:spcAft>
              <a:buClr>
                <a:schemeClr val="dk1"/>
              </a:buClr>
              <a:buSzPts val="1800"/>
              <a:buChar char="•"/>
              <a:defRPr/>
            </a:lvl4pPr>
            <a:lvl5pPr marL="1980590" lvl="4" indent="-297089" algn="l">
              <a:lnSpc>
                <a:spcPct val="90000"/>
              </a:lnSpc>
              <a:spcBef>
                <a:spcPts val="433"/>
              </a:spcBef>
              <a:spcAft>
                <a:spcPts val="0"/>
              </a:spcAft>
              <a:buClr>
                <a:schemeClr val="dk1"/>
              </a:buClr>
              <a:buSzPts val="1800"/>
              <a:buChar char="•"/>
              <a:defRPr/>
            </a:lvl5pPr>
            <a:lvl6pPr marL="2376708" lvl="5" indent="-297089" algn="l">
              <a:lnSpc>
                <a:spcPct val="90000"/>
              </a:lnSpc>
              <a:spcBef>
                <a:spcPts val="433"/>
              </a:spcBef>
              <a:spcAft>
                <a:spcPts val="0"/>
              </a:spcAft>
              <a:buClr>
                <a:schemeClr val="dk1"/>
              </a:buClr>
              <a:buSzPts val="1800"/>
              <a:buChar char="•"/>
              <a:defRPr/>
            </a:lvl6pPr>
            <a:lvl7pPr marL="2772827" lvl="6" indent="-297089" algn="l">
              <a:lnSpc>
                <a:spcPct val="90000"/>
              </a:lnSpc>
              <a:spcBef>
                <a:spcPts val="433"/>
              </a:spcBef>
              <a:spcAft>
                <a:spcPts val="0"/>
              </a:spcAft>
              <a:buClr>
                <a:schemeClr val="dk1"/>
              </a:buClr>
              <a:buSzPts val="1800"/>
              <a:buChar char="•"/>
              <a:defRPr/>
            </a:lvl7pPr>
            <a:lvl8pPr marL="3168945" lvl="7" indent="-297089" algn="l">
              <a:lnSpc>
                <a:spcPct val="90000"/>
              </a:lnSpc>
              <a:spcBef>
                <a:spcPts val="433"/>
              </a:spcBef>
              <a:spcAft>
                <a:spcPts val="0"/>
              </a:spcAft>
              <a:buClr>
                <a:schemeClr val="dk1"/>
              </a:buClr>
              <a:buSzPts val="1800"/>
              <a:buChar char="•"/>
              <a:defRPr/>
            </a:lvl8pPr>
            <a:lvl9pPr marL="3565063" lvl="8" indent="-297089" algn="l">
              <a:lnSpc>
                <a:spcPct val="90000"/>
              </a:lnSpc>
              <a:spcBef>
                <a:spcPts val="433"/>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03785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2558501" y="7568918"/>
            <a:ext cx="1525799" cy="302183"/>
          </a:xfrm>
          <a:prstGeom prst="rect">
            <a:avLst/>
          </a:prstGeom>
          <a:noFill/>
          <a:ln>
            <a:noFill/>
          </a:ln>
        </p:spPr>
        <p:txBody>
          <a:bodyPr spcFirstLastPara="1" wrap="square" lIns="105615" tIns="52793" rIns="105615" bIns="52793" anchor="t" anchorCtr="0">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1271"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1271"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3210537" y="7568920"/>
            <a:ext cx="10873763" cy="56868"/>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10211119" y="0"/>
            <a:ext cx="3379254" cy="799818"/>
          </a:xfrm>
          <a:prstGeom prst="rect">
            <a:avLst/>
          </a:prstGeom>
          <a:noFill/>
          <a:ln>
            <a:noFill/>
          </a:ln>
        </p:spPr>
      </p:pic>
      <p:grpSp>
        <p:nvGrpSpPr>
          <p:cNvPr id="63" name="Google Shape;63;p110"/>
          <p:cNvGrpSpPr/>
          <p:nvPr/>
        </p:nvGrpSpPr>
        <p:grpSpPr>
          <a:xfrm>
            <a:off x="3286337" y="7572587"/>
            <a:ext cx="10797963" cy="53199"/>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496907"/>
            <a:ext cx="10797963" cy="53199"/>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1005736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25172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441226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531945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467023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3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330179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4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766870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1793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30862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732485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5488176" y="2569558"/>
            <a:ext cx="3107951" cy="3153909"/>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7877908"/>
            <a:ext cx="14084300" cy="46892"/>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013915" y="2868223"/>
            <a:ext cx="10221821" cy="2461987"/>
          </a:xfrm>
          <a:prstGeom prst="rect">
            <a:avLst/>
          </a:prstGeom>
        </p:spPr>
      </p:pic>
      <p:sp>
        <p:nvSpPr>
          <p:cNvPr id="7" name="Title 1"/>
          <p:cNvSpPr txBox="1">
            <a:spLocks/>
          </p:cNvSpPr>
          <p:nvPr userDrawn="1"/>
        </p:nvSpPr>
        <p:spPr>
          <a:xfrm>
            <a:off x="2115773" y="2975698"/>
            <a:ext cx="10012177" cy="2238170"/>
          </a:xfrm>
          <a:prstGeom prst="rect">
            <a:avLst/>
          </a:prstGeom>
        </p:spPr>
        <p:txBody>
          <a:bodyPr vert="horz" lIns="105632" tIns="52816" rIns="105632" bIns="52816"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792236" rtl="0" eaLnBrk="1" fontAlgn="auto" latinLnBrk="0" hangingPunct="1">
              <a:lnSpc>
                <a:spcPct val="90000"/>
              </a:lnSpc>
              <a:spcBef>
                <a:spcPct val="0"/>
              </a:spcBef>
              <a:spcAft>
                <a:spcPts val="0"/>
              </a:spcAft>
              <a:buClrTx/>
              <a:buSzTx/>
              <a:buFontTx/>
              <a:buNone/>
              <a:tabLst/>
              <a:defRPr/>
            </a:pPr>
            <a:r>
              <a:rPr kumimoji="0" lang="en-US" sz="4159"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72227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5488176" y="2569558"/>
            <a:ext cx="3107951" cy="3153909"/>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7877908"/>
            <a:ext cx="14084300" cy="46892"/>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5546"/>
            <a:ext cx="12323763" cy="883265"/>
          </a:xfrm>
          <a:prstGeom prst="rect">
            <a:avLst/>
          </a:prstGeom>
        </p:spPr>
      </p:pic>
      <p:sp>
        <p:nvSpPr>
          <p:cNvPr id="2" name="Title 1"/>
          <p:cNvSpPr>
            <a:spLocks noGrp="1"/>
          </p:cNvSpPr>
          <p:nvPr>
            <p:ph type="title"/>
          </p:nvPr>
        </p:nvSpPr>
        <p:spPr>
          <a:xfrm>
            <a:off x="968296" y="185546"/>
            <a:ext cx="10768621" cy="883265"/>
          </a:xfrm>
        </p:spPr>
        <p:txBody>
          <a:bodyPr>
            <a:normAutofit/>
          </a:bodyPr>
          <a:lstStyle>
            <a:lvl1pPr>
              <a:defRPr sz="3697"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990867" y="1849122"/>
            <a:ext cx="11736917" cy="3153411"/>
          </a:xfrm>
        </p:spPr>
        <p:txBody>
          <a:bodyPr/>
          <a:lstStyle>
            <a:lvl1pPr>
              <a:defRPr sz="2079">
                <a:latin typeface="Helvetica" panose="020B0604020202030204" pitchFamily="34" charset="0"/>
              </a:defRPr>
            </a:lvl1pPr>
            <a:lvl2pPr>
              <a:defRPr sz="1848">
                <a:latin typeface="Helvetica" panose="020B0604020202030204" pitchFamily="34" charset="0"/>
              </a:defRPr>
            </a:lvl2pPr>
            <a:lvl3pPr>
              <a:defRPr sz="1617">
                <a:latin typeface="Helvetica" panose="020B0604020202030204" pitchFamily="34" charset="0"/>
              </a:defRPr>
            </a:lvl3pPr>
            <a:lvl4pPr>
              <a:defRPr sz="1386">
                <a:latin typeface="Helvetica" panose="020B0604020202030204" pitchFamily="34" charset="0"/>
              </a:defRPr>
            </a:lvl4pPr>
            <a:lvl5pPr>
              <a:defRPr sz="1386">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80349" y="1320802"/>
            <a:ext cx="12934817" cy="456776"/>
          </a:xfrm>
        </p:spPr>
        <p:txBody>
          <a:bodyPr>
            <a:normAutofit/>
          </a:bodyPr>
          <a:lstStyle>
            <a:lvl1pPr marL="0" indent="0">
              <a:buNone/>
              <a:defRPr sz="231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226839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5488176" y="2569558"/>
            <a:ext cx="3107951" cy="3153909"/>
          </a:xfrm>
          <a:prstGeom prst="rect">
            <a:avLst/>
          </a:prstGeom>
        </p:spPr>
      </p:pic>
      <p:sp>
        <p:nvSpPr>
          <p:cNvPr id="2" name="Title 1"/>
          <p:cNvSpPr>
            <a:spLocks noGrp="1"/>
          </p:cNvSpPr>
          <p:nvPr>
            <p:ph type="title"/>
          </p:nvPr>
        </p:nvSpPr>
        <p:spPr>
          <a:xfrm>
            <a:off x="960960" y="1975698"/>
            <a:ext cx="12147709" cy="3296496"/>
          </a:xfrm>
        </p:spPr>
        <p:txBody>
          <a:bodyPr anchor="b">
            <a:normAutofit/>
          </a:bodyPr>
          <a:lstStyle>
            <a:lvl1pPr algn="r">
              <a:defRPr sz="6238"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960960" y="5303380"/>
            <a:ext cx="12147709" cy="1733549"/>
          </a:xfrm>
        </p:spPr>
        <p:txBody>
          <a:bodyPr/>
          <a:lstStyle>
            <a:lvl1pPr marL="0" indent="0" algn="r">
              <a:buNone/>
              <a:defRPr sz="2772" b="0" i="0">
                <a:solidFill>
                  <a:schemeClr val="tx1">
                    <a:tint val="75000"/>
                  </a:schemeClr>
                </a:solidFill>
                <a:latin typeface="Helvetica Light"/>
                <a:cs typeface="Helvetica Light"/>
              </a:defRPr>
            </a:lvl1pPr>
            <a:lvl2pPr marL="528157" indent="0">
              <a:buNone/>
              <a:defRPr sz="2310">
                <a:solidFill>
                  <a:schemeClr val="tx1">
                    <a:tint val="75000"/>
                  </a:schemeClr>
                </a:solidFill>
              </a:defRPr>
            </a:lvl2pPr>
            <a:lvl3pPr marL="1056315" indent="0">
              <a:buNone/>
              <a:defRPr sz="2079">
                <a:solidFill>
                  <a:schemeClr val="tx1">
                    <a:tint val="75000"/>
                  </a:schemeClr>
                </a:solidFill>
              </a:defRPr>
            </a:lvl3pPr>
            <a:lvl4pPr marL="1584472" indent="0">
              <a:buNone/>
              <a:defRPr sz="1848">
                <a:solidFill>
                  <a:schemeClr val="tx1">
                    <a:tint val="75000"/>
                  </a:schemeClr>
                </a:solidFill>
              </a:defRPr>
            </a:lvl4pPr>
            <a:lvl5pPr marL="2112630" indent="0">
              <a:buNone/>
              <a:defRPr sz="1848">
                <a:solidFill>
                  <a:schemeClr val="tx1">
                    <a:tint val="75000"/>
                  </a:schemeClr>
                </a:solidFill>
              </a:defRPr>
            </a:lvl5pPr>
            <a:lvl6pPr marL="2640787" indent="0">
              <a:buNone/>
              <a:defRPr sz="1848">
                <a:solidFill>
                  <a:schemeClr val="tx1">
                    <a:tint val="75000"/>
                  </a:schemeClr>
                </a:solidFill>
              </a:defRPr>
            </a:lvl6pPr>
            <a:lvl7pPr marL="3168945" indent="0">
              <a:buNone/>
              <a:defRPr sz="1848">
                <a:solidFill>
                  <a:schemeClr val="tx1">
                    <a:tint val="75000"/>
                  </a:schemeClr>
                </a:solidFill>
              </a:defRPr>
            </a:lvl7pPr>
            <a:lvl8pPr marL="3697102" indent="0">
              <a:buNone/>
              <a:defRPr sz="1848">
                <a:solidFill>
                  <a:schemeClr val="tx1">
                    <a:tint val="75000"/>
                  </a:schemeClr>
                </a:solidFill>
              </a:defRPr>
            </a:lvl8pPr>
            <a:lvl9pPr marL="4225260" indent="0">
              <a:buNone/>
              <a:defRPr sz="1848">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7877908"/>
            <a:ext cx="14084300" cy="46892"/>
          </a:xfrm>
          <a:prstGeom prst="rect">
            <a:avLst/>
          </a:prstGeom>
        </p:spPr>
      </p:pic>
    </p:spTree>
    <p:extLst>
      <p:ext uri="{BB962C8B-B14F-4D97-AF65-F5344CB8AC3E}">
        <p14:creationId xmlns:p14="http://schemas.microsoft.com/office/powerpoint/2010/main" val="26358957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4084300" cy="792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947497"/>
            <a:ext cx="14084300" cy="29773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4440467" y="7829409"/>
            <a:ext cx="4460028" cy="88053"/>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9561" y="7829409"/>
            <a:ext cx="4460028" cy="88053"/>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8900496" y="7829409"/>
            <a:ext cx="4460028" cy="88053"/>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10563225" y="880534"/>
            <a:ext cx="3403706" cy="607859"/>
          </a:xfrm>
          <a:prstGeom prst="rect">
            <a:avLst/>
          </a:prstGeom>
          <a:noFill/>
        </p:spPr>
        <p:txBody>
          <a:bodyPr>
            <a:sp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r>
              <a:rPr kumimoji="0" lang="en-US" sz="3350" b="1" i="0" u="none" strike="noStrike" kern="1200" cap="none" spc="-173" normalizeH="0" baseline="0" noProof="0" dirty="0">
                <a:ln>
                  <a:noFill/>
                </a:ln>
                <a:solidFill>
                  <a:prstClr val="white"/>
                </a:solidFill>
                <a:effectLst/>
                <a:uLnTx/>
                <a:uFillTx/>
                <a:latin typeface="Arial"/>
                <a:ea typeface="+mn-ea"/>
                <a:cs typeface="Arial"/>
              </a:rPr>
              <a:t>BITS</a:t>
            </a:r>
            <a:r>
              <a:rPr kumimoji="0" lang="en-US" sz="3350" b="0" i="0" u="none" strike="noStrike" kern="1200" cap="none" spc="-17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10915333" y="1353821"/>
            <a:ext cx="2934229" cy="305596"/>
          </a:xfrm>
          <a:prstGeom prst="rect">
            <a:avLst/>
          </a:prstGeom>
          <a:noFill/>
        </p:spPr>
        <p:txBody>
          <a:bodyPr>
            <a:spAutoFit/>
          </a:bodyPr>
          <a:lstStyle/>
          <a:p>
            <a:pPr marL="0" marR="0" lvl="0" indent="0" algn="l" defTabSz="1056315" rtl="0" eaLnBrk="1" fontAlgn="auto" latinLnBrk="0" hangingPunct="1">
              <a:lnSpc>
                <a:spcPct val="100000"/>
              </a:lnSpc>
              <a:spcBef>
                <a:spcPts val="0"/>
              </a:spcBef>
              <a:spcAft>
                <a:spcPts val="0"/>
              </a:spcAft>
              <a:buClrTx/>
              <a:buSzTx/>
              <a:buFontTx/>
              <a:buNone/>
              <a:tabLst/>
              <a:defRPr/>
            </a:pPr>
            <a:r>
              <a:rPr kumimoji="0" lang="en-US" sz="1386"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469476" y="5371253"/>
            <a:ext cx="13027978" cy="1849120"/>
          </a:xfrm>
        </p:spPr>
        <p:txBody>
          <a:bodyPr>
            <a:noAutofit/>
          </a:bodyPr>
          <a:lstStyle>
            <a:lvl1pPr marL="0" indent="0">
              <a:lnSpc>
                <a:spcPts val="4852"/>
              </a:lnSpc>
              <a:spcBef>
                <a:spcPts val="0"/>
              </a:spcBef>
              <a:buNone/>
              <a:defRPr sz="4621" b="1" spc="-17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646910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4084300" cy="792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0563225" cy="792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887" y="2947953"/>
            <a:ext cx="11181859" cy="207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17313"/>
            <a:ext cx="12411789" cy="931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6785" y="1036462"/>
            <a:ext cx="3577314" cy="12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29503" y="5547360"/>
            <a:ext cx="5919808" cy="23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5281615" y="2946402"/>
            <a:ext cx="8468637" cy="1849727"/>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772"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6825469" y="5145264"/>
            <a:ext cx="6924781" cy="396733"/>
          </a:xfrm>
          <a:prstGeom prst="rect">
            <a:avLst/>
          </a:prstGeom>
          <a:noFill/>
          <a:ln>
            <a:noFill/>
          </a:ln>
        </p:spPr>
        <p:txBody>
          <a:bodyPr spcFirstLastPara="1" lIns="91425" tIns="45700" rIns="91425" bIns="45700" anchor="ctr">
            <a:normAutofit/>
          </a:bodyPr>
          <a:lstStyle>
            <a:lvl1pPr lvl="0" algn="r">
              <a:lnSpc>
                <a:spcPct val="90000"/>
              </a:lnSpc>
              <a:spcBef>
                <a:spcPts val="866"/>
              </a:spcBef>
              <a:spcAft>
                <a:spcPts val="0"/>
              </a:spcAft>
              <a:buClr>
                <a:srgbClr val="1C1573"/>
              </a:buClr>
              <a:buSzPts val="1700"/>
              <a:buNone/>
              <a:defRPr sz="1473" b="1">
                <a:solidFill>
                  <a:srgbClr val="1C1573"/>
                </a:solidFill>
                <a:latin typeface="Helvetica Neue"/>
                <a:ea typeface="Helvetica Neue"/>
                <a:cs typeface="Helvetica Neue"/>
                <a:sym typeface="Helvetica Neue"/>
              </a:defRPr>
            </a:lvl1pPr>
            <a:lvl2pPr lvl="1" algn="ctr">
              <a:lnSpc>
                <a:spcPct val="90000"/>
              </a:lnSpc>
              <a:spcBef>
                <a:spcPts val="433"/>
              </a:spcBef>
              <a:spcAft>
                <a:spcPts val="0"/>
              </a:spcAft>
              <a:buClr>
                <a:schemeClr val="dk1"/>
              </a:buClr>
              <a:buSzPts val="1500"/>
              <a:buNone/>
              <a:defRPr sz="1300"/>
            </a:lvl2pPr>
            <a:lvl3pPr lvl="2" algn="ctr">
              <a:lnSpc>
                <a:spcPct val="90000"/>
              </a:lnSpc>
              <a:spcBef>
                <a:spcPts val="433"/>
              </a:spcBef>
              <a:spcAft>
                <a:spcPts val="0"/>
              </a:spcAft>
              <a:buClr>
                <a:schemeClr val="dk1"/>
              </a:buClr>
              <a:buSzPts val="1350"/>
              <a:buNone/>
              <a:defRPr sz="1170"/>
            </a:lvl3pPr>
            <a:lvl4pPr lvl="3" algn="ctr">
              <a:lnSpc>
                <a:spcPct val="90000"/>
              </a:lnSpc>
              <a:spcBef>
                <a:spcPts val="433"/>
              </a:spcBef>
              <a:spcAft>
                <a:spcPts val="0"/>
              </a:spcAft>
              <a:buClr>
                <a:schemeClr val="dk1"/>
              </a:buClr>
              <a:buSzPts val="1200"/>
              <a:buNone/>
              <a:defRPr sz="1040"/>
            </a:lvl4pPr>
            <a:lvl5pPr lvl="4" algn="ctr">
              <a:lnSpc>
                <a:spcPct val="90000"/>
              </a:lnSpc>
              <a:spcBef>
                <a:spcPts val="433"/>
              </a:spcBef>
              <a:spcAft>
                <a:spcPts val="0"/>
              </a:spcAft>
              <a:buClr>
                <a:schemeClr val="dk1"/>
              </a:buClr>
              <a:buSzPts val="1200"/>
              <a:buNone/>
              <a:defRPr sz="1040"/>
            </a:lvl5pPr>
            <a:lvl6pPr lvl="5" algn="ctr">
              <a:lnSpc>
                <a:spcPct val="90000"/>
              </a:lnSpc>
              <a:spcBef>
                <a:spcPts val="433"/>
              </a:spcBef>
              <a:spcAft>
                <a:spcPts val="0"/>
              </a:spcAft>
              <a:buClr>
                <a:schemeClr val="dk1"/>
              </a:buClr>
              <a:buSzPts val="1200"/>
              <a:buNone/>
              <a:defRPr sz="1040"/>
            </a:lvl6pPr>
            <a:lvl7pPr lvl="6" algn="ctr">
              <a:lnSpc>
                <a:spcPct val="90000"/>
              </a:lnSpc>
              <a:spcBef>
                <a:spcPts val="433"/>
              </a:spcBef>
              <a:spcAft>
                <a:spcPts val="0"/>
              </a:spcAft>
              <a:buClr>
                <a:schemeClr val="dk1"/>
              </a:buClr>
              <a:buSzPts val="1200"/>
              <a:buNone/>
              <a:defRPr sz="1040"/>
            </a:lvl7pPr>
            <a:lvl8pPr lvl="7" algn="ctr">
              <a:lnSpc>
                <a:spcPct val="90000"/>
              </a:lnSpc>
              <a:spcBef>
                <a:spcPts val="433"/>
              </a:spcBef>
              <a:spcAft>
                <a:spcPts val="0"/>
              </a:spcAft>
              <a:buClr>
                <a:schemeClr val="dk1"/>
              </a:buClr>
              <a:buSzPts val="1200"/>
              <a:buNone/>
              <a:defRPr sz="1040"/>
            </a:lvl8pPr>
            <a:lvl9pPr lvl="8" algn="ctr">
              <a:lnSpc>
                <a:spcPct val="90000"/>
              </a:lnSpc>
              <a:spcBef>
                <a:spcPts val="433"/>
              </a:spcBef>
              <a:spcAft>
                <a:spcPts val="0"/>
              </a:spcAft>
              <a:buClr>
                <a:schemeClr val="dk1"/>
              </a:buClr>
              <a:buSzPts val="1200"/>
              <a:buNone/>
              <a:defRPr sz="1040"/>
            </a:lvl9pPr>
          </a:lstStyle>
          <a:p>
            <a:endParaRPr/>
          </a:p>
        </p:txBody>
      </p:sp>
      <p:sp>
        <p:nvSpPr>
          <p:cNvPr id="17" name="Google Shape;17;p6"/>
          <p:cNvSpPr txBox="1">
            <a:spLocks noGrp="1"/>
          </p:cNvSpPr>
          <p:nvPr>
            <p:ph type="body" idx="2"/>
          </p:nvPr>
        </p:nvSpPr>
        <p:spPr>
          <a:xfrm>
            <a:off x="5994854" y="5577843"/>
            <a:ext cx="7755398" cy="1281006"/>
          </a:xfrm>
          <a:prstGeom prst="rect">
            <a:avLst/>
          </a:prstGeom>
          <a:noFill/>
          <a:ln>
            <a:noFill/>
          </a:ln>
        </p:spPr>
        <p:txBody>
          <a:bodyPr spcFirstLastPara="1" lIns="91425" tIns="45700" rIns="91425" bIns="45700">
            <a:normAutofit/>
          </a:bodyPr>
          <a:lstStyle>
            <a:lvl1pPr marL="396118" lvl="0" indent="-198059" algn="r">
              <a:lnSpc>
                <a:spcPct val="90000"/>
              </a:lnSpc>
              <a:spcBef>
                <a:spcPts val="0"/>
              </a:spcBef>
              <a:spcAft>
                <a:spcPts val="0"/>
              </a:spcAft>
              <a:buClr>
                <a:srgbClr val="1C1573"/>
              </a:buClr>
              <a:buSzPts val="1700"/>
              <a:buNone/>
              <a:defRPr sz="1473">
                <a:solidFill>
                  <a:srgbClr val="1C1573"/>
                </a:solidFill>
                <a:latin typeface="Helvetica Neue"/>
                <a:ea typeface="Helvetica Neue"/>
                <a:cs typeface="Helvetica Neue"/>
                <a:sym typeface="Helvetica Neue"/>
              </a:defRPr>
            </a:lvl1pPr>
            <a:lvl2pPr marL="792236" lvl="1" indent="-297089" algn="l">
              <a:lnSpc>
                <a:spcPct val="90000"/>
              </a:lnSpc>
              <a:spcBef>
                <a:spcPts val="433"/>
              </a:spcBef>
              <a:spcAft>
                <a:spcPts val="0"/>
              </a:spcAft>
              <a:buClr>
                <a:schemeClr val="dk1"/>
              </a:buClr>
              <a:buSzPts val="1800"/>
              <a:buChar char="•"/>
              <a:defRPr/>
            </a:lvl2pPr>
            <a:lvl3pPr marL="1188354" lvl="2" indent="-297089" algn="l">
              <a:lnSpc>
                <a:spcPct val="90000"/>
              </a:lnSpc>
              <a:spcBef>
                <a:spcPts val="433"/>
              </a:spcBef>
              <a:spcAft>
                <a:spcPts val="0"/>
              </a:spcAft>
              <a:buClr>
                <a:schemeClr val="dk1"/>
              </a:buClr>
              <a:buSzPts val="1800"/>
              <a:buChar char="•"/>
              <a:defRPr/>
            </a:lvl3pPr>
            <a:lvl4pPr marL="1584472" lvl="3" indent="-297089" algn="l">
              <a:lnSpc>
                <a:spcPct val="90000"/>
              </a:lnSpc>
              <a:spcBef>
                <a:spcPts val="433"/>
              </a:spcBef>
              <a:spcAft>
                <a:spcPts val="0"/>
              </a:spcAft>
              <a:buClr>
                <a:schemeClr val="dk1"/>
              </a:buClr>
              <a:buSzPts val="1800"/>
              <a:buChar char="•"/>
              <a:defRPr/>
            </a:lvl4pPr>
            <a:lvl5pPr marL="1980590" lvl="4" indent="-297089" algn="l">
              <a:lnSpc>
                <a:spcPct val="90000"/>
              </a:lnSpc>
              <a:spcBef>
                <a:spcPts val="433"/>
              </a:spcBef>
              <a:spcAft>
                <a:spcPts val="0"/>
              </a:spcAft>
              <a:buClr>
                <a:schemeClr val="dk1"/>
              </a:buClr>
              <a:buSzPts val="1800"/>
              <a:buChar char="•"/>
              <a:defRPr/>
            </a:lvl5pPr>
            <a:lvl6pPr marL="2376708" lvl="5" indent="-297089" algn="l">
              <a:lnSpc>
                <a:spcPct val="90000"/>
              </a:lnSpc>
              <a:spcBef>
                <a:spcPts val="433"/>
              </a:spcBef>
              <a:spcAft>
                <a:spcPts val="0"/>
              </a:spcAft>
              <a:buClr>
                <a:schemeClr val="dk1"/>
              </a:buClr>
              <a:buSzPts val="1800"/>
              <a:buChar char="•"/>
              <a:defRPr/>
            </a:lvl6pPr>
            <a:lvl7pPr marL="2772827" lvl="6" indent="-297089" algn="l">
              <a:lnSpc>
                <a:spcPct val="90000"/>
              </a:lnSpc>
              <a:spcBef>
                <a:spcPts val="433"/>
              </a:spcBef>
              <a:spcAft>
                <a:spcPts val="0"/>
              </a:spcAft>
              <a:buClr>
                <a:schemeClr val="dk1"/>
              </a:buClr>
              <a:buSzPts val="1800"/>
              <a:buChar char="•"/>
              <a:defRPr/>
            </a:lvl7pPr>
            <a:lvl8pPr marL="3168945" lvl="7" indent="-297089" algn="l">
              <a:lnSpc>
                <a:spcPct val="90000"/>
              </a:lnSpc>
              <a:spcBef>
                <a:spcPts val="433"/>
              </a:spcBef>
              <a:spcAft>
                <a:spcPts val="0"/>
              </a:spcAft>
              <a:buClr>
                <a:schemeClr val="dk1"/>
              </a:buClr>
              <a:buSzPts val="1800"/>
              <a:buChar char="•"/>
              <a:defRPr/>
            </a:lvl8pPr>
            <a:lvl9pPr marL="3565063" lvl="8" indent="-297089" algn="l">
              <a:lnSpc>
                <a:spcPct val="90000"/>
              </a:lnSpc>
              <a:spcBef>
                <a:spcPts val="433"/>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9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_one">
  <p:cSld name="9_Blank_one">
    <p:spTree>
      <p:nvGrpSpPr>
        <p:cNvPr id="1" name="Shape 56"/>
        <p:cNvGrpSpPr/>
        <p:nvPr/>
      </p:nvGrpSpPr>
      <p:grpSpPr>
        <a:xfrm>
          <a:off x="0" y="0"/>
          <a:ext cx="0" cy="0"/>
          <a:chOff x="0" y="0"/>
          <a:chExt cx="0" cy="0"/>
        </a:xfrm>
      </p:grpSpPr>
      <p:sp>
        <p:nvSpPr>
          <p:cNvPr id="57" name="Google Shape;57;p110"/>
          <p:cNvSpPr txBox="1"/>
          <p:nvPr/>
        </p:nvSpPr>
        <p:spPr>
          <a:xfrm>
            <a:off x="12558501" y="7568918"/>
            <a:ext cx="1525799" cy="302183"/>
          </a:xfrm>
          <a:prstGeom prst="rect">
            <a:avLst/>
          </a:prstGeom>
          <a:noFill/>
          <a:ln>
            <a:noFill/>
          </a:ln>
        </p:spPr>
        <p:txBody>
          <a:bodyPr spcFirstLastPara="1" wrap="square" lIns="105615" tIns="52793" rIns="105615" bIns="52793" anchor="t" anchorCtr="0">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1271"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1271"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3210537" y="7568920"/>
            <a:ext cx="10873763" cy="56868"/>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10211119" y="0"/>
            <a:ext cx="3379254" cy="799818"/>
          </a:xfrm>
          <a:prstGeom prst="rect">
            <a:avLst/>
          </a:prstGeom>
          <a:noFill/>
          <a:ln>
            <a:noFill/>
          </a:ln>
        </p:spPr>
      </p:pic>
      <p:grpSp>
        <p:nvGrpSpPr>
          <p:cNvPr id="63" name="Google Shape;63;p110"/>
          <p:cNvGrpSpPr/>
          <p:nvPr/>
        </p:nvGrpSpPr>
        <p:grpSpPr>
          <a:xfrm>
            <a:off x="3286337" y="7572587"/>
            <a:ext cx="10797963" cy="53199"/>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496907"/>
            <a:ext cx="10797963" cy="53199"/>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sz="1848"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12256326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52488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313649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8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1615652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0135909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6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7503157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5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2"/>
            <a:ext cx="10873765" cy="56868"/>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10211119" y="0"/>
            <a:ext cx="3379254" cy="79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10797963" cy="5319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10797963" cy="5319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x-none" altLang="x-none" sz="1848"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3249028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944844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389083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4" name="TextBox 3"/>
          <p:cNvSpPr txBox="1"/>
          <p:nvPr/>
        </p:nvSpPr>
        <p:spPr>
          <a:xfrm>
            <a:off x="5046874" y="7622119"/>
            <a:ext cx="9037426" cy="287899"/>
          </a:xfrm>
          <a:prstGeom prst="rect">
            <a:avLst/>
          </a:prstGeom>
          <a:noFill/>
        </p:spPr>
        <p:txBody>
          <a:bodyPr>
            <a:spAutoFit/>
          </a:bodyPr>
          <a:lstStyle/>
          <a:p>
            <a:pPr marL="0" marR="0" lvl="0" indent="0" algn="r" defTabSz="1056315" rtl="0" eaLnBrk="1" fontAlgn="auto" latinLnBrk="0" hangingPunct="1">
              <a:lnSpc>
                <a:spcPct val="100000"/>
              </a:lnSpc>
              <a:spcBef>
                <a:spcPts val="0"/>
              </a:spcBef>
              <a:spcAft>
                <a:spcPts val="0"/>
              </a:spcAft>
              <a:buClrTx/>
              <a:buSzTx/>
              <a:buFontTx/>
              <a:buNone/>
              <a:tabLst/>
              <a:defRPr/>
            </a:pPr>
            <a:r>
              <a:rPr kumimoji="0" lang="en-US" sz="1271" b="1" i="0" u="none" strike="noStrike" kern="1200" cap="none" spc="0" normalizeH="0" baseline="0" noProof="0" dirty="0">
                <a:ln>
                  <a:noFill/>
                </a:ln>
                <a:solidFill>
                  <a:srgbClr val="101141"/>
                </a:solidFill>
                <a:effectLst/>
                <a:uLnTx/>
                <a:uFillTx/>
                <a:latin typeface="Arial"/>
                <a:ea typeface="+mn-ea"/>
                <a:cs typeface="Arial"/>
              </a:rPr>
              <a:t>BITS </a:t>
            </a:r>
            <a:r>
              <a:rPr kumimoji="0" lang="en-US" sz="1271"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3210537" y="7568920"/>
            <a:ext cx="10873763" cy="56868"/>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10211119" y="0"/>
            <a:ext cx="3379254" cy="799818"/>
          </a:xfrm>
          <a:prstGeom prst="rect">
            <a:avLst/>
          </a:prstGeom>
          <a:noFill/>
          <a:ln w="9525">
            <a:noFill/>
            <a:miter lim="800000"/>
            <a:headEnd/>
            <a:tailEnd/>
          </a:ln>
        </p:spPr>
      </p:pic>
      <p:grpSp>
        <p:nvGrpSpPr>
          <p:cNvPr id="10" name="Group 18"/>
          <p:cNvGrpSpPr>
            <a:grpSpLocks/>
          </p:cNvGrpSpPr>
          <p:nvPr/>
        </p:nvGrpSpPr>
        <p:grpSpPr bwMode="auto">
          <a:xfrm>
            <a:off x="3286337" y="7572587"/>
            <a:ext cx="10797963" cy="5319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496907"/>
            <a:ext cx="10797963" cy="5319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1056315" rtl="0" eaLnBrk="1" fontAlgn="auto" latinLnBrk="0" hangingPunct="1">
                <a:lnSpc>
                  <a:spcPct val="100000"/>
                </a:lnSpc>
                <a:spcBef>
                  <a:spcPts val="0"/>
                </a:spcBef>
                <a:spcAft>
                  <a:spcPts val="0"/>
                </a:spcAft>
                <a:buClrTx/>
                <a:buSzTx/>
                <a:buFontTx/>
                <a:buNone/>
                <a:tabLst/>
                <a:defRPr/>
              </a:pPr>
              <a:endParaRPr kumimoji="0" lang="en-US" sz="2079"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69477" y="1726213"/>
            <a:ext cx="12675870" cy="5230002"/>
          </a:xfrm>
        </p:spPr>
        <p:txBody>
          <a:bodyPr/>
          <a:lstStyle>
            <a:lvl1pPr marL="396118" marR="0" indent="-396118" algn="l" defTabSz="1056315" rtl="0" eaLnBrk="1" fontAlgn="auto" latinLnBrk="0" hangingPunct="1">
              <a:lnSpc>
                <a:spcPct val="100000"/>
              </a:lnSpc>
              <a:spcBef>
                <a:spcPct val="20000"/>
              </a:spcBef>
              <a:spcAft>
                <a:spcPts val="0"/>
              </a:spcAft>
              <a:buClr>
                <a:srgbClr val="101141"/>
              </a:buClr>
              <a:buSzTx/>
              <a:buFont typeface="Arial" pitchFamily="34" charset="0"/>
              <a:buNone/>
              <a:tabLst/>
              <a:defRPr sz="2772">
                <a:latin typeface="Arial" pitchFamily="34" charset="0"/>
                <a:cs typeface="Arial" pitchFamily="34" charset="0"/>
              </a:defRPr>
            </a:lvl1pPr>
            <a:lvl2pPr marL="858256" marR="0" indent="-330098" algn="l" defTabSz="1056315" rtl="0" eaLnBrk="1" fontAlgn="auto" latinLnBrk="0" hangingPunct="1">
              <a:lnSpc>
                <a:spcPct val="100000"/>
              </a:lnSpc>
              <a:spcBef>
                <a:spcPct val="20000"/>
              </a:spcBef>
              <a:spcAft>
                <a:spcPts val="0"/>
              </a:spcAft>
              <a:buClrTx/>
              <a:buSzTx/>
              <a:buFont typeface="Arial" pitchFamily="34" charset="0"/>
              <a:buChar char="–"/>
              <a:tabLst/>
              <a:defRPr sz="1848">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69477" y="176107"/>
            <a:ext cx="9741641" cy="1320800"/>
          </a:xfrm>
        </p:spPr>
        <p:txBody>
          <a:bodyPr anchor="ctr">
            <a:normAutofit/>
          </a:bodyPr>
          <a:lstStyle>
            <a:lvl1pPr marL="0">
              <a:lnSpc>
                <a:spcPts val="4159"/>
              </a:lnSpc>
              <a:spcBef>
                <a:spcPts val="0"/>
              </a:spcBef>
              <a:buNone/>
              <a:defRPr sz="4159" b="1" spc="-17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66771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29" Type="http://schemas.openxmlformats.org/officeDocument/2006/relationships/slideLayout" Target="../slideLayouts/slideLayout36.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10792968" y="0"/>
            <a:ext cx="3270504" cy="646176"/>
          </a:xfrm>
          <a:prstGeom prst="rect">
            <a:avLst/>
          </a:prstGeom>
        </p:spPr>
      </p:pic>
      <p:sp>
        <p:nvSpPr>
          <p:cNvPr id="17" name="bg object 17"/>
          <p:cNvSpPr/>
          <p:nvPr/>
        </p:nvSpPr>
        <p:spPr>
          <a:xfrm>
            <a:off x="3645408" y="600456"/>
            <a:ext cx="3586479" cy="45720"/>
          </a:xfrm>
          <a:custGeom>
            <a:avLst/>
            <a:gdLst/>
            <a:ahLst/>
            <a:cxnLst/>
            <a:rect l="l" t="t" r="r" b="b"/>
            <a:pathLst>
              <a:path w="3586479" h="45720">
                <a:moveTo>
                  <a:pt x="3585972" y="0"/>
                </a:moveTo>
                <a:lnTo>
                  <a:pt x="0" y="0"/>
                </a:lnTo>
                <a:lnTo>
                  <a:pt x="0" y="45720"/>
                </a:lnTo>
                <a:lnTo>
                  <a:pt x="3585972" y="45720"/>
                </a:lnTo>
                <a:lnTo>
                  <a:pt x="3585972" y="0"/>
                </a:lnTo>
                <a:close/>
              </a:path>
            </a:pathLst>
          </a:custGeom>
          <a:solidFill>
            <a:srgbClr val="76C2E4"/>
          </a:solidFill>
        </p:spPr>
        <p:txBody>
          <a:bodyPr wrap="square" lIns="0" tIns="0" rIns="0" bIns="0" rtlCol="0"/>
          <a:lstStyle/>
          <a:p>
            <a:endParaRPr/>
          </a:p>
        </p:txBody>
      </p:sp>
      <p:sp>
        <p:nvSpPr>
          <p:cNvPr id="18" name="bg object 18"/>
          <p:cNvSpPr/>
          <p:nvPr/>
        </p:nvSpPr>
        <p:spPr>
          <a:xfrm>
            <a:off x="9144" y="600456"/>
            <a:ext cx="3636645" cy="45720"/>
          </a:xfrm>
          <a:custGeom>
            <a:avLst/>
            <a:gdLst/>
            <a:ahLst/>
            <a:cxnLst/>
            <a:rect l="l" t="t" r="r" b="b"/>
            <a:pathLst>
              <a:path w="3636645" h="45720">
                <a:moveTo>
                  <a:pt x="3636264" y="0"/>
                </a:moveTo>
                <a:lnTo>
                  <a:pt x="0" y="0"/>
                </a:lnTo>
                <a:lnTo>
                  <a:pt x="0" y="45720"/>
                </a:lnTo>
                <a:lnTo>
                  <a:pt x="3636264" y="45720"/>
                </a:lnTo>
                <a:lnTo>
                  <a:pt x="3636264" y="0"/>
                </a:lnTo>
                <a:close/>
              </a:path>
            </a:pathLst>
          </a:custGeom>
          <a:solidFill>
            <a:srgbClr val="FBAF17"/>
          </a:solidFill>
        </p:spPr>
        <p:txBody>
          <a:bodyPr wrap="square" lIns="0" tIns="0" rIns="0" bIns="0" rtlCol="0"/>
          <a:lstStyle/>
          <a:p>
            <a:endParaRPr/>
          </a:p>
        </p:txBody>
      </p:sp>
      <p:sp>
        <p:nvSpPr>
          <p:cNvPr id="19" name="bg object 19"/>
          <p:cNvSpPr/>
          <p:nvPr/>
        </p:nvSpPr>
        <p:spPr>
          <a:xfrm>
            <a:off x="7217663" y="600456"/>
            <a:ext cx="3584575" cy="45720"/>
          </a:xfrm>
          <a:custGeom>
            <a:avLst/>
            <a:gdLst/>
            <a:ahLst/>
            <a:cxnLst/>
            <a:rect l="l" t="t" r="r" b="b"/>
            <a:pathLst>
              <a:path w="3584575" h="45720">
                <a:moveTo>
                  <a:pt x="3584448" y="0"/>
                </a:moveTo>
                <a:lnTo>
                  <a:pt x="0" y="0"/>
                </a:lnTo>
                <a:lnTo>
                  <a:pt x="0" y="45720"/>
                </a:lnTo>
                <a:lnTo>
                  <a:pt x="3584448" y="45720"/>
                </a:lnTo>
                <a:lnTo>
                  <a:pt x="3584448" y="0"/>
                </a:lnTo>
                <a:close/>
              </a:path>
            </a:pathLst>
          </a:custGeom>
          <a:solidFill>
            <a:srgbClr val="FF0000"/>
          </a:solidFill>
        </p:spPr>
        <p:txBody>
          <a:bodyPr wrap="square" lIns="0" tIns="0" rIns="0" bIns="0" rtlCol="0"/>
          <a:lstStyle/>
          <a:p>
            <a:endParaRPr/>
          </a:p>
        </p:txBody>
      </p:sp>
      <p:sp>
        <p:nvSpPr>
          <p:cNvPr id="20" name="bg object 20"/>
          <p:cNvSpPr/>
          <p:nvPr/>
        </p:nvSpPr>
        <p:spPr>
          <a:xfrm>
            <a:off x="4765547" y="7461504"/>
            <a:ext cx="4689475" cy="45720"/>
          </a:xfrm>
          <a:custGeom>
            <a:avLst/>
            <a:gdLst/>
            <a:ahLst/>
            <a:cxnLst/>
            <a:rect l="l" t="t" r="r" b="b"/>
            <a:pathLst>
              <a:path w="4689475" h="45720">
                <a:moveTo>
                  <a:pt x="4689348" y="0"/>
                </a:moveTo>
                <a:lnTo>
                  <a:pt x="0" y="0"/>
                </a:lnTo>
                <a:lnTo>
                  <a:pt x="0" y="45720"/>
                </a:lnTo>
                <a:lnTo>
                  <a:pt x="4689348" y="45720"/>
                </a:lnTo>
                <a:lnTo>
                  <a:pt x="4689348" y="0"/>
                </a:lnTo>
                <a:close/>
              </a:path>
            </a:pathLst>
          </a:custGeom>
          <a:solidFill>
            <a:srgbClr val="76C2E4"/>
          </a:solidFill>
        </p:spPr>
        <p:txBody>
          <a:bodyPr wrap="square" lIns="0" tIns="0" rIns="0" bIns="0" rtlCol="0"/>
          <a:lstStyle/>
          <a:p>
            <a:endParaRPr/>
          </a:p>
        </p:txBody>
      </p:sp>
      <p:sp>
        <p:nvSpPr>
          <p:cNvPr id="21" name="bg object 21"/>
          <p:cNvSpPr/>
          <p:nvPr/>
        </p:nvSpPr>
        <p:spPr>
          <a:xfrm>
            <a:off x="9144" y="7461504"/>
            <a:ext cx="4756785" cy="45720"/>
          </a:xfrm>
          <a:custGeom>
            <a:avLst/>
            <a:gdLst/>
            <a:ahLst/>
            <a:cxnLst/>
            <a:rect l="l" t="t" r="r" b="b"/>
            <a:pathLst>
              <a:path w="4756785" h="45720">
                <a:moveTo>
                  <a:pt x="4756404" y="0"/>
                </a:moveTo>
                <a:lnTo>
                  <a:pt x="0" y="0"/>
                </a:lnTo>
                <a:lnTo>
                  <a:pt x="0" y="45720"/>
                </a:lnTo>
                <a:lnTo>
                  <a:pt x="4756404" y="45720"/>
                </a:lnTo>
                <a:lnTo>
                  <a:pt x="4756404" y="0"/>
                </a:lnTo>
                <a:close/>
              </a:path>
            </a:pathLst>
          </a:custGeom>
          <a:solidFill>
            <a:srgbClr val="FBAF17"/>
          </a:solidFill>
        </p:spPr>
        <p:txBody>
          <a:bodyPr wrap="square" lIns="0" tIns="0" rIns="0" bIns="0" rtlCol="0"/>
          <a:lstStyle/>
          <a:p>
            <a:endParaRPr/>
          </a:p>
        </p:txBody>
      </p:sp>
      <p:sp>
        <p:nvSpPr>
          <p:cNvPr id="22" name="bg object 22"/>
          <p:cNvSpPr/>
          <p:nvPr/>
        </p:nvSpPr>
        <p:spPr>
          <a:xfrm>
            <a:off x="9436608" y="7461504"/>
            <a:ext cx="4643755" cy="45720"/>
          </a:xfrm>
          <a:custGeom>
            <a:avLst/>
            <a:gdLst/>
            <a:ahLst/>
            <a:cxnLst/>
            <a:rect l="l" t="t" r="r" b="b"/>
            <a:pathLst>
              <a:path w="4643755" h="45720">
                <a:moveTo>
                  <a:pt x="0" y="45720"/>
                </a:moveTo>
                <a:lnTo>
                  <a:pt x="4643628" y="45720"/>
                </a:lnTo>
                <a:lnTo>
                  <a:pt x="4643628" y="0"/>
                </a:lnTo>
                <a:lnTo>
                  <a:pt x="0" y="0"/>
                </a:lnTo>
                <a:lnTo>
                  <a:pt x="0" y="4572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423468" y="-49580"/>
            <a:ext cx="9657715" cy="697230"/>
          </a:xfrm>
          <a:prstGeom prst="rect">
            <a:avLst/>
          </a:prstGeom>
        </p:spPr>
        <p:txBody>
          <a:bodyPr wrap="square" lIns="0" tIns="0" rIns="0" bIns="0">
            <a:spAutoFit/>
          </a:bodyPr>
          <a:lstStyle>
            <a:lvl1pPr>
              <a:defRPr sz="44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549465" y="2014728"/>
            <a:ext cx="12525375" cy="5325109"/>
          </a:xfrm>
          <a:prstGeom prst="rect">
            <a:avLst/>
          </a:prstGeom>
        </p:spPr>
        <p:txBody>
          <a:bodyPr wrap="square" lIns="0" tIns="0" rIns="0" bIns="0">
            <a:spAutoFit/>
          </a:bodyPr>
          <a:lstStyle>
            <a:lvl1pPr>
              <a:defRPr sz="2800" b="1" i="0">
                <a:solidFill>
                  <a:schemeClr val="tx1"/>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a:xfrm>
            <a:off x="12128118" y="7648318"/>
            <a:ext cx="1706244"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spc="-5" dirty="0">
                <a:latin typeface="Arial" panose="020B0604020202020204"/>
                <a:cs typeface="Arial" panose="020B0604020202020204"/>
              </a:rPr>
              <a:t>BITS</a:t>
            </a:r>
            <a:r>
              <a:rPr b="1" spc="-25" dirty="0">
                <a:latin typeface="Arial" panose="020B0604020202020204"/>
                <a:cs typeface="Arial" panose="020B0604020202020204"/>
              </a:rPr>
              <a:t> </a:t>
            </a:r>
            <a:r>
              <a:rPr spc="-5" dirty="0"/>
              <a:t>Pilani,</a:t>
            </a:r>
            <a:r>
              <a:rPr dirty="0"/>
              <a:t> </a:t>
            </a:r>
            <a:r>
              <a:rPr spc="-5" dirty="0"/>
              <a:t>Pilani </a:t>
            </a:r>
            <a:r>
              <a:rPr dirty="0"/>
              <a:t>Campus</a:t>
            </a:r>
          </a:p>
        </p:txBody>
      </p:sp>
      <p:sp>
        <p:nvSpPr>
          <p:cNvPr id="5" name="Holder 5"/>
          <p:cNvSpPr>
            <a:spLocks noGrp="1"/>
          </p:cNvSpPr>
          <p:nvPr>
            <p:ph type="dt" sz="half" idx="6"/>
          </p:nvPr>
        </p:nvSpPr>
        <p:spPr>
          <a:xfrm>
            <a:off x="704215" y="7370064"/>
            <a:ext cx="3239389" cy="39624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7/17/2026</a:t>
            </a:fld>
            <a:endParaRPr lang="en-US"/>
          </a:p>
        </p:txBody>
      </p:sp>
      <p:sp>
        <p:nvSpPr>
          <p:cNvPr id="6" name="Holder 6"/>
          <p:cNvSpPr>
            <a:spLocks noGrp="1"/>
          </p:cNvSpPr>
          <p:nvPr>
            <p:ph type="sldNum" sz="quarter" idx="7"/>
          </p:nvPr>
        </p:nvSpPr>
        <p:spPr>
          <a:xfrm>
            <a:off x="189992" y="7585288"/>
            <a:ext cx="1153795" cy="212090"/>
          </a:xfrm>
          <a:prstGeom prst="rect">
            <a:avLst/>
          </a:prstGeom>
        </p:spPr>
        <p:txBody>
          <a:bodyPr wrap="square" lIns="0" tIns="0" rIns="0" bIns="0">
            <a:spAutoFit/>
          </a:bodyPr>
          <a:lstStyle>
            <a:lvl1pPr>
              <a:defRPr sz="1200" b="1" i="0">
                <a:solidFill>
                  <a:schemeClr val="tx1"/>
                </a:solidFill>
                <a:latin typeface="Arial" panose="020B0604020202020204"/>
                <a:cs typeface="Arial" panose="020B0604020202020204"/>
              </a:defRPr>
            </a:lvl1pPr>
          </a:lstStyle>
          <a:p>
            <a:pPr marL="12700">
              <a:lnSpc>
                <a:spcPct val="100000"/>
              </a:lnSpc>
              <a:spcBef>
                <a:spcPts val="105"/>
              </a:spcBef>
            </a:pPr>
            <a:r>
              <a:rPr sz="1800" b="0" spc="7" baseline="5000" dirty="0">
                <a:solidFill>
                  <a:srgbClr val="FF0000"/>
                </a:solidFill>
                <a:latin typeface="Arial MT"/>
                <a:cs typeface="Arial MT"/>
              </a:rPr>
              <a:t>|</a:t>
            </a:r>
            <a:r>
              <a:rPr sz="1800" b="0" spc="67" baseline="5000" dirty="0">
                <a:solidFill>
                  <a:srgbClr val="FF0000"/>
                </a:solidFill>
                <a:latin typeface="Arial MT"/>
                <a:cs typeface="Arial MT"/>
              </a:rPr>
              <a:t> </a:t>
            </a:r>
            <a:r>
              <a:rPr sz="1200" spc="15" dirty="0"/>
              <a:t>Slide</a:t>
            </a:r>
            <a:r>
              <a:rPr sz="1200" spc="-30" dirty="0"/>
              <a:t> </a:t>
            </a:r>
            <a:fld id="{81D60167-4931-47E6-BA6A-407CBD079E47}" type="slidenum">
              <a:rPr sz="1200" spc="15" dirty="0"/>
              <a:t>‹#›</a:t>
            </a:fld>
            <a:r>
              <a:rPr sz="1200" dirty="0"/>
              <a:t> </a:t>
            </a:r>
            <a:r>
              <a:rPr sz="1200" spc="15" dirty="0"/>
              <a:t>of</a:t>
            </a:r>
            <a:r>
              <a:rPr sz="1200" spc="-10" dirty="0"/>
              <a:t> </a:t>
            </a:r>
            <a:r>
              <a:rPr sz="1200" spc="15" dirty="0"/>
              <a:t>59</a:t>
            </a:r>
            <a:endParaRPr sz="1200">
              <a:latin typeface="Arial MT"/>
              <a:cs typeface="Arial M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78"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68296" y="421923"/>
            <a:ext cx="12147709" cy="15317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68296" y="2109611"/>
            <a:ext cx="12147709" cy="50282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181552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813" r:id="rId16"/>
    <p:sldLayoutId id="2147483814" r:id="rId17"/>
    <p:sldLayoutId id="2147483815" r:id="rId18"/>
    <p:sldLayoutId id="2147483816" r:id="rId19"/>
    <p:sldLayoutId id="2147483817" r:id="rId20"/>
    <p:sldLayoutId id="2147483818" r:id="rId21"/>
    <p:sldLayoutId id="2147483819" r:id="rId22"/>
    <p:sldLayoutId id="2147483820" r:id="rId23"/>
    <p:sldLayoutId id="2147483821" r:id="rId24"/>
    <p:sldLayoutId id="2147483822" r:id="rId25"/>
    <p:sldLayoutId id="2147483823" r:id="rId26"/>
    <p:sldLayoutId id="2147483824" r:id="rId27"/>
    <p:sldLayoutId id="2147483825" r:id="rId28"/>
    <p:sldLayoutId id="2147483826" r:id="rId29"/>
    <p:sldLayoutId id="2147483827" r:id="rId30"/>
  </p:sldLayoutIdLst>
  <p:hf hdr="0" ftr="0" dt="0"/>
  <p:txStyles>
    <p:titleStyle>
      <a:lvl1pPr algn="l" defTabSz="1056315" rtl="0" eaLnBrk="1" latinLnBrk="0" hangingPunct="1">
        <a:lnSpc>
          <a:spcPct val="90000"/>
        </a:lnSpc>
        <a:spcBef>
          <a:spcPct val="0"/>
        </a:spcBef>
        <a:buNone/>
        <a:defRPr sz="5083" kern="1200">
          <a:solidFill>
            <a:schemeClr val="tx1"/>
          </a:solidFill>
          <a:latin typeface="+mj-lt"/>
          <a:ea typeface="+mj-ea"/>
          <a:cs typeface="+mj-cs"/>
        </a:defRPr>
      </a:lvl1pPr>
    </p:titleStyle>
    <p:bodyStyle>
      <a:lvl1pPr marL="264079" indent="-264079" algn="l" defTabSz="1056315" rtl="0" eaLnBrk="1" latinLnBrk="0" hangingPunct="1">
        <a:lnSpc>
          <a:spcPct val="90000"/>
        </a:lnSpc>
        <a:spcBef>
          <a:spcPts val="1155"/>
        </a:spcBef>
        <a:buFont typeface="Arial" panose="020B0604020202020204" pitchFamily="34" charset="0"/>
        <a:buChar char="•"/>
        <a:defRPr sz="3235" kern="1200">
          <a:solidFill>
            <a:schemeClr val="tx1"/>
          </a:solidFill>
          <a:latin typeface="+mn-lt"/>
          <a:ea typeface="+mn-ea"/>
          <a:cs typeface="+mn-cs"/>
        </a:defRPr>
      </a:lvl1pPr>
      <a:lvl2pPr marL="792236" indent="-264079" algn="l" defTabSz="1056315" rtl="0" eaLnBrk="1" latinLnBrk="0" hangingPunct="1">
        <a:lnSpc>
          <a:spcPct val="90000"/>
        </a:lnSpc>
        <a:spcBef>
          <a:spcPts val="578"/>
        </a:spcBef>
        <a:buFont typeface="Arial" panose="020B0604020202020204" pitchFamily="34" charset="0"/>
        <a:buChar char="•"/>
        <a:defRPr sz="2772" kern="1200">
          <a:solidFill>
            <a:schemeClr val="tx1"/>
          </a:solidFill>
          <a:latin typeface="+mn-lt"/>
          <a:ea typeface="+mn-ea"/>
          <a:cs typeface="+mn-cs"/>
        </a:defRPr>
      </a:lvl2pPr>
      <a:lvl3pPr marL="1320394" indent="-264079" algn="l" defTabSz="1056315" rtl="0" eaLnBrk="1" latinLnBrk="0" hangingPunct="1">
        <a:lnSpc>
          <a:spcPct val="90000"/>
        </a:lnSpc>
        <a:spcBef>
          <a:spcPts val="578"/>
        </a:spcBef>
        <a:buFont typeface="Arial" panose="020B0604020202020204" pitchFamily="34" charset="0"/>
        <a:buChar char="•"/>
        <a:defRPr sz="2310" kern="1200">
          <a:solidFill>
            <a:schemeClr val="tx1"/>
          </a:solidFill>
          <a:latin typeface="+mn-lt"/>
          <a:ea typeface="+mn-ea"/>
          <a:cs typeface="+mn-cs"/>
        </a:defRPr>
      </a:lvl3pPr>
      <a:lvl4pPr marL="1848551" indent="-264079" algn="l" defTabSz="1056315" rtl="0" eaLnBrk="1" latinLnBrk="0" hangingPunct="1">
        <a:lnSpc>
          <a:spcPct val="90000"/>
        </a:lnSpc>
        <a:spcBef>
          <a:spcPts val="578"/>
        </a:spcBef>
        <a:buFont typeface="Arial" panose="020B0604020202020204" pitchFamily="34" charset="0"/>
        <a:buChar char="•"/>
        <a:defRPr sz="2079" kern="1200">
          <a:solidFill>
            <a:schemeClr val="tx1"/>
          </a:solidFill>
          <a:latin typeface="+mn-lt"/>
          <a:ea typeface="+mn-ea"/>
          <a:cs typeface="+mn-cs"/>
        </a:defRPr>
      </a:lvl4pPr>
      <a:lvl5pPr marL="2376708" indent="-264079" algn="l" defTabSz="1056315" rtl="0" eaLnBrk="1" latinLnBrk="0" hangingPunct="1">
        <a:lnSpc>
          <a:spcPct val="90000"/>
        </a:lnSpc>
        <a:spcBef>
          <a:spcPts val="578"/>
        </a:spcBef>
        <a:buFont typeface="Arial" panose="020B0604020202020204" pitchFamily="34" charset="0"/>
        <a:buChar char="•"/>
        <a:defRPr sz="2079" kern="1200">
          <a:solidFill>
            <a:schemeClr val="tx1"/>
          </a:solidFill>
          <a:latin typeface="+mn-lt"/>
          <a:ea typeface="+mn-ea"/>
          <a:cs typeface="+mn-cs"/>
        </a:defRPr>
      </a:lvl5pPr>
      <a:lvl6pPr marL="2904866" indent="-264079" algn="l" defTabSz="1056315" rtl="0" eaLnBrk="1" latinLnBrk="0" hangingPunct="1">
        <a:lnSpc>
          <a:spcPct val="90000"/>
        </a:lnSpc>
        <a:spcBef>
          <a:spcPts val="578"/>
        </a:spcBef>
        <a:buFont typeface="Arial" panose="020B0604020202020204" pitchFamily="34" charset="0"/>
        <a:buChar char="•"/>
        <a:defRPr sz="2079" kern="1200">
          <a:solidFill>
            <a:schemeClr val="tx1"/>
          </a:solidFill>
          <a:latin typeface="+mn-lt"/>
          <a:ea typeface="+mn-ea"/>
          <a:cs typeface="+mn-cs"/>
        </a:defRPr>
      </a:lvl6pPr>
      <a:lvl7pPr marL="3433023" indent="-264079" algn="l" defTabSz="1056315" rtl="0" eaLnBrk="1" latinLnBrk="0" hangingPunct="1">
        <a:lnSpc>
          <a:spcPct val="90000"/>
        </a:lnSpc>
        <a:spcBef>
          <a:spcPts val="578"/>
        </a:spcBef>
        <a:buFont typeface="Arial" panose="020B0604020202020204" pitchFamily="34" charset="0"/>
        <a:buChar char="•"/>
        <a:defRPr sz="2079" kern="1200">
          <a:solidFill>
            <a:schemeClr val="tx1"/>
          </a:solidFill>
          <a:latin typeface="+mn-lt"/>
          <a:ea typeface="+mn-ea"/>
          <a:cs typeface="+mn-cs"/>
        </a:defRPr>
      </a:lvl7pPr>
      <a:lvl8pPr marL="3961181" indent="-264079" algn="l" defTabSz="1056315" rtl="0" eaLnBrk="1" latinLnBrk="0" hangingPunct="1">
        <a:lnSpc>
          <a:spcPct val="90000"/>
        </a:lnSpc>
        <a:spcBef>
          <a:spcPts val="578"/>
        </a:spcBef>
        <a:buFont typeface="Arial" panose="020B0604020202020204" pitchFamily="34" charset="0"/>
        <a:buChar char="•"/>
        <a:defRPr sz="2079" kern="1200">
          <a:solidFill>
            <a:schemeClr val="tx1"/>
          </a:solidFill>
          <a:latin typeface="+mn-lt"/>
          <a:ea typeface="+mn-ea"/>
          <a:cs typeface="+mn-cs"/>
        </a:defRPr>
      </a:lvl8pPr>
      <a:lvl9pPr marL="4489338" indent="-264079" algn="l" defTabSz="1056315" rtl="0" eaLnBrk="1" latinLnBrk="0" hangingPunct="1">
        <a:lnSpc>
          <a:spcPct val="90000"/>
        </a:lnSpc>
        <a:spcBef>
          <a:spcPts val="578"/>
        </a:spcBef>
        <a:buFont typeface="Arial" panose="020B0604020202020204" pitchFamily="34" charset="0"/>
        <a:buChar char="•"/>
        <a:defRPr sz="2079" kern="1200">
          <a:solidFill>
            <a:schemeClr val="tx1"/>
          </a:solidFill>
          <a:latin typeface="+mn-lt"/>
          <a:ea typeface="+mn-ea"/>
          <a:cs typeface="+mn-cs"/>
        </a:defRPr>
      </a:lvl9pPr>
    </p:bodyStyle>
    <p:otherStyle>
      <a:defPPr>
        <a:defRPr lang="en-US"/>
      </a:defPPr>
      <a:lvl1pPr marL="0" algn="l" defTabSz="1056315" rtl="0" eaLnBrk="1" latinLnBrk="0" hangingPunct="1">
        <a:defRPr sz="2079" kern="1200">
          <a:solidFill>
            <a:schemeClr val="tx1"/>
          </a:solidFill>
          <a:latin typeface="+mn-lt"/>
          <a:ea typeface="+mn-ea"/>
          <a:cs typeface="+mn-cs"/>
        </a:defRPr>
      </a:lvl1pPr>
      <a:lvl2pPr marL="528157" algn="l" defTabSz="1056315" rtl="0" eaLnBrk="1" latinLnBrk="0" hangingPunct="1">
        <a:defRPr sz="2079" kern="1200">
          <a:solidFill>
            <a:schemeClr val="tx1"/>
          </a:solidFill>
          <a:latin typeface="+mn-lt"/>
          <a:ea typeface="+mn-ea"/>
          <a:cs typeface="+mn-cs"/>
        </a:defRPr>
      </a:lvl2pPr>
      <a:lvl3pPr marL="1056315" algn="l" defTabSz="1056315" rtl="0" eaLnBrk="1" latinLnBrk="0" hangingPunct="1">
        <a:defRPr sz="2079" kern="1200">
          <a:solidFill>
            <a:schemeClr val="tx1"/>
          </a:solidFill>
          <a:latin typeface="+mn-lt"/>
          <a:ea typeface="+mn-ea"/>
          <a:cs typeface="+mn-cs"/>
        </a:defRPr>
      </a:lvl3pPr>
      <a:lvl4pPr marL="1584472" algn="l" defTabSz="1056315" rtl="0" eaLnBrk="1" latinLnBrk="0" hangingPunct="1">
        <a:defRPr sz="2079" kern="1200">
          <a:solidFill>
            <a:schemeClr val="tx1"/>
          </a:solidFill>
          <a:latin typeface="+mn-lt"/>
          <a:ea typeface="+mn-ea"/>
          <a:cs typeface="+mn-cs"/>
        </a:defRPr>
      </a:lvl4pPr>
      <a:lvl5pPr marL="2112630" algn="l" defTabSz="1056315" rtl="0" eaLnBrk="1" latinLnBrk="0" hangingPunct="1">
        <a:defRPr sz="2079" kern="1200">
          <a:solidFill>
            <a:schemeClr val="tx1"/>
          </a:solidFill>
          <a:latin typeface="+mn-lt"/>
          <a:ea typeface="+mn-ea"/>
          <a:cs typeface="+mn-cs"/>
        </a:defRPr>
      </a:lvl5pPr>
      <a:lvl6pPr marL="2640787" algn="l" defTabSz="1056315" rtl="0" eaLnBrk="1" latinLnBrk="0" hangingPunct="1">
        <a:defRPr sz="2079" kern="1200">
          <a:solidFill>
            <a:schemeClr val="tx1"/>
          </a:solidFill>
          <a:latin typeface="+mn-lt"/>
          <a:ea typeface="+mn-ea"/>
          <a:cs typeface="+mn-cs"/>
        </a:defRPr>
      </a:lvl6pPr>
      <a:lvl7pPr marL="3168945" algn="l" defTabSz="1056315" rtl="0" eaLnBrk="1" latinLnBrk="0" hangingPunct="1">
        <a:defRPr sz="2079" kern="1200">
          <a:solidFill>
            <a:schemeClr val="tx1"/>
          </a:solidFill>
          <a:latin typeface="+mn-lt"/>
          <a:ea typeface="+mn-ea"/>
          <a:cs typeface="+mn-cs"/>
        </a:defRPr>
      </a:lvl7pPr>
      <a:lvl8pPr marL="3697102" algn="l" defTabSz="1056315" rtl="0" eaLnBrk="1" latinLnBrk="0" hangingPunct="1">
        <a:defRPr sz="2079" kern="1200">
          <a:solidFill>
            <a:schemeClr val="tx1"/>
          </a:solidFill>
          <a:latin typeface="+mn-lt"/>
          <a:ea typeface="+mn-ea"/>
          <a:cs typeface="+mn-cs"/>
        </a:defRPr>
      </a:lvl8pPr>
      <a:lvl9pPr marL="4225260" algn="l" defTabSz="1056315" rtl="0" eaLnBrk="1" latinLnBrk="0" hangingPunct="1">
        <a:defRPr sz="20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customXml" Target="../ink/ink10.xml"/><Relationship Id="rId26" Type="http://schemas.openxmlformats.org/officeDocument/2006/relationships/customXml" Target="../ink/ink14.xml"/><Relationship Id="rId39" Type="http://schemas.openxmlformats.org/officeDocument/2006/relationships/image" Target="../media/image33.png"/><Relationship Id="rId21" Type="http://schemas.openxmlformats.org/officeDocument/2006/relationships/image" Target="../media/image24.png"/><Relationship Id="rId34" Type="http://schemas.openxmlformats.org/officeDocument/2006/relationships/customXml" Target="../ink/ink18.xml"/><Relationship Id="rId7" Type="http://schemas.openxmlformats.org/officeDocument/2006/relationships/image" Target="../media/image17.png"/><Relationship Id="rId12" Type="http://schemas.openxmlformats.org/officeDocument/2006/relationships/customXml" Target="../ink/ink7.xml"/><Relationship Id="rId17" Type="http://schemas.openxmlformats.org/officeDocument/2006/relationships/image" Target="../media/image22.png"/><Relationship Id="rId25" Type="http://schemas.openxmlformats.org/officeDocument/2006/relationships/image" Target="../media/image26.png"/><Relationship Id="rId33" Type="http://schemas.openxmlformats.org/officeDocument/2006/relationships/image" Target="../media/image30.png"/><Relationship Id="rId38" Type="http://schemas.openxmlformats.org/officeDocument/2006/relationships/customXml" Target="../ink/ink20.xml"/><Relationship Id="rId2" Type="http://schemas.openxmlformats.org/officeDocument/2006/relationships/customXml" Target="../ink/ink2.xml"/><Relationship Id="rId16" Type="http://schemas.openxmlformats.org/officeDocument/2006/relationships/customXml" Target="../ink/ink9.xml"/><Relationship Id="rId20" Type="http://schemas.openxmlformats.org/officeDocument/2006/relationships/customXml" Target="../ink/ink11.xml"/><Relationship Id="rId29" Type="http://schemas.openxmlformats.org/officeDocument/2006/relationships/image" Target="../media/image28.png"/><Relationship Id="rId1" Type="http://schemas.openxmlformats.org/officeDocument/2006/relationships/slideLayout" Target="../slideLayouts/slideLayout9.xml"/><Relationship Id="rId6" Type="http://schemas.openxmlformats.org/officeDocument/2006/relationships/customXml" Target="../ink/ink4.xml"/><Relationship Id="rId11" Type="http://schemas.openxmlformats.org/officeDocument/2006/relationships/image" Target="../media/image19.png"/><Relationship Id="rId24" Type="http://schemas.openxmlformats.org/officeDocument/2006/relationships/customXml" Target="../ink/ink13.xml"/><Relationship Id="rId32" Type="http://schemas.openxmlformats.org/officeDocument/2006/relationships/customXml" Target="../ink/ink17.xml"/><Relationship Id="rId37" Type="http://schemas.openxmlformats.org/officeDocument/2006/relationships/image" Target="../media/image32.png"/><Relationship Id="rId5" Type="http://schemas.openxmlformats.org/officeDocument/2006/relationships/image" Target="../media/image16.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5.xml"/><Relationship Id="rId36" Type="http://schemas.openxmlformats.org/officeDocument/2006/relationships/customXml" Target="../ink/ink19.xml"/><Relationship Id="rId10" Type="http://schemas.openxmlformats.org/officeDocument/2006/relationships/customXml" Target="../ink/ink6.xml"/><Relationship Id="rId19" Type="http://schemas.openxmlformats.org/officeDocument/2006/relationships/image" Target="../media/image23.png"/><Relationship Id="rId31" Type="http://schemas.openxmlformats.org/officeDocument/2006/relationships/image" Target="../media/image29.png"/><Relationship Id="rId4" Type="http://schemas.openxmlformats.org/officeDocument/2006/relationships/customXml" Target="../ink/ink3.xml"/><Relationship Id="rId9" Type="http://schemas.openxmlformats.org/officeDocument/2006/relationships/image" Target="../media/image18.png"/><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27.png"/><Relationship Id="rId30" Type="http://schemas.openxmlformats.org/officeDocument/2006/relationships/customXml" Target="../ink/ink16.xml"/><Relationship Id="rId35" Type="http://schemas.openxmlformats.org/officeDocument/2006/relationships/image" Target="../media/image31.png"/><Relationship Id="rId8" Type="http://schemas.openxmlformats.org/officeDocument/2006/relationships/customXml" Target="../ink/ink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customXml" Target="../ink/ink24.xml"/><Relationship Id="rId13" Type="http://schemas.openxmlformats.org/officeDocument/2006/relationships/image" Target="../media/image40.png"/><Relationship Id="rId18" Type="http://schemas.openxmlformats.org/officeDocument/2006/relationships/customXml" Target="../ink/ink29.xml"/><Relationship Id="rId3" Type="http://schemas.openxmlformats.org/officeDocument/2006/relationships/image" Target="../media/image35.png"/><Relationship Id="rId21" Type="http://schemas.openxmlformats.org/officeDocument/2006/relationships/image" Target="../media/image44.png"/><Relationship Id="rId7" Type="http://schemas.openxmlformats.org/officeDocument/2006/relationships/image" Target="../media/image37.png"/><Relationship Id="rId12" Type="http://schemas.openxmlformats.org/officeDocument/2006/relationships/customXml" Target="../ink/ink26.xml"/><Relationship Id="rId17" Type="http://schemas.openxmlformats.org/officeDocument/2006/relationships/image" Target="../media/image42.png"/><Relationship Id="rId2" Type="http://schemas.openxmlformats.org/officeDocument/2006/relationships/customXml" Target="../ink/ink21.xml"/><Relationship Id="rId16" Type="http://schemas.openxmlformats.org/officeDocument/2006/relationships/customXml" Target="../ink/ink28.xml"/><Relationship Id="rId20" Type="http://schemas.openxmlformats.org/officeDocument/2006/relationships/customXml" Target="../ink/ink30.xml"/><Relationship Id="rId1" Type="http://schemas.openxmlformats.org/officeDocument/2006/relationships/slideLayout" Target="../slideLayouts/slideLayout9.xml"/><Relationship Id="rId6" Type="http://schemas.openxmlformats.org/officeDocument/2006/relationships/customXml" Target="../ink/ink23.xml"/><Relationship Id="rId11" Type="http://schemas.openxmlformats.org/officeDocument/2006/relationships/image" Target="../media/image39.png"/><Relationship Id="rId5" Type="http://schemas.openxmlformats.org/officeDocument/2006/relationships/image" Target="../media/image36.png"/><Relationship Id="rId15" Type="http://schemas.openxmlformats.org/officeDocument/2006/relationships/image" Target="../media/image41.png"/><Relationship Id="rId23" Type="http://schemas.openxmlformats.org/officeDocument/2006/relationships/image" Target="../media/image45.png"/><Relationship Id="rId10" Type="http://schemas.openxmlformats.org/officeDocument/2006/relationships/customXml" Target="../ink/ink25.xml"/><Relationship Id="rId19" Type="http://schemas.openxmlformats.org/officeDocument/2006/relationships/image" Target="../media/image43.png"/><Relationship Id="rId4" Type="http://schemas.openxmlformats.org/officeDocument/2006/relationships/customXml" Target="../ink/ink22.xml"/><Relationship Id="rId9" Type="http://schemas.openxmlformats.org/officeDocument/2006/relationships/image" Target="../media/image38.png"/><Relationship Id="rId14" Type="http://schemas.openxmlformats.org/officeDocument/2006/relationships/customXml" Target="../ink/ink27.xml"/><Relationship Id="rId22" Type="http://schemas.openxmlformats.org/officeDocument/2006/relationships/customXml" Target="../ink/ink31.xml"/></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customXml" Target="../ink/ink32.xml"/><Relationship Id="rId1" Type="http://schemas.openxmlformats.org/officeDocument/2006/relationships/slideLayout" Target="../slideLayouts/slideLayout9.xml"/><Relationship Id="rId5" Type="http://schemas.openxmlformats.org/officeDocument/2006/relationships/image" Target="../media/image47.png"/><Relationship Id="rId4" Type="http://schemas.openxmlformats.org/officeDocument/2006/relationships/customXml" Target="../ink/ink33.xml"/></Relationships>
</file>

<file path=ppt/slides/_rels/slide10.xml.rels><?xml version="1.0" encoding="UTF-8" standalone="yes"?>
<Relationships xmlns="http://schemas.openxmlformats.org/package/2006/relationships"><Relationship Id="rId13" Type="http://schemas.openxmlformats.org/officeDocument/2006/relationships/customXml" Target="../ink/ink39.xml"/><Relationship Id="rId18" Type="http://schemas.openxmlformats.org/officeDocument/2006/relationships/image" Target="../media/image56.png"/><Relationship Id="rId26" Type="http://schemas.openxmlformats.org/officeDocument/2006/relationships/image" Target="../media/image60.png"/><Relationship Id="rId39" Type="http://schemas.openxmlformats.org/officeDocument/2006/relationships/customXml" Target="../ink/ink52.xml"/><Relationship Id="rId21" Type="http://schemas.openxmlformats.org/officeDocument/2006/relationships/customXml" Target="../ink/ink43.xml"/><Relationship Id="rId34" Type="http://schemas.openxmlformats.org/officeDocument/2006/relationships/image" Target="../media/image64.png"/><Relationship Id="rId7" Type="http://schemas.openxmlformats.org/officeDocument/2006/relationships/customXml" Target="../ink/ink36.xml"/><Relationship Id="rId12" Type="http://schemas.openxmlformats.org/officeDocument/2006/relationships/image" Target="../media/image53.png"/><Relationship Id="rId17" Type="http://schemas.openxmlformats.org/officeDocument/2006/relationships/customXml" Target="../ink/ink41.xml"/><Relationship Id="rId25" Type="http://schemas.openxmlformats.org/officeDocument/2006/relationships/customXml" Target="../ink/ink45.xml"/><Relationship Id="rId33" Type="http://schemas.openxmlformats.org/officeDocument/2006/relationships/customXml" Target="../ink/ink49.xml"/><Relationship Id="rId38" Type="http://schemas.openxmlformats.org/officeDocument/2006/relationships/image" Target="../media/image66.png"/><Relationship Id="rId2" Type="http://schemas.openxmlformats.org/officeDocument/2006/relationships/image" Target="../media/image48.png"/><Relationship Id="rId16" Type="http://schemas.openxmlformats.org/officeDocument/2006/relationships/image" Target="../media/image55.png"/><Relationship Id="rId20" Type="http://schemas.openxmlformats.org/officeDocument/2006/relationships/image" Target="../media/image57.png"/><Relationship Id="rId29" Type="http://schemas.openxmlformats.org/officeDocument/2006/relationships/customXml" Target="../ink/ink47.xml"/><Relationship Id="rId1" Type="http://schemas.openxmlformats.org/officeDocument/2006/relationships/slideLayout" Target="../slideLayouts/slideLayout9.xml"/><Relationship Id="rId6" Type="http://schemas.openxmlformats.org/officeDocument/2006/relationships/image" Target="../media/image50.png"/><Relationship Id="rId11" Type="http://schemas.openxmlformats.org/officeDocument/2006/relationships/customXml" Target="../ink/ink38.xml"/><Relationship Id="rId24" Type="http://schemas.openxmlformats.org/officeDocument/2006/relationships/image" Target="../media/image59.png"/><Relationship Id="rId32" Type="http://schemas.openxmlformats.org/officeDocument/2006/relationships/image" Target="../media/image63.png"/><Relationship Id="rId37" Type="http://schemas.openxmlformats.org/officeDocument/2006/relationships/customXml" Target="../ink/ink51.xml"/><Relationship Id="rId40" Type="http://schemas.openxmlformats.org/officeDocument/2006/relationships/image" Target="../media/image67.png"/><Relationship Id="rId5" Type="http://schemas.openxmlformats.org/officeDocument/2006/relationships/customXml" Target="../ink/ink35.xml"/><Relationship Id="rId15" Type="http://schemas.openxmlformats.org/officeDocument/2006/relationships/customXml" Target="../ink/ink40.xml"/><Relationship Id="rId23" Type="http://schemas.openxmlformats.org/officeDocument/2006/relationships/customXml" Target="../ink/ink44.xml"/><Relationship Id="rId28" Type="http://schemas.openxmlformats.org/officeDocument/2006/relationships/image" Target="../media/image61.png"/><Relationship Id="rId36" Type="http://schemas.openxmlformats.org/officeDocument/2006/relationships/image" Target="../media/image65.png"/><Relationship Id="rId10" Type="http://schemas.openxmlformats.org/officeDocument/2006/relationships/image" Target="../media/image52.png"/><Relationship Id="rId19" Type="http://schemas.openxmlformats.org/officeDocument/2006/relationships/customXml" Target="../ink/ink42.xml"/><Relationship Id="rId31" Type="http://schemas.openxmlformats.org/officeDocument/2006/relationships/customXml" Target="../ink/ink48.xml"/><Relationship Id="rId4" Type="http://schemas.openxmlformats.org/officeDocument/2006/relationships/image" Target="../media/image49.png"/><Relationship Id="rId9" Type="http://schemas.openxmlformats.org/officeDocument/2006/relationships/customXml" Target="../ink/ink37.xml"/><Relationship Id="rId14" Type="http://schemas.openxmlformats.org/officeDocument/2006/relationships/image" Target="../media/image54.png"/><Relationship Id="rId22" Type="http://schemas.openxmlformats.org/officeDocument/2006/relationships/image" Target="../media/image58.png"/><Relationship Id="rId27" Type="http://schemas.openxmlformats.org/officeDocument/2006/relationships/customXml" Target="../ink/ink46.xml"/><Relationship Id="rId30" Type="http://schemas.openxmlformats.org/officeDocument/2006/relationships/image" Target="../media/image62.png"/><Relationship Id="rId35" Type="http://schemas.openxmlformats.org/officeDocument/2006/relationships/customXml" Target="../ink/ink50.xml"/><Relationship Id="rId8" Type="http://schemas.openxmlformats.org/officeDocument/2006/relationships/image" Target="../media/image51.png"/><Relationship Id="rId3" Type="http://schemas.openxmlformats.org/officeDocument/2006/relationships/customXml" Target="../ink/ink34.xml"/></Relationships>
</file>

<file path=ppt/slides/_rels/slide11.xml.rels><?xml version="1.0" encoding="UTF-8" standalone="yes"?>
<Relationships xmlns="http://schemas.openxmlformats.org/package/2006/relationships"><Relationship Id="rId3" Type="http://schemas.openxmlformats.org/officeDocument/2006/relationships/customXml" Target="../ink/ink53.xml"/><Relationship Id="rId2" Type="http://schemas.openxmlformats.org/officeDocument/2006/relationships/image" Target="../media/image190.png"/><Relationship Id="rId1" Type="http://schemas.openxmlformats.org/officeDocument/2006/relationships/slideLayout" Target="../slideLayouts/slideLayout9.xml"/><Relationship Id="rId6" Type="http://schemas.openxmlformats.org/officeDocument/2006/relationships/image" Target="../media/image69.png"/><Relationship Id="rId5" Type="http://schemas.openxmlformats.org/officeDocument/2006/relationships/customXml" Target="../ink/ink54.xml"/><Relationship Id="rId4" Type="http://schemas.openxmlformats.org/officeDocument/2006/relationships/image" Target="../media/image68.png"/></Relationships>
</file>

<file path=ppt/slides/_rels/slide12.xml.rels><?xml version="1.0" encoding="UTF-8" standalone="yes"?>
<Relationships xmlns="http://schemas.openxmlformats.org/package/2006/relationships"><Relationship Id="rId26" Type="http://schemas.openxmlformats.org/officeDocument/2006/relationships/customXml" Target="../ink/ink67.xml"/><Relationship Id="rId21" Type="http://schemas.openxmlformats.org/officeDocument/2006/relationships/image" Target="../media/image79.png"/><Relationship Id="rId42" Type="http://schemas.openxmlformats.org/officeDocument/2006/relationships/customXml" Target="../ink/ink75.xml"/><Relationship Id="rId47" Type="http://schemas.openxmlformats.org/officeDocument/2006/relationships/image" Target="../media/image92.png"/><Relationship Id="rId63" Type="http://schemas.openxmlformats.org/officeDocument/2006/relationships/image" Target="../media/image100.png"/><Relationship Id="rId68" Type="http://schemas.openxmlformats.org/officeDocument/2006/relationships/customXml" Target="../ink/ink88.xml"/><Relationship Id="rId16" Type="http://schemas.openxmlformats.org/officeDocument/2006/relationships/customXml" Target="../ink/ink62.xml"/><Relationship Id="rId11" Type="http://schemas.openxmlformats.org/officeDocument/2006/relationships/image" Target="../media/image74.png"/><Relationship Id="rId24" Type="http://schemas.openxmlformats.org/officeDocument/2006/relationships/customXml" Target="../ink/ink66.xml"/><Relationship Id="rId32" Type="http://schemas.openxmlformats.org/officeDocument/2006/relationships/customXml" Target="../ink/ink70.xml"/><Relationship Id="rId37" Type="http://schemas.openxmlformats.org/officeDocument/2006/relationships/image" Target="../media/image87.png"/><Relationship Id="rId40" Type="http://schemas.openxmlformats.org/officeDocument/2006/relationships/customXml" Target="../ink/ink74.xml"/><Relationship Id="rId45" Type="http://schemas.openxmlformats.org/officeDocument/2006/relationships/image" Target="../media/image91.png"/><Relationship Id="rId53" Type="http://schemas.openxmlformats.org/officeDocument/2006/relationships/image" Target="../media/image95.png"/><Relationship Id="rId58" Type="http://schemas.openxmlformats.org/officeDocument/2006/relationships/customXml" Target="../ink/ink83.xml"/><Relationship Id="rId66" Type="http://schemas.openxmlformats.org/officeDocument/2006/relationships/customXml" Target="../ink/ink87.xml"/><Relationship Id="rId74" Type="http://schemas.openxmlformats.org/officeDocument/2006/relationships/customXml" Target="../ink/ink91.xml"/><Relationship Id="rId5" Type="http://schemas.openxmlformats.org/officeDocument/2006/relationships/image" Target="../media/image71.png"/><Relationship Id="rId61" Type="http://schemas.openxmlformats.org/officeDocument/2006/relationships/image" Target="../media/image99.png"/><Relationship Id="rId19" Type="http://schemas.openxmlformats.org/officeDocument/2006/relationships/image" Target="../media/image78.png"/><Relationship Id="rId14" Type="http://schemas.openxmlformats.org/officeDocument/2006/relationships/customXml" Target="../ink/ink61.xml"/><Relationship Id="rId22" Type="http://schemas.openxmlformats.org/officeDocument/2006/relationships/customXml" Target="../ink/ink65.xml"/><Relationship Id="rId27" Type="http://schemas.openxmlformats.org/officeDocument/2006/relationships/image" Target="../media/image82.png"/><Relationship Id="rId30" Type="http://schemas.openxmlformats.org/officeDocument/2006/relationships/customXml" Target="../ink/ink69.xml"/><Relationship Id="rId35" Type="http://schemas.openxmlformats.org/officeDocument/2006/relationships/image" Target="../media/image86.png"/><Relationship Id="rId43" Type="http://schemas.openxmlformats.org/officeDocument/2006/relationships/image" Target="../media/image90.png"/><Relationship Id="rId48" Type="http://schemas.openxmlformats.org/officeDocument/2006/relationships/customXml" Target="../ink/ink78.xml"/><Relationship Id="rId56" Type="http://schemas.openxmlformats.org/officeDocument/2006/relationships/customXml" Target="../ink/ink82.xml"/><Relationship Id="rId64" Type="http://schemas.openxmlformats.org/officeDocument/2006/relationships/customXml" Target="../ink/ink86.xml"/><Relationship Id="rId69" Type="http://schemas.openxmlformats.org/officeDocument/2006/relationships/image" Target="../media/image103.png"/><Relationship Id="rId77" Type="http://schemas.openxmlformats.org/officeDocument/2006/relationships/image" Target="../media/image107.png"/><Relationship Id="rId8" Type="http://schemas.openxmlformats.org/officeDocument/2006/relationships/customXml" Target="../ink/ink58.xml"/><Relationship Id="rId51" Type="http://schemas.openxmlformats.org/officeDocument/2006/relationships/image" Target="../media/image94.png"/><Relationship Id="rId72" Type="http://schemas.openxmlformats.org/officeDocument/2006/relationships/customXml" Target="../ink/ink90.xml"/><Relationship Id="rId3" Type="http://schemas.openxmlformats.org/officeDocument/2006/relationships/image" Target="../media/image70.png"/><Relationship Id="rId12" Type="http://schemas.openxmlformats.org/officeDocument/2006/relationships/customXml" Target="../ink/ink60.xml"/><Relationship Id="rId17" Type="http://schemas.openxmlformats.org/officeDocument/2006/relationships/image" Target="../media/image77.png"/><Relationship Id="rId25" Type="http://schemas.openxmlformats.org/officeDocument/2006/relationships/image" Target="../media/image81.png"/><Relationship Id="rId33" Type="http://schemas.openxmlformats.org/officeDocument/2006/relationships/image" Target="../media/image85.png"/><Relationship Id="rId38" Type="http://schemas.openxmlformats.org/officeDocument/2006/relationships/customXml" Target="../ink/ink73.xml"/><Relationship Id="rId46" Type="http://schemas.openxmlformats.org/officeDocument/2006/relationships/customXml" Target="../ink/ink77.xml"/><Relationship Id="rId59" Type="http://schemas.openxmlformats.org/officeDocument/2006/relationships/image" Target="../media/image98.png"/><Relationship Id="rId67" Type="http://schemas.openxmlformats.org/officeDocument/2006/relationships/image" Target="../media/image102.png"/><Relationship Id="rId20" Type="http://schemas.openxmlformats.org/officeDocument/2006/relationships/customXml" Target="../ink/ink64.xml"/><Relationship Id="rId41" Type="http://schemas.openxmlformats.org/officeDocument/2006/relationships/image" Target="../media/image89.png"/><Relationship Id="rId54" Type="http://schemas.openxmlformats.org/officeDocument/2006/relationships/customXml" Target="../ink/ink81.xml"/><Relationship Id="rId62" Type="http://schemas.openxmlformats.org/officeDocument/2006/relationships/customXml" Target="../ink/ink85.xml"/><Relationship Id="rId70" Type="http://schemas.openxmlformats.org/officeDocument/2006/relationships/customXml" Target="../ink/ink89.xml"/><Relationship Id="rId75" Type="http://schemas.openxmlformats.org/officeDocument/2006/relationships/image" Target="../media/image106.png"/><Relationship Id="rId1" Type="http://schemas.openxmlformats.org/officeDocument/2006/relationships/slideLayout" Target="../slideLayouts/slideLayout9.xml"/><Relationship Id="rId6" Type="http://schemas.openxmlformats.org/officeDocument/2006/relationships/customXml" Target="../ink/ink57.xml"/><Relationship Id="rId15" Type="http://schemas.openxmlformats.org/officeDocument/2006/relationships/image" Target="../media/image76.png"/><Relationship Id="rId23" Type="http://schemas.openxmlformats.org/officeDocument/2006/relationships/image" Target="../media/image80.png"/><Relationship Id="rId28" Type="http://schemas.openxmlformats.org/officeDocument/2006/relationships/customXml" Target="../ink/ink68.xml"/><Relationship Id="rId36" Type="http://schemas.openxmlformats.org/officeDocument/2006/relationships/customXml" Target="../ink/ink72.xml"/><Relationship Id="rId49" Type="http://schemas.openxmlformats.org/officeDocument/2006/relationships/image" Target="../media/image93.png"/><Relationship Id="rId57" Type="http://schemas.openxmlformats.org/officeDocument/2006/relationships/image" Target="../media/image97.png"/><Relationship Id="rId10" Type="http://schemas.openxmlformats.org/officeDocument/2006/relationships/customXml" Target="../ink/ink59.xml"/><Relationship Id="rId31" Type="http://schemas.openxmlformats.org/officeDocument/2006/relationships/image" Target="../media/image84.png"/><Relationship Id="rId44" Type="http://schemas.openxmlformats.org/officeDocument/2006/relationships/customXml" Target="../ink/ink76.xml"/><Relationship Id="rId52" Type="http://schemas.openxmlformats.org/officeDocument/2006/relationships/customXml" Target="../ink/ink80.xml"/><Relationship Id="rId60" Type="http://schemas.openxmlformats.org/officeDocument/2006/relationships/customXml" Target="../ink/ink84.xml"/><Relationship Id="rId65" Type="http://schemas.openxmlformats.org/officeDocument/2006/relationships/image" Target="../media/image101.png"/><Relationship Id="rId73" Type="http://schemas.openxmlformats.org/officeDocument/2006/relationships/image" Target="../media/image105.png"/><Relationship Id="rId4" Type="http://schemas.openxmlformats.org/officeDocument/2006/relationships/customXml" Target="../ink/ink56.xml"/><Relationship Id="rId9" Type="http://schemas.openxmlformats.org/officeDocument/2006/relationships/image" Target="../media/image73.png"/><Relationship Id="rId13" Type="http://schemas.openxmlformats.org/officeDocument/2006/relationships/image" Target="../media/image75.png"/><Relationship Id="rId18" Type="http://schemas.openxmlformats.org/officeDocument/2006/relationships/customXml" Target="../ink/ink63.xml"/><Relationship Id="rId39" Type="http://schemas.openxmlformats.org/officeDocument/2006/relationships/image" Target="../media/image88.png"/><Relationship Id="rId34" Type="http://schemas.openxmlformats.org/officeDocument/2006/relationships/customXml" Target="../ink/ink71.xml"/><Relationship Id="rId50" Type="http://schemas.openxmlformats.org/officeDocument/2006/relationships/customXml" Target="../ink/ink79.xml"/><Relationship Id="rId55" Type="http://schemas.openxmlformats.org/officeDocument/2006/relationships/image" Target="../media/image96.png"/><Relationship Id="rId76" Type="http://schemas.openxmlformats.org/officeDocument/2006/relationships/customXml" Target="../ink/ink92.xml"/><Relationship Id="rId7" Type="http://schemas.openxmlformats.org/officeDocument/2006/relationships/image" Target="../media/image72.png"/><Relationship Id="rId71" Type="http://schemas.openxmlformats.org/officeDocument/2006/relationships/image" Target="../media/image104.png"/><Relationship Id="rId2" Type="http://schemas.openxmlformats.org/officeDocument/2006/relationships/customXml" Target="../ink/ink55.xml"/><Relationship Id="rId29" Type="http://schemas.openxmlformats.org/officeDocument/2006/relationships/image" Target="../media/image83.png"/></Relationships>
</file>

<file path=ppt/slides/_rels/slide13.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6" Type="http://schemas.openxmlformats.org/officeDocument/2006/relationships/customXml" Target="../ink/ink103.xml"/><Relationship Id="rId21" Type="http://schemas.openxmlformats.org/officeDocument/2006/relationships/image" Target="../media/image115.png"/><Relationship Id="rId42" Type="http://schemas.openxmlformats.org/officeDocument/2006/relationships/customXml" Target="../ink/ink111.xml"/><Relationship Id="rId47" Type="http://schemas.openxmlformats.org/officeDocument/2006/relationships/image" Target="../media/image128.png"/><Relationship Id="rId63" Type="http://schemas.openxmlformats.org/officeDocument/2006/relationships/image" Target="../media/image136.png"/><Relationship Id="rId68" Type="http://schemas.openxmlformats.org/officeDocument/2006/relationships/customXml" Target="../ink/ink124.xml"/><Relationship Id="rId84" Type="http://schemas.openxmlformats.org/officeDocument/2006/relationships/customXml" Target="../ink/ink132.xml"/><Relationship Id="rId16" Type="http://schemas.openxmlformats.org/officeDocument/2006/relationships/customXml" Target="../ink/ink98.xml"/><Relationship Id="rId11" Type="http://schemas.openxmlformats.org/officeDocument/2006/relationships/image" Target="../media/image110.png"/><Relationship Id="rId32" Type="http://schemas.openxmlformats.org/officeDocument/2006/relationships/customXml" Target="../ink/ink106.xml"/><Relationship Id="rId37" Type="http://schemas.openxmlformats.org/officeDocument/2006/relationships/image" Target="../media/image123.png"/><Relationship Id="rId53" Type="http://schemas.openxmlformats.org/officeDocument/2006/relationships/image" Target="../media/image131.png"/><Relationship Id="rId58" Type="http://schemas.openxmlformats.org/officeDocument/2006/relationships/customXml" Target="../ink/ink119.xml"/><Relationship Id="rId74" Type="http://schemas.openxmlformats.org/officeDocument/2006/relationships/customXml" Target="../ink/ink127.xml"/><Relationship Id="rId79" Type="http://schemas.openxmlformats.org/officeDocument/2006/relationships/image" Target="../media/image144.png"/><Relationship Id="rId5" Type="http://schemas.openxmlformats.org/officeDocument/2006/relationships/image" Target="../media/image49.wmf"/><Relationship Id="rId19" Type="http://schemas.openxmlformats.org/officeDocument/2006/relationships/image" Target="../media/image114.png"/><Relationship Id="rId14" Type="http://schemas.openxmlformats.org/officeDocument/2006/relationships/customXml" Target="../ink/ink97.xml"/><Relationship Id="rId22" Type="http://schemas.openxmlformats.org/officeDocument/2006/relationships/customXml" Target="../ink/ink101.xml"/><Relationship Id="rId27" Type="http://schemas.openxmlformats.org/officeDocument/2006/relationships/image" Target="../media/image118.png"/><Relationship Id="rId30" Type="http://schemas.openxmlformats.org/officeDocument/2006/relationships/customXml" Target="../ink/ink105.xml"/><Relationship Id="rId35" Type="http://schemas.openxmlformats.org/officeDocument/2006/relationships/image" Target="../media/image122.png"/><Relationship Id="rId43" Type="http://schemas.openxmlformats.org/officeDocument/2006/relationships/image" Target="../media/image126.png"/><Relationship Id="rId48" Type="http://schemas.openxmlformats.org/officeDocument/2006/relationships/customXml" Target="../ink/ink114.xml"/><Relationship Id="rId56" Type="http://schemas.openxmlformats.org/officeDocument/2006/relationships/customXml" Target="../ink/ink118.xml"/><Relationship Id="rId64" Type="http://schemas.openxmlformats.org/officeDocument/2006/relationships/customXml" Target="../ink/ink122.xml"/><Relationship Id="rId69" Type="http://schemas.openxmlformats.org/officeDocument/2006/relationships/image" Target="../media/image139.png"/><Relationship Id="rId77" Type="http://schemas.openxmlformats.org/officeDocument/2006/relationships/image" Target="../media/image143.png"/><Relationship Id="rId8" Type="http://schemas.openxmlformats.org/officeDocument/2006/relationships/customXml" Target="../ink/ink94.xml"/><Relationship Id="rId51" Type="http://schemas.openxmlformats.org/officeDocument/2006/relationships/image" Target="../media/image130.png"/><Relationship Id="rId72" Type="http://schemas.openxmlformats.org/officeDocument/2006/relationships/customXml" Target="../ink/ink126.xml"/><Relationship Id="rId80" Type="http://schemas.openxmlformats.org/officeDocument/2006/relationships/customXml" Target="../ink/ink130.xml"/><Relationship Id="rId85" Type="http://schemas.openxmlformats.org/officeDocument/2006/relationships/image" Target="../media/image147.png"/><Relationship Id="rId3" Type="http://schemas.openxmlformats.org/officeDocument/2006/relationships/image" Target="../media/image170.png"/><Relationship Id="rId12" Type="http://schemas.openxmlformats.org/officeDocument/2006/relationships/customXml" Target="../ink/ink96.xml"/><Relationship Id="rId17" Type="http://schemas.openxmlformats.org/officeDocument/2006/relationships/image" Target="../media/image113.png"/><Relationship Id="rId25" Type="http://schemas.openxmlformats.org/officeDocument/2006/relationships/image" Target="../media/image117.png"/><Relationship Id="rId33" Type="http://schemas.openxmlformats.org/officeDocument/2006/relationships/image" Target="../media/image121.png"/><Relationship Id="rId38" Type="http://schemas.openxmlformats.org/officeDocument/2006/relationships/customXml" Target="../ink/ink109.xml"/><Relationship Id="rId46" Type="http://schemas.openxmlformats.org/officeDocument/2006/relationships/customXml" Target="../ink/ink113.xml"/><Relationship Id="rId59" Type="http://schemas.openxmlformats.org/officeDocument/2006/relationships/image" Target="../media/image134.png"/><Relationship Id="rId67" Type="http://schemas.openxmlformats.org/officeDocument/2006/relationships/image" Target="../media/image138.png"/><Relationship Id="rId20" Type="http://schemas.openxmlformats.org/officeDocument/2006/relationships/customXml" Target="../ink/ink100.xml"/><Relationship Id="rId41" Type="http://schemas.openxmlformats.org/officeDocument/2006/relationships/image" Target="../media/image125.png"/><Relationship Id="rId54" Type="http://schemas.openxmlformats.org/officeDocument/2006/relationships/customXml" Target="../ink/ink117.xml"/><Relationship Id="rId62" Type="http://schemas.openxmlformats.org/officeDocument/2006/relationships/customXml" Target="../ink/ink121.xml"/><Relationship Id="rId70" Type="http://schemas.openxmlformats.org/officeDocument/2006/relationships/customXml" Target="../ink/ink125.xml"/><Relationship Id="rId75" Type="http://schemas.openxmlformats.org/officeDocument/2006/relationships/image" Target="../media/image142.png"/><Relationship Id="rId83" Type="http://schemas.openxmlformats.org/officeDocument/2006/relationships/image" Target="../media/image146.png"/><Relationship Id="rId1" Type="http://schemas.openxmlformats.org/officeDocument/2006/relationships/slideLayout" Target="../slideLayouts/slideLayout9.xml"/><Relationship Id="rId6" Type="http://schemas.openxmlformats.org/officeDocument/2006/relationships/customXml" Target="../ink/ink93.xml"/><Relationship Id="rId15" Type="http://schemas.openxmlformats.org/officeDocument/2006/relationships/image" Target="../media/image112.png"/><Relationship Id="rId23" Type="http://schemas.openxmlformats.org/officeDocument/2006/relationships/image" Target="../media/image116.png"/><Relationship Id="rId28" Type="http://schemas.openxmlformats.org/officeDocument/2006/relationships/customXml" Target="../ink/ink104.xml"/><Relationship Id="rId36" Type="http://schemas.openxmlformats.org/officeDocument/2006/relationships/customXml" Target="../ink/ink108.xml"/><Relationship Id="rId49" Type="http://schemas.openxmlformats.org/officeDocument/2006/relationships/image" Target="../media/image129.png"/><Relationship Id="rId57" Type="http://schemas.openxmlformats.org/officeDocument/2006/relationships/image" Target="../media/image133.png"/><Relationship Id="rId10" Type="http://schemas.openxmlformats.org/officeDocument/2006/relationships/customXml" Target="../ink/ink95.xml"/><Relationship Id="rId31" Type="http://schemas.openxmlformats.org/officeDocument/2006/relationships/image" Target="../media/image120.png"/><Relationship Id="rId44" Type="http://schemas.openxmlformats.org/officeDocument/2006/relationships/customXml" Target="../ink/ink112.xml"/><Relationship Id="rId52" Type="http://schemas.openxmlformats.org/officeDocument/2006/relationships/customXml" Target="../ink/ink116.xml"/><Relationship Id="rId60" Type="http://schemas.openxmlformats.org/officeDocument/2006/relationships/customXml" Target="../ink/ink120.xml"/><Relationship Id="rId65" Type="http://schemas.openxmlformats.org/officeDocument/2006/relationships/image" Target="../media/image137.png"/><Relationship Id="rId73" Type="http://schemas.openxmlformats.org/officeDocument/2006/relationships/image" Target="../media/image141.png"/><Relationship Id="rId78" Type="http://schemas.openxmlformats.org/officeDocument/2006/relationships/customXml" Target="../ink/ink129.xml"/><Relationship Id="rId81" Type="http://schemas.openxmlformats.org/officeDocument/2006/relationships/image" Target="../media/image145.png"/><Relationship Id="rId86" Type="http://schemas.openxmlformats.org/officeDocument/2006/relationships/customXml" Target="../ink/ink133.xml"/><Relationship Id="rId4" Type="http://schemas.openxmlformats.org/officeDocument/2006/relationships/oleObject" Target="../embeddings/oleObject1.bin"/><Relationship Id="rId9" Type="http://schemas.openxmlformats.org/officeDocument/2006/relationships/image" Target="../media/image109.png"/><Relationship Id="rId13" Type="http://schemas.openxmlformats.org/officeDocument/2006/relationships/image" Target="../media/image111.png"/><Relationship Id="rId18" Type="http://schemas.openxmlformats.org/officeDocument/2006/relationships/customXml" Target="../ink/ink99.xml"/><Relationship Id="rId39" Type="http://schemas.openxmlformats.org/officeDocument/2006/relationships/image" Target="../media/image124.png"/><Relationship Id="rId34" Type="http://schemas.openxmlformats.org/officeDocument/2006/relationships/customXml" Target="../ink/ink107.xml"/><Relationship Id="rId50" Type="http://schemas.openxmlformats.org/officeDocument/2006/relationships/customXml" Target="../ink/ink115.xml"/><Relationship Id="rId55" Type="http://schemas.openxmlformats.org/officeDocument/2006/relationships/image" Target="../media/image132.png"/><Relationship Id="rId76" Type="http://schemas.openxmlformats.org/officeDocument/2006/relationships/customXml" Target="../ink/ink128.xml"/><Relationship Id="rId7" Type="http://schemas.openxmlformats.org/officeDocument/2006/relationships/image" Target="../media/image108.png"/><Relationship Id="rId71" Type="http://schemas.openxmlformats.org/officeDocument/2006/relationships/image" Target="../media/image140.png"/><Relationship Id="rId29" Type="http://schemas.openxmlformats.org/officeDocument/2006/relationships/image" Target="../media/image119.png"/><Relationship Id="rId24" Type="http://schemas.openxmlformats.org/officeDocument/2006/relationships/customXml" Target="../ink/ink102.xml"/><Relationship Id="rId40" Type="http://schemas.openxmlformats.org/officeDocument/2006/relationships/customXml" Target="../ink/ink110.xml"/><Relationship Id="rId45" Type="http://schemas.openxmlformats.org/officeDocument/2006/relationships/image" Target="../media/image127.png"/><Relationship Id="rId66" Type="http://schemas.openxmlformats.org/officeDocument/2006/relationships/customXml" Target="../ink/ink123.xml"/><Relationship Id="rId87" Type="http://schemas.openxmlformats.org/officeDocument/2006/relationships/image" Target="../media/image148.png"/><Relationship Id="rId61" Type="http://schemas.openxmlformats.org/officeDocument/2006/relationships/image" Target="../media/image135.png"/><Relationship Id="rId82" Type="http://schemas.openxmlformats.org/officeDocument/2006/relationships/customXml" Target="../ink/ink131.xml"/></Relationships>
</file>

<file path=ppt/slides/_rels/slide15.xml.rels><?xml version="1.0" encoding="UTF-8" standalone="yes"?>
<Relationships xmlns="http://schemas.openxmlformats.org/package/2006/relationships"><Relationship Id="rId26" Type="http://schemas.openxmlformats.org/officeDocument/2006/relationships/image" Target="../media/image161.png"/><Relationship Id="rId21" Type="http://schemas.openxmlformats.org/officeDocument/2006/relationships/customXml" Target="../ink/ink142.xml"/><Relationship Id="rId42" Type="http://schemas.openxmlformats.org/officeDocument/2006/relationships/image" Target="../media/image169.png"/><Relationship Id="rId47" Type="http://schemas.openxmlformats.org/officeDocument/2006/relationships/customXml" Target="../ink/ink155.xml"/><Relationship Id="rId63" Type="http://schemas.openxmlformats.org/officeDocument/2006/relationships/customXml" Target="../ink/ink163.xml"/><Relationship Id="rId68" Type="http://schemas.openxmlformats.org/officeDocument/2006/relationships/image" Target="../media/image183.png"/><Relationship Id="rId84" Type="http://schemas.openxmlformats.org/officeDocument/2006/relationships/image" Target="../media/image192.png"/><Relationship Id="rId16" Type="http://schemas.openxmlformats.org/officeDocument/2006/relationships/image" Target="../media/image156.png"/><Relationship Id="rId11" Type="http://schemas.openxmlformats.org/officeDocument/2006/relationships/customXml" Target="../ink/ink137.xml"/><Relationship Id="rId32" Type="http://schemas.openxmlformats.org/officeDocument/2006/relationships/image" Target="../media/image164.png"/><Relationship Id="rId37" Type="http://schemas.openxmlformats.org/officeDocument/2006/relationships/customXml" Target="../ink/ink150.xml"/><Relationship Id="rId53" Type="http://schemas.openxmlformats.org/officeDocument/2006/relationships/customXml" Target="../ink/ink158.xml"/><Relationship Id="rId58" Type="http://schemas.openxmlformats.org/officeDocument/2006/relationships/image" Target="../media/image178.png"/><Relationship Id="rId74" Type="http://schemas.openxmlformats.org/officeDocument/2006/relationships/image" Target="../media/image186.png"/><Relationship Id="rId79" Type="http://schemas.openxmlformats.org/officeDocument/2006/relationships/customXml" Target="../ink/ink171.xml"/><Relationship Id="rId5" Type="http://schemas.openxmlformats.org/officeDocument/2006/relationships/customXml" Target="../ink/ink134.xml"/><Relationship Id="rId19" Type="http://schemas.openxmlformats.org/officeDocument/2006/relationships/customXml" Target="../ink/ink141.xml"/><Relationship Id="rId14" Type="http://schemas.openxmlformats.org/officeDocument/2006/relationships/image" Target="../media/image155.png"/><Relationship Id="rId22" Type="http://schemas.openxmlformats.org/officeDocument/2006/relationships/image" Target="../media/image159.png"/><Relationship Id="rId27" Type="http://schemas.openxmlformats.org/officeDocument/2006/relationships/customXml" Target="../ink/ink145.xml"/><Relationship Id="rId30" Type="http://schemas.openxmlformats.org/officeDocument/2006/relationships/image" Target="../media/image163.png"/><Relationship Id="rId35" Type="http://schemas.openxmlformats.org/officeDocument/2006/relationships/customXml" Target="../ink/ink149.xml"/><Relationship Id="rId43" Type="http://schemas.openxmlformats.org/officeDocument/2006/relationships/customXml" Target="../ink/ink153.xml"/><Relationship Id="rId48" Type="http://schemas.openxmlformats.org/officeDocument/2006/relationships/image" Target="../media/image173.png"/><Relationship Id="rId56" Type="http://schemas.openxmlformats.org/officeDocument/2006/relationships/image" Target="../media/image177.png"/><Relationship Id="rId64" Type="http://schemas.openxmlformats.org/officeDocument/2006/relationships/image" Target="../media/image181.png"/><Relationship Id="rId69" Type="http://schemas.openxmlformats.org/officeDocument/2006/relationships/customXml" Target="../ink/ink166.xml"/><Relationship Id="rId77" Type="http://schemas.openxmlformats.org/officeDocument/2006/relationships/customXml" Target="../ink/ink170.xml"/><Relationship Id="rId8" Type="http://schemas.openxmlformats.org/officeDocument/2006/relationships/image" Target="../media/image152.png"/><Relationship Id="rId51" Type="http://schemas.openxmlformats.org/officeDocument/2006/relationships/customXml" Target="../ink/ink157.xml"/><Relationship Id="rId72" Type="http://schemas.openxmlformats.org/officeDocument/2006/relationships/image" Target="../media/image185.png"/><Relationship Id="rId80" Type="http://schemas.openxmlformats.org/officeDocument/2006/relationships/image" Target="../media/image189.png"/><Relationship Id="rId85" Type="http://schemas.openxmlformats.org/officeDocument/2006/relationships/customXml" Target="../ink/ink174.xml"/><Relationship Id="rId3" Type="http://schemas.openxmlformats.org/officeDocument/2006/relationships/image" Target="../media/image149.wmf"/><Relationship Id="rId12" Type="http://schemas.openxmlformats.org/officeDocument/2006/relationships/image" Target="../media/image154.png"/><Relationship Id="rId17" Type="http://schemas.openxmlformats.org/officeDocument/2006/relationships/customXml" Target="../ink/ink140.xml"/><Relationship Id="rId25" Type="http://schemas.openxmlformats.org/officeDocument/2006/relationships/customXml" Target="../ink/ink144.xml"/><Relationship Id="rId33" Type="http://schemas.openxmlformats.org/officeDocument/2006/relationships/customXml" Target="../ink/ink148.xml"/><Relationship Id="rId38" Type="http://schemas.openxmlformats.org/officeDocument/2006/relationships/image" Target="../media/image167.png"/><Relationship Id="rId46" Type="http://schemas.openxmlformats.org/officeDocument/2006/relationships/image" Target="../media/image172.png"/><Relationship Id="rId59" Type="http://schemas.openxmlformats.org/officeDocument/2006/relationships/customXml" Target="../ink/ink161.xml"/><Relationship Id="rId67" Type="http://schemas.openxmlformats.org/officeDocument/2006/relationships/customXml" Target="../ink/ink165.xml"/><Relationship Id="rId20" Type="http://schemas.openxmlformats.org/officeDocument/2006/relationships/image" Target="../media/image158.png"/><Relationship Id="rId41" Type="http://schemas.openxmlformats.org/officeDocument/2006/relationships/customXml" Target="../ink/ink152.xml"/><Relationship Id="rId54" Type="http://schemas.openxmlformats.org/officeDocument/2006/relationships/image" Target="../media/image176.png"/><Relationship Id="rId62" Type="http://schemas.openxmlformats.org/officeDocument/2006/relationships/image" Target="../media/image180.png"/><Relationship Id="rId70" Type="http://schemas.openxmlformats.org/officeDocument/2006/relationships/image" Target="../media/image184.png"/><Relationship Id="rId75" Type="http://schemas.openxmlformats.org/officeDocument/2006/relationships/customXml" Target="../ink/ink169.xml"/><Relationship Id="rId83" Type="http://schemas.openxmlformats.org/officeDocument/2006/relationships/customXml" Target="../ink/ink173.xml"/><Relationship Id="rId1" Type="http://schemas.openxmlformats.org/officeDocument/2006/relationships/slideLayout" Target="../slideLayouts/slideLayout9.xml"/><Relationship Id="rId6" Type="http://schemas.openxmlformats.org/officeDocument/2006/relationships/image" Target="../media/image151.png"/><Relationship Id="rId15" Type="http://schemas.openxmlformats.org/officeDocument/2006/relationships/customXml" Target="../ink/ink139.xml"/><Relationship Id="rId23" Type="http://schemas.openxmlformats.org/officeDocument/2006/relationships/customXml" Target="../ink/ink143.xml"/><Relationship Id="rId28" Type="http://schemas.openxmlformats.org/officeDocument/2006/relationships/image" Target="../media/image162.png"/><Relationship Id="rId36" Type="http://schemas.openxmlformats.org/officeDocument/2006/relationships/image" Target="../media/image166.png"/><Relationship Id="rId49" Type="http://schemas.openxmlformats.org/officeDocument/2006/relationships/customXml" Target="../ink/ink156.xml"/><Relationship Id="rId57" Type="http://schemas.openxmlformats.org/officeDocument/2006/relationships/customXml" Target="../ink/ink160.xml"/><Relationship Id="rId10" Type="http://schemas.openxmlformats.org/officeDocument/2006/relationships/image" Target="../media/image153.png"/><Relationship Id="rId31" Type="http://schemas.openxmlformats.org/officeDocument/2006/relationships/customXml" Target="../ink/ink147.xml"/><Relationship Id="rId44" Type="http://schemas.openxmlformats.org/officeDocument/2006/relationships/image" Target="../media/image171.png"/><Relationship Id="rId52" Type="http://schemas.openxmlformats.org/officeDocument/2006/relationships/image" Target="../media/image175.png"/><Relationship Id="rId60" Type="http://schemas.openxmlformats.org/officeDocument/2006/relationships/image" Target="../media/image179.png"/><Relationship Id="rId65" Type="http://schemas.openxmlformats.org/officeDocument/2006/relationships/customXml" Target="../ink/ink164.xml"/><Relationship Id="rId73" Type="http://schemas.openxmlformats.org/officeDocument/2006/relationships/customXml" Target="../ink/ink168.xml"/><Relationship Id="rId78" Type="http://schemas.openxmlformats.org/officeDocument/2006/relationships/image" Target="../media/image188.png"/><Relationship Id="rId81" Type="http://schemas.openxmlformats.org/officeDocument/2006/relationships/customXml" Target="../ink/ink172.xml"/><Relationship Id="rId86" Type="http://schemas.openxmlformats.org/officeDocument/2006/relationships/image" Target="../media/image193.png"/><Relationship Id="rId4" Type="http://schemas.openxmlformats.org/officeDocument/2006/relationships/image" Target="../media/image150.png"/><Relationship Id="rId9" Type="http://schemas.openxmlformats.org/officeDocument/2006/relationships/customXml" Target="../ink/ink136.xml"/><Relationship Id="rId13" Type="http://schemas.openxmlformats.org/officeDocument/2006/relationships/customXml" Target="../ink/ink138.xml"/><Relationship Id="rId18" Type="http://schemas.openxmlformats.org/officeDocument/2006/relationships/image" Target="../media/image157.png"/><Relationship Id="rId39" Type="http://schemas.openxmlformats.org/officeDocument/2006/relationships/customXml" Target="../ink/ink151.xml"/><Relationship Id="rId34" Type="http://schemas.openxmlformats.org/officeDocument/2006/relationships/image" Target="../media/image165.png"/><Relationship Id="rId50" Type="http://schemas.openxmlformats.org/officeDocument/2006/relationships/image" Target="../media/image174.png"/><Relationship Id="rId55" Type="http://schemas.openxmlformats.org/officeDocument/2006/relationships/customXml" Target="../ink/ink159.xml"/><Relationship Id="rId76" Type="http://schemas.openxmlformats.org/officeDocument/2006/relationships/image" Target="../media/image187.png"/><Relationship Id="rId7" Type="http://schemas.openxmlformats.org/officeDocument/2006/relationships/customXml" Target="../ink/ink135.xml"/><Relationship Id="rId71" Type="http://schemas.openxmlformats.org/officeDocument/2006/relationships/customXml" Target="../ink/ink167.xml"/><Relationship Id="rId2" Type="http://schemas.openxmlformats.org/officeDocument/2006/relationships/oleObject" Target="../embeddings/oleObject2.bin"/><Relationship Id="rId29" Type="http://schemas.openxmlformats.org/officeDocument/2006/relationships/customXml" Target="../ink/ink146.xml"/><Relationship Id="rId24" Type="http://schemas.openxmlformats.org/officeDocument/2006/relationships/image" Target="../media/image160.png"/><Relationship Id="rId40" Type="http://schemas.openxmlformats.org/officeDocument/2006/relationships/image" Target="../media/image168.png"/><Relationship Id="rId45" Type="http://schemas.openxmlformats.org/officeDocument/2006/relationships/customXml" Target="../ink/ink154.xml"/><Relationship Id="rId66" Type="http://schemas.openxmlformats.org/officeDocument/2006/relationships/image" Target="../media/image182.png"/><Relationship Id="rId61" Type="http://schemas.openxmlformats.org/officeDocument/2006/relationships/customXml" Target="../ink/ink162.xml"/><Relationship Id="rId82" Type="http://schemas.openxmlformats.org/officeDocument/2006/relationships/image" Target="../media/image191.png"/></Relationships>
</file>

<file path=ppt/slides/_rels/slide16.xml.rels><?xml version="1.0" encoding="UTF-8" standalone="yes"?>
<Relationships xmlns="http://schemas.openxmlformats.org/package/2006/relationships"><Relationship Id="rId117" Type="http://schemas.openxmlformats.org/officeDocument/2006/relationships/image" Target="../media/image252.png"/><Relationship Id="rId21" Type="http://schemas.openxmlformats.org/officeDocument/2006/relationships/image" Target="../media/image204.png"/><Relationship Id="rId42" Type="http://schemas.openxmlformats.org/officeDocument/2006/relationships/customXml" Target="../ink/ink194.xml"/><Relationship Id="rId63" Type="http://schemas.openxmlformats.org/officeDocument/2006/relationships/image" Target="../media/image225.png"/><Relationship Id="rId84" Type="http://schemas.openxmlformats.org/officeDocument/2006/relationships/customXml" Target="../ink/ink215.xml"/><Relationship Id="rId138" Type="http://schemas.openxmlformats.org/officeDocument/2006/relationships/customXml" Target="../ink/ink242.xml"/><Relationship Id="rId107" Type="http://schemas.openxmlformats.org/officeDocument/2006/relationships/image" Target="../media/image247.png"/><Relationship Id="rId11" Type="http://schemas.openxmlformats.org/officeDocument/2006/relationships/image" Target="../media/image198.png"/><Relationship Id="rId32" Type="http://schemas.openxmlformats.org/officeDocument/2006/relationships/customXml" Target="../ink/ink189.xml"/><Relationship Id="rId53" Type="http://schemas.openxmlformats.org/officeDocument/2006/relationships/image" Target="../media/image220.png"/><Relationship Id="rId74" Type="http://schemas.openxmlformats.org/officeDocument/2006/relationships/customXml" Target="../ink/ink210.xml"/><Relationship Id="rId128" Type="http://schemas.openxmlformats.org/officeDocument/2006/relationships/customXml" Target="../ink/ink237.xml"/><Relationship Id="rId149" Type="http://schemas.openxmlformats.org/officeDocument/2006/relationships/image" Target="../media/image268.png"/><Relationship Id="rId5" Type="http://schemas.openxmlformats.org/officeDocument/2006/relationships/image" Target="../media/image195.png"/><Relationship Id="rId95" Type="http://schemas.openxmlformats.org/officeDocument/2006/relationships/image" Target="../media/image241.png"/><Relationship Id="rId22" Type="http://schemas.openxmlformats.org/officeDocument/2006/relationships/customXml" Target="../ink/ink184.xml"/><Relationship Id="rId27" Type="http://schemas.openxmlformats.org/officeDocument/2006/relationships/image" Target="../media/image207.png"/><Relationship Id="rId43" Type="http://schemas.openxmlformats.org/officeDocument/2006/relationships/image" Target="../media/image215.png"/><Relationship Id="rId48" Type="http://schemas.openxmlformats.org/officeDocument/2006/relationships/customXml" Target="../ink/ink197.xml"/><Relationship Id="rId64" Type="http://schemas.openxmlformats.org/officeDocument/2006/relationships/customXml" Target="../ink/ink205.xml"/><Relationship Id="rId69" Type="http://schemas.openxmlformats.org/officeDocument/2006/relationships/image" Target="../media/image228.png"/><Relationship Id="rId113" Type="http://schemas.openxmlformats.org/officeDocument/2006/relationships/image" Target="../media/image250.png"/><Relationship Id="rId118" Type="http://schemas.openxmlformats.org/officeDocument/2006/relationships/customXml" Target="../ink/ink232.xml"/><Relationship Id="rId134" Type="http://schemas.openxmlformats.org/officeDocument/2006/relationships/customXml" Target="../ink/ink240.xml"/><Relationship Id="rId139" Type="http://schemas.openxmlformats.org/officeDocument/2006/relationships/image" Target="../media/image263.png"/><Relationship Id="rId80" Type="http://schemas.openxmlformats.org/officeDocument/2006/relationships/customXml" Target="../ink/ink213.xml"/><Relationship Id="rId85" Type="http://schemas.openxmlformats.org/officeDocument/2006/relationships/image" Target="../media/image236.png"/><Relationship Id="rId150" Type="http://schemas.openxmlformats.org/officeDocument/2006/relationships/customXml" Target="../ink/ink248.xml"/><Relationship Id="rId12" Type="http://schemas.openxmlformats.org/officeDocument/2006/relationships/customXml" Target="../ink/ink179.xml"/><Relationship Id="rId17" Type="http://schemas.openxmlformats.org/officeDocument/2006/relationships/image" Target="../media/image202.png"/><Relationship Id="rId33" Type="http://schemas.openxmlformats.org/officeDocument/2006/relationships/image" Target="../media/image210.png"/><Relationship Id="rId38" Type="http://schemas.openxmlformats.org/officeDocument/2006/relationships/customXml" Target="../ink/ink192.xml"/><Relationship Id="rId59" Type="http://schemas.openxmlformats.org/officeDocument/2006/relationships/image" Target="../media/image223.png"/><Relationship Id="rId103" Type="http://schemas.openxmlformats.org/officeDocument/2006/relationships/image" Target="../media/image245.png"/><Relationship Id="rId108" Type="http://schemas.openxmlformats.org/officeDocument/2006/relationships/customXml" Target="../ink/ink227.xml"/><Relationship Id="rId124" Type="http://schemas.openxmlformats.org/officeDocument/2006/relationships/customXml" Target="../ink/ink235.xml"/><Relationship Id="rId129" Type="http://schemas.openxmlformats.org/officeDocument/2006/relationships/image" Target="../media/image258.png"/><Relationship Id="rId54" Type="http://schemas.openxmlformats.org/officeDocument/2006/relationships/customXml" Target="../ink/ink200.xml"/><Relationship Id="rId70" Type="http://schemas.openxmlformats.org/officeDocument/2006/relationships/customXml" Target="../ink/ink208.xml"/><Relationship Id="rId75" Type="http://schemas.openxmlformats.org/officeDocument/2006/relationships/image" Target="../media/image231.png"/><Relationship Id="rId91" Type="http://schemas.openxmlformats.org/officeDocument/2006/relationships/image" Target="../media/image239.png"/><Relationship Id="rId96" Type="http://schemas.openxmlformats.org/officeDocument/2006/relationships/customXml" Target="../ink/ink221.xml"/><Relationship Id="rId140" Type="http://schemas.openxmlformats.org/officeDocument/2006/relationships/customXml" Target="../ink/ink243.xml"/><Relationship Id="rId145" Type="http://schemas.openxmlformats.org/officeDocument/2006/relationships/image" Target="../media/image266.png"/><Relationship Id="rId1" Type="http://schemas.openxmlformats.org/officeDocument/2006/relationships/slideLayout" Target="../slideLayouts/slideLayout9.xml"/><Relationship Id="rId6" Type="http://schemas.openxmlformats.org/officeDocument/2006/relationships/customXml" Target="../ink/ink176.xml"/><Relationship Id="rId23" Type="http://schemas.openxmlformats.org/officeDocument/2006/relationships/image" Target="../media/image205.png"/><Relationship Id="rId28" Type="http://schemas.openxmlformats.org/officeDocument/2006/relationships/customXml" Target="../ink/ink187.xml"/><Relationship Id="rId49" Type="http://schemas.openxmlformats.org/officeDocument/2006/relationships/image" Target="../media/image218.png"/><Relationship Id="rId114" Type="http://schemas.openxmlformats.org/officeDocument/2006/relationships/customXml" Target="../ink/ink230.xml"/><Relationship Id="rId119" Type="http://schemas.openxmlformats.org/officeDocument/2006/relationships/image" Target="../media/image253.png"/><Relationship Id="rId44" Type="http://schemas.openxmlformats.org/officeDocument/2006/relationships/customXml" Target="../ink/ink195.xml"/><Relationship Id="rId60" Type="http://schemas.openxmlformats.org/officeDocument/2006/relationships/customXml" Target="../ink/ink203.xml"/><Relationship Id="rId65" Type="http://schemas.openxmlformats.org/officeDocument/2006/relationships/image" Target="../media/image226.png"/><Relationship Id="rId81" Type="http://schemas.openxmlformats.org/officeDocument/2006/relationships/image" Target="../media/image234.png"/><Relationship Id="rId86" Type="http://schemas.openxmlformats.org/officeDocument/2006/relationships/customXml" Target="../ink/ink216.xml"/><Relationship Id="rId130" Type="http://schemas.openxmlformats.org/officeDocument/2006/relationships/customXml" Target="../ink/ink238.xml"/><Relationship Id="rId135" Type="http://schemas.openxmlformats.org/officeDocument/2006/relationships/image" Target="../media/image261.png"/><Relationship Id="rId151" Type="http://schemas.openxmlformats.org/officeDocument/2006/relationships/image" Target="../media/image269.png"/><Relationship Id="rId13" Type="http://schemas.openxmlformats.org/officeDocument/2006/relationships/image" Target="../media/image199.png"/><Relationship Id="rId18" Type="http://schemas.openxmlformats.org/officeDocument/2006/relationships/customXml" Target="../ink/ink182.xml"/><Relationship Id="rId39" Type="http://schemas.openxmlformats.org/officeDocument/2006/relationships/image" Target="../media/image213.png"/><Relationship Id="rId109" Type="http://schemas.openxmlformats.org/officeDocument/2006/relationships/image" Target="../media/image248.png"/><Relationship Id="rId34" Type="http://schemas.openxmlformats.org/officeDocument/2006/relationships/customXml" Target="../ink/ink190.xml"/><Relationship Id="rId50" Type="http://schemas.openxmlformats.org/officeDocument/2006/relationships/customXml" Target="../ink/ink198.xml"/><Relationship Id="rId55" Type="http://schemas.openxmlformats.org/officeDocument/2006/relationships/image" Target="../media/image221.png"/><Relationship Id="rId76" Type="http://schemas.openxmlformats.org/officeDocument/2006/relationships/customXml" Target="../ink/ink211.xml"/><Relationship Id="rId97" Type="http://schemas.openxmlformats.org/officeDocument/2006/relationships/image" Target="../media/image242.png"/><Relationship Id="rId104" Type="http://schemas.openxmlformats.org/officeDocument/2006/relationships/customXml" Target="../ink/ink225.xml"/><Relationship Id="rId120" Type="http://schemas.openxmlformats.org/officeDocument/2006/relationships/customXml" Target="../ink/ink233.xml"/><Relationship Id="rId125" Type="http://schemas.openxmlformats.org/officeDocument/2006/relationships/image" Target="../media/image256.png"/><Relationship Id="rId141" Type="http://schemas.openxmlformats.org/officeDocument/2006/relationships/image" Target="../media/image264.png"/><Relationship Id="rId146" Type="http://schemas.openxmlformats.org/officeDocument/2006/relationships/customXml" Target="../ink/ink246.xml"/><Relationship Id="rId7" Type="http://schemas.openxmlformats.org/officeDocument/2006/relationships/image" Target="../media/image196.png"/><Relationship Id="rId71" Type="http://schemas.openxmlformats.org/officeDocument/2006/relationships/image" Target="../media/image229.png"/><Relationship Id="rId92" Type="http://schemas.openxmlformats.org/officeDocument/2006/relationships/customXml" Target="../ink/ink219.xml"/><Relationship Id="rId2" Type="http://schemas.openxmlformats.org/officeDocument/2006/relationships/oleObject" Target="../embeddings/oleObject3.bin"/><Relationship Id="rId29" Type="http://schemas.openxmlformats.org/officeDocument/2006/relationships/image" Target="../media/image208.png"/><Relationship Id="rId24" Type="http://schemas.openxmlformats.org/officeDocument/2006/relationships/customXml" Target="../ink/ink185.xml"/><Relationship Id="rId40" Type="http://schemas.openxmlformats.org/officeDocument/2006/relationships/customXml" Target="../ink/ink193.xml"/><Relationship Id="rId45" Type="http://schemas.openxmlformats.org/officeDocument/2006/relationships/image" Target="../media/image216.png"/><Relationship Id="rId66" Type="http://schemas.openxmlformats.org/officeDocument/2006/relationships/customXml" Target="../ink/ink206.xml"/><Relationship Id="rId87" Type="http://schemas.openxmlformats.org/officeDocument/2006/relationships/image" Target="../media/image237.png"/><Relationship Id="rId110" Type="http://schemas.openxmlformats.org/officeDocument/2006/relationships/customXml" Target="../ink/ink228.xml"/><Relationship Id="rId115" Type="http://schemas.openxmlformats.org/officeDocument/2006/relationships/image" Target="../media/image251.png"/><Relationship Id="rId131" Type="http://schemas.openxmlformats.org/officeDocument/2006/relationships/image" Target="../media/image259.png"/><Relationship Id="rId136" Type="http://schemas.openxmlformats.org/officeDocument/2006/relationships/customXml" Target="../ink/ink241.xml"/><Relationship Id="rId61" Type="http://schemas.openxmlformats.org/officeDocument/2006/relationships/image" Target="../media/image224.png"/><Relationship Id="rId82" Type="http://schemas.openxmlformats.org/officeDocument/2006/relationships/customXml" Target="../ink/ink214.xml"/><Relationship Id="rId19" Type="http://schemas.openxmlformats.org/officeDocument/2006/relationships/image" Target="../media/image203.png"/><Relationship Id="rId14" Type="http://schemas.openxmlformats.org/officeDocument/2006/relationships/customXml" Target="../ink/ink180.xml"/><Relationship Id="rId30" Type="http://schemas.openxmlformats.org/officeDocument/2006/relationships/customXml" Target="../ink/ink188.xml"/><Relationship Id="rId35" Type="http://schemas.openxmlformats.org/officeDocument/2006/relationships/image" Target="../media/image211.png"/><Relationship Id="rId56" Type="http://schemas.openxmlformats.org/officeDocument/2006/relationships/customXml" Target="../ink/ink201.xml"/><Relationship Id="rId77" Type="http://schemas.openxmlformats.org/officeDocument/2006/relationships/image" Target="../media/image232.png"/><Relationship Id="rId100" Type="http://schemas.openxmlformats.org/officeDocument/2006/relationships/customXml" Target="../ink/ink223.xml"/><Relationship Id="rId105" Type="http://schemas.openxmlformats.org/officeDocument/2006/relationships/image" Target="../media/image246.png"/><Relationship Id="rId126" Type="http://schemas.openxmlformats.org/officeDocument/2006/relationships/customXml" Target="../ink/ink236.xml"/><Relationship Id="rId147" Type="http://schemas.openxmlformats.org/officeDocument/2006/relationships/image" Target="../media/image267.png"/><Relationship Id="rId8" Type="http://schemas.openxmlformats.org/officeDocument/2006/relationships/customXml" Target="../ink/ink177.xml"/><Relationship Id="rId51" Type="http://schemas.openxmlformats.org/officeDocument/2006/relationships/image" Target="../media/image219.png"/><Relationship Id="rId72" Type="http://schemas.openxmlformats.org/officeDocument/2006/relationships/customXml" Target="../ink/ink209.xml"/><Relationship Id="rId93" Type="http://schemas.openxmlformats.org/officeDocument/2006/relationships/image" Target="../media/image240.png"/><Relationship Id="rId98" Type="http://schemas.openxmlformats.org/officeDocument/2006/relationships/customXml" Target="../ink/ink222.xml"/><Relationship Id="rId121" Type="http://schemas.openxmlformats.org/officeDocument/2006/relationships/image" Target="../media/image254.png"/><Relationship Id="rId142" Type="http://schemas.openxmlformats.org/officeDocument/2006/relationships/customXml" Target="../ink/ink244.xml"/><Relationship Id="rId3" Type="http://schemas.openxmlformats.org/officeDocument/2006/relationships/image" Target="../media/image194.wmf"/><Relationship Id="rId25" Type="http://schemas.openxmlformats.org/officeDocument/2006/relationships/image" Target="../media/image206.png"/><Relationship Id="rId46" Type="http://schemas.openxmlformats.org/officeDocument/2006/relationships/customXml" Target="../ink/ink196.xml"/><Relationship Id="rId67" Type="http://schemas.openxmlformats.org/officeDocument/2006/relationships/image" Target="../media/image227.png"/><Relationship Id="rId116" Type="http://schemas.openxmlformats.org/officeDocument/2006/relationships/customXml" Target="../ink/ink231.xml"/><Relationship Id="rId137" Type="http://schemas.openxmlformats.org/officeDocument/2006/relationships/image" Target="../media/image262.png"/><Relationship Id="rId20" Type="http://schemas.openxmlformats.org/officeDocument/2006/relationships/customXml" Target="../ink/ink183.xml"/><Relationship Id="rId41" Type="http://schemas.openxmlformats.org/officeDocument/2006/relationships/image" Target="../media/image214.png"/><Relationship Id="rId62" Type="http://schemas.openxmlformats.org/officeDocument/2006/relationships/customXml" Target="../ink/ink204.xml"/><Relationship Id="rId83" Type="http://schemas.openxmlformats.org/officeDocument/2006/relationships/image" Target="../media/image235.png"/><Relationship Id="rId88" Type="http://schemas.openxmlformats.org/officeDocument/2006/relationships/customXml" Target="../ink/ink217.xml"/><Relationship Id="rId111" Type="http://schemas.openxmlformats.org/officeDocument/2006/relationships/image" Target="../media/image249.png"/><Relationship Id="rId132" Type="http://schemas.openxmlformats.org/officeDocument/2006/relationships/customXml" Target="../ink/ink239.xml"/><Relationship Id="rId15" Type="http://schemas.openxmlformats.org/officeDocument/2006/relationships/image" Target="../media/image201.png"/><Relationship Id="rId36" Type="http://schemas.openxmlformats.org/officeDocument/2006/relationships/customXml" Target="../ink/ink191.xml"/><Relationship Id="rId57" Type="http://schemas.openxmlformats.org/officeDocument/2006/relationships/image" Target="../media/image222.png"/><Relationship Id="rId106" Type="http://schemas.openxmlformats.org/officeDocument/2006/relationships/customXml" Target="../ink/ink226.xml"/><Relationship Id="rId127" Type="http://schemas.openxmlformats.org/officeDocument/2006/relationships/image" Target="../media/image257.png"/><Relationship Id="rId10" Type="http://schemas.openxmlformats.org/officeDocument/2006/relationships/customXml" Target="../ink/ink178.xml"/><Relationship Id="rId31" Type="http://schemas.openxmlformats.org/officeDocument/2006/relationships/image" Target="../media/image209.png"/><Relationship Id="rId52" Type="http://schemas.openxmlformats.org/officeDocument/2006/relationships/customXml" Target="../ink/ink199.xml"/><Relationship Id="rId73" Type="http://schemas.openxmlformats.org/officeDocument/2006/relationships/image" Target="../media/image230.png"/><Relationship Id="rId78" Type="http://schemas.openxmlformats.org/officeDocument/2006/relationships/customXml" Target="../ink/ink212.xml"/><Relationship Id="rId94" Type="http://schemas.openxmlformats.org/officeDocument/2006/relationships/customXml" Target="../ink/ink220.xml"/><Relationship Id="rId99" Type="http://schemas.openxmlformats.org/officeDocument/2006/relationships/image" Target="../media/image243.png"/><Relationship Id="rId101" Type="http://schemas.openxmlformats.org/officeDocument/2006/relationships/image" Target="../media/image244.png"/><Relationship Id="rId122" Type="http://schemas.openxmlformats.org/officeDocument/2006/relationships/customXml" Target="../ink/ink234.xml"/><Relationship Id="rId143" Type="http://schemas.openxmlformats.org/officeDocument/2006/relationships/image" Target="../media/image265.png"/><Relationship Id="rId148" Type="http://schemas.openxmlformats.org/officeDocument/2006/relationships/customXml" Target="../ink/ink247.xml"/><Relationship Id="rId4" Type="http://schemas.openxmlformats.org/officeDocument/2006/relationships/customXml" Target="../ink/ink175.xml"/><Relationship Id="rId9" Type="http://schemas.openxmlformats.org/officeDocument/2006/relationships/image" Target="../media/image197.png"/><Relationship Id="rId26" Type="http://schemas.openxmlformats.org/officeDocument/2006/relationships/customXml" Target="../ink/ink186.xml"/><Relationship Id="rId47" Type="http://schemas.openxmlformats.org/officeDocument/2006/relationships/image" Target="../media/image217.png"/><Relationship Id="rId68" Type="http://schemas.openxmlformats.org/officeDocument/2006/relationships/customXml" Target="../ink/ink207.xml"/><Relationship Id="rId89" Type="http://schemas.openxmlformats.org/officeDocument/2006/relationships/image" Target="../media/image238.png"/><Relationship Id="rId112" Type="http://schemas.openxmlformats.org/officeDocument/2006/relationships/customXml" Target="../ink/ink229.xml"/><Relationship Id="rId133" Type="http://schemas.openxmlformats.org/officeDocument/2006/relationships/image" Target="../media/image260.png"/><Relationship Id="rId16" Type="http://schemas.openxmlformats.org/officeDocument/2006/relationships/customXml" Target="../ink/ink181.xml"/><Relationship Id="rId37" Type="http://schemas.openxmlformats.org/officeDocument/2006/relationships/image" Target="../media/image212.png"/><Relationship Id="rId58" Type="http://schemas.openxmlformats.org/officeDocument/2006/relationships/customXml" Target="../ink/ink202.xml"/><Relationship Id="rId79" Type="http://schemas.openxmlformats.org/officeDocument/2006/relationships/image" Target="../media/image233.png"/><Relationship Id="rId102" Type="http://schemas.openxmlformats.org/officeDocument/2006/relationships/customXml" Target="../ink/ink224.xml"/><Relationship Id="rId123" Type="http://schemas.openxmlformats.org/officeDocument/2006/relationships/image" Target="../media/image255.png"/><Relationship Id="rId144" Type="http://schemas.openxmlformats.org/officeDocument/2006/relationships/customXml" Target="../ink/ink245.xml"/><Relationship Id="rId90" Type="http://schemas.openxmlformats.org/officeDocument/2006/relationships/customXml" Target="../ink/ink218.xml"/></Relationships>
</file>

<file path=ppt/slides/_rels/slide17.xml.rels><?xml version="1.0" encoding="UTF-8" standalone="yes"?>
<Relationships xmlns="http://schemas.openxmlformats.org/package/2006/relationships"><Relationship Id="rId26" Type="http://schemas.openxmlformats.org/officeDocument/2006/relationships/image" Target="../media/image282.png"/><Relationship Id="rId21" Type="http://schemas.openxmlformats.org/officeDocument/2006/relationships/customXml" Target="../ink/ink258.xml"/><Relationship Id="rId42" Type="http://schemas.openxmlformats.org/officeDocument/2006/relationships/image" Target="../media/image290.png"/><Relationship Id="rId47" Type="http://schemas.openxmlformats.org/officeDocument/2006/relationships/customXml" Target="../ink/ink271.xml"/><Relationship Id="rId63" Type="http://schemas.openxmlformats.org/officeDocument/2006/relationships/customXml" Target="../ink/ink279.xml"/><Relationship Id="rId68" Type="http://schemas.openxmlformats.org/officeDocument/2006/relationships/image" Target="../media/image303.png"/><Relationship Id="rId84" Type="http://schemas.openxmlformats.org/officeDocument/2006/relationships/image" Target="../media/image311.png"/><Relationship Id="rId89" Type="http://schemas.openxmlformats.org/officeDocument/2006/relationships/customXml" Target="../ink/ink292.xml"/><Relationship Id="rId16" Type="http://schemas.openxmlformats.org/officeDocument/2006/relationships/image" Target="../media/image277.png"/><Relationship Id="rId11" Type="http://schemas.openxmlformats.org/officeDocument/2006/relationships/customXml" Target="../ink/ink253.xml"/><Relationship Id="rId32" Type="http://schemas.openxmlformats.org/officeDocument/2006/relationships/image" Target="../media/image285.png"/><Relationship Id="rId37" Type="http://schemas.openxmlformats.org/officeDocument/2006/relationships/customXml" Target="../ink/ink266.xml"/><Relationship Id="rId53" Type="http://schemas.openxmlformats.org/officeDocument/2006/relationships/customXml" Target="../ink/ink274.xml"/><Relationship Id="rId58" Type="http://schemas.openxmlformats.org/officeDocument/2006/relationships/image" Target="../media/image298.png"/><Relationship Id="rId74" Type="http://schemas.openxmlformats.org/officeDocument/2006/relationships/image" Target="../media/image306.png"/><Relationship Id="rId79" Type="http://schemas.openxmlformats.org/officeDocument/2006/relationships/customXml" Target="../ink/ink287.xml"/><Relationship Id="rId5" Type="http://schemas.openxmlformats.org/officeDocument/2006/relationships/customXml" Target="../ink/ink250.xml"/><Relationship Id="rId90" Type="http://schemas.openxmlformats.org/officeDocument/2006/relationships/image" Target="../media/image314.png"/><Relationship Id="rId95" Type="http://schemas.openxmlformats.org/officeDocument/2006/relationships/customXml" Target="../ink/ink295.xml"/><Relationship Id="rId22" Type="http://schemas.openxmlformats.org/officeDocument/2006/relationships/image" Target="../media/image280.png"/><Relationship Id="rId27" Type="http://schemas.openxmlformats.org/officeDocument/2006/relationships/customXml" Target="../ink/ink261.xml"/><Relationship Id="rId43" Type="http://schemas.openxmlformats.org/officeDocument/2006/relationships/customXml" Target="../ink/ink269.xml"/><Relationship Id="rId48" Type="http://schemas.openxmlformats.org/officeDocument/2006/relationships/image" Target="../media/image293.png"/><Relationship Id="rId64" Type="http://schemas.openxmlformats.org/officeDocument/2006/relationships/image" Target="../media/image301.png"/><Relationship Id="rId69" Type="http://schemas.openxmlformats.org/officeDocument/2006/relationships/customXml" Target="../ink/ink282.xml"/><Relationship Id="rId80" Type="http://schemas.openxmlformats.org/officeDocument/2006/relationships/image" Target="../media/image309.png"/><Relationship Id="rId85" Type="http://schemas.openxmlformats.org/officeDocument/2006/relationships/customXml" Target="../ink/ink290.xml"/><Relationship Id="rId3" Type="http://schemas.openxmlformats.org/officeDocument/2006/relationships/customXml" Target="../ink/ink249.xml"/><Relationship Id="rId12" Type="http://schemas.openxmlformats.org/officeDocument/2006/relationships/image" Target="../media/image275.png"/><Relationship Id="rId17" Type="http://schemas.openxmlformats.org/officeDocument/2006/relationships/customXml" Target="../ink/ink256.xml"/><Relationship Id="rId25" Type="http://schemas.openxmlformats.org/officeDocument/2006/relationships/customXml" Target="../ink/ink260.xml"/><Relationship Id="rId33" Type="http://schemas.openxmlformats.org/officeDocument/2006/relationships/customXml" Target="../ink/ink264.xml"/><Relationship Id="rId38" Type="http://schemas.openxmlformats.org/officeDocument/2006/relationships/image" Target="../media/image288.png"/><Relationship Id="rId46" Type="http://schemas.openxmlformats.org/officeDocument/2006/relationships/image" Target="../media/image292.png"/><Relationship Id="rId59" Type="http://schemas.openxmlformats.org/officeDocument/2006/relationships/customXml" Target="../ink/ink277.xml"/><Relationship Id="rId67" Type="http://schemas.openxmlformats.org/officeDocument/2006/relationships/customXml" Target="../ink/ink281.xml"/><Relationship Id="rId20" Type="http://schemas.openxmlformats.org/officeDocument/2006/relationships/image" Target="../media/image279.png"/><Relationship Id="rId41" Type="http://schemas.openxmlformats.org/officeDocument/2006/relationships/customXml" Target="../ink/ink268.xml"/><Relationship Id="rId54" Type="http://schemas.openxmlformats.org/officeDocument/2006/relationships/image" Target="../media/image296.png"/><Relationship Id="rId62" Type="http://schemas.openxmlformats.org/officeDocument/2006/relationships/image" Target="../media/image300.png"/><Relationship Id="rId70" Type="http://schemas.openxmlformats.org/officeDocument/2006/relationships/image" Target="../media/image304.png"/><Relationship Id="rId75" Type="http://schemas.openxmlformats.org/officeDocument/2006/relationships/customXml" Target="../ink/ink285.xml"/><Relationship Id="rId83" Type="http://schemas.openxmlformats.org/officeDocument/2006/relationships/customXml" Target="../ink/ink289.xml"/><Relationship Id="rId88" Type="http://schemas.openxmlformats.org/officeDocument/2006/relationships/image" Target="../media/image313.png"/><Relationship Id="rId91" Type="http://schemas.openxmlformats.org/officeDocument/2006/relationships/customXml" Target="../ink/ink293.xml"/><Relationship Id="rId96" Type="http://schemas.openxmlformats.org/officeDocument/2006/relationships/image" Target="../media/image317.png"/><Relationship Id="rId1" Type="http://schemas.openxmlformats.org/officeDocument/2006/relationships/slideLayout" Target="../slideLayouts/slideLayout9.xml"/><Relationship Id="rId6" Type="http://schemas.openxmlformats.org/officeDocument/2006/relationships/image" Target="../media/image272.png"/><Relationship Id="rId15" Type="http://schemas.openxmlformats.org/officeDocument/2006/relationships/customXml" Target="../ink/ink255.xml"/><Relationship Id="rId23" Type="http://schemas.openxmlformats.org/officeDocument/2006/relationships/customXml" Target="../ink/ink259.xml"/><Relationship Id="rId28" Type="http://schemas.openxmlformats.org/officeDocument/2006/relationships/image" Target="../media/image283.png"/><Relationship Id="rId36" Type="http://schemas.openxmlformats.org/officeDocument/2006/relationships/image" Target="../media/image287.png"/><Relationship Id="rId49" Type="http://schemas.openxmlformats.org/officeDocument/2006/relationships/customXml" Target="../ink/ink272.xml"/><Relationship Id="rId57" Type="http://schemas.openxmlformats.org/officeDocument/2006/relationships/customXml" Target="../ink/ink276.xml"/><Relationship Id="rId10" Type="http://schemas.openxmlformats.org/officeDocument/2006/relationships/image" Target="../media/image274.png"/><Relationship Id="rId31" Type="http://schemas.openxmlformats.org/officeDocument/2006/relationships/customXml" Target="../ink/ink263.xml"/><Relationship Id="rId44" Type="http://schemas.openxmlformats.org/officeDocument/2006/relationships/image" Target="../media/image291.png"/><Relationship Id="rId52" Type="http://schemas.openxmlformats.org/officeDocument/2006/relationships/image" Target="../media/image295.png"/><Relationship Id="rId60" Type="http://schemas.openxmlformats.org/officeDocument/2006/relationships/image" Target="../media/image299.png"/><Relationship Id="rId65" Type="http://schemas.openxmlformats.org/officeDocument/2006/relationships/customXml" Target="../ink/ink280.xml"/><Relationship Id="rId73" Type="http://schemas.openxmlformats.org/officeDocument/2006/relationships/customXml" Target="../ink/ink284.xml"/><Relationship Id="rId78" Type="http://schemas.openxmlformats.org/officeDocument/2006/relationships/image" Target="../media/image308.png"/><Relationship Id="rId81" Type="http://schemas.openxmlformats.org/officeDocument/2006/relationships/customXml" Target="../ink/ink288.xml"/><Relationship Id="rId86" Type="http://schemas.openxmlformats.org/officeDocument/2006/relationships/image" Target="../media/image312.png"/><Relationship Id="rId94" Type="http://schemas.openxmlformats.org/officeDocument/2006/relationships/image" Target="../media/image316.png"/><Relationship Id="rId4" Type="http://schemas.openxmlformats.org/officeDocument/2006/relationships/image" Target="../media/image271.png"/><Relationship Id="rId9" Type="http://schemas.openxmlformats.org/officeDocument/2006/relationships/customXml" Target="../ink/ink252.xml"/><Relationship Id="rId13" Type="http://schemas.openxmlformats.org/officeDocument/2006/relationships/customXml" Target="../ink/ink254.xml"/><Relationship Id="rId18" Type="http://schemas.openxmlformats.org/officeDocument/2006/relationships/image" Target="../media/image278.png"/><Relationship Id="rId39" Type="http://schemas.openxmlformats.org/officeDocument/2006/relationships/customXml" Target="../ink/ink267.xml"/><Relationship Id="rId34" Type="http://schemas.openxmlformats.org/officeDocument/2006/relationships/image" Target="../media/image286.png"/><Relationship Id="rId50" Type="http://schemas.openxmlformats.org/officeDocument/2006/relationships/image" Target="../media/image294.png"/><Relationship Id="rId55" Type="http://schemas.openxmlformats.org/officeDocument/2006/relationships/customXml" Target="../ink/ink275.xml"/><Relationship Id="rId76" Type="http://schemas.openxmlformats.org/officeDocument/2006/relationships/image" Target="../media/image307.png"/><Relationship Id="rId97" Type="http://schemas.openxmlformats.org/officeDocument/2006/relationships/customXml" Target="../ink/ink296.xml"/><Relationship Id="rId7" Type="http://schemas.openxmlformats.org/officeDocument/2006/relationships/customXml" Target="../ink/ink251.xml"/><Relationship Id="rId71" Type="http://schemas.openxmlformats.org/officeDocument/2006/relationships/customXml" Target="../ink/ink283.xml"/><Relationship Id="rId92" Type="http://schemas.openxmlformats.org/officeDocument/2006/relationships/image" Target="../media/image315.png"/><Relationship Id="rId2" Type="http://schemas.openxmlformats.org/officeDocument/2006/relationships/image" Target="../media/image270.png"/><Relationship Id="rId29" Type="http://schemas.openxmlformats.org/officeDocument/2006/relationships/customXml" Target="../ink/ink262.xml"/><Relationship Id="rId24" Type="http://schemas.openxmlformats.org/officeDocument/2006/relationships/image" Target="../media/image281.png"/><Relationship Id="rId40" Type="http://schemas.openxmlformats.org/officeDocument/2006/relationships/image" Target="../media/image289.png"/><Relationship Id="rId45" Type="http://schemas.openxmlformats.org/officeDocument/2006/relationships/customXml" Target="../ink/ink270.xml"/><Relationship Id="rId66" Type="http://schemas.openxmlformats.org/officeDocument/2006/relationships/image" Target="../media/image302.png"/><Relationship Id="rId87" Type="http://schemas.openxmlformats.org/officeDocument/2006/relationships/customXml" Target="../ink/ink291.xml"/><Relationship Id="rId61" Type="http://schemas.openxmlformats.org/officeDocument/2006/relationships/customXml" Target="../ink/ink278.xml"/><Relationship Id="rId82" Type="http://schemas.openxmlformats.org/officeDocument/2006/relationships/image" Target="../media/image310.png"/><Relationship Id="rId19" Type="http://schemas.openxmlformats.org/officeDocument/2006/relationships/customXml" Target="../ink/ink257.xml"/><Relationship Id="rId14" Type="http://schemas.openxmlformats.org/officeDocument/2006/relationships/image" Target="../media/image276.png"/><Relationship Id="rId30" Type="http://schemas.openxmlformats.org/officeDocument/2006/relationships/image" Target="../media/image284.png"/><Relationship Id="rId35" Type="http://schemas.openxmlformats.org/officeDocument/2006/relationships/customXml" Target="../ink/ink265.xml"/><Relationship Id="rId56" Type="http://schemas.openxmlformats.org/officeDocument/2006/relationships/image" Target="../media/image297.png"/><Relationship Id="rId77" Type="http://schemas.openxmlformats.org/officeDocument/2006/relationships/customXml" Target="../ink/ink286.xml"/><Relationship Id="rId8" Type="http://schemas.openxmlformats.org/officeDocument/2006/relationships/image" Target="../media/image273.png"/><Relationship Id="rId51" Type="http://schemas.openxmlformats.org/officeDocument/2006/relationships/customXml" Target="../ink/ink273.xml"/><Relationship Id="rId72" Type="http://schemas.openxmlformats.org/officeDocument/2006/relationships/image" Target="../media/image305.png"/><Relationship Id="rId93" Type="http://schemas.openxmlformats.org/officeDocument/2006/relationships/customXml" Target="../ink/ink294.xml"/><Relationship Id="rId98" Type="http://schemas.openxmlformats.org/officeDocument/2006/relationships/image" Target="../media/image318.png"/></Relationships>
</file>

<file path=ppt/slides/_rels/slide18.xml.rels><?xml version="1.0" encoding="UTF-8" standalone="yes"?>
<Relationships xmlns="http://schemas.openxmlformats.org/package/2006/relationships"><Relationship Id="rId8" Type="http://schemas.openxmlformats.org/officeDocument/2006/relationships/image" Target="../media/image322.png"/><Relationship Id="rId3" Type="http://schemas.openxmlformats.org/officeDocument/2006/relationships/customXml" Target="../ink/ink297.xml"/><Relationship Id="rId7" Type="http://schemas.openxmlformats.org/officeDocument/2006/relationships/customXml" Target="../ink/ink299.xml"/><Relationship Id="rId2" Type="http://schemas.openxmlformats.org/officeDocument/2006/relationships/image" Target="../media/image319.png"/><Relationship Id="rId1" Type="http://schemas.openxmlformats.org/officeDocument/2006/relationships/slideLayout" Target="../slideLayouts/slideLayout9.xml"/><Relationship Id="rId6" Type="http://schemas.openxmlformats.org/officeDocument/2006/relationships/image" Target="../media/image321.png"/><Relationship Id="rId5" Type="http://schemas.openxmlformats.org/officeDocument/2006/relationships/customXml" Target="../ink/ink298.xml"/><Relationship Id="rId10" Type="http://schemas.openxmlformats.org/officeDocument/2006/relationships/image" Target="../media/image323.png"/><Relationship Id="rId4" Type="http://schemas.openxmlformats.org/officeDocument/2006/relationships/image" Target="../media/image320.png"/><Relationship Id="rId9" Type="http://schemas.openxmlformats.org/officeDocument/2006/relationships/customXml" Target="../ink/ink300.xml"/></Relationships>
</file>

<file path=ppt/slides/_rels/slide19.xml.rels><?xml version="1.0" encoding="UTF-8" standalone="yes"?>
<Relationships xmlns="http://schemas.openxmlformats.org/package/2006/relationships"><Relationship Id="rId117" Type="http://schemas.openxmlformats.org/officeDocument/2006/relationships/customXml" Target="../ink/ink358.xml"/><Relationship Id="rId21" Type="http://schemas.openxmlformats.org/officeDocument/2006/relationships/customXml" Target="../ink/ink310.xml"/><Relationship Id="rId42" Type="http://schemas.openxmlformats.org/officeDocument/2006/relationships/image" Target="../media/image344.png"/><Relationship Id="rId63" Type="http://schemas.openxmlformats.org/officeDocument/2006/relationships/customXml" Target="../ink/ink331.xml"/><Relationship Id="rId84" Type="http://schemas.openxmlformats.org/officeDocument/2006/relationships/image" Target="../media/image365.png"/><Relationship Id="rId138" Type="http://schemas.openxmlformats.org/officeDocument/2006/relationships/image" Target="../media/image392.png"/><Relationship Id="rId107" Type="http://schemas.openxmlformats.org/officeDocument/2006/relationships/customXml" Target="../ink/ink353.xml"/><Relationship Id="rId11" Type="http://schemas.openxmlformats.org/officeDocument/2006/relationships/customXml" Target="../ink/ink305.xml"/><Relationship Id="rId32" Type="http://schemas.openxmlformats.org/officeDocument/2006/relationships/image" Target="../media/image339.png"/><Relationship Id="rId53" Type="http://schemas.openxmlformats.org/officeDocument/2006/relationships/customXml" Target="../ink/ink326.xml"/><Relationship Id="rId74" Type="http://schemas.openxmlformats.org/officeDocument/2006/relationships/image" Target="../media/image360.png"/><Relationship Id="rId128" Type="http://schemas.openxmlformats.org/officeDocument/2006/relationships/image" Target="../media/image387.png"/><Relationship Id="rId5" Type="http://schemas.openxmlformats.org/officeDocument/2006/relationships/customXml" Target="../ink/ink302.xml"/><Relationship Id="rId90" Type="http://schemas.openxmlformats.org/officeDocument/2006/relationships/image" Target="../media/image368.png"/><Relationship Id="rId95" Type="http://schemas.openxmlformats.org/officeDocument/2006/relationships/customXml" Target="../ink/ink347.xml"/><Relationship Id="rId22" Type="http://schemas.openxmlformats.org/officeDocument/2006/relationships/image" Target="../media/image334.png"/><Relationship Id="rId27" Type="http://schemas.openxmlformats.org/officeDocument/2006/relationships/customXml" Target="../ink/ink313.xml"/><Relationship Id="rId43" Type="http://schemas.openxmlformats.org/officeDocument/2006/relationships/customXml" Target="../ink/ink321.xml"/><Relationship Id="rId48" Type="http://schemas.openxmlformats.org/officeDocument/2006/relationships/image" Target="../media/image347.png"/><Relationship Id="rId64" Type="http://schemas.openxmlformats.org/officeDocument/2006/relationships/image" Target="../media/image355.png"/><Relationship Id="rId69" Type="http://schemas.openxmlformats.org/officeDocument/2006/relationships/customXml" Target="../ink/ink334.xml"/><Relationship Id="rId113" Type="http://schemas.openxmlformats.org/officeDocument/2006/relationships/customXml" Target="../ink/ink356.xml"/><Relationship Id="rId118" Type="http://schemas.openxmlformats.org/officeDocument/2006/relationships/image" Target="../media/image382.png"/><Relationship Id="rId134" Type="http://schemas.openxmlformats.org/officeDocument/2006/relationships/image" Target="../media/image390.png"/><Relationship Id="rId139" Type="http://schemas.openxmlformats.org/officeDocument/2006/relationships/customXml" Target="../ink/ink369.xml"/><Relationship Id="rId80" Type="http://schemas.openxmlformats.org/officeDocument/2006/relationships/image" Target="../media/image363.png"/><Relationship Id="rId85" Type="http://schemas.openxmlformats.org/officeDocument/2006/relationships/customXml" Target="../ink/ink342.xml"/><Relationship Id="rId12" Type="http://schemas.openxmlformats.org/officeDocument/2006/relationships/image" Target="../media/image329.png"/><Relationship Id="rId17" Type="http://schemas.openxmlformats.org/officeDocument/2006/relationships/customXml" Target="../ink/ink308.xml"/><Relationship Id="rId33" Type="http://schemas.openxmlformats.org/officeDocument/2006/relationships/customXml" Target="../ink/ink316.xml"/><Relationship Id="rId38" Type="http://schemas.openxmlformats.org/officeDocument/2006/relationships/image" Target="../media/image342.png"/><Relationship Id="rId59" Type="http://schemas.openxmlformats.org/officeDocument/2006/relationships/customXml" Target="../ink/ink329.xml"/><Relationship Id="rId103" Type="http://schemas.openxmlformats.org/officeDocument/2006/relationships/customXml" Target="../ink/ink351.xml"/><Relationship Id="rId108" Type="http://schemas.openxmlformats.org/officeDocument/2006/relationships/image" Target="../media/image377.png"/><Relationship Id="rId124" Type="http://schemas.openxmlformats.org/officeDocument/2006/relationships/image" Target="../media/image385.png"/><Relationship Id="rId129" Type="http://schemas.openxmlformats.org/officeDocument/2006/relationships/customXml" Target="../ink/ink364.xml"/><Relationship Id="rId54" Type="http://schemas.openxmlformats.org/officeDocument/2006/relationships/image" Target="../media/image350.png"/><Relationship Id="rId70" Type="http://schemas.openxmlformats.org/officeDocument/2006/relationships/image" Target="../media/image358.png"/><Relationship Id="rId75" Type="http://schemas.openxmlformats.org/officeDocument/2006/relationships/customXml" Target="../ink/ink337.xml"/><Relationship Id="rId91" Type="http://schemas.openxmlformats.org/officeDocument/2006/relationships/customXml" Target="../ink/ink345.xml"/><Relationship Id="rId96" Type="http://schemas.openxmlformats.org/officeDocument/2006/relationships/image" Target="../media/image371.png"/><Relationship Id="rId140" Type="http://schemas.openxmlformats.org/officeDocument/2006/relationships/image" Target="../media/image393.png"/><Relationship Id="rId145" Type="http://schemas.openxmlformats.org/officeDocument/2006/relationships/customXml" Target="../ink/ink372.xml"/><Relationship Id="rId1" Type="http://schemas.openxmlformats.org/officeDocument/2006/relationships/slideLayout" Target="../slideLayouts/slideLayout9.xml"/><Relationship Id="rId6" Type="http://schemas.openxmlformats.org/officeDocument/2006/relationships/image" Target="../media/image326.png"/><Relationship Id="rId23" Type="http://schemas.openxmlformats.org/officeDocument/2006/relationships/customXml" Target="../ink/ink311.xml"/><Relationship Id="rId28" Type="http://schemas.openxmlformats.org/officeDocument/2006/relationships/image" Target="../media/image337.png"/><Relationship Id="rId49" Type="http://schemas.openxmlformats.org/officeDocument/2006/relationships/customXml" Target="../ink/ink324.xml"/><Relationship Id="rId114" Type="http://schemas.openxmlformats.org/officeDocument/2006/relationships/image" Target="../media/image380.png"/><Relationship Id="rId119" Type="http://schemas.openxmlformats.org/officeDocument/2006/relationships/customXml" Target="../ink/ink359.xml"/><Relationship Id="rId44" Type="http://schemas.openxmlformats.org/officeDocument/2006/relationships/image" Target="../media/image345.png"/><Relationship Id="rId60" Type="http://schemas.openxmlformats.org/officeDocument/2006/relationships/image" Target="../media/image353.png"/><Relationship Id="rId65" Type="http://schemas.openxmlformats.org/officeDocument/2006/relationships/customXml" Target="../ink/ink332.xml"/><Relationship Id="rId81" Type="http://schemas.openxmlformats.org/officeDocument/2006/relationships/customXml" Target="../ink/ink340.xml"/><Relationship Id="rId86" Type="http://schemas.openxmlformats.org/officeDocument/2006/relationships/image" Target="../media/image366.png"/><Relationship Id="rId130" Type="http://schemas.openxmlformats.org/officeDocument/2006/relationships/image" Target="../media/image388.png"/><Relationship Id="rId135" Type="http://schemas.openxmlformats.org/officeDocument/2006/relationships/customXml" Target="../ink/ink367.xml"/><Relationship Id="rId13" Type="http://schemas.openxmlformats.org/officeDocument/2006/relationships/customXml" Target="../ink/ink306.xml"/><Relationship Id="rId18" Type="http://schemas.openxmlformats.org/officeDocument/2006/relationships/image" Target="../media/image332.png"/><Relationship Id="rId39" Type="http://schemas.openxmlformats.org/officeDocument/2006/relationships/customXml" Target="../ink/ink319.xml"/><Relationship Id="rId109" Type="http://schemas.openxmlformats.org/officeDocument/2006/relationships/customXml" Target="../ink/ink354.xml"/><Relationship Id="rId34" Type="http://schemas.openxmlformats.org/officeDocument/2006/relationships/image" Target="../media/image340.png"/><Relationship Id="rId50" Type="http://schemas.openxmlformats.org/officeDocument/2006/relationships/image" Target="../media/image348.png"/><Relationship Id="rId55" Type="http://schemas.openxmlformats.org/officeDocument/2006/relationships/customXml" Target="../ink/ink327.xml"/><Relationship Id="rId76" Type="http://schemas.openxmlformats.org/officeDocument/2006/relationships/image" Target="../media/image361.png"/><Relationship Id="rId97" Type="http://schemas.openxmlformats.org/officeDocument/2006/relationships/customXml" Target="../ink/ink348.xml"/><Relationship Id="rId104" Type="http://schemas.openxmlformats.org/officeDocument/2006/relationships/image" Target="../media/image375.png"/><Relationship Id="rId120" Type="http://schemas.openxmlformats.org/officeDocument/2006/relationships/image" Target="../media/image383.png"/><Relationship Id="rId125" Type="http://schemas.openxmlformats.org/officeDocument/2006/relationships/customXml" Target="../ink/ink362.xml"/><Relationship Id="rId141" Type="http://schemas.openxmlformats.org/officeDocument/2006/relationships/customXml" Target="../ink/ink370.xml"/><Relationship Id="rId146" Type="http://schemas.openxmlformats.org/officeDocument/2006/relationships/image" Target="../media/image396.png"/><Relationship Id="rId7" Type="http://schemas.openxmlformats.org/officeDocument/2006/relationships/customXml" Target="../ink/ink303.xml"/><Relationship Id="rId71" Type="http://schemas.openxmlformats.org/officeDocument/2006/relationships/customXml" Target="../ink/ink335.xml"/><Relationship Id="rId92" Type="http://schemas.openxmlformats.org/officeDocument/2006/relationships/image" Target="../media/image369.png"/><Relationship Id="rId2" Type="http://schemas.openxmlformats.org/officeDocument/2006/relationships/image" Target="../media/image324.png"/><Relationship Id="rId29" Type="http://schemas.openxmlformats.org/officeDocument/2006/relationships/customXml" Target="../ink/ink314.xml"/><Relationship Id="rId24" Type="http://schemas.openxmlformats.org/officeDocument/2006/relationships/image" Target="../media/image335.png"/><Relationship Id="rId40" Type="http://schemas.openxmlformats.org/officeDocument/2006/relationships/image" Target="../media/image343.png"/><Relationship Id="rId45" Type="http://schemas.openxmlformats.org/officeDocument/2006/relationships/customXml" Target="../ink/ink322.xml"/><Relationship Id="rId66" Type="http://schemas.openxmlformats.org/officeDocument/2006/relationships/image" Target="../media/image356.png"/><Relationship Id="rId87" Type="http://schemas.openxmlformats.org/officeDocument/2006/relationships/customXml" Target="../ink/ink343.xml"/><Relationship Id="rId110" Type="http://schemas.openxmlformats.org/officeDocument/2006/relationships/image" Target="../media/image378.png"/><Relationship Id="rId115" Type="http://schemas.openxmlformats.org/officeDocument/2006/relationships/customXml" Target="../ink/ink357.xml"/><Relationship Id="rId131" Type="http://schemas.openxmlformats.org/officeDocument/2006/relationships/customXml" Target="../ink/ink365.xml"/><Relationship Id="rId136" Type="http://schemas.openxmlformats.org/officeDocument/2006/relationships/image" Target="../media/image391.png"/><Relationship Id="rId61" Type="http://schemas.openxmlformats.org/officeDocument/2006/relationships/customXml" Target="../ink/ink330.xml"/><Relationship Id="rId82" Type="http://schemas.openxmlformats.org/officeDocument/2006/relationships/image" Target="../media/image364.png"/><Relationship Id="rId19" Type="http://schemas.openxmlformats.org/officeDocument/2006/relationships/customXml" Target="../ink/ink309.xml"/><Relationship Id="rId14" Type="http://schemas.openxmlformats.org/officeDocument/2006/relationships/image" Target="../media/image330.png"/><Relationship Id="rId30" Type="http://schemas.openxmlformats.org/officeDocument/2006/relationships/image" Target="../media/image338.png"/><Relationship Id="rId35" Type="http://schemas.openxmlformats.org/officeDocument/2006/relationships/customXml" Target="../ink/ink317.xml"/><Relationship Id="rId56" Type="http://schemas.openxmlformats.org/officeDocument/2006/relationships/image" Target="../media/image351.png"/><Relationship Id="rId77" Type="http://schemas.openxmlformats.org/officeDocument/2006/relationships/customXml" Target="../ink/ink338.xml"/><Relationship Id="rId100" Type="http://schemas.openxmlformats.org/officeDocument/2006/relationships/image" Target="../media/image373.png"/><Relationship Id="rId105" Type="http://schemas.openxmlformats.org/officeDocument/2006/relationships/customXml" Target="../ink/ink352.xml"/><Relationship Id="rId126" Type="http://schemas.openxmlformats.org/officeDocument/2006/relationships/image" Target="../media/image386.png"/><Relationship Id="rId8" Type="http://schemas.openxmlformats.org/officeDocument/2006/relationships/image" Target="../media/image327.png"/><Relationship Id="rId51" Type="http://schemas.openxmlformats.org/officeDocument/2006/relationships/customXml" Target="../ink/ink325.xml"/><Relationship Id="rId72" Type="http://schemas.openxmlformats.org/officeDocument/2006/relationships/image" Target="../media/image359.png"/><Relationship Id="rId93" Type="http://schemas.openxmlformats.org/officeDocument/2006/relationships/customXml" Target="../ink/ink346.xml"/><Relationship Id="rId98" Type="http://schemas.openxmlformats.org/officeDocument/2006/relationships/image" Target="../media/image372.png"/><Relationship Id="rId121" Type="http://schemas.openxmlformats.org/officeDocument/2006/relationships/customXml" Target="../ink/ink360.xml"/><Relationship Id="rId142" Type="http://schemas.openxmlformats.org/officeDocument/2006/relationships/image" Target="../media/image394.png"/><Relationship Id="rId3" Type="http://schemas.openxmlformats.org/officeDocument/2006/relationships/customXml" Target="../ink/ink301.xml"/><Relationship Id="rId25" Type="http://schemas.openxmlformats.org/officeDocument/2006/relationships/customXml" Target="../ink/ink312.xml"/><Relationship Id="rId46" Type="http://schemas.openxmlformats.org/officeDocument/2006/relationships/image" Target="../media/image346.png"/><Relationship Id="rId67" Type="http://schemas.openxmlformats.org/officeDocument/2006/relationships/customXml" Target="../ink/ink333.xml"/><Relationship Id="rId116" Type="http://schemas.openxmlformats.org/officeDocument/2006/relationships/image" Target="../media/image381.png"/><Relationship Id="rId137" Type="http://schemas.openxmlformats.org/officeDocument/2006/relationships/customXml" Target="../ink/ink368.xml"/><Relationship Id="rId20" Type="http://schemas.openxmlformats.org/officeDocument/2006/relationships/image" Target="../media/image333.png"/><Relationship Id="rId41" Type="http://schemas.openxmlformats.org/officeDocument/2006/relationships/customXml" Target="../ink/ink320.xml"/><Relationship Id="rId62" Type="http://schemas.openxmlformats.org/officeDocument/2006/relationships/image" Target="../media/image354.png"/><Relationship Id="rId83" Type="http://schemas.openxmlformats.org/officeDocument/2006/relationships/customXml" Target="../ink/ink341.xml"/><Relationship Id="rId88" Type="http://schemas.openxmlformats.org/officeDocument/2006/relationships/image" Target="../media/image367.png"/><Relationship Id="rId111" Type="http://schemas.openxmlformats.org/officeDocument/2006/relationships/customXml" Target="../ink/ink355.xml"/><Relationship Id="rId132" Type="http://schemas.openxmlformats.org/officeDocument/2006/relationships/image" Target="../media/image389.png"/><Relationship Id="rId15" Type="http://schemas.openxmlformats.org/officeDocument/2006/relationships/customXml" Target="../ink/ink307.xml"/><Relationship Id="rId36" Type="http://schemas.openxmlformats.org/officeDocument/2006/relationships/image" Target="../media/image341.png"/><Relationship Id="rId57" Type="http://schemas.openxmlformats.org/officeDocument/2006/relationships/customXml" Target="../ink/ink328.xml"/><Relationship Id="rId106" Type="http://schemas.openxmlformats.org/officeDocument/2006/relationships/image" Target="../media/image376.png"/><Relationship Id="rId127" Type="http://schemas.openxmlformats.org/officeDocument/2006/relationships/customXml" Target="../ink/ink363.xml"/><Relationship Id="rId10" Type="http://schemas.openxmlformats.org/officeDocument/2006/relationships/image" Target="../media/image328.png"/><Relationship Id="rId31" Type="http://schemas.openxmlformats.org/officeDocument/2006/relationships/customXml" Target="../ink/ink315.xml"/><Relationship Id="rId52" Type="http://schemas.openxmlformats.org/officeDocument/2006/relationships/image" Target="../media/image349.png"/><Relationship Id="rId73" Type="http://schemas.openxmlformats.org/officeDocument/2006/relationships/customXml" Target="../ink/ink336.xml"/><Relationship Id="rId78" Type="http://schemas.openxmlformats.org/officeDocument/2006/relationships/image" Target="../media/image362.png"/><Relationship Id="rId94" Type="http://schemas.openxmlformats.org/officeDocument/2006/relationships/image" Target="../media/image370.png"/><Relationship Id="rId99" Type="http://schemas.openxmlformats.org/officeDocument/2006/relationships/customXml" Target="../ink/ink349.xml"/><Relationship Id="rId101" Type="http://schemas.openxmlformats.org/officeDocument/2006/relationships/customXml" Target="../ink/ink350.xml"/><Relationship Id="rId122" Type="http://schemas.openxmlformats.org/officeDocument/2006/relationships/image" Target="../media/image384.png"/><Relationship Id="rId143" Type="http://schemas.openxmlformats.org/officeDocument/2006/relationships/customXml" Target="../ink/ink371.xml"/><Relationship Id="rId4" Type="http://schemas.openxmlformats.org/officeDocument/2006/relationships/image" Target="../media/image325.png"/><Relationship Id="rId9" Type="http://schemas.openxmlformats.org/officeDocument/2006/relationships/customXml" Target="../ink/ink304.xml"/><Relationship Id="rId26" Type="http://schemas.openxmlformats.org/officeDocument/2006/relationships/image" Target="../media/image336.png"/><Relationship Id="rId47" Type="http://schemas.openxmlformats.org/officeDocument/2006/relationships/customXml" Target="../ink/ink323.xml"/><Relationship Id="rId68" Type="http://schemas.openxmlformats.org/officeDocument/2006/relationships/image" Target="../media/image357.png"/><Relationship Id="rId89" Type="http://schemas.openxmlformats.org/officeDocument/2006/relationships/customXml" Target="../ink/ink344.xml"/><Relationship Id="rId112" Type="http://schemas.openxmlformats.org/officeDocument/2006/relationships/image" Target="../media/image379.png"/><Relationship Id="rId133" Type="http://schemas.openxmlformats.org/officeDocument/2006/relationships/customXml" Target="../ink/ink366.xml"/><Relationship Id="rId16" Type="http://schemas.openxmlformats.org/officeDocument/2006/relationships/image" Target="../media/image331.png"/><Relationship Id="rId37" Type="http://schemas.openxmlformats.org/officeDocument/2006/relationships/customXml" Target="../ink/ink318.xml"/><Relationship Id="rId58" Type="http://schemas.openxmlformats.org/officeDocument/2006/relationships/image" Target="../media/image352.png"/><Relationship Id="rId79" Type="http://schemas.openxmlformats.org/officeDocument/2006/relationships/customXml" Target="../ink/ink339.xml"/><Relationship Id="rId102" Type="http://schemas.openxmlformats.org/officeDocument/2006/relationships/image" Target="../media/image374.png"/><Relationship Id="rId123" Type="http://schemas.openxmlformats.org/officeDocument/2006/relationships/customXml" Target="../ink/ink361.xml"/><Relationship Id="rId144" Type="http://schemas.openxmlformats.org/officeDocument/2006/relationships/image" Target="../media/image395.png"/></Relationships>
</file>

<file path=ppt/slides/_rels/slide20.xml.rels><?xml version="1.0" encoding="UTF-8" standalone="yes"?>
<Relationships xmlns="http://schemas.openxmlformats.org/package/2006/relationships"><Relationship Id="rId13" Type="http://schemas.openxmlformats.org/officeDocument/2006/relationships/customXml" Target="../ink/ink378.xml"/><Relationship Id="rId18" Type="http://schemas.openxmlformats.org/officeDocument/2006/relationships/image" Target="../media/image405.png"/><Relationship Id="rId26" Type="http://schemas.openxmlformats.org/officeDocument/2006/relationships/image" Target="../media/image409.png"/><Relationship Id="rId39" Type="http://schemas.openxmlformats.org/officeDocument/2006/relationships/customXml" Target="../ink/ink391.xml"/><Relationship Id="rId21" Type="http://schemas.openxmlformats.org/officeDocument/2006/relationships/customXml" Target="../ink/ink382.xml"/><Relationship Id="rId34" Type="http://schemas.openxmlformats.org/officeDocument/2006/relationships/image" Target="../media/image413.png"/><Relationship Id="rId42" Type="http://schemas.openxmlformats.org/officeDocument/2006/relationships/image" Target="../media/image417.png"/><Relationship Id="rId47" Type="http://schemas.openxmlformats.org/officeDocument/2006/relationships/customXml" Target="../ink/ink395.xml"/><Relationship Id="rId50" Type="http://schemas.openxmlformats.org/officeDocument/2006/relationships/image" Target="../media/image421.png"/><Relationship Id="rId55" Type="http://schemas.openxmlformats.org/officeDocument/2006/relationships/customXml" Target="../ink/ink399.xml"/><Relationship Id="rId7" Type="http://schemas.openxmlformats.org/officeDocument/2006/relationships/customXml" Target="../ink/ink375.xml"/><Relationship Id="rId2" Type="http://schemas.openxmlformats.org/officeDocument/2006/relationships/image" Target="../media/image397.png"/><Relationship Id="rId16" Type="http://schemas.openxmlformats.org/officeDocument/2006/relationships/image" Target="../media/image404.png"/><Relationship Id="rId29" Type="http://schemas.openxmlformats.org/officeDocument/2006/relationships/customXml" Target="../ink/ink386.xml"/><Relationship Id="rId11" Type="http://schemas.openxmlformats.org/officeDocument/2006/relationships/customXml" Target="../ink/ink377.xml"/><Relationship Id="rId24" Type="http://schemas.openxmlformats.org/officeDocument/2006/relationships/image" Target="../media/image408.png"/><Relationship Id="rId32" Type="http://schemas.openxmlformats.org/officeDocument/2006/relationships/image" Target="../media/image412.png"/><Relationship Id="rId37" Type="http://schemas.openxmlformats.org/officeDocument/2006/relationships/customXml" Target="../ink/ink390.xml"/><Relationship Id="rId40" Type="http://schemas.openxmlformats.org/officeDocument/2006/relationships/image" Target="../media/image416.png"/><Relationship Id="rId45" Type="http://schemas.openxmlformats.org/officeDocument/2006/relationships/customXml" Target="../ink/ink394.xml"/><Relationship Id="rId53" Type="http://schemas.openxmlformats.org/officeDocument/2006/relationships/customXml" Target="../ink/ink398.xml"/><Relationship Id="rId58" Type="http://schemas.openxmlformats.org/officeDocument/2006/relationships/image" Target="../media/image425.png"/><Relationship Id="rId5" Type="http://schemas.openxmlformats.org/officeDocument/2006/relationships/customXml" Target="../ink/ink374.xml"/><Relationship Id="rId19" Type="http://schemas.openxmlformats.org/officeDocument/2006/relationships/customXml" Target="../ink/ink381.xml"/><Relationship Id="rId4" Type="http://schemas.openxmlformats.org/officeDocument/2006/relationships/image" Target="../media/image398.png"/><Relationship Id="rId9" Type="http://schemas.openxmlformats.org/officeDocument/2006/relationships/customXml" Target="../ink/ink376.xml"/><Relationship Id="rId14" Type="http://schemas.openxmlformats.org/officeDocument/2006/relationships/image" Target="../media/image403.png"/><Relationship Id="rId22" Type="http://schemas.openxmlformats.org/officeDocument/2006/relationships/image" Target="../media/image407.png"/><Relationship Id="rId27" Type="http://schemas.openxmlformats.org/officeDocument/2006/relationships/customXml" Target="../ink/ink385.xml"/><Relationship Id="rId30" Type="http://schemas.openxmlformats.org/officeDocument/2006/relationships/image" Target="../media/image411.png"/><Relationship Id="rId35" Type="http://schemas.openxmlformats.org/officeDocument/2006/relationships/customXml" Target="../ink/ink389.xml"/><Relationship Id="rId43" Type="http://schemas.openxmlformats.org/officeDocument/2006/relationships/customXml" Target="../ink/ink393.xml"/><Relationship Id="rId48" Type="http://schemas.openxmlformats.org/officeDocument/2006/relationships/image" Target="../media/image420.png"/><Relationship Id="rId56" Type="http://schemas.openxmlformats.org/officeDocument/2006/relationships/image" Target="../media/image424.png"/><Relationship Id="rId8" Type="http://schemas.openxmlformats.org/officeDocument/2006/relationships/image" Target="../media/image400.png"/><Relationship Id="rId51" Type="http://schemas.openxmlformats.org/officeDocument/2006/relationships/customXml" Target="../ink/ink397.xml"/><Relationship Id="rId3" Type="http://schemas.openxmlformats.org/officeDocument/2006/relationships/customXml" Target="../ink/ink373.xml"/><Relationship Id="rId12" Type="http://schemas.openxmlformats.org/officeDocument/2006/relationships/image" Target="../media/image402.png"/><Relationship Id="rId17" Type="http://schemas.openxmlformats.org/officeDocument/2006/relationships/customXml" Target="../ink/ink380.xml"/><Relationship Id="rId25" Type="http://schemas.openxmlformats.org/officeDocument/2006/relationships/customXml" Target="../ink/ink384.xml"/><Relationship Id="rId33" Type="http://schemas.openxmlformats.org/officeDocument/2006/relationships/customXml" Target="../ink/ink388.xml"/><Relationship Id="rId38" Type="http://schemas.openxmlformats.org/officeDocument/2006/relationships/image" Target="../media/image415.png"/><Relationship Id="rId46" Type="http://schemas.openxmlformats.org/officeDocument/2006/relationships/image" Target="../media/image419.png"/><Relationship Id="rId20" Type="http://schemas.openxmlformats.org/officeDocument/2006/relationships/image" Target="../media/image406.png"/><Relationship Id="rId41" Type="http://schemas.openxmlformats.org/officeDocument/2006/relationships/customXml" Target="../ink/ink392.xml"/><Relationship Id="rId54" Type="http://schemas.openxmlformats.org/officeDocument/2006/relationships/image" Target="../media/image423.png"/><Relationship Id="rId1" Type="http://schemas.openxmlformats.org/officeDocument/2006/relationships/slideLayout" Target="../slideLayouts/slideLayout9.xml"/><Relationship Id="rId6" Type="http://schemas.openxmlformats.org/officeDocument/2006/relationships/image" Target="../media/image399.png"/><Relationship Id="rId15" Type="http://schemas.openxmlformats.org/officeDocument/2006/relationships/customXml" Target="../ink/ink379.xml"/><Relationship Id="rId23" Type="http://schemas.openxmlformats.org/officeDocument/2006/relationships/customXml" Target="../ink/ink383.xml"/><Relationship Id="rId28" Type="http://schemas.openxmlformats.org/officeDocument/2006/relationships/image" Target="../media/image410.png"/><Relationship Id="rId36" Type="http://schemas.openxmlformats.org/officeDocument/2006/relationships/image" Target="../media/image414.png"/><Relationship Id="rId49" Type="http://schemas.openxmlformats.org/officeDocument/2006/relationships/customXml" Target="../ink/ink396.xml"/><Relationship Id="rId57" Type="http://schemas.openxmlformats.org/officeDocument/2006/relationships/customXml" Target="../ink/ink400.xml"/><Relationship Id="rId10" Type="http://schemas.openxmlformats.org/officeDocument/2006/relationships/image" Target="../media/image401.png"/><Relationship Id="rId31" Type="http://schemas.openxmlformats.org/officeDocument/2006/relationships/customXml" Target="../ink/ink387.xml"/><Relationship Id="rId44" Type="http://schemas.openxmlformats.org/officeDocument/2006/relationships/image" Target="../media/image418.png"/><Relationship Id="rId52" Type="http://schemas.openxmlformats.org/officeDocument/2006/relationships/image" Target="../media/image422.png"/></Relationships>
</file>

<file path=ppt/slides/_rels/slide21.xml.rels><?xml version="1.0" encoding="UTF-8" standalone="yes"?>
<Relationships xmlns="http://schemas.openxmlformats.org/package/2006/relationships"><Relationship Id="rId8" Type="http://schemas.openxmlformats.org/officeDocument/2006/relationships/customXml" Target="../ink/ink403.xml"/><Relationship Id="rId13" Type="http://schemas.openxmlformats.org/officeDocument/2006/relationships/image" Target="../media/image431.png"/><Relationship Id="rId18" Type="http://schemas.openxmlformats.org/officeDocument/2006/relationships/customXml" Target="../ink/ink408.xml"/><Relationship Id="rId3" Type="http://schemas.openxmlformats.org/officeDocument/2006/relationships/image" Target="../media/image426.png"/><Relationship Id="rId21" Type="http://schemas.openxmlformats.org/officeDocument/2006/relationships/image" Target="../media/image435.png"/><Relationship Id="rId7" Type="http://schemas.openxmlformats.org/officeDocument/2006/relationships/image" Target="../media/image428.png"/><Relationship Id="rId12" Type="http://schemas.openxmlformats.org/officeDocument/2006/relationships/customXml" Target="../ink/ink405.xml"/><Relationship Id="rId17" Type="http://schemas.openxmlformats.org/officeDocument/2006/relationships/image" Target="../media/image433.png"/><Relationship Id="rId2" Type="http://schemas.openxmlformats.org/officeDocument/2006/relationships/notesSlide" Target="../notesSlides/notesSlide2.xml"/><Relationship Id="rId16" Type="http://schemas.openxmlformats.org/officeDocument/2006/relationships/customXml" Target="../ink/ink407.xml"/><Relationship Id="rId20" Type="http://schemas.openxmlformats.org/officeDocument/2006/relationships/customXml" Target="../ink/ink409.xml"/><Relationship Id="rId1" Type="http://schemas.openxmlformats.org/officeDocument/2006/relationships/slideLayout" Target="../slideLayouts/slideLayout9.xml"/><Relationship Id="rId6" Type="http://schemas.openxmlformats.org/officeDocument/2006/relationships/customXml" Target="../ink/ink402.xml"/><Relationship Id="rId11" Type="http://schemas.openxmlformats.org/officeDocument/2006/relationships/image" Target="../media/image430.png"/><Relationship Id="rId5" Type="http://schemas.openxmlformats.org/officeDocument/2006/relationships/image" Target="../media/image427.png"/><Relationship Id="rId15" Type="http://schemas.openxmlformats.org/officeDocument/2006/relationships/image" Target="../media/image432.png"/><Relationship Id="rId10" Type="http://schemas.openxmlformats.org/officeDocument/2006/relationships/customXml" Target="../ink/ink404.xml"/><Relationship Id="rId19" Type="http://schemas.openxmlformats.org/officeDocument/2006/relationships/image" Target="../media/image434.png"/><Relationship Id="rId4" Type="http://schemas.openxmlformats.org/officeDocument/2006/relationships/customXml" Target="../ink/ink401.xml"/><Relationship Id="rId9" Type="http://schemas.openxmlformats.org/officeDocument/2006/relationships/image" Target="../media/image429.png"/><Relationship Id="rId14" Type="http://schemas.openxmlformats.org/officeDocument/2006/relationships/customXml" Target="../ink/ink406.xml"/></Relationships>
</file>

<file path=ppt/slides/_rels/slide22.xml.rels><?xml version="1.0" encoding="UTF-8" standalone="yes"?>
<Relationships xmlns="http://schemas.openxmlformats.org/package/2006/relationships"><Relationship Id="rId13" Type="http://schemas.openxmlformats.org/officeDocument/2006/relationships/image" Target="../media/image447.jpeg"/><Relationship Id="rId18" Type="http://schemas.openxmlformats.org/officeDocument/2006/relationships/customXml" Target="../ink/ink411.xml"/><Relationship Id="rId26" Type="http://schemas.openxmlformats.org/officeDocument/2006/relationships/customXml" Target="../ink/ink415.xml"/><Relationship Id="rId39" Type="http://schemas.openxmlformats.org/officeDocument/2006/relationships/image" Target="../media/image460.png"/><Relationship Id="rId21" Type="http://schemas.openxmlformats.org/officeDocument/2006/relationships/image" Target="../media/image451.png"/><Relationship Id="rId34" Type="http://schemas.openxmlformats.org/officeDocument/2006/relationships/customXml" Target="../ink/ink419.xml"/><Relationship Id="rId42" Type="http://schemas.openxmlformats.org/officeDocument/2006/relationships/customXml" Target="../ink/ink423.xml"/><Relationship Id="rId47" Type="http://schemas.openxmlformats.org/officeDocument/2006/relationships/image" Target="../media/image464.png"/><Relationship Id="rId50" Type="http://schemas.openxmlformats.org/officeDocument/2006/relationships/customXml" Target="../ink/ink427.xml"/><Relationship Id="rId55" Type="http://schemas.openxmlformats.org/officeDocument/2006/relationships/image" Target="../media/image468.png"/><Relationship Id="rId7" Type="http://schemas.openxmlformats.org/officeDocument/2006/relationships/image" Target="../media/image441.png"/><Relationship Id="rId2" Type="http://schemas.openxmlformats.org/officeDocument/2006/relationships/image" Target="../media/image436.png"/><Relationship Id="rId16" Type="http://schemas.openxmlformats.org/officeDocument/2006/relationships/customXml" Target="../ink/ink410.xml"/><Relationship Id="rId29" Type="http://schemas.openxmlformats.org/officeDocument/2006/relationships/image" Target="../media/image455.png"/><Relationship Id="rId11" Type="http://schemas.openxmlformats.org/officeDocument/2006/relationships/image" Target="../media/image445.png"/><Relationship Id="rId24" Type="http://schemas.openxmlformats.org/officeDocument/2006/relationships/customXml" Target="../ink/ink414.xml"/><Relationship Id="rId32" Type="http://schemas.openxmlformats.org/officeDocument/2006/relationships/customXml" Target="../ink/ink418.xml"/><Relationship Id="rId37" Type="http://schemas.openxmlformats.org/officeDocument/2006/relationships/image" Target="../media/image459.png"/><Relationship Id="rId40" Type="http://schemas.openxmlformats.org/officeDocument/2006/relationships/customXml" Target="../ink/ink422.xml"/><Relationship Id="rId45" Type="http://schemas.openxmlformats.org/officeDocument/2006/relationships/image" Target="../media/image463.png"/><Relationship Id="rId53" Type="http://schemas.openxmlformats.org/officeDocument/2006/relationships/image" Target="../media/image467.png"/><Relationship Id="rId58" Type="http://schemas.openxmlformats.org/officeDocument/2006/relationships/customXml" Target="../ink/ink431.xml"/><Relationship Id="rId5" Type="http://schemas.openxmlformats.org/officeDocument/2006/relationships/image" Target="../media/image439.png"/><Relationship Id="rId61" Type="http://schemas.openxmlformats.org/officeDocument/2006/relationships/image" Target="../media/image471.png"/><Relationship Id="rId19" Type="http://schemas.openxmlformats.org/officeDocument/2006/relationships/image" Target="../media/image450.png"/><Relationship Id="rId14" Type="http://schemas.openxmlformats.org/officeDocument/2006/relationships/image" Target="../media/image448.png"/><Relationship Id="rId22" Type="http://schemas.openxmlformats.org/officeDocument/2006/relationships/customXml" Target="../ink/ink413.xml"/><Relationship Id="rId27" Type="http://schemas.openxmlformats.org/officeDocument/2006/relationships/image" Target="../media/image454.png"/><Relationship Id="rId30" Type="http://schemas.openxmlformats.org/officeDocument/2006/relationships/customXml" Target="../ink/ink417.xml"/><Relationship Id="rId35" Type="http://schemas.openxmlformats.org/officeDocument/2006/relationships/image" Target="../media/image458.png"/><Relationship Id="rId43" Type="http://schemas.openxmlformats.org/officeDocument/2006/relationships/image" Target="../media/image462.png"/><Relationship Id="rId48" Type="http://schemas.openxmlformats.org/officeDocument/2006/relationships/customXml" Target="../ink/ink426.xml"/><Relationship Id="rId56" Type="http://schemas.openxmlformats.org/officeDocument/2006/relationships/customXml" Target="../ink/ink430.xml"/><Relationship Id="rId8" Type="http://schemas.openxmlformats.org/officeDocument/2006/relationships/image" Target="../media/image442.png"/><Relationship Id="rId51" Type="http://schemas.openxmlformats.org/officeDocument/2006/relationships/image" Target="../media/image466.png"/><Relationship Id="rId3" Type="http://schemas.openxmlformats.org/officeDocument/2006/relationships/image" Target="../media/image437.png"/><Relationship Id="rId12" Type="http://schemas.openxmlformats.org/officeDocument/2006/relationships/image" Target="../media/image446.jpeg"/><Relationship Id="rId17" Type="http://schemas.openxmlformats.org/officeDocument/2006/relationships/image" Target="../media/image449.png"/><Relationship Id="rId25" Type="http://schemas.openxmlformats.org/officeDocument/2006/relationships/image" Target="../media/image453.png"/><Relationship Id="rId33" Type="http://schemas.openxmlformats.org/officeDocument/2006/relationships/image" Target="../media/image457.png"/><Relationship Id="rId38" Type="http://schemas.openxmlformats.org/officeDocument/2006/relationships/customXml" Target="../ink/ink421.xml"/><Relationship Id="rId46" Type="http://schemas.openxmlformats.org/officeDocument/2006/relationships/customXml" Target="../ink/ink425.xml"/><Relationship Id="rId59" Type="http://schemas.openxmlformats.org/officeDocument/2006/relationships/image" Target="../media/image470.png"/><Relationship Id="rId20" Type="http://schemas.openxmlformats.org/officeDocument/2006/relationships/customXml" Target="../ink/ink412.xml"/><Relationship Id="rId41" Type="http://schemas.openxmlformats.org/officeDocument/2006/relationships/image" Target="../media/image461.png"/><Relationship Id="rId54" Type="http://schemas.openxmlformats.org/officeDocument/2006/relationships/customXml" Target="../ink/ink429.xml"/><Relationship Id="rId1" Type="http://schemas.openxmlformats.org/officeDocument/2006/relationships/slideLayout" Target="../slideLayouts/slideLayout2.xml"/><Relationship Id="rId6" Type="http://schemas.openxmlformats.org/officeDocument/2006/relationships/image" Target="../media/image440.png"/><Relationship Id="rId15" Type="http://schemas.openxmlformats.org/officeDocument/2006/relationships/image" Target="../media/image490.png"/><Relationship Id="rId23" Type="http://schemas.openxmlformats.org/officeDocument/2006/relationships/image" Target="../media/image452.png"/><Relationship Id="rId28" Type="http://schemas.openxmlformats.org/officeDocument/2006/relationships/customXml" Target="../ink/ink416.xml"/><Relationship Id="rId36" Type="http://schemas.openxmlformats.org/officeDocument/2006/relationships/customXml" Target="../ink/ink420.xml"/><Relationship Id="rId49" Type="http://schemas.openxmlformats.org/officeDocument/2006/relationships/image" Target="../media/image465.png"/><Relationship Id="rId57" Type="http://schemas.openxmlformats.org/officeDocument/2006/relationships/image" Target="../media/image469.png"/><Relationship Id="rId10" Type="http://schemas.openxmlformats.org/officeDocument/2006/relationships/image" Target="../media/image444.png"/><Relationship Id="rId31" Type="http://schemas.openxmlformats.org/officeDocument/2006/relationships/image" Target="../media/image456.png"/><Relationship Id="rId44" Type="http://schemas.openxmlformats.org/officeDocument/2006/relationships/customXml" Target="../ink/ink424.xml"/><Relationship Id="rId52" Type="http://schemas.openxmlformats.org/officeDocument/2006/relationships/customXml" Target="../ink/ink428.xml"/><Relationship Id="rId60" Type="http://schemas.openxmlformats.org/officeDocument/2006/relationships/customXml" Target="../ink/ink432.xml"/><Relationship Id="rId4" Type="http://schemas.openxmlformats.org/officeDocument/2006/relationships/image" Target="../media/image438.png"/><Relationship Id="rId9" Type="http://schemas.openxmlformats.org/officeDocument/2006/relationships/image" Target="../media/image443.png"/></Relationships>
</file>

<file path=ppt/slides/_rels/slide23.xml.rels><?xml version="1.0" encoding="UTF-8" standalone="yes"?>
<Relationships xmlns="http://schemas.openxmlformats.org/package/2006/relationships"><Relationship Id="rId13" Type="http://schemas.openxmlformats.org/officeDocument/2006/relationships/customXml" Target="../ink/ink438.xml"/><Relationship Id="rId18" Type="http://schemas.openxmlformats.org/officeDocument/2006/relationships/image" Target="../media/image480.png"/><Relationship Id="rId26" Type="http://schemas.openxmlformats.org/officeDocument/2006/relationships/image" Target="../media/image484.png"/><Relationship Id="rId21" Type="http://schemas.openxmlformats.org/officeDocument/2006/relationships/customXml" Target="../ink/ink442.xml"/><Relationship Id="rId34" Type="http://schemas.openxmlformats.org/officeDocument/2006/relationships/image" Target="../media/image488.png"/><Relationship Id="rId7" Type="http://schemas.openxmlformats.org/officeDocument/2006/relationships/customXml" Target="../ink/ink435.xml"/><Relationship Id="rId12" Type="http://schemas.openxmlformats.org/officeDocument/2006/relationships/image" Target="../media/image477.png"/><Relationship Id="rId17" Type="http://schemas.openxmlformats.org/officeDocument/2006/relationships/customXml" Target="../ink/ink440.xml"/><Relationship Id="rId25" Type="http://schemas.openxmlformats.org/officeDocument/2006/relationships/customXml" Target="../ink/ink444.xml"/><Relationship Id="rId33" Type="http://schemas.openxmlformats.org/officeDocument/2006/relationships/customXml" Target="../ink/ink448.xml"/><Relationship Id="rId38" Type="http://schemas.openxmlformats.org/officeDocument/2006/relationships/image" Target="../media/image491.png"/><Relationship Id="rId2" Type="http://schemas.openxmlformats.org/officeDocument/2006/relationships/image" Target="../media/image472.png"/><Relationship Id="rId16" Type="http://schemas.openxmlformats.org/officeDocument/2006/relationships/image" Target="../media/image479.png"/><Relationship Id="rId20" Type="http://schemas.openxmlformats.org/officeDocument/2006/relationships/image" Target="../media/image481.png"/><Relationship Id="rId29" Type="http://schemas.openxmlformats.org/officeDocument/2006/relationships/customXml" Target="../ink/ink446.xml"/><Relationship Id="rId1" Type="http://schemas.openxmlformats.org/officeDocument/2006/relationships/slideLayout" Target="../slideLayouts/slideLayout9.xml"/><Relationship Id="rId6" Type="http://schemas.openxmlformats.org/officeDocument/2006/relationships/image" Target="../media/image474.png"/><Relationship Id="rId11" Type="http://schemas.openxmlformats.org/officeDocument/2006/relationships/customXml" Target="../ink/ink437.xml"/><Relationship Id="rId24" Type="http://schemas.openxmlformats.org/officeDocument/2006/relationships/image" Target="../media/image483.png"/><Relationship Id="rId32" Type="http://schemas.openxmlformats.org/officeDocument/2006/relationships/image" Target="../media/image487.png"/><Relationship Id="rId37" Type="http://schemas.openxmlformats.org/officeDocument/2006/relationships/customXml" Target="../ink/ink450.xml"/><Relationship Id="rId5" Type="http://schemas.openxmlformats.org/officeDocument/2006/relationships/customXml" Target="../ink/ink434.xml"/><Relationship Id="rId15" Type="http://schemas.openxmlformats.org/officeDocument/2006/relationships/customXml" Target="../ink/ink439.xml"/><Relationship Id="rId23" Type="http://schemas.openxmlformats.org/officeDocument/2006/relationships/customXml" Target="../ink/ink443.xml"/><Relationship Id="rId28" Type="http://schemas.openxmlformats.org/officeDocument/2006/relationships/image" Target="../media/image485.png"/><Relationship Id="rId36" Type="http://schemas.openxmlformats.org/officeDocument/2006/relationships/image" Target="../media/image489.png"/><Relationship Id="rId10" Type="http://schemas.openxmlformats.org/officeDocument/2006/relationships/image" Target="../media/image476.png"/><Relationship Id="rId19" Type="http://schemas.openxmlformats.org/officeDocument/2006/relationships/customXml" Target="../ink/ink441.xml"/><Relationship Id="rId31" Type="http://schemas.openxmlformats.org/officeDocument/2006/relationships/customXml" Target="../ink/ink447.xml"/><Relationship Id="rId4" Type="http://schemas.openxmlformats.org/officeDocument/2006/relationships/image" Target="../media/image473.png"/><Relationship Id="rId9" Type="http://schemas.openxmlformats.org/officeDocument/2006/relationships/customXml" Target="../ink/ink436.xml"/><Relationship Id="rId14" Type="http://schemas.openxmlformats.org/officeDocument/2006/relationships/image" Target="../media/image478.png"/><Relationship Id="rId22" Type="http://schemas.openxmlformats.org/officeDocument/2006/relationships/image" Target="../media/image482.png"/><Relationship Id="rId27" Type="http://schemas.openxmlformats.org/officeDocument/2006/relationships/customXml" Target="../ink/ink445.xml"/><Relationship Id="rId30" Type="http://schemas.openxmlformats.org/officeDocument/2006/relationships/image" Target="../media/image486.png"/><Relationship Id="rId35" Type="http://schemas.openxmlformats.org/officeDocument/2006/relationships/customXml" Target="../ink/ink449.xml"/><Relationship Id="rId8" Type="http://schemas.openxmlformats.org/officeDocument/2006/relationships/image" Target="../media/image475.png"/><Relationship Id="rId3" Type="http://schemas.openxmlformats.org/officeDocument/2006/relationships/customXml" Target="../ink/ink433.xml"/></Relationships>
</file>

<file path=ppt/slides/_rels/slide24.xml.rels><?xml version="1.0" encoding="UTF-8" standalone="yes"?>
<Relationships xmlns="http://schemas.openxmlformats.org/package/2006/relationships"><Relationship Id="rId3" Type="http://schemas.openxmlformats.org/officeDocument/2006/relationships/image" Target="../media/image492.png"/><Relationship Id="rId2" Type="http://schemas.openxmlformats.org/officeDocument/2006/relationships/customXml" Target="../ink/ink451.xml"/><Relationship Id="rId1" Type="http://schemas.openxmlformats.org/officeDocument/2006/relationships/slideLayout" Target="../slideLayouts/slideLayout9.xml"/><Relationship Id="rId5" Type="http://schemas.openxmlformats.org/officeDocument/2006/relationships/image" Target="../media/image493.png"/><Relationship Id="rId4" Type="http://schemas.openxmlformats.org/officeDocument/2006/relationships/customXml" Target="../ink/ink4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494.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8" Type="http://schemas.openxmlformats.org/officeDocument/2006/relationships/image" Target="../media/image501.png"/><Relationship Id="rId13" Type="http://schemas.openxmlformats.org/officeDocument/2006/relationships/image" Target="../media/image506.png"/><Relationship Id="rId18" Type="http://schemas.openxmlformats.org/officeDocument/2006/relationships/image" Target="../media/image511.png"/><Relationship Id="rId3" Type="http://schemas.openxmlformats.org/officeDocument/2006/relationships/image" Target="../media/image496.png"/><Relationship Id="rId21" Type="http://schemas.openxmlformats.org/officeDocument/2006/relationships/image" Target="../media/image514.png"/><Relationship Id="rId7" Type="http://schemas.openxmlformats.org/officeDocument/2006/relationships/image" Target="../media/image500.png"/><Relationship Id="rId12" Type="http://schemas.openxmlformats.org/officeDocument/2006/relationships/image" Target="../media/image505.png"/><Relationship Id="rId17" Type="http://schemas.openxmlformats.org/officeDocument/2006/relationships/image" Target="../media/image510.png"/><Relationship Id="rId2" Type="http://schemas.openxmlformats.org/officeDocument/2006/relationships/image" Target="../media/image495.png"/><Relationship Id="rId16" Type="http://schemas.openxmlformats.org/officeDocument/2006/relationships/image" Target="../media/image509.png"/><Relationship Id="rId20" Type="http://schemas.openxmlformats.org/officeDocument/2006/relationships/image" Target="../media/image513.png"/><Relationship Id="rId1" Type="http://schemas.openxmlformats.org/officeDocument/2006/relationships/slideLayout" Target="../slideLayouts/slideLayout9.xml"/><Relationship Id="rId6" Type="http://schemas.openxmlformats.org/officeDocument/2006/relationships/image" Target="../media/image499.png"/><Relationship Id="rId11" Type="http://schemas.openxmlformats.org/officeDocument/2006/relationships/image" Target="../media/image504.png"/><Relationship Id="rId5" Type="http://schemas.openxmlformats.org/officeDocument/2006/relationships/image" Target="../media/image498.png"/><Relationship Id="rId15" Type="http://schemas.openxmlformats.org/officeDocument/2006/relationships/image" Target="../media/image508.png"/><Relationship Id="rId10" Type="http://schemas.openxmlformats.org/officeDocument/2006/relationships/image" Target="../media/image503.png"/><Relationship Id="rId19" Type="http://schemas.openxmlformats.org/officeDocument/2006/relationships/image" Target="../media/image512.png"/><Relationship Id="rId4" Type="http://schemas.openxmlformats.org/officeDocument/2006/relationships/image" Target="../media/image497.png"/><Relationship Id="rId9" Type="http://schemas.openxmlformats.org/officeDocument/2006/relationships/image" Target="../media/image502.png"/><Relationship Id="rId14" Type="http://schemas.openxmlformats.org/officeDocument/2006/relationships/image" Target="../media/image507.png"/><Relationship Id="rId22" Type="http://schemas.openxmlformats.org/officeDocument/2006/relationships/image" Target="../media/image515.png"/></Relationships>
</file>

<file path=ppt/slides/_rels/slide29.xml.rels><?xml version="1.0" encoding="UTF-8" standalone="yes"?>
<Relationships xmlns="http://schemas.openxmlformats.org/package/2006/relationships"><Relationship Id="rId2" Type="http://schemas.openxmlformats.org/officeDocument/2006/relationships/image" Target="../media/image516.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image" Target="../media/image890.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940.png"/><Relationship Id="rId7" Type="http://schemas.openxmlformats.org/officeDocument/2006/relationships/image" Target="../media/image980.png"/><Relationship Id="rId2" Type="http://schemas.openxmlformats.org/officeDocument/2006/relationships/image" Target="../media/image930.png"/><Relationship Id="rId1" Type="http://schemas.openxmlformats.org/officeDocument/2006/relationships/slideLayout" Target="../slideLayouts/slideLayout9.xml"/><Relationship Id="rId6" Type="http://schemas.openxmlformats.org/officeDocument/2006/relationships/image" Target="../media/image970.png"/><Relationship Id="rId5" Type="http://schemas.openxmlformats.org/officeDocument/2006/relationships/image" Target="../media/image960.png"/><Relationship Id="rId4" Type="http://schemas.openxmlformats.org/officeDocument/2006/relationships/image" Target="../media/image950.png"/></Relationships>
</file>

<file path=ppt/slides/_rels/slide32.xml.rels><?xml version="1.0" encoding="UTF-8" standalone="yes"?>
<Relationships xmlns="http://schemas.openxmlformats.org/package/2006/relationships"><Relationship Id="rId3" Type="http://schemas.openxmlformats.org/officeDocument/2006/relationships/image" Target="../media/image517.png"/><Relationship Id="rId2" Type="http://schemas.openxmlformats.org/officeDocument/2006/relationships/image" Target="../media/image990.png"/><Relationship Id="rId1" Type="http://schemas.openxmlformats.org/officeDocument/2006/relationships/slideLayout" Target="../slideLayouts/slideLayout9.xml"/><Relationship Id="rId4" Type="http://schemas.openxmlformats.org/officeDocument/2006/relationships/image" Target="../media/image10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080.png"/><Relationship Id="rId2" Type="http://schemas.openxmlformats.org/officeDocument/2006/relationships/image" Target="../media/image1070.png"/><Relationship Id="rId1" Type="http://schemas.openxmlformats.org/officeDocument/2006/relationships/slideLayout" Target="../slideLayouts/slideLayout9.xml"/><Relationship Id="rId4" Type="http://schemas.openxmlformats.org/officeDocument/2006/relationships/image" Target="../media/image109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518.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3" Type="http://schemas.openxmlformats.org/officeDocument/2006/relationships/image" Target="../media/image524.png"/><Relationship Id="rId18" Type="http://schemas.openxmlformats.org/officeDocument/2006/relationships/customXml" Target="../ink/ink461.xml"/><Relationship Id="rId26" Type="http://schemas.openxmlformats.org/officeDocument/2006/relationships/customXml" Target="../ink/ink465.xml"/><Relationship Id="rId39" Type="http://schemas.openxmlformats.org/officeDocument/2006/relationships/image" Target="../media/image537.png"/><Relationship Id="rId21" Type="http://schemas.openxmlformats.org/officeDocument/2006/relationships/image" Target="../media/image528.png"/><Relationship Id="rId34" Type="http://schemas.openxmlformats.org/officeDocument/2006/relationships/customXml" Target="../ink/ink469.xml"/><Relationship Id="rId42" Type="http://schemas.openxmlformats.org/officeDocument/2006/relationships/customXml" Target="../ink/ink473.xml"/><Relationship Id="rId47" Type="http://schemas.openxmlformats.org/officeDocument/2006/relationships/image" Target="../media/image541.png"/><Relationship Id="rId7" Type="http://schemas.openxmlformats.org/officeDocument/2006/relationships/image" Target="../media/image521.png"/><Relationship Id="rId2" Type="http://schemas.openxmlformats.org/officeDocument/2006/relationships/customXml" Target="../ink/ink453.xml"/><Relationship Id="rId16" Type="http://schemas.openxmlformats.org/officeDocument/2006/relationships/customXml" Target="../ink/ink460.xml"/><Relationship Id="rId29" Type="http://schemas.openxmlformats.org/officeDocument/2006/relationships/image" Target="../media/image532.png"/><Relationship Id="rId1" Type="http://schemas.openxmlformats.org/officeDocument/2006/relationships/slideLayout" Target="../slideLayouts/slideLayout9.xml"/><Relationship Id="rId6" Type="http://schemas.openxmlformats.org/officeDocument/2006/relationships/customXml" Target="../ink/ink455.xml"/><Relationship Id="rId11" Type="http://schemas.openxmlformats.org/officeDocument/2006/relationships/image" Target="../media/image523.png"/><Relationship Id="rId24" Type="http://schemas.openxmlformats.org/officeDocument/2006/relationships/customXml" Target="../ink/ink464.xml"/><Relationship Id="rId32" Type="http://schemas.openxmlformats.org/officeDocument/2006/relationships/customXml" Target="../ink/ink468.xml"/><Relationship Id="rId37" Type="http://schemas.openxmlformats.org/officeDocument/2006/relationships/image" Target="../media/image536.png"/><Relationship Id="rId40" Type="http://schemas.openxmlformats.org/officeDocument/2006/relationships/customXml" Target="../ink/ink472.xml"/><Relationship Id="rId45" Type="http://schemas.openxmlformats.org/officeDocument/2006/relationships/image" Target="../media/image540.png"/><Relationship Id="rId5" Type="http://schemas.openxmlformats.org/officeDocument/2006/relationships/image" Target="../media/image520.png"/><Relationship Id="rId15" Type="http://schemas.openxmlformats.org/officeDocument/2006/relationships/image" Target="../media/image525.png"/><Relationship Id="rId23" Type="http://schemas.openxmlformats.org/officeDocument/2006/relationships/image" Target="../media/image529.png"/><Relationship Id="rId28" Type="http://schemas.openxmlformats.org/officeDocument/2006/relationships/customXml" Target="../ink/ink466.xml"/><Relationship Id="rId36" Type="http://schemas.openxmlformats.org/officeDocument/2006/relationships/customXml" Target="../ink/ink470.xml"/><Relationship Id="rId10" Type="http://schemas.openxmlformats.org/officeDocument/2006/relationships/customXml" Target="../ink/ink457.xml"/><Relationship Id="rId19" Type="http://schemas.openxmlformats.org/officeDocument/2006/relationships/image" Target="../media/image527.png"/><Relationship Id="rId31" Type="http://schemas.openxmlformats.org/officeDocument/2006/relationships/image" Target="../media/image533.png"/><Relationship Id="rId44" Type="http://schemas.openxmlformats.org/officeDocument/2006/relationships/customXml" Target="../ink/ink474.xml"/><Relationship Id="rId4" Type="http://schemas.openxmlformats.org/officeDocument/2006/relationships/customXml" Target="../ink/ink454.xml"/><Relationship Id="rId9" Type="http://schemas.openxmlformats.org/officeDocument/2006/relationships/image" Target="../media/image522.png"/><Relationship Id="rId14" Type="http://schemas.openxmlformats.org/officeDocument/2006/relationships/customXml" Target="../ink/ink459.xml"/><Relationship Id="rId22" Type="http://schemas.openxmlformats.org/officeDocument/2006/relationships/customXml" Target="../ink/ink463.xml"/><Relationship Id="rId27" Type="http://schemas.openxmlformats.org/officeDocument/2006/relationships/image" Target="../media/image531.png"/><Relationship Id="rId30" Type="http://schemas.openxmlformats.org/officeDocument/2006/relationships/customXml" Target="../ink/ink467.xml"/><Relationship Id="rId35" Type="http://schemas.openxmlformats.org/officeDocument/2006/relationships/image" Target="../media/image535.png"/><Relationship Id="rId43" Type="http://schemas.openxmlformats.org/officeDocument/2006/relationships/image" Target="../media/image539.png"/><Relationship Id="rId8" Type="http://schemas.openxmlformats.org/officeDocument/2006/relationships/customXml" Target="../ink/ink456.xml"/><Relationship Id="rId3" Type="http://schemas.openxmlformats.org/officeDocument/2006/relationships/image" Target="../media/image519.png"/><Relationship Id="rId12" Type="http://schemas.openxmlformats.org/officeDocument/2006/relationships/customXml" Target="../ink/ink458.xml"/><Relationship Id="rId17" Type="http://schemas.openxmlformats.org/officeDocument/2006/relationships/image" Target="../media/image526.png"/><Relationship Id="rId25" Type="http://schemas.openxmlformats.org/officeDocument/2006/relationships/image" Target="../media/image530.png"/><Relationship Id="rId33" Type="http://schemas.openxmlformats.org/officeDocument/2006/relationships/image" Target="../media/image534.png"/><Relationship Id="rId38" Type="http://schemas.openxmlformats.org/officeDocument/2006/relationships/customXml" Target="../ink/ink471.xml"/><Relationship Id="rId46" Type="http://schemas.openxmlformats.org/officeDocument/2006/relationships/customXml" Target="../ink/ink475.xml"/><Relationship Id="rId20" Type="http://schemas.openxmlformats.org/officeDocument/2006/relationships/customXml" Target="../ink/ink462.xml"/><Relationship Id="rId41" Type="http://schemas.openxmlformats.org/officeDocument/2006/relationships/image" Target="../media/image538.png"/></Relationships>
</file>

<file path=ppt/slides/_rels/slide38.xml.rels><?xml version="1.0" encoding="UTF-8" standalone="yes"?>
<Relationships xmlns="http://schemas.openxmlformats.org/package/2006/relationships"><Relationship Id="rId3" Type="http://schemas.openxmlformats.org/officeDocument/2006/relationships/image" Target="../media/image542.png"/><Relationship Id="rId2" Type="http://schemas.openxmlformats.org/officeDocument/2006/relationships/customXml" Target="../ink/ink476.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8" Type="http://schemas.openxmlformats.org/officeDocument/2006/relationships/customXml" Target="../ink/ink480.xml"/><Relationship Id="rId13" Type="http://schemas.openxmlformats.org/officeDocument/2006/relationships/image" Target="../media/image548.png"/><Relationship Id="rId18" Type="http://schemas.openxmlformats.org/officeDocument/2006/relationships/customXml" Target="../ink/ink485.xml"/><Relationship Id="rId3" Type="http://schemas.openxmlformats.org/officeDocument/2006/relationships/image" Target="../media/image543.png"/><Relationship Id="rId21" Type="http://schemas.openxmlformats.org/officeDocument/2006/relationships/image" Target="../media/image552.png"/><Relationship Id="rId7" Type="http://schemas.openxmlformats.org/officeDocument/2006/relationships/image" Target="../media/image545.png"/><Relationship Id="rId12" Type="http://schemas.openxmlformats.org/officeDocument/2006/relationships/customXml" Target="../ink/ink482.xml"/><Relationship Id="rId17" Type="http://schemas.openxmlformats.org/officeDocument/2006/relationships/image" Target="../media/image550.png"/><Relationship Id="rId2" Type="http://schemas.openxmlformats.org/officeDocument/2006/relationships/customXml" Target="../ink/ink477.xml"/><Relationship Id="rId16" Type="http://schemas.openxmlformats.org/officeDocument/2006/relationships/customXml" Target="../ink/ink484.xml"/><Relationship Id="rId20" Type="http://schemas.openxmlformats.org/officeDocument/2006/relationships/customXml" Target="../ink/ink486.xml"/><Relationship Id="rId1" Type="http://schemas.openxmlformats.org/officeDocument/2006/relationships/slideLayout" Target="../slideLayouts/slideLayout9.xml"/><Relationship Id="rId6" Type="http://schemas.openxmlformats.org/officeDocument/2006/relationships/customXml" Target="../ink/ink479.xml"/><Relationship Id="rId11" Type="http://schemas.openxmlformats.org/officeDocument/2006/relationships/image" Target="../media/image547.png"/><Relationship Id="rId5" Type="http://schemas.openxmlformats.org/officeDocument/2006/relationships/image" Target="../media/image544.png"/><Relationship Id="rId15" Type="http://schemas.openxmlformats.org/officeDocument/2006/relationships/image" Target="../media/image549.png"/><Relationship Id="rId23" Type="http://schemas.openxmlformats.org/officeDocument/2006/relationships/image" Target="../media/image553.png"/><Relationship Id="rId10" Type="http://schemas.openxmlformats.org/officeDocument/2006/relationships/customXml" Target="../ink/ink481.xml"/><Relationship Id="rId19" Type="http://schemas.openxmlformats.org/officeDocument/2006/relationships/image" Target="../media/image551.png"/><Relationship Id="rId4" Type="http://schemas.openxmlformats.org/officeDocument/2006/relationships/customXml" Target="../ink/ink478.xml"/><Relationship Id="rId9" Type="http://schemas.openxmlformats.org/officeDocument/2006/relationships/image" Target="../media/image546.png"/><Relationship Id="rId14" Type="http://schemas.openxmlformats.org/officeDocument/2006/relationships/customXml" Target="../ink/ink483.xml"/><Relationship Id="rId22" Type="http://schemas.openxmlformats.org/officeDocument/2006/relationships/customXml" Target="../ink/ink487.xml"/></Relationships>
</file>

<file path=ppt/slides/_rels/slide40.xml.rels><?xml version="1.0" encoding="UTF-8" standalone="yes"?>
<Relationships xmlns="http://schemas.openxmlformats.org/package/2006/relationships"><Relationship Id="rId13" Type="http://schemas.openxmlformats.org/officeDocument/2006/relationships/customXml" Target="../ink/ink493.xml"/><Relationship Id="rId18" Type="http://schemas.openxmlformats.org/officeDocument/2006/relationships/image" Target="../media/image561.png"/><Relationship Id="rId26" Type="http://schemas.openxmlformats.org/officeDocument/2006/relationships/image" Target="../media/image565.png"/><Relationship Id="rId39" Type="http://schemas.openxmlformats.org/officeDocument/2006/relationships/customXml" Target="../ink/ink506.xml"/><Relationship Id="rId21" Type="http://schemas.openxmlformats.org/officeDocument/2006/relationships/customXml" Target="../ink/ink497.xml"/><Relationship Id="rId34" Type="http://schemas.openxmlformats.org/officeDocument/2006/relationships/image" Target="../media/image569.png"/><Relationship Id="rId42" Type="http://schemas.openxmlformats.org/officeDocument/2006/relationships/image" Target="../media/image573.png"/><Relationship Id="rId47" Type="http://schemas.openxmlformats.org/officeDocument/2006/relationships/customXml" Target="../ink/ink510.xml"/><Relationship Id="rId7" Type="http://schemas.openxmlformats.org/officeDocument/2006/relationships/customXml" Target="../ink/ink490.xml"/><Relationship Id="rId2" Type="http://schemas.openxmlformats.org/officeDocument/2006/relationships/image" Target="../media/image680.png"/><Relationship Id="rId16" Type="http://schemas.openxmlformats.org/officeDocument/2006/relationships/image" Target="../media/image560.png"/><Relationship Id="rId29" Type="http://schemas.openxmlformats.org/officeDocument/2006/relationships/customXml" Target="../ink/ink501.xml"/><Relationship Id="rId1" Type="http://schemas.openxmlformats.org/officeDocument/2006/relationships/slideLayout" Target="../slideLayouts/slideLayout9.xml"/><Relationship Id="rId6" Type="http://schemas.openxmlformats.org/officeDocument/2006/relationships/image" Target="../media/image555.png"/><Relationship Id="rId11" Type="http://schemas.openxmlformats.org/officeDocument/2006/relationships/customXml" Target="../ink/ink492.xml"/><Relationship Id="rId24" Type="http://schemas.openxmlformats.org/officeDocument/2006/relationships/image" Target="../media/image564.png"/><Relationship Id="rId32" Type="http://schemas.openxmlformats.org/officeDocument/2006/relationships/image" Target="../media/image568.png"/><Relationship Id="rId37" Type="http://schemas.openxmlformats.org/officeDocument/2006/relationships/customXml" Target="../ink/ink505.xml"/><Relationship Id="rId40" Type="http://schemas.openxmlformats.org/officeDocument/2006/relationships/image" Target="../media/image572.png"/><Relationship Id="rId45" Type="http://schemas.openxmlformats.org/officeDocument/2006/relationships/customXml" Target="../ink/ink509.xml"/><Relationship Id="rId5" Type="http://schemas.openxmlformats.org/officeDocument/2006/relationships/customXml" Target="../ink/ink489.xml"/><Relationship Id="rId15" Type="http://schemas.openxmlformats.org/officeDocument/2006/relationships/customXml" Target="../ink/ink494.xml"/><Relationship Id="rId23" Type="http://schemas.openxmlformats.org/officeDocument/2006/relationships/customXml" Target="../ink/ink498.xml"/><Relationship Id="rId28" Type="http://schemas.openxmlformats.org/officeDocument/2006/relationships/image" Target="../media/image566.png"/><Relationship Id="rId36" Type="http://schemas.openxmlformats.org/officeDocument/2006/relationships/image" Target="../media/image570.png"/><Relationship Id="rId10" Type="http://schemas.openxmlformats.org/officeDocument/2006/relationships/image" Target="../media/image557.png"/><Relationship Id="rId19" Type="http://schemas.openxmlformats.org/officeDocument/2006/relationships/customXml" Target="../ink/ink496.xml"/><Relationship Id="rId31" Type="http://schemas.openxmlformats.org/officeDocument/2006/relationships/customXml" Target="../ink/ink502.xml"/><Relationship Id="rId44" Type="http://schemas.openxmlformats.org/officeDocument/2006/relationships/image" Target="../media/image574.png"/><Relationship Id="rId4" Type="http://schemas.openxmlformats.org/officeDocument/2006/relationships/image" Target="../media/image554.png"/><Relationship Id="rId9" Type="http://schemas.openxmlformats.org/officeDocument/2006/relationships/customXml" Target="../ink/ink491.xml"/><Relationship Id="rId14" Type="http://schemas.openxmlformats.org/officeDocument/2006/relationships/image" Target="../media/image559.png"/><Relationship Id="rId22" Type="http://schemas.openxmlformats.org/officeDocument/2006/relationships/image" Target="../media/image563.png"/><Relationship Id="rId27" Type="http://schemas.openxmlformats.org/officeDocument/2006/relationships/customXml" Target="../ink/ink500.xml"/><Relationship Id="rId30" Type="http://schemas.openxmlformats.org/officeDocument/2006/relationships/image" Target="../media/image567.png"/><Relationship Id="rId35" Type="http://schemas.openxmlformats.org/officeDocument/2006/relationships/customXml" Target="../ink/ink504.xml"/><Relationship Id="rId43" Type="http://schemas.openxmlformats.org/officeDocument/2006/relationships/customXml" Target="../ink/ink508.xml"/><Relationship Id="rId48" Type="http://schemas.openxmlformats.org/officeDocument/2006/relationships/image" Target="../media/image576.png"/><Relationship Id="rId8" Type="http://schemas.openxmlformats.org/officeDocument/2006/relationships/image" Target="../media/image556.png"/><Relationship Id="rId3" Type="http://schemas.openxmlformats.org/officeDocument/2006/relationships/customXml" Target="../ink/ink488.xml"/><Relationship Id="rId12" Type="http://schemas.openxmlformats.org/officeDocument/2006/relationships/image" Target="../media/image558.png"/><Relationship Id="rId17" Type="http://schemas.openxmlformats.org/officeDocument/2006/relationships/customXml" Target="../ink/ink495.xml"/><Relationship Id="rId25" Type="http://schemas.openxmlformats.org/officeDocument/2006/relationships/customXml" Target="../ink/ink499.xml"/><Relationship Id="rId33" Type="http://schemas.openxmlformats.org/officeDocument/2006/relationships/customXml" Target="../ink/ink503.xml"/><Relationship Id="rId38" Type="http://schemas.openxmlformats.org/officeDocument/2006/relationships/image" Target="../media/image571.png"/><Relationship Id="rId46" Type="http://schemas.openxmlformats.org/officeDocument/2006/relationships/image" Target="../media/image575.png"/><Relationship Id="rId20" Type="http://schemas.openxmlformats.org/officeDocument/2006/relationships/image" Target="../media/image562.png"/><Relationship Id="rId41" Type="http://schemas.openxmlformats.org/officeDocument/2006/relationships/customXml" Target="../ink/ink507.xml"/></Relationships>
</file>

<file path=ppt/slides/_rels/slide41.xml.rels><?xml version="1.0" encoding="UTF-8" standalone="yes"?>
<Relationships xmlns="http://schemas.openxmlformats.org/package/2006/relationships"><Relationship Id="rId8" Type="http://schemas.openxmlformats.org/officeDocument/2006/relationships/customXml" Target="../ink/ink514.xml"/><Relationship Id="rId13" Type="http://schemas.openxmlformats.org/officeDocument/2006/relationships/image" Target="../media/image582.png"/><Relationship Id="rId18" Type="http://schemas.openxmlformats.org/officeDocument/2006/relationships/customXml" Target="../ink/ink519.xml"/><Relationship Id="rId3" Type="http://schemas.openxmlformats.org/officeDocument/2006/relationships/image" Target="../media/image577.png"/><Relationship Id="rId21" Type="http://schemas.openxmlformats.org/officeDocument/2006/relationships/image" Target="../media/image586.png"/><Relationship Id="rId7" Type="http://schemas.openxmlformats.org/officeDocument/2006/relationships/image" Target="../media/image579.png"/><Relationship Id="rId12" Type="http://schemas.openxmlformats.org/officeDocument/2006/relationships/customXml" Target="../ink/ink516.xml"/><Relationship Id="rId17" Type="http://schemas.openxmlformats.org/officeDocument/2006/relationships/image" Target="../media/image584.png"/><Relationship Id="rId2" Type="http://schemas.openxmlformats.org/officeDocument/2006/relationships/customXml" Target="../ink/ink511.xml"/><Relationship Id="rId16" Type="http://schemas.openxmlformats.org/officeDocument/2006/relationships/customXml" Target="../ink/ink518.xml"/><Relationship Id="rId20" Type="http://schemas.openxmlformats.org/officeDocument/2006/relationships/customXml" Target="../ink/ink520.xml"/><Relationship Id="rId1" Type="http://schemas.openxmlformats.org/officeDocument/2006/relationships/slideLayout" Target="../slideLayouts/slideLayout9.xml"/><Relationship Id="rId6" Type="http://schemas.openxmlformats.org/officeDocument/2006/relationships/customXml" Target="../ink/ink513.xml"/><Relationship Id="rId11" Type="http://schemas.openxmlformats.org/officeDocument/2006/relationships/image" Target="../media/image581.png"/><Relationship Id="rId5" Type="http://schemas.openxmlformats.org/officeDocument/2006/relationships/image" Target="../media/image578.png"/><Relationship Id="rId15" Type="http://schemas.openxmlformats.org/officeDocument/2006/relationships/image" Target="../media/image583.png"/><Relationship Id="rId23" Type="http://schemas.openxmlformats.org/officeDocument/2006/relationships/image" Target="../media/image587.png"/><Relationship Id="rId10" Type="http://schemas.openxmlformats.org/officeDocument/2006/relationships/customXml" Target="../ink/ink515.xml"/><Relationship Id="rId19" Type="http://schemas.openxmlformats.org/officeDocument/2006/relationships/image" Target="../media/image585.png"/><Relationship Id="rId4" Type="http://schemas.openxmlformats.org/officeDocument/2006/relationships/customXml" Target="../ink/ink512.xml"/><Relationship Id="rId9" Type="http://schemas.openxmlformats.org/officeDocument/2006/relationships/image" Target="../media/image580.png"/><Relationship Id="rId14" Type="http://schemas.openxmlformats.org/officeDocument/2006/relationships/customXml" Target="../ink/ink517.xml"/><Relationship Id="rId22" Type="http://schemas.openxmlformats.org/officeDocument/2006/relationships/customXml" Target="../ink/ink5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image" Target="../media/image1200.png"/><Relationship Id="rId1" Type="http://schemas.openxmlformats.org/officeDocument/2006/relationships/slideLayout" Target="../slideLayouts/slideLayout9.xml"/><Relationship Id="rId5" Type="http://schemas.openxmlformats.org/officeDocument/2006/relationships/image" Target="../media/image1230.png"/><Relationship Id="rId4" Type="http://schemas.openxmlformats.org/officeDocument/2006/relationships/image" Target="../media/image12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1250.png"/><Relationship Id="rId2" Type="http://schemas.openxmlformats.org/officeDocument/2006/relationships/image" Target="../media/image1240.png"/><Relationship Id="rId1" Type="http://schemas.openxmlformats.org/officeDocument/2006/relationships/slideLayout" Target="../slideLayouts/slideLayout9.xml"/><Relationship Id="rId5" Type="http://schemas.openxmlformats.org/officeDocument/2006/relationships/image" Target="../media/image1270.png"/><Relationship Id="rId4" Type="http://schemas.openxmlformats.org/officeDocument/2006/relationships/image" Target="../media/image126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588.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589.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1160.png"/><Relationship Id="rId2" Type="http://schemas.openxmlformats.org/officeDocument/2006/relationships/image" Target="../media/image1150.png"/><Relationship Id="rId1" Type="http://schemas.openxmlformats.org/officeDocument/2006/relationships/slideLayout" Target="../slideLayouts/slideLayout9.xml"/><Relationship Id="rId4" Type="http://schemas.openxmlformats.org/officeDocument/2006/relationships/image" Target="../media/image117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4841479" y="3201335"/>
            <a:ext cx="8601471" cy="1751665"/>
          </a:xfrm>
        </p:spPr>
        <p:txBody>
          <a:bodyPr spcFirstLastPara="1" vert="horz" wrap="square" lIns="79211" tIns="39595" rIns="79211" bIns="39595" rtlCol="0" anchor="ctr">
            <a:noAutofit/>
          </a:bodyPr>
          <a:lstStyle/>
          <a:p>
            <a:pPr algn="ctr">
              <a:spcBef>
                <a:spcPct val="0"/>
              </a:spcBef>
              <a:spcAft>
                <a:spcPct val="0"/>
              </a:spcAft>
              <a:buClr>
                <a:srgbClr val="FFFFFF"/>
              </a:buClr>
            </a:pPr>
            <a:r>
              <a:rPr lang="en-US" altLang="x-none" sz="5083" dirty="0">
                <a:solidFill>
                  <a:srgbClr val="FFFFFF"/>
                </a:solidFill>
                <a:latin typeface="+mn-lt"/>
              </a:rPr>
              <a:t>Introduction to Statistical Methods</a:t>
            </a:r>
            <a:endParaRPr lang="x-none" altLang="x-none" sz="5083" dirty="0">
              <a:solidFill>
                <a:srgbClr val="FF0000"/>
              </a:solidFill>
              <a:latin typeface="+mn-lt"/>
            </a:endParaRPr>
          </a:p>
        </p:txBody>
      </p:sp>
      <p:sp>
        <p:nvSpPr>
          <p:cNvPr id="2" name="Text Placeholder 1"/>
          <p:cNvSpPr>
            <a:spLocks noGrp="1"/>
          </p:cNvSpPr>
          <p:nvPr>
            <p:ph type="body" idx="2"/>
          </p:nvPr>
        </p:nvSpPr>
        <p:spPr/>
        <p:txBody>
          <a:bodyPr/>
          <a:lstStyle/>
          <a:p>
            <a:endParaRPr lang="en-IN"/>
          </a:p>
        </p:txBody>
      </p:sp>
    </p:spTree>
    <p:extLst>
      <p:ext uri="{BB962C8B-B14F-4D97-AF65-F5344CB8AC3E}">
        <p14:creationId xmlns:p14="http://schemas.microsoft.com/office/powerpoint/2010/main" val="270817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960960" y="5722937"/>
            <a:ext cx="12147709" cy="1313068"/>
          </a:xfrm>
        </p:spPr>
        <p:txBody>
          <a:bodyPr>
            <a:normAutofit fontScale="62500" lnSpcReduction="20000"/>
          </a:bodyPr>
          <a:lstStyle/>
          <a:p>
            <a:pPr algn="ctr">
              <a:defRPr/>
            </a:pPr>
            <a:r>
              <a:rPr lang="en-IN" sz="4400" b="1" dirty="0">
                <a:solidFill>
                  <a:schemeClr val="tx1"/>
                </a:solidFill>
                <a:latin typeface="Helvetica Neue"/>
                <a:cs typeface="Times New Roman" panose="02020603050405020304" pitchFamily="18" charset="0"/>
              </a:rPr>
              <a:t>Session  10</a:t>
            </a:r>
          </a:p>
          <a:p>
            <a:pPr algn="ctr">
              <a:defRPr/>
            </a:pPr>
            <a:r>
              <a:rPr lang="en-IN" sz="4400" b="1" dirty="0">
                <a:solidFill>
                  <a:schemeClr val="tx1"/>
                </a:solidFill>
                <a:latin typeface="+mn-lt"/>
              </a:rPr>
              <a:t>Maximum likelihood &amp; ANOVA </a:t>
            </a:r>
          </a:p>
          <a:p>
            <a:pPr algn="ctr">
              <a:defRPr/>
            </a:pPr>
            <a:r>
              <a:rPr lang="en-US" sz="4400" b="1" dirty="0">
                <a:solidFill>
                  <a:schemeClr val="tx1"/>
                </a:solidFill>
                <a:latin typeface="+mn-lt"/>
                <a:cs typeface="Times New Roman" panose="02020603050405020304" pitchFamily="18" charset="0"/>
              </a:rPr>
              <a:t>(</a:t>
            </a:r>
            <a:r>
              <a:rPr lang="en-US" sz="4400" b="1" dirty="0">
                <a:solidFill>
                  <a:schemeClr val="tx1"/>
                </a:solidFill>
                <a:highlight>
                  <a:srgbClr val="FFFF00"/>
                </a:highlight>
                <a:latin typeface="+mn-lt"/>
                <a:cs typeface="Times New Roman" panose="02020603050405020304" pitchFamily="18" charset="0"/>
              </a:rPr>
              <a:t>Session 10</a:t>
            </a:r>
            <a:r>
              <a:rPr lang="en-US" sz="4400" b="1">
                <a:solidFill>
                  <a:schemeClr val="tx1"/>
                </a:solidFill>
                <a:highlight>
                  <a:srgbClr val="FFFF00"/>
                </a:highlight>
                <a:latin typeface="+mn-lt"/>
                <a:cs typeface="Times New Roman" panose="02020603050405020304" pitchFamily="18" charset="0"/>
              </a:rPr>
              <a:t>: 11</a:t>
            </a:r>
            <a:r>
              <a:rPr lang="en-US" sz="4400" b="1" baseline="30000">
                <a:solidFill>
                  <a:schemeClr val="tx1"/>
                </a:solidFill>
                <a:highlight>
                  <a:srgbClr val="FFFF00"/>
                </a:highlight>
                <a:latin typeface="+mn-lt"/>
                <a:cs typeface="Times New Roman" panose="02020603050405020304" pitchFamily="18" charset="0"/>
              </a:rPr>
              <a:t>th</a:t>
            </a:r>
            <a:r>
              <a:rPr lang="en-US" sz="4400" b="1">
                <a:solidFill>
                  <a:schemeClr val="tx1"/>
                </a:solidFill>
                <a:highlight>
                  <a:srgbClr val="FFFF00"/>
                </a:highlight>
                <a:latin typeface="+mn-lt"/>
                <a:cs typeface="Times New Roman" panose="02020603050405020304" pitchFamily="18" charset="0"/>
              </a:rPr>
              <a:t> &amp; 12</a:t>
            </a:r>
            <a:r>
              <a:rPr lang="en-US" sz="4400" b="1" baseline="30000">
                <a:solidFill>
                  <a:schemeClr val="tx1"/>
                </a:solidFill>
                <a:highlight>
                  <a:srgbClr val="FFFF00"/>
                </a:highlight>
                <a:latin typeface="+mn-lt"/>
                <a:cs typeface="Times New Roman" panose="02020603050405020304" pitchFamily="18" charset="0"/>
              </a:rPr>
              <a:t>th</a:t>
            </a:r>
            <a:r>
              <a:rPr lang="en-US" sz="4400" b="1">
                <a:solidFill>
                  <a:schemeClr val="tx1"/>
                </a:solidFill>
                <a:highlight>
                  <a:srgbClr val="FFFF00"/>
                </a:highlight>
                <a:latin typeface="+mn-lt"/>
                <a:cs typeface="Times New Roman" panose="02020603050405020304" pitchFamily="18" charset="0"/>
              </a:rPr>
              <a:t> July 2026</a:t>
            </a:r>
            <a:r>
              <a:rPr lang="en-US" sz="4400" b="1">
                <a:solidFill>
                  <a:schemeClr val="tx1"/>
                </a:solidFill>
                <a:latin typeface="+mn-lt"/>
                <a:cs typeface="Times New Roman" panose="02020603050405020304" pitchFamily="18" charset="0"/>
              </a:rPr>
              <a:t>)</a:t>
            </a:r>
            <a:endParaRPr lang="en-US" sz="4400" b="1" dirty="0">
              <a:solidFill>
                <a:schemeClr val="tx1"/>
              </a:solidFill>
              <a:latin typeface="+mn-lt"/>
              <a:cs typeface="Times New Roman" panose="02020603050405020304" pitchFamily="18" charset="0"/>
            </a:endParaRPr>
          </a:p>
          <a:p>
            <a:endParaRPr lang="en-IN" dirty="0"/>
          </a:p>
        </p:txBody>
      </p:sp>
    </p:spTree>
    <p:extLst>
      <p:ext uri="{BB962C8B-B14F-4D97-AF65-F5344CB8AC3E}">
        <p14:creationId xmlns:p14="http://schemas.microsoft.com/office/powerpoint/2010/main" val="342859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endParaRPr lang="en-IN" dirty="0"/>
          </a:p>
        </p:txBody>
      </p:sp>
      <p:sp>
        <p:nvSpPr>
          <p:cNvPr id="3" name="Text Placeholder 2"/>
          <p:cNvSpPr>
            <a:spLocks noGrp="1"/>
          </p:cNvSpPr>
          <p:nvPr>
            <p:ph type="body" sz="quarter" idx="13"/>
          </p:nvPr>
        </p:nvSpPr>
        <p:spPr/>
        <p:txBody>
          <a:bodyPr/>
          <a:lstStyle/>
          <a:p>
            <a:pPr marL="342900" indent="-342900">
              <a:buFont typeface="Wingdings" panose="05000000000000000000" pitchFamily="2" charset="2"/>
              <a:buChar char="Ø"/>
            </a:pPr>
            <a:r>
              <a:rPr lang="en-IN" sz="2400" b="1" dirty="0">
                <a:solidFill>
                  <a:srgbClr val="0070C0"/>
                </a:solidFill>
              </a:rPr>
              <a:t>Maximum likelihood </a:t>
            </a:r>
          </a:p>
          <a:p>
            <a:pPr marL="342900" indent="-342900">
              <a:buFont typeface="Wingdings" panose="05000000000000000000" pitchFamily="2" charset="2"/>
              <a:buChar char="Ø"/>
            </a:pPr>
            <a:endParaRPr lang="en-IN" sz="2400" b="1" dirty="0">
              <a:solidFill>
                <a:srgbClr val="0070C0"/>
              </a:solidFill>
            </a:endParaRPr>
          </a:p>
          <a:p>
            <a:pPr marL="0" indent="0"/>
            <a:endParaRPr lang="en-IN" sz="2400" b="1" dirty="0">
              <a:solidFill>
                <a:srgbClr val="0070C0"/>
              </a:solidFill>
            </a:endParaRPr>
          </a:p>
          <a:p>
            <a:pPr marL="342900" indent="-342900">
              <a:buFont typeface="Wingdings" panose="05000000000000000000" pitchFamily="2" charset="2"/>
              <a:buChar char="Ø"/>
            </a:pPr>
            <a:r>
              <a:rPr lang="en-IN" sz="2400" b="1" dirty="0">
                <a:solidFill>
                  <a:srgbClr val="0070C0"/>
                </a:solidFill>
              </a:rPr>
              <a:t> ANOVA </a:t>
            </a:r>
          </a:p>
          <a:p>
            <a:endParaRPr lang="en-IN" dirty="0"/>
          </a:p>
        </p:txBody>
      </p:sp>
    </p:spTree>
    <p:extLst>
      <p:ext uri="{BB962C8B-B14F-4D97-AF65-F5344CB8AC3E}">
        <p14:creationId xmlns:p14="http://schemas.microsoft.com/office/powerpoint/2010/main" val="200408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dirty="0">
                <a:solidFill>
                  <a:schemeClr val="bg1"/>
                </a:solidFill>
              </a:rPr>
              <a:t>Maximum Likelihood Estimation (MLE)</a:t>
            </a:r>
          </a:p>
        </p:txBody>
      </p:sp>
      <p:sp>
        <p:nvSpPr>
          <p:cNvPr id="4" name="Text Placeholder 3"/>
          <p:cNvSpPr>
            <a:spLocks noGrp="1"/>
          </p:cNvSpPr>
          <p:nvPr>
            <p:ph type="body" sz="quarter" idx="13"/>
          </p:nvPr>
        </p:nvSpPr>
        <p:spPr>
          <a:xfrm>
            <a:off x="990867" y="1219200"/>
            <a:ext cx="12452083" cy="5867400"/>
          </a:xfrm>
        </p:spPr>
        <p:txBody>
          <a:bodyPr>
            <a:normAutofit/>
          </a:bodyPr>
          <a:lstStyle/>
          <a:p>
            <a:pPr algn="just">
              <a:buFont typeface="Wingdings" panose="05000000000000000000" pitchFamily="2" charset="2"/>
              <a:buChar char="Ø"/>
            </a:pPr>
            <a:r>
              <a:rPr lang="en-US" sz="2800" dirty="0">
                <a:latin typeface="+mn-lt"/>
              </a:rPr>
              <a:t>The method of maximum likelihood was first introduced by </a:t>
            </a:r>
            <a:r>
              <a:rPr lang="en-US" sz="2800" dirty="0">
                <a:solidFill>
                  <a:srgbClr val="0070C0"/>
                </a:solidFill>
                <a:latin typeface="+mn-lt"/>
              </a:rPr>
              <a:t>R. A. Fisher</a:t>
            </a:r>
            <a:r>
              <a:rPr lang="en-US" sz="2800" dirty="0">
                <a:latin typeface="+mn-lt"/>
              </a:rPr>
              <a:t>, a geneticist and statistician, in the 1920s.</a:t>
            </a:r>
          </a:p>
          <a:p>
            <a:pPr algn="just">
              <a:buFont typeface="Wingdings" panose="05000000000000000000" pitchFamily="2" charset="2"/>
              <a:buChar char="Ø"/>
            </a:pPr>
            <a:endParaRPr lang="en-US" sz="2800" dirty="0">
              <a:latin typeface="+mn-lt"/>
            </a:endParaRPr>
          </a:p>
          <a:p>
            <a:pPr algn="just">
              <a:buFont typeface="Wingdings" panose="05000000000000000000" pitchFamily="2" charset="2"/>
              <a:buChar char="Ø"/>
            </a:pPr>
            <a:r>
              <a:rPr lang="en-US" sz="2800" dirty="0">
                <a:latin typeface="+mn-lt"/>
              </a:rPr>
              <a:t>Most statisticians recommend this method, at least when the sample size is large, since the resulting estimators have certain desirable efficiency properties.</a:t>
            </a:r>
          </a:p>
          <a:p>
            <a:pPr algn="just">
              <a:buFont typeface="Wingdings" panose="05000000000000000000" pitchFamily="2" charset="2"/>
              <a:buChar char="Ø"/>
            </a:pPr>
            <a:endParaRPr lang="en-US" sz="2800" dirty="0">
              <a:latin typeface="+mn-lt"/>
            </a:endParaRPr>
          </a:p>
          <a:p>
            <a:pPr algn="just">
              <a:buFont typeface="Wingdings" panose="05000000000000000000" pitchFamily="2" charset="2"/>
              <a:buChar char="Ø"/>
            </a:pPr>
            <a:r>
              <a:rPr lang="en-US" sz="2800" dirty="0">
                <a:latin typeface="+mn-lt"/>
              </a:rPr>
              <a:t>Maximum likelihood estimation(MLE) is a method to find most likely density function, </a:t>
            </a:r>
            <a:r>
              <a:rPr lang="en-US" sz="2800" b="1" i="1" dirty="0">
                <a:latin typeface="+mn-lt"/>
              </a:rPr>
              <a:t>that would have generated data</a:t>
            </a:r>
            <a:r>
              <a:rPr lang="en-US" sz="2800" dirty="0">
                <a:latin typeface="+mn-lt"/>
              </a:rPr>
              <a:t>.</a:t>
            </a:r>
          </a:p>
          <a:p>
            <a:pPr algn="just">
              <a:buFont typeface="Wingdings" panose="05000000000000000000" pitchFamily="2" charset="2"/>
              <a:buChar char="Ø"/>
            </a:pPr>
            <a:endParaRPr lang="en-US" sz="2800" dirty="0">
              <a:latin typeface="+mn-lt"/>
            </a:endParaRPr>
          </a:p>
          <a:p>
            <a:pPr algn="just">
              <a:buFont typeface="Wingdings" panose="05000000000000000000" pitchFamily="2" charset="2"/>
              <a:buChar char="Ø"/>
            </a:pPr>
            <a:r>
              <a:rPr lang="en-US" sz="2800" dirty="0">
                <a:latin typeface="+mn-lt"/>
              </a:rPr>
              <a:t>MLE requires one to make distribution assumption first.</a:t>
            </a:r>
          </a:p>
          <a:p>
            <a:pPr algn="just">
              <a:buFont typeface="Wingdings" panose="05000000000000000000" pitchFamily="2" charset="2"/>
              <a:buChar char="Ø"/>
            </a:pPr>
            <a:endParaRPr lang="en-IN" sz="2800" dirty="0">
              <a:latin typeface="+mn-l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729261B-CBE3-B7BA-8B7F-015AB79C317C}"/>
                  </a:ext>
                </a:extLst>
              </p14:cNvPr>
              <p14:cNvContentPartPr/>
              <p14:nvPr/>
            </p14:nvContentPartPr>
            <p14:xfrm>
              <a:off x="1224335" y="6048306"/>
              <a:ext cx="8380080" cy="237960"/>
            </p14:xfrm>
          </p:contentPart>
        </mc:Choice>
        <mc:Fallback xmlns="">
          <p:pic>
            <p:nvPicPr>
              <p:cNvPr id="3" name="Ink 2">
                <a:extLst>
                  <a:ext uri="{FF2B5EF4-FFF2-40B4-BE49-F238E27FC236}">
                    <a16:creationId xmlns:a16="http://schemas.microsoft.com/office/drawing/2014/main" id="{3729261B-CBE3-B7BA-8B7F-015AB79C317C}"/>
                  </a:ext>
                </a:extLst>
              </p:cNvPr>
              <p:cNvPicPr/>
              <p:nvPr/>
            </p:nvPicPr>
            <p:blipFill>
              <a:blip r:embed="rId3"/>
              <a:stretch>
                <a:fillRect/>
              </a:stretch>
            </p:blipFill>
            <p:spPr>
              <a:xfrm>
                <a:off x="1220015" y="6043986"/>
                <a:ext cx="8388720" cy="2466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Maximum Likelihood Estimation (MLE)</a:t>
            </a:r>
            <a:endParaRPr lang="en-IN" dirty="0"/>
          </a:p>
        </p:txBody>
      </p:sp>
      <p:sp>
        <p:nvSpPr>
          <p:cNvPr id="3" name="Text Placeholder 2"/>
          <p:cNvSpPr>
            <a:spLocks noGrp="1"/>
          </p:cNvSpPr>
          <p:nvPr>
            <p:ph type="body" sz="quarter" idx="13"/>
          </p:nvPr>
        </p:nvSpPr>
        <p:spPr>
          <a:xfrm>
            <a:off x="990867" y="1219200"/>
            <a:ext cx="12223483" cy="6172200"/>
          </a:xfrm>
        </p:spPr>
        <p:txBody>
          <a:bodyPr>
            <a:normAutofit/>
          </a:bodyPr>
          <a:lstStyle/>
          <a:p>
            <a:pPr algn="just">
              <a:lnSpc>
                <a:spcPct val="150000"/>
              </a:lnSpc>
              <a:spcBef>
                <a:spcPts val="0"/>
              </a:spcBef>
            </a:pPr>
            <a:r>
              <a:rPr lang="en-US" sz="2400" dirty="0"/>
              <a:t>Estimation is the process of estimating unknown true values of population parameters using their corresponding best sample statistics (good estimators) in an optimum manner. </a:t>
            </a:r>
          </a:p>
          <a:p>
            <a:pPr algn="just">
              <a:lnSpc>
                <a:spcPct val="150000"/>
              </a:lnSpc>
            </a:pPr>
            <a:r>
              <a:rPr lang="en-US" sz="2400" dirty="0"/>
              <a:t>An estimator is said to be a good if it is </a:t>
            </a:r>
          </a:p>
          <a:p>
            <a:pPr marL="342900" indent="-342900" algn="just">
              <a:lnSpc>
                <a:spcPct val="150000"/>
              </a:lnSpc>
              <a:buFont typeface="Courier New" panose="02070309020205020404" pitchFamily="49" charset="0"/>
              <a:buChar char="o"/>
            </a:pPr>
            <a:r>
              <a:rPr lang="en-US" sz="2400" dirty="0"/>
              <a:t>unbiased,</a:t>
            </a:r>
          </a:p>
          <a:p>
            <a:pPr marL="342900" indent="-342900" algn="just">
              <a:lnSpc>
                <a:spcPct val="150000"/>
              </a:lnSpc>
              <a:buFont typeface="Courier New" panose="02070309020205020404" pitchFamily="49" charset="0"/>
              <a:buChar char="o"/>
            </a:pPr>
            <a:r>
              <a:rPr lang="en-US" sz="2400" dirty="0"/>
              <a:t>consistent, </a:t>
            </a:r>
          </a:p>
          <a:p>
            <a:pPr marL="342900" indent="-342900" algn="just">
              <a:lnSpc>
                <a:spcPct val="150000"/>
              </a:lnSpc>
              <a:buFont typeface="Courier New" panose="02070309020205020404" pitchFamily="49" charset="0"/>
              <a:buChar char="o"/>
            </a:pPr>
            <a:r>
              <a:rPr lang="en-US" sz="2400" dirty="0"/>
              <a:t>efficient and </a:t>
            </a:r>
          </a:p>
          <a:p>
            <a:pPr marL="342900" indent="-342900" algn="just">
              <a:lnSpc>
                <a:spcPct val="150000"/>
              </a:lnSpc>
              <a:buFont typeface="Courier New" panose="02070309020205020404" pitchFamily="49" charset="0"/>
              <a:buChar char="o"/>
            </a:pPr>
            <a:r>
              <a:rPr lang="en-US" sz="2400" dirty="0"/>
              <a:t>sufficient while estimating its parameter.</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37A62A7-0A72-5D00-3A0E-E534B070E185}"/>
                  </a:ext>
                </a:extLst>
              </p14:cNvPr>
              <p14:cNvContentPartPr/>
              <p14:nvPr/>
            </p14:nvContentPartPr>
            <p14:xfrm>
              <a:off x="1214255" y="4211586"/>
              <a:ext cx="1698480" cy="105840"/>
            </p14:xfrm>
          </p:contentPart>
        </mc:Choice>
        <mc:Fallback xmlns="">
          <p:pic>
            <p:nvPicPr>
              <p:cNvPr id="4" name="Ink 3">
                <a:extLst>
                  <a:ext uri="{FF2B5EF4-FFF2-40B4-BE49-F238E27FC236}">
                    <a16:creationId xmlns:a16="http://schemas.microsoft.com/office/drawing/2014/main" id="{E37A62A7-0A72-5D00-3A0E-E534B070E185}"/>
                  </a:ext>
                </a:extLst>
              </p:cNvPr>
              <p:cNvPicPr/>
              <p:nvPr/>
            </p:nvPicPr>
            <p:blipFill>
              <a:blip r:embed="rId3"/>
              <a:stretch>
                <a:fillRect/>
              </a:stretch>
            </p:blipFill>
            <p:spPr>
              <a:xfrm>
                <a:off x="1209935" y="4207266"/>
                <a:ext cx="1707120" cy="114480"/>
              </a:xfrm>
              <a:prstGeom prst="rect">
                <a:avLst/>
              </a:prstGeom>
            </p:spPr>
          </p:pic>
        </mc:Fallback>
      </mc:AlternateContent>
      <p:grpSp>
        <p:nvGrpSpPr>
          <p:cNvPr id="22" name="Group 21">
            <a:extLst>
              <a:ext uri="{FF2B5EF4-FFF2-40B4-BE49-F238E27FC236}">
                <a16:creationId xmlns:a16="http://schemas.microsoft.com/office/drawing/2014/main" id="{E548FA08-C578-025B-5612-601F297AD892}"/>
              </a:ext>
            </a:extLst>
          </p:cNvPr>
          <p:cNvGrpSpPr/>
          <p:nvPr/>
        </p:nvGrpSpPr>
        <p:grpSpPr>
          <a:xfrm>
            <a:off x="4142135" y="3397986"/>
            <a:ext cx="5475600" cy="1161720"/>
            <a:chOff x="4142135" y="3397986"/>
            <a:chExt cx="5475600" cy="116172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442A785-2F34-28CD-D0EA-5C65D62560CF}"/>
                    </a:ext>
                  </a:extLst>
                </p14:cNvPr>
                <p14:cNvContentPartPr/>
                <p14:nvPr/>
              </p14:nvContentPartPr>
              <p14:xfrm>
                <a:off x="4142135" y="3802986"/>
                <a:ext cx="254880" cy="257760"/>
              </p14:xfrm>
            </p:contentPart>
          </mc:Choice>
          <mc:Fallback xmlns="">
            <p:pic>
              <p:nvPicPr>
                <p:cNvPr id="5" name="Ink 4">
                  <a:extLst>
                    <a:ext uri="{FF2B5EF4-FFF2-40B4-BE49-F238E27FC236}">
                      <a16:creationId xmlns:a16="http://schemas.microsoft.com/office/drawing/2014/main" id="{4442A785-2F34-28CD-D0EA-5C65D62560CF}"/>
                    </a:ext>
                  </a:extLst>
                </p:cNvPr>
                <p:cNvPicPr/>
                <p:nvPr/>
              </p:nvPicPr>
              <p:blipFill>
                <a:blip r:embed="rId5"/>
                <a:stretch>
                  <a:fillRect/>
                </a:stretch>
              </p:blipFill>
              <p:spPr>
                <a:xfrm>
                  <a:off x="4137815" y="3798666"/>
                  <a:ext cx="26352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F88FB16B-F0E7-F894-2BF1-C5EB22E005E2}"/>
                    </a:ext>
                  </a:extLst>
                </p14:cNvPr>
                <p14:cNvContentPartPr/>
                <p14:nvPr/>
              </p14:nvContentPartPr>
              <p14:xfrm>
                <a:off x="4145735" y="3875706"/>
                <a:ext cx="243720" cy="11880"/>
              </p14:xfrm>
            </p:contentPart>
          </mc:Choice>
          <mc:Fallback xmlns="">
            <p:pic>
              <p:nvPicPr>
                <p:cNvPr id="6" name="Ink 5">
                  <a:extLst>
                    <a:ext uri="{FF2B5EF4-FFF2-40B4-BE49-F238E27FC236}">
                      <a16:creationId xmlns:a16="http://schemas.microsoft.com/office/drawing/2014/main" id="{F88FB16B-F0E7-F894-2BF1-C5EB22E005E2}"/>
                    </a:ext>
                  </a:extLst>
                </p:cNvPr>
                <p:cNvPicPr/>
                <p:nvPr/>
              </p:nvPicPr>
              <p:blipFill>
                <a:blip r:embed="rId7"/>
                <a:stretch>
                  <a:fillRect/>
                </a:stretch>
              </p:blipFill>
              <p:spPr>
                <a:xfrm>
                  <a:off x="4141415" y="3871386"/>
                  <a:ext cx="2523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8BF4BA6C-78A0-8748-7951-6D98ED87C713}"/>
                    </a:ext>
                  </a:extLst>
                </p14:cNvPr>
                <p14:cNvContentPartPr/>
                <p14:nvPr/>
              </p14:nvContentPartPr>
              <p14:xfrm>
                <a:off x="4175615" y="3746106"/>
                <a:ext cx="330840" cy="37080"/>
              </p14:xfrm>
            </p:contentPart>
          </mc:Choice>
          <mc:Fallback xmlns="">
            <p:pic>
              <p:nvPicPr>
                <p:cNvPr id="7" name="Ink 6">
                  <a:extLst>
                    <a:ext uri="{FF2B5EF4-FFF2-40B4-BE49-F238E27FC236}">
                      <a16:creationId xmlns:a16="http://schemas.microsoft.com/office/drawing/2014/main" id="{8BF4BA6C-78A0-8748-7951-6D98ED87C713}"/>
                    </a:ext>
                  </a:extLst>
                </p:cNvPr>
                <p:cNvPicPr/>
                <p:nvPr/>
              </p:nvPicPr>
              <p:blipFill>
                <a:blip r:embed="rId9"/>
                <a:stretch>
                  <a:fillRect/>
                </a:stretch>
              </p:blipFill>
              <p:spPr>
                <a:xfrm>
                  <a:off x="4171295" y="3741786"/>
                  <a:ext cx="3394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08927A7E-1FAC-A61E-089E-92E16D3BCAB8}"/>
                    </a:ext>
                  </a:extLst>
                </p14:cNvPr>
                <p14:cNvContentPartPr/>
                <p14:nvPr/>
              </p14:nvContentPartPr>
              <p14:xfrm>
                <a:off x="4518695" y="3447306"/>
                <a:ext cx="532800" cy="928800"/>
              </p14:xfrm>
            </p:contentPart>
          </mc:Choice>
          <mc:Fallback xmlns="">
            <p:pic>
              <p:nvPicPr>
                <p:cNvPr id="8" name="Ink 7">
                  <a:extLst>
                    <a:ext uri="{FF2B5EF4-FFF2-40B4-BE49-F238E27FC236}">
                      <a16:creationId xmlns:a16="http://schemas.microsoft.com/office/drawing/2014/main" id="{08927A7E-1FAC-A61E-089E-92E16D3BCAB8}"/>
                    </a:ext>
                  </a:extLst>
                </p:cNvPr>
                <p:cNvPicPr/>
                <p:nvPr/>
              </p:nvPicPr>
              <p:blipFill>
                <a:blip r:embed="rId11"/>
                <a:stretch>
                  <a:fillRect/>
                </a:stretch>
              </p:blipFill>
              <p:spPr>
                <a:xfrm>
                  <a:off x="4514375" y="3442986"/>
                  <a:ext cx="541440" cy="937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BD4C04E8-847C-CDC9-C84C-6BC2884AD0AC}"/>
                    </a:ext>
                  </a:extLst>
                </p14:cNvPr>
                <p14:cNvContentPartPr/>
                <p14:nvPr/>
              </p14:nvContentPartPr>
              <p14:xfrm>
                <a:off x="4966535" y="3704346"/>
                <a:ext cx="214920" cy="315720"/>
              </p14:xfrm>
            </p:contentPart>
          </mc:Choice>
          <mc:Fallback xmlns="">
            <p:pic>
              <p:nvPicPr>
                <p:cNvPr id="9" name="Ink 8">
                  <a:extLst>
                    <a:ext uri="{FF2B5EF4-FFF2-40B4-BE49-F238E27FC236}">
                      <a16:creationId xmlns:a16="http://schemas.microsoft.com/office/drawing/2014/main" id="{BD4C04E8-847C-CDC9-C84C-6BC2884AD0AC}"/>
                    </a:ext>
                  </a:extLst>
                </p:cNvPr>
                <p:cNvPicPr/>
                <p:nvPr/>
              </p:nvPicPr>
              <p:blipFill>
                <a:blip r:embed="rId13"/>
                <a:stretch>
                  <a:fillRect/>
                </a:stretch>
              </p:blipFill>
              <p:spPr>
                <a:xfrm>
                  <a:off x="4962215" y="3700026"/>
                  <a:ext cx="22356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A4234490-BA73-663D-C3B9-04AA6A736F85}"/>
                    </a:ext>
                  </a:extLst>
                </p14:cNvPr>
                <p14:cNvContentPartPr/>
                <p14:nvPr/>
              </p14:nvContentPartPr>
              <p14:xfrm>
                <a:off x="4956455" y="3688146"/>
                <a:ext cx="231120" cy="351000"/>
              </p14:xfrm>
            </p:contentPart>
          </mc:Choice>
          <mc:Fallback xmlns="">
            <p:pic>
              <p:nvPicPr>
                <p:cNvPr id="10" name="Ink 9">
                  <a:extLst>
                    <a:ext uri="{FF2B5EF4-FFF2-40B4-BE49-F238E27FC236}">
                      <a16:creationId xmlns:a16="http://schemas.microsoft.com/office/drawing/2014/main" id="{A4234490-BA73-663D-C3B9-04AA6A736F85}"/>
                    </a:ext>
                  </a:extLst>
                </p:cNvPr>
                <p:cNvPicPr/>
                <p:nvPr/>
              </p:nvPicPr>
              <p:blipFill>
                <a:blip r:embed="rId15"/>
                <a:stretch>
                  <a:fillRect/>
                </a:stretch>
              </p:blipFill>
              <p:spPr>
                <a:xfrm>
                  <a:off x="4952135" y="3683826"/>
                  <a:ext cx="23976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1C3A4D02-C16F-C707-BE39-637014863D67}"/>
                    </a:ext>
                  </a:extLst>
                </p14:cNvPr>
                <p14:cNvContentPartPr/>
                <p14:nvPr/>
              </p14:nvContentPartPr>
              <p14:xfrm>
                <a:off x="5120615" y="3397986"/>
                <a:ext cx="183240" cy="1161720"/>
              </p14:xfrm>
            </p:contentPart>
          </mc:Choice>
          <mc:Fallback xmlns="">
            <p:pic>
              <p:nvPicPr>
                <p:cNvPr id="11" name="Ink 10">
                  <a:extLst>
                    <a:ext uri="{FF2B5EF4-FFF2-40B4-BE49-F238E27FC236}">
                      <a16:creationId xmlns:a16="http://schemas.microsoft.com/office/drawing/2014/main" id="{1C3A4D02-C16F-C707-BE39-637014863D67}"/>
                    </a:ext>
                  </a:extLst>
                </p:cNvPr>
                <p:cNvPicPr/>
                <p:nvPr/>
              </p:nvPicPr>
              <p:blipFill>
                <a:blip r:embed="rId17"/>
                <a:stretch>
                  <a:fillRect/>
                </a:stretch>
              </p:blipFill>
              <p:spPr>
                <a:xfrm>
                  <a:off x="5116295" y="3393666"/>
                  <a:ext cx="191880" cy="1170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CA3B13F6-7FEA-6D6F-4471-1AC3AF01C2B5}"/>
                    </a:ext>
                  </a:extLst>
                </p14:cNvPr>
                <p14:cNvContentPartPr/>
                <p14:nvPr/>
              </p14:nvContentPartPr>
              <p14:xfrm>
                <a:off x="5743055" y="3919626"/>
                <a:ext cx="165960" cy="16200"/>
              </p14:xfrm>
            </p:contentPart>
          </mc:Choice>
          <mc:Fallback xmlns="">
            <p:pic>
              <p:nvPicPr>
                <p:cNvPr id="12" name="Ink 11">
                  <a:extLst>
                    <a:ext uri="{FF2B5EF4-FFF2-40B4-BE49-F238E27FC236}">
                      <a16:creationId xmlns:a16="http://schemas.microsoft.com/office/drawing/2014/main" id="{CA3B13F6-7FEA-6D6F-4471-1AC3AF01C2B5}"/>
                    </a:ext>
                  </a:extLst>
                </p:cNvPr>
                <p:cNvPicPr/>
                <p:nvPr/>
              </p:nvPicPr>
              <p:blipFill>
                <a:blip r:embed="rId19"/>
                <a:stretch>
                  <a:fillRect/>
                </a:stretch>
              </p:blipFill>
              <p:spPr>
                <a:xfrm>
                  <a:off x="5738735" y="3915306"/>
                  <a:ext cx="1746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856B31FE-75F0-835F-6AA7-10D1133466AC}"/>
                    </a:ext>
                  </a:extLst>
                </p14:cNvPr>
                <p14:cNvContentPartPr/>
                <p14:nvPr/>
              </p14:nvContentPartPr>
              <p14:xfrm>
                <a:off x="5717135" y="3965706"/>
                <a:ext cx="261000" cy="54720"/>
              </p14:xfrm>
            </p:contentPart>
          </mc:Choice>
          <mc:Fallback xmlns="">
            <p:pic>
              <p:nvPicPr>
                <p:cNvPr id="13" name="Ink 12">
                  <a:extLst>
                    <a:ext uri="{FF2B5EF4-FFF2-40B4-BE49-F238E27FC236}">
                      <a16:creationId xmlns:a16="http://schemas.microsoft.com/office/drawing/2014/main" id="{856B31FE-75F0-835F-6AA7-10D1133466AC}"/>
                    </a:ext>
                  </a:extLst>
                </p:cNvPr>
                <p:cNvPicPr/>
                <p:nvPr/>
              </p:nvPicPr>
              <p:blipFill>
                <a:blip r:embed="rId21"/>
                <a:stretch>
                  <a:fillRect/>
                </a:stretch>
              </p:blipFill>
              <p:spPr>
                <a:xfrm>
                  <a:off x="5712815" y="3961386"/>
                  <a:ext cx="2696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03AAF1BC-03C8-5D9A-E3B9-B885C1CB54AA}"/>
                    </a:ext>
                  </a:extLst>
                </p14:cNvPr>
                <p14:cNvContentPartPr/>
                <p14:nvPr/>
              </p14:nvContentPartPr>
              <p14:xfrm>
                <a:off x="6394295" y="3613626"/>
                <a:ext cx="113400" cy="623160"/>
              </p14:xfrm>
            </p:contentPart>
          </mc:Choice>
          <mc:Fallback xmlns="">
            <p:pic>
              <p:nvPicPr>
                <p:cNvPr id="16" name="Ink 15">
                  <a:extLst>
                    <a:ext uri="{FF2B5EF4-FFF2-40B4-BE49-F238E27FC236}">
                      <a16:creationId xmlns:a16="http://schemas.microsoft.com/office/drawing/2014/main" id="{03AAF1BC-03C8-5D9A-E3B9-B885C1CB54AA}"/>
                    </a:ext>
                  </a:extLst>
                </p:cNvPr>
                <p:cNvPicPr/>
                <p:nvPr/>
              </p:nvPicPr>
              <p:blipFill>
                <a:blip r:embed="rId23"/>
                <a:stretch>
                  <a:fillRect/>
                </a:stretch>
              </p:blipFill>
              <p:spPr>
                <a:xfrm>
                  <a:off x="6389975" y="3609306"/>
                  <a:ext cx="122040" cy="631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3AFD76D3-1C39-1E21-BAAD-62CE45F04C39}"/>
                    </a:ext>
                  </a:extLst>
                </p14:cNvPr>
                <p14:cNvContentPartPr/>
                <p14:nvPr/>
              </p14:nvContentPartPr>
              <p14:xfrm>
                <a:off x="6367655" y="3792906"/>
                <a:ext cx="400320" cy="185760"/>
              </p14:xfrm>
            </p:contentPart>
          </mc:Choice>
          <mc:Fallback xmlns="">
            <p:pic>
              <p:nvPicPr>
                <p:cNvPr id="17" name="Ink 16">
                  <a:extLst>
                    <a:ext uri="{FF2B5EF4-FFF2-40B4-BE49-F238E27FC236}">
                      <a16:creationId xmlns:a16="http://schemas.microsoft.com/office/drawing/2014/main" id="{3AFD76D3-1C39-1E21-BAAD-62CE45F04C39}"/>
                    </a:ext>
                  </a:extLst>
                </p:cNvPr>
                <p:cNvPicPr/>
                <p:nvPr/>
              </p:nvPicPr>
              <p:blipFill>
                <a:blip r:embed="rId25"/>
                <a:stretch>
                  <a:fillRect/>
                </a:stretch>
              </p:blipFill>
              <p:spPr>
                <a:xfrm>
                  <a:off x="6363335" y="3788586"/>
                  <a:ext cx="4089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4F9C3230-B15F-05AD-F681-D45B971028CA}"/>
                    </a:ext>
                  </a:extLst>
                </p14:cNvPr>
                <p14:cNvContentPartPr/>
                <p14:nvPr/>
              </p14:nvContentPartPr>
              <p14:xfrm>
                <a:off x="6832055" y="3874626"/>
                <a:ext cx="609480" cy="204480"/>
              </p14:xfrm>
            </p:contentPart>
          </mc:Choice>
          <mc:Fallback xmlns="">
            <p:pic>
              <p:nvPicPr>
                <p:cNvPr id="18" name="Ink 17">
                  <a:extLst>
                    <a:ext uri="{FF2B5EF4-FFF2-40B4-BE49-F238E27FC236}">
                      <a16:creationId xmlns:a16="http://schemas.microsoft.com/office/drawing/2014/main" id="{4F9C3230-B15F-05AD-F681-D45B971028CA}"/>
                    </a:ext>
                  </a:extLst>
                </p:cNvPr>
                <p:cNvPicPr/>
                <p:nvPr/>
              </p:nvPicPr>
              <p:blipFill>
                <a:blip r:embed="rId27"/>
                <a:stretch>
                  <a:fillRect/>
                </a:stretch>
              </p:blipFill>
              <p:spPr>
                <a:xfrm>
                  <a:off x="6827735" y="3870306"/>
                  <a:ext cx="6181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BFD4C744-C303-6ED5-1A42-15E28BD49544}"/>
                    </a:ext>
                  </a:extLst>
                </p14:cNvPr>
                <p14:cNvContentPartPr/>
                <p14:nvPr/>
              </p14:nvContentPartPr>
              <p14:xfrm>
                <a:off x="7718375" y="3788946"/>
                <a:ext cx="212760" cy="200160"/>
              </p14:xfrm>
            </p:contentPart>
          </mc:Choice>
          <mc:Fallback xmlns="">
            <p:pic>
              <p:nvPicPr>
                <p:cNvPr id="19" name="Ink 18">
                  <a:extLst>
                    <a:ext uri="{FF2B5EF4-FFF2-40B4-BE49-F238E27FC236}">
                      <a16:creationId xmlns:a16="http://schemas.microsoft.com/office/drawing/2014/main" id="{BFD4C744-C303-6ED5-1A42-15E28BD49544}"/>
                    </a:ext>
                  </a:extLst>
                </p:cNvPr>
                <p:cNvPicPr/>
                <p:nvPr/>
              </p:nvPicPr>
              <p:blipFill>
                <a:blip r:embed="rId29"/>
                <a:stretch>
                  <a:fillRect/>
                </a:stretch>
              </p:blipFill>
              <p:spPr>
                <a:xfrm>
                  <a:off x="7714055" y="3784626"/>
                  <a:ext cx="2214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B72271B7-1BAF-D49A-CD80-CBAAC90340DB}"/>
                    </a:ext>
                  </a:extLst>
                </p14:cNvPr>
                <p14:cNvContentPartPr/>
                <p14:nvPr/>
              </p14:nvContentPartPr>
              <p14:xfrm>
                <a:off x="7998815" y="3455946"/>
                <a:ext cx="1253880" cy="545760"/>
              </p14:xfrm>
            </p:contentPart>
          </mc:Choice>
          <mc:Fallback xmlns="">
            <p:pic>
              <p:nvPicPr>
                <p:cNvPr id="20" name="Ink 19">
                  <a:extLst>
                    <a:ext uri="{FF2B5EF4-FFF2-40B4-BE49-F238E27FC236}">
                      <a16:creationId xmlns:a16="http://schemas.microsoft.com/office/drawing/2014/main" id="{B72271B7-1BAF-D49A-CD80-CBAAC90340DB}"/>
                    </a:ext>
                  </a:extLst>
                </p:cNvPr>
                <p:cNvPicPr/>
                <p:nvPr/>
              </p:nvPicPr>
              <p:blipFill>
                <a:blip r:embed="rId31"/>
                <a:stretch>
                  <a:fillRect/>
                </a:stretch>
              </p:blipFill>
              <p:spPr>
                <a:xfrm>
                  <a:off x="7994495" y="3451626"/>
                  <a:ext cx="1262520" cy="554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3FFCF0D8-B004-DE26-8E76-C90E42AD7869}"/>
                    </a:ext>
                  </a:extLst>
                </p14:cNvPr>
                <p14:cNvContentPartPr/>
                <p14:nvPr/>
              </p14:nvContentPartPr>
              <p14:xfrm>
                <a:off x="6115655" y="4076586"/>
                <a:ext cx="3502080" cy="316800"/>
              </p14:xfrm>
            </p:contentPart>
          </mc:Choice>
          <mc:Fallback xmlns="">
            <p:pic>
              <p:nvPicPr>
                <p:cNvPr id="21" name="Ink 20">
                  <a:extLst>
                    <a:ext uri="{FF2B5EF4-FFF2-40B4-BE49-F238E27FC236}">
                      <a16:creationId xmlns:a16="http://schemas.microsoft.com/office/drawing/2014/main" id="{3FFCF0D8-B004-DE26-8E76-C90E42AD7869}"/>
                    </a:ext>
                  </a:extLst>
                </p:cNvPr>
                <p:cNvPicPr/>
                <p:nvPr/>
              </p:nvPicPr>
              <p:blipFill>
                <a:blip r:embed="rId33"/>
                <a:stretch>
                  <a:fillRect/>
                </a:stretch>
              </p:blipFill>
              <p:spPr>
                <a:xfrm>
                  <a:off x="6111335" y="4072266"/>
                  <a:ext cx="3510720" cy="32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2D7D545E-9076-BF93-C79E-4C7E9F764480}"/>
                  </a:ext>
                </a:extLst>
              </p14:cNvPr>
              <p14:cNvContentPartPr/>
              <p14:nvPr/>
            </p14:nvContentPartPr>
            <p14:xfrm>
              <a:off x="1326935" y="4864986"/>
              <a:ext cx="1572840" cy="202320"/>
            </p14:xfrm>
          </p:contentPart>
        </mc:Choice>
        <mc:Fallback xmlns="">
          <p:pic>
            <p:nvPicPr>
              <p:cNvPr id="23" name="Ink 22">
                <a:extLst>
                  <a:ext uri="{FF2B5EF4-FFF2-40B4-BE49-F238E27FC236}">
                    <a16:creationId xmlns:a16="http://schemas.microsoft.com/office/drawing/2014/main" id="{2D7D545E-9076-BF93-C79E-4C7E9F764480}"/>
                  </a:ext>
                </a:extLst>
              </p:cNvPr>
              <p:cNvPicPr/>
              <p:nvPr/>
            </p:nvPicPr>
            <p:blipFill>
              <a:blip r:embed="rId35"/>
              <a:stretch>
                <a:fillRect/>
              </a:stretch>
            </p:blipFill>
            <p:spPr>
              <a:xfrm>
                <a:off x="1322615" y="4860666"/>
                <a:ext cx="158148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DD56068A-5994-1B47-56BB-48E4C820139E}"/>
                  </a:ext>
                </a:extLst>
              </p14:cNvPr>
              <p14:cNvContentPartPr/>
              <p14:nvPr/>
            </p14:nvContentPartPr>
            <p14:xfrm>
              <a:off x="1336655" y="5712426"/>
              <a:ext cx="2064960" cy="81000"/>
            </p14:xfrm>
          </p:contentPart>
        </mc:Choice>
        <mc:Fallback xmlns="">
          <p:pic>
            <p:nvPicPr>
              <p:cNvPr id="24" name="Ink 23">
                <a:extLst>
                  <a:ext uri="{FF2B5EF4-FFF2-40B4-BE49-F238E27FC236}">
                    <a16:creationId xmlns:a16="http://schemas.microsoft.com/office/drawing/2014/main" id="{DD56068A-5994-1B47-56BB-48E4C820139E}"/>
                  </a:ext>
                </a:extLst>
              </p:cNvPr>
              <p:cNvPicPr/>
              <p:nvPr/>
            </p:nvPicPr>
            <p:blipFill>
              <a:blip r:embed="rId37"/>
              <a:stretch>
                <a:fillRect/>
              </a:stretch>
            </p:blipFill>
            <p:spPr>
              <a:xfrm>
                <a:off x="1332335" y="5708106"/>
                <a:ext cx="20736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A576ECAA-D98B-6452-EC90-9BECEAA78A03}"/>
                  </a:ext>
                </a:extLst>
              </p14:cNvPr>
              <p14:cNvContentPartPr/>
              <p14:nvPr/>
            </p14:nvContentPartPr>
            <p14:xfrm>
              <a:off x="1393535" y="6330546"/>
              <a:ext cx="5591520" cy="187200"/>
            </p14:xfrm>
          </p:contentPart>
        </mc:Choice>
        <mc:Fallback xmlns="">
          <p:pic>
            <p:nvPicPr>
              <p:cNvPr id="25" name="Ink 24">
                <a:extLst>
                  <a:ext uri="{FF2B5EF4-FFF2-40B4-BE49-F238E27FC236}">
                    <a16:creationId xmlns:a16="http://schemas.microsoft.com/office/drawing/2014/main" id="{A576ECAA-D98B-6452-EC90-9BECEAA78A03}"/>
                  </a:ext>
                </a:extLst>
              </p:cNvPr>
              <p:cNvPicPr/>
              <p:nvPr/>
            </p:nvPicPr>
            <p:blipFill>
              <a:blip r:embed="rId39"/>
              <a:stretch>
                <a:fillRect/>
              </a:stretch>
            </p:blipFill>
            <p:spPr>
              <a:xfrm>
                <a:off x="1389215" y="6326226"/>
                <a:ext cx="5600160" cy="195840"/>
              </a:xfrm>
              <a:prstGeom prst="rect">
                <a:avLst/>
              </a:prstGeom>
            </p:spPr>
          </p:pic>
        </mc:Fallback>
      </mc:AlternateContent>
    </p:spTree>
    <p:extLst>
      <p:ext uri="{BB962C8B-B14F-4D97-AF65-F5344CB8AC3E}">
        <p14:creationId xmlns:p14="http://schemas.microsoft.com/office/powerpoint/2010/main" val="2419176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dirty="0">
                <a:solidFill>
                  <a:schemeClr val="bg1"/>
                </a:solidFill>
              </a:rPr>
              <a:t>Maximum Likelihood Estimation (MLE)</a:t>
            </a:r>
          </a:p>
        </p:txBody>
      </p:sp>
      <p:sp>
        <p:nvSpPr>
          <p:cNvPr id="3" name="Content Placeholder 2"/>
          <p:cNvSpPr>
            <a:spLocks noGrp="1"/>
          </p:cNvSpPr>
          <p:nvPr>
            <p:ph type="body" sz="quarter" idx="13"/>
          </p:nvPr>
        </p:nvSpPr>
        <p:spPr>
          <a:xfrm>
            <a:off x="990867" y="1371600"/>
            <a:ext cx="12299683" cy="5486400"/>
          </a:xfrm>
        </p:spPr>
        <p:txBody>
          <a:bodyPr>
            <a:normAutofit/>
          </a:bodyPr>
          <a:lstStyle/>
          <a:p>
            <a:pPr algn="just">
              <a:lnSpc>
                <a:spcPct val="150000"/>
              </a:lnSpc>
              <a:buFont typeface="Wingdings" panose="05000000000000000000" pitchFamily="2" charset="2"/>
              <a:buChar char="Ø"/>
            </a:pPr>
            <a:r>
              <a:rPr lang="en-US" sz="2800" dirty="0">
                <a:latin typeface="+mn-lt"/>
              </a:rPr>
              <a:t>Method of Maximum Likelihood Estimation is the best and most popular one among all methods to obtain an almost good or best estimator for a population parameter. </a:t>
            </a:r>
          </a:p>
          <a:p>
            <a:pPr algn="just">
              <a:lnSpc>
                <a:spcPct val="150000"/>
              </a:lnSpc>
              <a:buFont typeface="Wingdings" panose="05000000000000000000" pitchFamily="2" charset="2"/>
              <a:buChar char="Ø"/>
            </a:pPr>
            <a:r>
              <a:rPr lang="en-US" sz="2800" dirty="0">
                <a:latin typeface="+mn-lt"/>
              </a:rPr>
              <a:t>It is a method of obtaining an estimator which most (maximum) likely estimates the true value of the parameter i.e., finding an estimator that can give most likely nearer value for the unknown true value of parameter.</a:t>
            </a:r>
          </a:p>
          <a:p>
            <a:pPr algn="just">
              <a:lnSpc>
                <a:spcPct val="150000"/>
              </a:lnSpc>
              <a:buFont typeface="Wingdings" panose="05000000000000000000" pitchFamily="2" charset="2"/>
              <a:buChar char="Ø"/>
            </a:pPr>
            <a:r>
              <a:rPr lang="en-US" sz="2800" dirty="0">
                <a:latin typeface="+mn-lt"/>
              </a:rPr>
              <a:t>The corresponding estimator is called maximum likelihood estimator (MLE).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0" dirty="0">
                <a:solidFill>
                  <a:schemeClr val="bg1"/>
                </a:solidFill>
              </a:rPr>
              <a:t>MLE: Example</a:t>
            </a:r>
          </a:p>
        </p:txBody>
      </p:sp>
      <p:sp>
        <p:nvSpPr>
          <p:cNvPr id="4" name="Rectangle 3"/>
          <p:cNvSpPr/>
          <p:nvPr/>
        </p:nvSpPr>
        <p:spPr>
          <a:xfrm>
            <a:off x="594901" y="1533465"/>
            <a:ext cx="12848049" cy="5324535"/>
          </a:xfrm>
          <a:prstGeom prst="rect">
            <a:avLst/>
          </a:prstGeom>
        </p:spPr>
        <p:txBody>
          <a:bodyPr wrap="square">
            <a:spAutoFit/>
          </a:bodyPr>
          <a:lstStyle/>
          <a:p>
            <a:pPr marL="457200" indent="-457200">
              <a:buFont typeface="Wingdings" panose="05000000000000000000" pitchFamily="2" charset="2"/>
              <a:buChar char="Ø"/>
            </a:pPr>
            <a:r>
              <a:rPr lang="en-US" sz="3200" dirty="0"/>
              <a:t>A sample of ten new bike helmets manufactured by a certain company is obtained. Upon testing, it is found that the </a:t>
            </a:r>
            <a:r>
              <a:rPr lang="en-US" sz="3200" dirty="0">
                <a:solidFill>
                  <a:srgbClr val="FF0000"/>
                </a:solidFill>
              </a:rPr>
              <a:t>first, third, and tenth helmets are flawed,</a:t>
            </a:r>
            <a:r>
              <a:rPr lang="en-US" sz="3200" dirty="0"/>
              <a:t> whereas the others are not.</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Let p = P(flawed helmet)</a:t>
            </a:r>
          </a:p>
          <a:p>
            <a:pPr marL="457200" indent="-457200">
              <a:buFont typeface="Wingdings" panose="05000000000000000000" pitchFamily="2" charset="2"/>
              <a:buChar char="Ø"/>
            </a:pPr>
            <a:r>
              <a:rPr lang="en-US" sz="3200" dirty="0"/>
              <a:t>Define (Bernoulli) random variables X</a:t>
            </a:r>
            <a:r>
              <a:rPr lang="en-US" sz="3200" baseline="-25000" dirty="0"/>
              <a:t>1</a:t>
            </a:r>
            <a:r>
              <a:rPr lang="en-US" sz="3200" dirty="0"/>
              <a:t>, X</a:t>
            </a:r>
            <a:r>
              <a:rPr lang="en-US" sz="3200" baseline="-25000" dirty="0"/>
              <a:t>2</a:t>
            </a:r>
            <a:r>
              <a:rPr lang="en-US" sz="3200" dirty="0"/>
              <a:t>, ..., X</a:t>
            </a:r>
            <a:r>
              <a:rPr lang="en-US" sz="3200" baseline="-25000" dirty="0"/>
              <a:t>10</a:t>
            </a:r>
            <a:r>
              <a:rPr lang="en-US" sz="3200" dirty="0"/>
              <a:t> by</a:t>
            </a:r>
          </a:p>
          <a:p>
            <a:endParaRPr lang="en-US" sz="3200" dirty="0"/>
          </a:p>
          <a:p>
            <a:endParaRPr lang="en-US" sz="3200" dirty="0"/>
          </a:p>
          <a:p>
            <a:endParaRPr lang="en-US" sz="3200" dirty="0"/>
          </a:p>
          <a:p>
            <a:endParaRPr lang="en-US" sz="3200" dirty="0"/>
          </a:p>
          <a:p>
            <a:r>
              <a:rPr lang="en-US" sz="2000" dirty="0">
                <a:solidFill>
                  <a:srgbClr val="00B050"/>
                </a:solidFill>
              </a:rPr>
              <a:t>Source: Probability and Statistics for Engineering and the Sciences, Jay L Devore, 8th Ed, Cengage</a:t>
            </a:r>
          </a:p>
        </p:txBody>
      </p:sp>
      <p:pic>
        <p:nvPicPr>
          <p:cNvPr id="5" name="Picture 4"/>
          <p:cNvPicPr>
            <a:picLocks noChangeAspect="1"/>
          </p:cNvPicPr>
          <p:nvPr/>
        </p:nvPicPr>
        <p:blipFill>
          <a:blip r:embed="rId2"/>
          <a:stretch>
            <a:fillRect/>
          </a:stretch>
        </p:blipFill>
        <p:spPr>
          <a:xfrm>
            <a:off x="666334" y="4953000"/>
            <a:ext cx="12471816" cy="1219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0" dirty="0">
                <a:solidFill>
                  <a:schemeClr val="bg1"/>
                </a:solidFill>
              </a:rPr>
              <a:t>…MLE: Example</a:t>
            </a:r>
          </a:p>
        </p:txBody>
      </p:sp>
      <p:sp>
        <p:nvSpPr>
          <p:cNvPr id="4" name="Rectangle 3"/>
          <p:cNvSpPr/>
          <p:nvPr/>
        </p:nvSpPr>
        <p:spPr>
          <a:xfrm>
            <a:off x="717550" y="1219200"/>
            <a:ext cx="12649200" cy="5509200"/>
          </a:xfrm>
          <a:prstGeom prst="rect">
            <a:avLst/>
          </a:prstGeom>
        </p:spPr>
        <p:txBody>
          <a:bodyPr wrap="square">
            <a:spAutoFit/>
          </a:bodyPr>
          <a:lstStyle/>
          <a:p>
            <a:pPr marL="457200" indent="-457200" algn="just">
              <a:buFont typeface="Wingdings" panose="05000000000000000000" pitchFamily="2" charset="2"/>
              <a:buChar char="Ø"/>
            </a:pPr>
            <a:r>
              <a:rPr lang="en-US" sz="3200" dirty="0"/>
              <a:t>﻿Then for the obtained sample, X</a:t>
            </a:r>
            <a:r>
              <a:rPr lang="en-US" sz="3200" baseline="-25000" dirty="0"/>
              <a:t>1</a:t>
            </a:r>
            <a:r>
              <a:rPr lang="en-US" sz="3200" dirty="0"/>
              <a:t> = X</a:t>
            </a:r>
            <a:r>
              <a:rPr lang="en-US" sz="3200" baseline="-25000" dirty="0"/>
              <a:t>3</a:t>
            </a:r>
            <a:r>
              <a:rPr lang="en-US" sz="3200" dirty="0"/>
              <a:t> = X</a:t>
            </a:r>
            <a:r>
              <a:rPr lang="en-US" sz="3200" baseline="-25000" dirty="0"/>
              <a:t>10</a:t>
            </a:r>
            <a:r>
              <a:rPr lang="en-US" sz="3200" dirty="0"/>
              <a:t> = 1 and the other seven X's are all zero.</a:t>
            </a:r>
          </a:p>
          <a:p>
            <a:pPr marL="457200" indent="-457200" algn="just">
              <a:buFont typeface="Wingdings" panose="05000000000000000000" pitchFamily="2" charset="2"/>
              <a:buChar char="Ø"/>
            </a:pPr>
            <a:r>
              <a:rPr lang="en-US" sz="3200" dirty="0"/>
              <a:t>The probability mass function of any particular X, is </a:t>
            </a:r>
            <a:r>
              <a:rPr lang="en-US" sz="3200" dirty="0" err="1"/>
              <a:t>p</a:t>
            </a:r>
            <a:r>
              <a:rPr lang="en-US" sz="3200" baseline="30000" dirty="0" err="1"/>
              <a:t>x</a:t>
            </a:r>
            <a:r>
              <a:rPr lang="en-US" sz="3200" dirty="0"/>
              <a:t> .(1 − p)</a:t>
            </a:r>
            <a:r>
              <a:rPr lang="en-US" sz="3200" baseline="30000" dirty="0"/>
              <a:t>(1-x) </a:t>
            </a:r>
            <a:r>
              <a:rPr lang="en-US" sz="3200" dirty="0"/>
              <a:t>,</a:t>
            </a:r>
          </a:p>
          <a:p>
            <a:pPr algn="just"/>
            <a:r>
              <a:rPr lang="en-US" sz="3200" dirty="0"/>
              <a:t>which becomes p if x = 1 and 1-p when x, = 0</a:t>
            </a:r>
          </a:p>
          <a:p>
            <a:pPr marL="457200" indent="-457200" algn="just">
              <a:buFont typeface="Wingdings" panose="05000000000000000000" pitchFamily="2" charset="2"/>
              <a:buChar char="Ø"/>
            </a:pPr>
            <a:r>
              <a:rPr lang="en-US" sz="3200" dirty="0"/>
              <a:t>As the conditions of various helmets are independent of one another</a:t>
            </a:r>
          </a:p>
          <a:p>
            <a:pPr algn="just"/>
            <a:r>
              <a:rPr lang="en-US" sz="3200" dirty="0"/>
              <a:t>This implies that the X's are independent, so their joint probability mass function is the product of the individual </a:t>
            </a:r>
            <a:r>
              <a:rPr lang="en-US" sz="3200" dirty="0" err="1"/>
              <a:t>pmf's</a:t>
            </a:r>
            <a:r>
              <a:rPr lang="en-US" sz="3200" dirty="0"/>
              <a:t>.</a:t>
            </a:r>
          </a:p>
          <a:p>
            <a:pPr algn="just"/>
            <a:endParaRPr lang="en-US" sz="3200" dirty="0"/>
          </a:p>
          <a:p>
            <a:pPr marL="457200" indent="-457200" algn="just">
              <a:buFont typeface="Wingdings" panose="05000000000000000000" pitchFamily="2" charset="2"/>
              <a:buChar char="Ø"/>
            </a:pPr>
            <a:r>
              <a:rPr lang="en-US" sz="3200" dirty="0"/>
              <a:t>﻿Joint </a:t>
            </a:r>
            <a:r>
              <a:rPr lang="en-US" sz="3200" dirty="0" err="1"/>
              <a:t>pmf</a:t>
            </a:r>
            <a:r>
              <a:rPr lang="en-US" sz="3200" dirty="0"/>
              <a:t> evaluated at the observed X's (likelihood function)is </a:t>
            </a:r>
          </a:p>
          <a:p>
            <a:pPr algn="just"/>
            <a:r>
              <a:rPr lang="en-US" sz="3200" dirty="0"/>
              <a:t>f(x</a:t>
            </a:r>
            <a:r>
              <a:rPr lang="en-US" sz="3200" baseline="-25000" dirty="0"/>
              <a:t>1</a:t>
            </a:r>
            <a:r>
              <a:rPr lang="en-US" sz="3200" dirty="0"/>
              <a:t>,..,...,x</a:t>
            </a:r>
            <a:r>
              <a:rPr lang="en-US" sz="3200" baseline="-25000" dirty="0"/>
              <a:t>10</a:t>
            </a:r>
            <a:r>
              <a:rPr lang="en-US" sz="3200" dirty="0"/>
              <a:t>; p) = p(1 - p)p... p = p</a:t>
            </a:r>
            <a:r>
              <a:rPr lang="en-US" sz="3200" baseline="30000" dirty="0"/>
              <a:t>3</a:t>
            </a:r>
            <a:r>
              <a:rPr lang="en-US" sz="3200" dirty="0"/>
              <a:t>(1 - p)</a:t>
            </a:r>
            <a:r>
              <a:rPr lang="en-US" sz="3200" baseline="30000" dirty="0"/>
              <a:t>7</a:t>
            </a:r>
            <a:r>
              <a:rPr lang="en-US" sz="3200" dirty="0"/>
              <a:t> </a:t>
            </a:r>
          </a:p>
          <a:p>
            <a:endParaRPr lang="en-US" sz="32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483344A-47BA-64BF-BB08-4B0BAE4B9962}"/>
                  </a:ext>
                </a:extLst>
              </p14:cNvPr>
              <p14:cNvContentPartPr/>
              <p14:nvPr/>
            </p14:nvContentPartPr>
            <p14:xfrm>
              <a:off x="1945775" y="2694186"/>
              <a:ext cx="4296240" cy="83520"/>
            </p14:xfrm>
          </p:contentPart>
        </mc:Choice>
        <mc:Fallback xmlns="">
          <p:pic>
            <p:nvPicPr>
              <p:cNvPr id="3" name="Ink 2">
                <a:extLst>
                  <a:ext uri="{FF2B5EF4-FFF2-40B4-BE49-F238E27FC236}">
                    <a16:creationId xmlns:a16="http://schemas.microsoft.com/office/drawing/2014/main" id="{7483344A-47BA-64BF-BB08-4B0BAE4B9962}"/>
                  </a:ext>
                </a:extLst>
              </p:cNvPr>
              <p:cNvPicPr/>
              <p:nvPr/>
            </p:nvPicPr>
            <p:blipFill>
              <a:blip r:embed="rId3"/>
              <a:stretch>
                <a:fillRect/>
              </a:stretch>
            </p:blipFill>
            <p:spPr>
              <a:xfrm>
                <a:off x="1941455" y="2689866"/>
                <a:ext cx="43048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D9371FF-244D-6763-B62C-FE970C3714DD}"/>
                  </a:ext>
                </a:extLst>
              </p14:cNvPr>
              <p14:cNvContentPartPr/>
              <p14:nvPr/>
            </p14:nvContentPartPr>
            <p14:xfrm>
              <a:off x="9786575" y="2704266"/>
              <a:ext cx="2321280" cy="48960"/>
            </p14:xfrm>
          </p:contentPart>
        </mc:Choice>
        <mc:Fallback xmlns="">
          <p:pic>
            <p:nvPicPr>
              <p:cNvPr id="5" name="Ink 4">
                <a:extLst>
                  <a:ext uri="{FF2B5EF4-FFF2-40B4-BE49-F238E27FC236}">
                    <a16:creationId xmlns:a16="http://schemas.microsoft.com/office/drawing/2014/main" id="{6D9371FF-244D-6763-B62C-FE970C3714DD}"/>
                  </a:ext>
                </a:extLst>
              </p:cNvPr>
              <p:cNvPicPr/>
              <p:nvPr/>
            </p:nvPicPr>
            <p:blipFill>
              <a:blip r:embed="rId5"/>
              <a:stretch>
                <a:fillRect/>
              </a:stretch>
            </p:blipFill>
            <p:spPr>
              <a:xfrm>
                <a:off x="9782255" y="2699946"/>
                <a:ext cx="23299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4AFBDDA-CE01-1D1E-AFFA-8F8E7DC5235A}"/>
                  </a:ext>
                </a:extLst>
              </p14:cNvPr>
              <p14:cNvContentPartPr/>
              <p14:nvPr/>
            </p14:nvContentPartPr>
            <p14:xfrm>
              <a:off x="820775" y="4137786"/>
              <a:ext cx="7134120" cy="114480"/>
            </p14:xfrm>
          </p:contentPart>
        </mc:Choice>
        <mc:Fallback xmlns="">
          <p:pic>
            <p:nvPicPr>
              <p:cNvPr id="6" name="Ink 5">
                <a:extLst>
                  <a:ext uri="{FF2B5EF4-FFF2-40B4-BE49-F238E27FC236}">
                    <a16:creationId xmlns:a16="http://schemas.microsoft.com/office/drawing/2014/main" id="{84AFBDDA-CE01-1D1E-AFFA-8F8E7DC5235A}"/>
                  </a:ext>
                </a:extLst>
              </p:cNvPr>
              <p:cNvPicPr/>
              <p:nvPr/>
            </p:nvPicPr>
            <p:blipFill>
              <a:blip r:embed="rId7"/>
              <a:stretch>
                <a:fillRect/>
              </a:stretch>
            </p:blipFill>
            <p:spPr>
              <a:xfrm>
                <a:off x="816455" y="4133466"/>
                <a:ext cx="71427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3363745-3305-1FF2-846F-B9250EE97DD4}"/>
                  </a:ext>
                </a:extLst>
              </p14:cNvPr>
              <p14:cNvContentPartPr/>
              <p14:nvPr/>
            </p14:nvContentPartPr>
            <p14:xfrm>
              <a:off x="5696615" y="5637906"/>
              <a:ext cx="5736600" cy="720"/>
            </p14:xfrm>
          </p:contentPart>
        </mc:Choice>
        <mc:Fallback xmlns="">
          <p:pic>
            <p:nvPicPr>
              <p:cNvPr id="8" name="Ink 7">
                <a:extLst>
                  <a:ext uri="{FF2B5EF4-FFF2-40B4-BE49-F238E27FC236}">
                    <a16:creationId xmlns:a16="http://schemas.microsoft.com/office/drawing/2014/main" id="{93363745-3305-1FF2-846F-B9250EE97DD4}"/>
                  </a:ext>
                </a:extLst>
              </p:cNvPr>
              <p:cNvPicPr/>
              <p:nvPr/>
            </p:nvPicPr>
            <p:blipFill>
              <a:blip r:embed="rId9"/>
              <a:stretch>
                <a:fillRect/>
              </a:stretch>
            </p:blipFill>
            <p:spPr>
              <a:xfrm>
                <a:off x="5692295" y="5629266"/>
                <a:ext cx="5745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FDC3C593-FCB6-256D-08F6-2C1069FF90F1}"/>
                  </a:ext>
                </a:extLst>
              </p14:cNvPr>
              <p14:cNvContentPartPr/>
              <p14:nvPr/>
            </p14:nvContentPartPr>
            <p14:xfrm>
              <a:off x="988535" y="6146226"/>
              <a:ext cx="420480" cy="66240"/>
            </p14:xfrm>
          </p:contentPart>
        </mc:Choice>
        <mc:Fallback xmlns="">
          <p:pic>
            <p:nvPicPr>
              <p:cNvPr id="9" name="Ink 8">
                <a:extLst>
                  <a:ext uri="{FF2B5EF4-FFF2-40B4-BE49-F238E27FC236}">
                    <a16:creationId xmlns:a16="http://schemas.microsoft.com/office/drawing/2014/main" id="{FDC3C593-FCB6-256D-08F6-2C1069FF90F1}"/>
                  </a:ext>
                </a:extLst>
              </p:cNvPr>
              <p:cNvPicPr/>
              <p:nvPr/>
            </p:nvPicPr>
            <p:blipFill>
              <a:blip r:embed="rId11"/>
              <a:stretch>
                <a:fillRect/>
              </a:stretch>
            </p:blipFill>
            <p:spPr>
              <a:xfrm>
                <a:off x="984215" y="6141906"/>
                <a:ext cx="4291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338790DF-44DD-D642-4FA9-BC92E0F05565}"/>
                  </a:ext>
                </a:extLst>
              </p14:cNvPr>
              <p14:cNvContentPartPr/>
              <p14:nvPr/>
            </p14:nvContentPartPr>
            <p14:xfrm>
              <a:off x="2208215" y="6182946"/>
              <a:ext cx="350280" cy="30600"/>
            </p14:xfrm>
          </p:contentPart>
        </mc:Choice>
        <mc:Fallback xmlns="">
          <p:pic>
            <p:nvPicPr>
              <p:cNvPr id="10" name="Ink 9">
                <a:extLst>
                  <a:ext uri="{FF2B5EF4-FFF2-40B4-BE49-F238E27FC236}">
                    <a16:creationId xmlns:a16="http://schemas.microsoft.com/office/drawing/2014/main" id="{338790DF-44DD-D642-4FA9-BC92E0F05565}"/>
                  </a:ext>
                </a:extLst>
              </p:cNvPr>
              <p:cNvPicPr/>
              <p:nvPr/>
            </p:nvPicPr>
            <p:blipFill>
              <a:blip r:embed="rId13"/>
              <a:stretch>
                <a:fillRect/>
              </a:stretch>
            </p:blipFill>
            <p:spPr>
              <a:xfrm>
                <a:off x="2203895" y="6178626"/>
                <a:ext cx="3589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A40AFBC6-1771-2E55-98BC-81093A7487C4}"/>
                  </a:ext>
                </a:extLst>
              </p14:cNvPr>
              <p14:cNvContentPartPr/>
              <p14:nvPr/>
            </p14:nvContentPartPr>
            <p14:xfrm>
              <a:off x="3482255" y="5510466"/>
              <a:ext cx="1323000" cy="741960"/>
            </p14:xfrm>
          </p:contentPart>
        </mc:Choice>
        <mc:Fallback xmlns="">
          <p:pic>
            <p:nvPicPr>
              <p:cNvPr id="11" name="Ink 10">
                <a:extLst>
                  <a:ext uri="{FF2B5EF4-FFF2-40B4-BE49-F238E27FC236}">
                    <a16:creationId xmlns:a16="http://schemas.microsoft.com/office/drawing/2014/main" id="{A40AFBC6-1771-2E55-98BC-81093A7487C4}"/>
                  </a:ext>
                </a:extLst>
              </p:cNvPr>
              <p:cNvPicPr/>
              <p:nvPr/>
            </p:nvPicPr>
            <p:blipFill>
              <a:blip r:embed="rId15"/>
              <a:stretch>
                <a:fillRect/>
              </a:stretch>
            </p:blipFill>
            <p:spPr>
              <a:xfrm>
                <a:off x="3477935" y="5505786"/>
                <a:ext cx="1331640" cy="750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289C06A6-D719-FCDE-95D6-C56A525467F7}"/>
                  </a:ext>
                </a:extLst>
              </p14:cNvPr>
              <p14:cNvContentPartPr/>
              <p14:nvPr/>
            </p14:nvContentPartPr>
            <p14:xfrm>
              <a:off x="3005255" y="7177986"/>
              <a:ext cx="403920" cy="28080"/>
            </p14:xfrm>
          </p:contentPart>
        </mc:Choice>
        <mc:Fallback xmlns="">
          <p:pic>
            <p:nvPicPr>
              <p:cNvPr id="12" name="Ink 11">
                <a:extLst>
                  <a:ext uri="{FF2B5EF4-FFF2-40B4-BE49-F238E27FC236}">
                    <a16:creationId xmlns:a16="http://schemas.microsoft.com/office/drawing/2014/main" id="{289C06A6-D719-FCDE-95D6-C56A525467F7}"/>
                  </a:ext>
                </a:extLst>
              </p:cNvPr>
              <p:cNvPicPr/>
              <p:nvPr/>
            </p:nvPicPr>
            <p:blipFill>
              <a:blip r:embed="rId17"/>
              <a:stretch>
                <a:fillRect/>
              </a:stretch>
            </p:blipFill>
            <p:spPr>
              <a:xfrm>
                <a:off x="3000935" y="7173666"/>
                <a:ext cx="4125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21226CA5-BD61-0002-FA70-E1460B234044}"/>
                  </a:ext>
                </a:extLst>
              </p14:cNvPr>
              <p14:cNvContentPartPr/>
              <p14:nvPr/>
            </p14:nvContentPartPr>
            <p14:xfrm>
              <a:off x="4079855" y="7189146"/>
              <a:ext cx="356040" cy="15480"/>
            </p14:xfrm>
          </p:contentPart>
        </mc:Choice>
        <mc:Fallback xmlns="">
          <p:pic>
            <p:nvPicPr>
              <p:cNvPr id="13" name="Ink 12">
                <a:extLst>
                  <a:ext uri="{FF2B5EF4-FFF2-40B4-BE49-F238E27FC236}">
                    <a16:creationId xmlns:a16="http://schemas.microsoft.com/office/drawing/2014/main" id="{21226CA5-BD61-0002-FA70-E1460B234044}"/>
                  </a:ext>
                </a:extLst>
              </p:cNvPr>
              <p:cNvPicPr/>
              <p:nvPr/>
            </p:nvPicPr>
            <p:blipFill>
              <a:blip r:embed="rId19"/>
              <a:stretch>
                <a:fillRect/>
              </a:stretch>
            </p:blipFill>
            <p:spPr>
              <a:xfrm>
                <a:off x="4075535" y="7184826"/>
                <a:ext cx="3646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D6610CF5-8291-1FA9-58B2-E3BB6EE29F33}"/>
                  </a:ext>
                </a:extLst>
              </p14:cNvPr>
              <p14:cNvContentPartPr/>
              <p14:nvPr/>
            </p14:nvContentPartPr>
            <p14:xfrm>
              <a:off x="5184695" y="7185546"/>
              <a:ext cx="401040" cy="22680"/>
            </p14:xfrm>
          </p:contentPart>
        </mc:Choice>
        <mc:Fallback xmlns="">
          <p:pic>
            <p:nvPicPr>
              <p:cNvPr id="14" name="Ink 13">
                <a:extLst>
                  <a:ext uri="{FF2B5EF4-FFF2-40B4-BE49-F238E27FC236}">
                    <a16:creationId xmlns:a16="http://schemas.microsoft.com/office/drawing/2014/main" id="{D6610CF5-8291-1FA9-58B2-E3BB6EE29F33}"/>
                  </a:ext>
                </a:extLst>
              </p:cNvPr>
              <p:cNvPicPr/>
              <p:nvPr/>
            </p:nvPicPr>
            <p:blipFill>
              <a:blip r:embed="rId21"/>
              <a:stretch>
                <a:fillRect/>
              </a:stretch>
            </p:blipFill>
            <p:spPr>
              <a:xfrm>
                <a:off x="5180375" y="7181226"/>
                <a:ext cx="4096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1853500-380C-00BE-1BCC-E709AF207B12}"/>
                  </a:ext>
                </a:extLst>
              </p14:cNvPr>
              <p14:cNvContentPartPr/>
              <p14:nvPr/>
            </p14:nvContentPartPr>
            <p14:xfrm>
              <a:off x="6310775" y="7126146"/>
              <a:ext cx="375480" cy="27000"/>
            </p14:xfrm>
          </p:contentPart>
        </mc:Choice>
        <mc:Fallback xmlns="">
          <p:pic>
            <p:nvPicPr>
              <p:cNvPr id="15" name="Ink 14">
                <a:extLst>
                  <a:ext uri="{FF2B5EF4-FFF2-40B4-BE49-F238E27FC236}">
                    <a16:creationId xmlns:a16="http://schemas.microsoft.com/office/drawing/2014/main" id="{31853500-380C-00BE-1BCC-E709AF207B12}"/>
                  </a:ext>
                </a:extLst>
              </p:cNvPr>
              <p:cNvPicPr/>
              <p:nvPr/>
            </p:nvPicPr>
            <p:blipFill>
              <a:blip r:embed="rId23"/>
              <a:stretch>
                <a:fillRect/>
              </a:stretch>
            </p:blipFill>
            <p:spPr>
              <a:xfrm>
                <a:off x="6306455" y="7121826"/>
                <a:ext cx="384120" cy="35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366" y="228600"/>
            <a:ext cx="10768621" cy="883265"/>
          </a:xfrm>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0" dirty="0">
                <a:solidFill>
                  <a:schemeClr val="bg1"/>
                </a:solidFill>
              </a:rPr>
              <a:t>…MLE: Example</a:t>
            </a:r>
          </a:p>
        </p:txBody>
      </p:sp>
      <p:sp>
        <p:nvSpPr>
          <p:cNvPr id="3" name="Rectangle 2"/>
          <p:cNvSpPr/>
          <p:nvPr/>
        </p:nvSpPr>
        <p:spPr>
          <a:xfrm>
            <a:off x="487145" y="1371600"/>
            <a:ext cx="12877800" cy="4524315"/>
          </a:xfrm>
          <a:prstGeom prst="rect">
            <a:avLst/>
          </a:prstGeom>
        </p:spPr>
        <p:txBody>
          <a:bodyPr wrap="square">
            <a:spAutoFit/>
          </a:bodyPr>
          <a:lstStyle/>
          <a:p>
            <a:pPr marL="457200" indent="-457200" algn="just">
              <a:buFont typeface="Wingdings" panose="05000000000000000000" pitchFamily="2" charset="2"/>
              <a:buChar char="Ø"/>
            </a:pPr>
            <a:r>
              <a:rPr lang="en-US" sz="3200" dirty="0"/>
              <a:t>f(x</a:t>
            </a:r>
            <a:r>
              <a:rPr lang="en-US" sz="3200" baseline="-25000" dirty="0"/>
              <a:t>1</a:t>
            </a:r>
            <a:r>
              <a:rPr lang="en-US" sz="3200" dirty="0"/>
              <a:t>,..,...,x</a:t>
            </a:r>
            <a:r>
              <a:rPr lang="en-US" sz="3200" baseline="-25000" dirty="0"/>
              <a:t>10</a:t>
            </a:r>
            <a:r>
              <a:rPr lang="en-US" sz="3200" dirty="0"/>
              <a:t>; p) = p(1 - p)p... p = p</a:t>
            </a:r>
            <a:r>
              <a:rPr lang="en-US" sz="3200" baseline="30000" dirty="0"/>
              <a:t>3</a:t>
            </a:r>
            <a:r>
              <a:rPr lang="en-US" sz="3200" dirty="0"/>
              <a:t>(1 - p)</a:t>
            </a:r>
            <a:r>
              <a:rPr lang="en-US" sz="3200" baseline="30000" dirty="0"/>
              <a:t>7</a:t>
            </a:r>
            <a:r>
              <a:rPr lang="en-US" sz="3200" dirty="0"/>
              <a:t> </a:t>
            </a:r>
          </a:p>
          <a:p>
            <a:pPr marL="457200" indent="-457200" algn="just">
              <a:buFont typeface="Wingdings" panose="05000000000000000000" pitchFamily="2" charset="2"/>
              <a:buChar char="Ø"/>
            </a:pPr>
            <a:endParaRPr lang="en-US" sz="3200" dirty="0"/>
          </a:p>
          <a:p>
            <a:pPr marL="457200" indent="-457200" algn="just">
              <a:buFont typeface="Wingdings" panose="05000000000000000000" pitchFamily="2" charset="2"/>
              <a:buChar char="Ø"/>
            </a:pPr>
            <a:r>
              <a:rPr lang="en-US" sz="3200" dirty="0"/>
              <a:t>Suppose that </a:t>
            </a:r>
            <a:r>
              <a:rPr lang="en-US" sz="3200" dirty="0">
                <a:solidFill>
                  <a:srgbClr val="FF0000"/>
                </a:solidFill>
              </a:rPr>
              <a:t>p = .25</a:t>
            </a:r>
            <a:r>
              <a:rPr lang="en-US" sz="3200" dirty="0"/>
              <a:t>. Then f = (.25)</a:t>
            </a:r>
            <a:r>
              <a:rPr lang="en-US" sz="3200" baseline="30000" dirty="0"/>
              <a:t>3</a:t>
            </a:r>
            <a:r>
              <a:rPr lang="en-US" sz="3200" dirty="0"/>
              <a:t>(.75)</a:t>
            </a:r>
            <a:r>
              <a:rPr lang="en-US" sz="3200" baseline="30000" dirty="0"/>
              <a:t>7</a:t>
            </a:r>
            <a:r>
              <a:rPr lang="en-US" sz="3200" dirty="0"/>
              <a:t> = </a:t>
            </a:r>
            <a:r>
              <a:rPr lang="en-US" sz="3200" dirty="0">
                <a:solidFill>
                  <a:srgbClr val="0070C0"/>
                </a:solidFill>
              </a:rPr>
              <a:t>.002086</a:t>
            </a:r>
            <a:r>
              <a:rPr lang="en-US" sz="3200" dirty="0"/>
              <a:t>.</a:t>
            </a:r>
          </a:p>
          <a:p>
            <a:pPr marL="457200" indent="-457200" algn="just">
              <a:buFont typeface="Wingdings" panose="05000000000000000000" pitchFamily="2" charset="2"/>
              <a:buChar char="Ø"/>
            </a:pPr>
            <a:r>
              <a:rPr lang="en-US" sz="3200" dirty="0"/>
              <a:t>If instead </a:t>
            </a:r>
            <a:r>
              <a:rPr lang="en-US" sz="3200" dirty="0">
                <a:solidFill>
                  <a:srgbClr val="FF0000"/>
                </a:solidFill>
              </a:rPr>
              <a:t>p = .50</a:t>
            </a:r>
            <a:r>
              <a:rPr lang="en-US" sz="3200" dirty="0"/>
              <a:t>, then f = (.50)</a:t>
            </a:r>
            <a:r>
              <a:rPr lang="en-US" sz="3200" baseline="30000" dirty="0"/>
              <a:t>3</a:t>
            </a:r>
            <a:r>
              <a:rPr lang="en-US" sz="3200" dirty="0"/>
              <a:t>(.50)</a:t>
            </a:r>
            <a:r>
              <a:rPr lang="en-US" sz="3200" baseline="30000" dirty="0"/>
              <a:t>7</a:t>
            </a:r>
            <a:r>
              <a:rPr lang="en-US" sz="3200" dirty="0"/>
              <a:t> = </a:t>
            </a:r>
            <a:r>
              <a:rPr lang="en-US" sz="3200" dirty="0">
                <a:solidFill>
                  <a:srgbClr val="0070C0"/>
                </a:solidFill>
              </a:rPr>
              <a:t>.000977</a:t>
            </a:r>
            <a:r>
              <a:rPr lang="en-US" sz="3200" dirty="0"/>
              <a:t>.</a:t>
            </a:r>
          </a:p>
          <a:p>
            <a:pPr marL="457200" indent="-457200" algn="just">
              <a:buFont typeface="Wingdings" panose="05000000000000000000" pitchFamily="2" charset="2"/>
              <a:buChar char="Ø"/>
            </a:pPr>
            <a:endParaRPr lang="en-US" sz="3200" dirty="0"/>
          </a:p>
          <a:p>
            <a:pPr marL="457200" indent="-457200" algn="just">
              <a:buFont typeface="Wingdings" panose="05000000000000000000" pitchFamily="2" charset="2"/>
              <a:buChar char="Ø"/>
            </a:pPr>
            <a:r>
              <a:rPr lang="en-US" sz="3200" dirty="0"/>
              <a:t>For what value of p is the obtained sample most likely to have occurred?</a:t>
            </a:r>
          </a:p>
          <a:p>
            <a:pPr marL="457200" indent="-457200" algn="just">
              <a:buFont typeface="Wingdings" panose="05000000000000000000" pitchFamily="2" charset="2"/>
              <a:buChar char="Ø"/>
            </a:pPr>
            <a:endParaRPr lang="en-US" sz="3200" dirty="0"/>
          </a:p>
          <a:p>
            <a:pPr marL="457200" indent="-457200" algn="just">
              <a:buFont typeface="Wingdings" panose="05000000000000000000" pitchFamily="2" charset="2"/>
              <a:buChar char="Ø"/>
            </a:pPr>
            <a:r>
              <a:rPr lang="en-US" sz="3200" dirty="0"/>
              <a:t>That is, for what value of p is the joint </a:t>
            </a:r>
            <a:r>
              <a:rPr lang="en-US" sz="3200" dirty="0" err="1"/>
              <a:t>pmf</a:t>
            </a:r>
            <a:r>
              <a:rPr lang="en-US" sz="3200" dirty="0"/>
              <a:t> (likelihood function) as large as it can be?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66EFAE5-2456-DDA8-F335-E4DE651D5460}"/>
                  </a:ext>
                </a:extLst>
              </p14:cNvPr>
              <p14:cNvContentPartPr/>
              <p14:nvPr/>
            </p14:nvContentPartPr>
            <p14:xfrm>
              <a:off x="3457055" y="4339026"/>
              <a:ext cx="9939600" cy="303120"/>
            </p14:xfrm>
          </p:contentPart>
        </mc:Choice>
        <mc:Fallback xmlns="">
          <p:pic>
            <p:nvPicPr>
              <p:cNvPr id="4" name="Ink 3">
                <a:extLst>
                  <a:ext uri="{FF2B5EF4-FFF2-40B4-BE49-F238E27FC236}">
                    <a16:creationId xmlns:a16="http://schemas.microsoft.com/office/drawing/2014/main" id="{566EFAE5-2456-DDA8-F335-E4DE651D5460}"/>
                  </a:ext>
                </a:extLst>
              </p:cNvPr>
              <p:cNvPicPr/>
              <p:nvPr/>
            </p:nvPicPr>
            <p:blipFill>
              <a:blip r:embed="rId3"/>
              <a:stretch>
                <a:fillRect/>
              </a:stretch>
            </p:blipFill>
            <p:spPr>
              <a:xfrm>
                <a:off x="3452735" y="4334706"/>
                <a:ext cx="99482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0DD0678-D923-6629-9A97-F340EB248B20}"/>
                  </a:ext>
                </a:extLst>
              </p14:cNvPr>
              <p14:cNvContentPartPr/>
              <p14:nvPr/>
            </p14:nvContentPartPr>
            <p14:xfrm>
              <a:off x="6350015" y="5400666"/>
              <a:ext cx="7141680" cy="181080"/>
            </p14:xfrm>
          </p:contentPart>
        </mc:Choice>
        <mc:Fallback xmlns="">
          <p:pic>
            <p:nvPicPr>
              <p:cNvPr id="5" name="Ink 4">
                <a:extLst>
                  <a:ext uri="{FF2B5EF4-FFF2-40B4-BE49-F238E27FC236}">
                    <a16:creationId xmlns:a16="http://schemas.microsoft.com/office/drawing/2014/main" id="{C0DD0678-D923-6629-9A97-F340EB248B20}"/>
                  </a:ext>
                </a:extLst>
              </p:cNvPr>
              <p:cNvPicPr/>
              <p:nvPr/>
            </p:nvPicPr>
            <p:blipFill>
              <a:blip r:embed="rId5"/>
              <a:stretch>
                <a:fillRect/>
              </a:stretch>
            </p:blipFill>
            <p:spPr>
              <a:xfrm>
                <a:off x="6345695" y="5396346"/>
                <a:ext cx="7150320" cy="1897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0" dirty="0">
                <a:solidFill>
                  <a:schemeClr val="bg1"/>
                </a:solidFill>
              </a:rPr>
              <a:t>…MLE: Example</a:t>
            </a:r>
          </a:p>
        </p:txBody>
      </p:sp>
      <p:pic>
        <p:nvPicPr>
          <p:cNvPr id="4" name="Picture 3"/>
          <p:cNvPicPr>
            <a:picLocks noChangeAspect="1"/>
          </p:cNvPicPr>
          <p:nvPr/>
        </p:nvPicPr>
        <p:blipFill>
          <a:blip r:embed="rId2"/>
          <a:stretch>
            <a:fillRect/>
          </a:stretch>
        </p:blipFill>
        <p:spPr>
          <a:xfrm>
            <a:off x="1555750" y="1454435"/>
            <a:ext cx="10439400" cy="3346165"/>
          </a:xfrm>
          <a:prstGeom prst="rect">
            <a:avLst/>
          </a:prstGeom>
        </p:spPr>
      </p:pic>
      <p:sp>
        <p:nvSpPr>
          <p:cNvPr id="5" name="Rectangle 4"/>
          <p:cNvSpPr/>
          <p:nvPr/>
        </p:nvSpPr>
        <p:spPr>
          <a:xfrm>
            <a:off x="412750" y="4901932"/>
            <a:ext cx="13335000" cy="2056845"/>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en-US" sz="3200" dirty="0"/>
              <a:t>﻿</a:t>
            </a:r>
            <a:r>
              <a:rPr lang="en-US" sz="2800" dirty="0"/>
              <a:t>Figure shows a graph of the likelihood as a function of p.</a:t>
            </a:r>
          </a:p>
          <a:p>
            <a:pPr marL="457200" indent="-457200" algn="just">
              <a:lnSpc>
                <a:spcPct val="150000"/>
              </a:lnSpc>
              <a:buFont typeface="Wingdings" panose="05000000000000000000" pitchFamily="2" charset="2"/>
              <a:buChar char="Ø"/>
            </a:pPr>
            <a:r>
              <a:rPr lang="en-US" sz="2800" dirty="0"/>
              <a:t>It appears that the graph reaches its </a:t>
            </a:r>
            <a:r>
              <a:rPr lang="en-US" sz="2800" dirty="0">
                <a:solidFill>
                  <a:srgbClr val="FF0000"/>
                </a:solidFill>
              </a:rPr>
              <a:t>peak</a:t>
            </a:r>
            <a:r>
              <a:rPr lang="en-US" sz="2800" dirty="0"/>
              <a:t> above </a:t>
            </a:r>
            <a:r>
              <a:rPr lang="en-US" sz="2800" dirty="0">
                <a:solidFill>
                  <a:srgbClr val="FF0000"/>
                </a:solidFill>
              </a:rPr>
              <a:t>p = 0.3 </a:t>
            </a:r>
            <a:r>
              <a:rPr lang="en-US" sz="2800" dirty="0"/>
              <a:t>= the proportion of flawed helmets in the sample.</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510FDF2-9C46-F25C-DF7D-E223716EBA2F}"/>
                  </a:ext>
                </a:extLst>
              </p14:cNvPr>
              <p14:cNvContentPartPr/>
              <p14:nvPr/>
            </p14:nvContentPartPr>
            <p14:xfrm>
              <a:off x="4294415" y="1832706"/>
              <a:ext cx="25560" cy="33120"/>
            </p14:xfrm>
          </p:contentPart>
        </mc:Choice>
        <mc:Fallback xmlns="">
          <p:pic>
            <p:nvPicPr>
              <p:cNvPr id="3" name="Ink 2">
                <a:extLst>
                  <a:ext uri="{FF2B5EF4-FFF2-40B4-BE49-F238E27FC236}">
                    <a16:creationId xmlns:a16="http://schemas.microsoft.com/office/drawing/2014/main" id="{B510FDF2-9C46-F25C-DF7D-E223716EBA2F}"/>
                  </a:ext>
                </a:extLst>
              </p:cNvPr>
              <p:cNvPicPr/>
              <p:nvPr/>
            </p:nvPicPr>
            <p:blipFill>
              <a:blip r:embed="rId4"/>
              <a:stretch>
                <a:fillRect/>
              </a:stretch>
            </p:blipFill>
            <p:spPr>
              <a:xfrm>
                <a:off x="4290095" y="1828386"/>
                <a:ext cx="34200" cy="41760"/>
              </a:xfrm>
              <a:prstGeom prst="rect">
                <a:avLst/>
              </a:prstGeom>
            </p:spPr>
          </p:pic>
        </mc:Fallback>
      </mc:AlternateContent>
      <p:grpSp>
        <p:nvGrpSpPr>
          <p:cNvPr id="22" name="Group 21">
            <a:extLst>
              <a:ext uri="{FF2B5EF4-FFF2-40B4-BE49-F238E27FC236}">
                <a16:creationId xmlns:a16="http://schemas.microsoft.com/office/drawing/2014/main" id="{5F48BFDF-426A-3D62-5FDC-74E76CAF0B66}"/>
              </a:ext>
            </a:extLst>
          </p:cNvPr>
          <p:cNvGrpSpPr/>
          <p:nvPr/>
        </p:nvGrpSpPr>
        <p:grpSpPr>
          <a:xfrm>
            <a:off x="4257695" y="1952586"/>
            <a:ext cx="39600" cy="650160"/>
            <a:chOff x="4257695" y="1952586"/>
            <a:chExt cx="39600" cy="65016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91B0F7C9-99FE-0430-FFF1-966C20BBD6CC}"/>
                    </a:ext>
                  </a:extLst>
                </p14:cNvPr>
                <p14:cNvContentPartPr/>
                <p14:nvPr/>
              </p14:nvContentPartPr>
              <p14:xfrm>
                <a:off x="4286135" y="1952586"/>
                <a:ext cx="11160" cy="205920"/>
              </p14:xfrm>
            </p:contentPart>
          </mc:Choice>
          <mc:Fallback xmlns="">
            <p:pic>
              <p:nvPicPr>
                <p:cNvPr id="6" name="Ink 5">
                  <a:extLst>
                    <a:ext uri="{FF2B5EF4-FFF2-40B4-BE49-F238E27FC236}">
                      <a16:creationId xmlns:a16="http://schemas.microsoft.com/office/drawing/2014/main" id="{91B0F7C9-99FE-0430-FFF1-966C20BBD6CC}"/>
                    </a:ext>
                  </a:extLst>
                </p:cNvPr>
                <p:cNvPicPr/>
                <p:nvPr/>
              </p:nvPicPr>
              <p:blipFill>
                <a:blip r:embed="rId6"/>
                <a:stretch>
                  <a:fillRect/>
                </a:stretch>
              </p:blipFill>
              <p:spPr>
                <a:xfrm>
                  <a:off x="4281815" y="1948266"/>
                  <a:ext cx="1980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43D490F8-5CAE-EEC6-5822-6C409187840E}"/>
                    </a:ext>
                  </a:extLst>
                </p14:cNvPr>
                <p14:cNvContentPartPr/>
                <p14:nvPr/>
              </p14:nvContentPartPr>
              <p14:xfrm>
                <a:off x="4265255" y="2217546"/>
                <a:ext cx="11880" cy="57240"/>
              </p14:xfrm>
            </p:contentPart>
          </mc:Choice>
          <mc:Fallback xmlns="">
            <p:pic>
              <p:nvPicPr>
                <p:cNvPr id="7" name="Ink 6">
                  <a:extLst>
                    <a:ext uri="{FF2B5EF4-FFF2-40B4-BE49-F238E27FC236}">
                      <a16:creationId xmlns:a16="http://schemas.microsoft.com/office/drawing/2014/main" id="{43D490F8-5CAE-EEC6-5822-6C409187840E}"/>
                    </a:ext>
                  </a:extLst>
                </p:cNvPr>
                <p:cNvPicPr/>
                <p:nvPr/>
              </p:nvPicPr>
              <p:blipFill>
                <a:blip r:embed="rId8"/>
                <a:stretch>
                  <a:fillRect/>
                </a:stretch>
              </p:blipFill>
              <p:spPr>
                <a:xfrm>
                  <a:off x="4260935" y="2213226"/>
                  <a:ext cx="205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A2EE083C-BC3D-5D21-4D93-E0710A88C000}"/>
                    </a:ext>
                  </a:extLst>
                </p14:cNvPr>
                <p14:cNvContentPartPr/>
                <p14:nvPr/>
              </p14:nvContentPartPr>
              <p14:xfrm>
                <a:off x="4257695" y="2312226"/>
                <a:ext cx="35640" cy="108720"/>
              </p14:xfrm>
            </p:contentPart>
          </mc:Choice>
          <mc:Fallback xmlns="">
            <p:pic>
              <p:nvPicPr>
                <p:cNvPr id="8" name="Ink 7">
                  <a:extLst>
                    <a:ext uri="{FF2B5EF4-FFF2-40B4-BE49-F238E27FC236}">
                      <a16:creationId xmlns:a16="http://schemas.microsoft.com/office/drawing/2014/main" id="{A2EE083C-BC3D-5D21-4D93-E0710A88C000}"/>
                    </a:ext>
                  </a:extLst>
                </p:cNvPr>
                <p:cNvPicPr/>
                <p:nvPr/>
              </p:nvPicPr>
              <p:blipFill>
                <a:blip r:embed="rId10"/>
                <a:stretch>
                  <a:fillRect/>
                </a:stretch>
              </p:blipFill>
              <p:spPr>
                <a:xfrm>
                  <a:off x="4253375" y="2307906"/>
                  <a:ext cx="442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2249CA6A-F30B-9FC3-6F76-3637917AE746}"/>
                    </a:ext>
                  </a:extLst>
                </p14:cNvPr>
                <p14:cNvContentPartPr/>
                <p14:nvPr/>
              </p14:nvContentPartPr>
              <p14:xfrm>
                <a:off x="4273175" y="2474946"/>
                <a:ext cx="22680" cy="127800"/>
              </p14:xfrm>
            </p:contentPart>
          </mc:Choice>
          <mc:Fallback xmlns="">
            <p:pic>
              <p:nvPicPr>
                <p:cNvPr id="9" name="Ink 8">
                  <a:extLst>
                    <a:ext uri="{FF2B5EF4-FFF2-40B4-BE49-F238E27FC236}">
                      <a16:creationId xmlns:a16="http://schemas.microsoft.com/office/drawing/2014/main" id="{2249CA6A-F30B-9FC3-6F76-3637917AE746}"/>
                    </a:ext>
                  </a:extLst>
                </p:cNvPr>
                <p:cNvPicPr/>
                <p:nvPr/>
              </p:nvPicPr>
              <p:blipFill>
                <a:blip r:embed="rId12"/>
                <a:stretch>
                  <a:fillRect/>
                </a:stretch>
              </p:blipFill>
              <p:spPr>
                <a:xfrm>
                  <a:off x="4268855" y="2470626"/>
                  <a:ext cx="31320" cy="13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3CB7C6AA-2624-3168-C097-0BD61EBB84FC}"/>
                  </a:ext>
                </a:extLst>
              </p14:cNvPr>
              <p14:cNvContentPartPr/>
              <p14:nvPr/>
            </p14:nvContentPartPr>
            <p14:xfrm>
              <a:off x="4286855" y="2686626"/>
              <a:ext cx="12960" cy="79920"/>
            </p14:xfrm>
          </p:contentPart>
        </mc:Choice>
        <mc:Fallback xmlns="">
          <p:pic>
            <p:nvPicPr>
              <p:cNvPr id="10" name="Ink 9">
                <a:extLst>
                  <a:ext uri="{FF2B5EF4-FFF2-40B4-BE49-F238E27FC236}">
                    <a16:creationId xmlns:a16="http://schemas.microsoft.com/office/drawing/2014/main" id="{3CB7C6AA-2624-3168-C097-0BD61EBB84FC}"/>
                  </a:ext>
                </a:extLst>
              </p:cNvPr>
              <p:cNvPicPr/>
              <p:nvPr/>
            </p:nvPicPr>
            <p:blipFill>
              <a:blip r:embed="rId14"/>
              <a:stretch>
                <a:fillRect/>
              </a:stretch>
            </p:blipFill>
            <p:spPr>
              <a:xfrm>
                <a:off x="4282535" y="2682306"/>
                <a:ext cx="216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B567CE34-4D2F-4C0F-00C1-E7049F8C2700}"/>
                  </a:ext>
                </a:extLst>
              </p14:cNvPr>
              <p14:cNvContentPartPr/>
              <p14:nvPr/>
            </p14:nvContentPartPr>
            <p14:xfrm>
              <a:off x="4304495" y="2893626"/>
              <a:ext cx="24480" cy="74880"/>
            </p14:xfrm>
          </p:contentPart>
        </mc:Choice>
        <mc:Fallback xmlns="">
          <p:pic>
            <p:nvPicPr>
              <p:cNvPr id="11" name="Ink 10">
                <a:extLst>
                  <a:ext uri="{FF2B5EF4-FFF2-40B4-BE49-F238E27FC236}">
                    <a16:creationId xmlns:a16="http://schemas.microsoft.com/office/drawing/2014/main" id="{B567CE34-4D2F-4C0F-00C1-E7049F8C2700}"/>
                  </a:ext>
                </a:extLst>
              </p:cNvPr>
              <p:cNvPicPr/>
              <p:nvPr/>
            </p:nvPicPr>
            <p:blipFill>
              <a:blip r:embed="rId16"/>
              <a:stretch>
                <a:fillRect/>
              </a:stretch>
            </p:blipFill>
            <p:spPr>
              <a:xfrm>
                <a:off x="4300175" y="2889306"/>
                <a:ext cx="331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C6093AE7-9254-08A5-289A-56F3312C6EEA}"/>
                  </a:ext>
                </a:extLst>
              </p14:cNvPr>
              <p14:cNvContentPartPr/>
              <p14:nvPr/>
            </p14:nvContentPartPr>
            <p14:xfrm>
              <a:off x="4313135" y="3121866"/>
              <a:ext cx="360" cy="15480"/>
            </p14:xfrm>
          </p:contentPart>
        </mc:Choice>
        <mc:Fallback xmlns="">
          <p:pic>
            <p:nvPicPr>
              <p:cNvPr id="12" name="Ink 11">
                <a:extLst>
                  <a:ext uri="{FF2B5EF4-FFF2-40B4-BE49-F238E27FC236}">
                    <a16:creationId xmlns:a16="http://schemas.microsoft.com/office/drawing/2014/main" id="{C6093AE7-9254-08A5-289A-56F3312C6EEA}"/>
                  </a:ext>
                </a:extLst>
              </p:cNvPr>
              <p:cNvPicPr/>
              <p:nvPr/>
            </p:nvPicPr>
            <p:blipFill>
              <a:blip r:embed="rId18"/>
              <a:stretch>
                <a:fillRect/>
              </a:stretch>
            </p:blipFill>
            <p:spPr>
              <a:xfrm>
                <a:off x="4308815" y="3117546"/>
                <a:ext cx="90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2402C8C3-0E25-30E6-A018-B59D57A2350C}"/>
                  </a:ext>
                </a:extLst>
              </p14:cNvPr>
              <p14:cNvContentPartPr/>
              <p14:nvPr/>
            </p14:nvContentPartPr>
            <p14:xfrm>
              <a:off x="4295495" y="3332466"/>
              <a:ext cx="7920" cy="33120"/>
            </p14:xfrm>
          </p:contentPart>
        </mc:Choice>
        <mc:Fallback xmlns="">
          <p:pic>
            <p:nvPicPr>
              <p:cNvPr id="13" name="Ink 12">
                <a:extLst>
                  <a:ext uri="{FF2B5EF4-FFF2-40B4-BE49-F238E27FC236}">
                    <a16:creationId xmlns:a16="http://schemas.microsoft.com/office/drawing/2014/main" id="{2402C8C3-0E25-30E6-A018-B59D57A2350C}"/>
                  </a:ext>
                </a:extLst>
              </p:cNvPr>
              <p:cNvPicPr/>
              <p:nvPr/>
            </p:nvPicPr>
            <p:blipFill>
              <a:blip r:embed="rId20"/>
              <a:stretch>
                <a:fillRect/>
              </a:stretch>
            </p:blipFill>
            <p:spPr>
              <a:xfrm>
                <a:off x="4291175" y="3328146"/>
                <a:ext cx="165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D5DCBD33-7296-C9A2-782C-E5B900C53E7E}"/>
                  </a:ext>
                </a:extLst>
              </p14:cNvPr>
              <p14:cNvContentPartPr/>
              <p14:nvPr/>
            </p14:nvContentPartPr>
            <p14:xfrm>
              <a:off x="4279295" y="3688146"/>
              <a:ext cx="5400" cy="101160"/>
            </p14:xfrm>
          </p:contentPart>
        </mc:Choice>
        <mc:Fallback xmlns="">
          <p:pic>
            <p:nvPicPr>
              <p:cNvPr id="14" name="Ink 13">
                <a:extLst>
                  <a:ext uri="{FF2B5EF4-FFF2-40B4-BE49-F238E27FC236}">
                    <a16:creationId xmlns:a16="http://schemas.microsoft.com/office/drawing/2014/main" id="{D5DCBD33-7296-C9A2-782C-E5B900C53E7E}"/>
                  </a:ext>
                </a:extLst>
              </p:cNvPr>
              <p:cNvPicPr/>
              <p:nvPr/>
            </p:nvPicPr>
            <p:blipFill>
              <a:blip r:embed="rId22"/>
              <a:stretch>
                <a:fillRect/>
              </a:stretch>
            </p:blipFill>
            <p:spPr>
              <a:xfrm>
                <a:off x="4274975" y="3683826"/>
                <a:ext cx="140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77E0FD23-1827-33B4-9F39-7EA56B16D6C7}"/>
                  </a:ext>
                </a:extLst>
              </p14:cNvPr>
              <p14:cNvContentPartPr/>
              <p14:nvPr/>
            </p14:nvContentPartPr>
            <p14:xfrm>
              <a:off x="4250135" y="3906306"/>
              <a:ext cx="23040" cy="112680"/>
            </p14:xfrm>
          </p:contentPart>
        </mc:Choice>
        <mc:Fallback xmlns="">
          <p:pic>
            <p:nvPicPr>
              <p:cNvPr id="15" name="Ink 14">
                <a:extLst>
                  <a:ext uri="{FF2B5EF4-FFF2-40B4-BE49-F238E27FC236}">
                    <a16:creationId xmlns:a16="http://schemas.microsoft.com/office/drawing/2014/main" id="{77E0FD23-1827-33B4-9F39-7EA56B16D6C7}"/>
                  </a:ext>
                </a:extLst>
              </p:cNvPr>
              <p:cNvPicPr/>
              <p:nvPr/>
            </p:nvPicPr>
            <p:blipFill>
              <a:blip r:embed="rId24"/>
              <a:stretch>
                <a:fillRect/>
              </a:stretch>
            </p:blipFill>
            <p:spPr>
              <a:xfrm>
                <a:off x="4245815" y="3901986"/>
                <a:ext cx="3168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61DAF1B4-E098-AF01-16B3-F816FE9E9CF7}"/>
                  </a:ext>
                </a:extLst>
              </p14:cNvPr>
              <p14:cNvContentPartPr/>
              <p14:nvPr/>
            </p14:nvContentPartPr>
            <p14:xfrm>
              <a:off x="4228895" y="4246866"/>
              <a:ext cx="19440" cy="182880"/>
            </p14:xfrm>
          </p:contentPart>
        </mc:Choice>
        <mc:Fallback xmlns="">
          <p:pic>
            <p:nvPicPr>
              <p:cNvPr id="16" name="Ink 15">
                <a:extLst>
                  <a:ext uri="{FF2B5EF4-FFF2-40B4-BE49-F238E27FC236}">
                    <a16:creationId xmlns:a16="http://schemas.microsoft.com/office/drawing/2014/main" id="{61DAF1B4-E098-AF01-16B3-F816FE9E9CF7}"/>
                  </a:ext>
                </a:extLst>
              </p:cNvPr>
              <p:cNvPicPr/>
              <p:nvPr/>
            </p:nvPicPr>
            <p:blipFill>
              <a:blip r:embed="rId26"/>
              <a:stretch>
                <a:fillRect/>
              </a:stretch>
            </p:blipFill>
            <p:spPr>
              <a:xfrm>
                <a:off x="4224575" y="4242546"/>
                <a:ext cx="28080" cy="191520"/>
              </a:xfrm>
              <a:prstGeom prst="rect">
                <a:avLst/>
              </a:prstGeom>
            </p:spPr>
          </p:pic>
        </mc:Fallback>
      </mc:AlternateContent>
      <p:grpSp>
        <p:nvGrpSpPr>
          <p:cNvPr id="21" name="Group 20">
            <a:extLst>
              <a:ext uri="{FF2B5EF4-FFF2-40B4-BE49-F238E27FC236}">
                <a16:creationId xmlns:a16="http://schemas.microsoft.com/office/drawing/2014/main" id="{17006AA0-8057-98C1-DE3E-C752CAE533A0}"/>
              </a:ext>
            </a:extLst>
          </p:cNvPr>
          <p:cNvGrpSpPr/>
          <p:nvPr/>
        </p:nvGrpSpPr>
        <p:grpSpPr>
          <a:xfrm>
            <a:off x="3860615" y="4771386"/>
            <a:ext cx="1017360" cy="459360"/>
            <a:chOff x="3860615" y="4771386"/>
            <a:chExt cx="1017360" cy="459360"/>
          </a:xfrm>
        </p:grpSpPr>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6C30DE5F-D5C9-E196-0678-DB80641CC93F}"/>
                    </a:ext>
                  </a:extLst>
                </p14:cNvPr>
                <p14:cNvContentPartPr/>
                <p14:nvPr/>
              </p14:nvContentPartPr>
              <p14:xfrm>
                <a:off x="4048535" y="4809186"/>
                <a:ext cx="209520" cy="155160"/>
              </p14:xfrm>
            </p:contentPart>
          </mc:Choice>
          <mc:Fallback xmlns="">
            <p:pic>
              <p:nvPicPr>
                <p:cNvPr id="17" name="Ink 16">
                  <a:extLst>
                    <a:ext uri="{FF2B5EF4-FFF2-40B4-BE49-F238E27FC236}">
                      <a16:creationId xmlns:a16="http://schemas.microsoft.com/office/drawing/2014/main" id="{6C30DE5F-D5C9-E196-0678-DB80641CC93F}"/>
                    </a:ext>
                  </a:extLst>
                </p:cNvPr>
                <p:cNvPicPr/>
                <p:nvPr/>
              </p:nvPicPr>
              <p:blipFill>
                <a:blip r:embed="rId28"/>
                <a:stretch>
                  <a:fillRect/>
                </a:stretch>
              </p:blipFill>
              <p:spPr>
                <a:xfrm>
                  <a:off x="4044215" y="4804866"/>
                  <a:ext cx="2181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FE7A4672-A022-B9A6-7A5C-8CDCFC60AD4E}"/>
                    </a:ext>
                  </a:extLst>
                </p14:cNvPr>
                <p14:cNvContentPartPr/>
                <p14:nvPr/>
              </p14:nvContentPartPr>
              <p14:xfrm>
                <a:off x="4375055" y="4834746"/>
                <a:ext cx="7920" cy="11880"/>
              </p14:xfrm>
            </p:contentPart>
          </mc:Choice>
          <mc:Fallback xmlns="">
            <p:pic>
              <p:nvPicPr>
                <p:cNvPr id="18" name="Ink 17">
                  <a:extLst>
                    <a:ext uri="{FF2B5EF4-FFF2-40B4-BE49-F238E27FC236}">
                      <a16:creationId xmlns:a16="http://schemas.microsoft.com/office/drawing/2014/main" id="{FE7A4672-A022-B9A6-7A5C-8CDCFC60AD4E}"/>
                    </a:ext>
                  </a:extLst>
                </p:cNvPr>
                <p:cNvPicPr/>
                <p:nvPr/>
              </p:nvPicPr>
              <p:blipFill>
                <a:blip r:embed="rId30"/>
                <a:stretch>
                  <a:fillRect/>
                </a:stretch>
              </p:blipFill>
              <p:spPr>
                <a:xfrm>
                  <a:off x="4370735" y="4830426"/>
                  <a:ext cx="165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2D884586-6245-705A-8B4B-5D9E258FEAD2}"/>
                    </a:ext>
                  </a:extLst>
                </p14:cNvPr>
                <p14:cNvContentPartPr/>
                <p14:nvPr/>
              </p14:nvContentPartPr>
              <p14:xfrm>
                <a:off x="4435535" y="4771386"/>
                <a:ext cx="248400" cy="239400"/>
              </p14:xfrm>
            </p:contentPart>
          </mc:Choice>
          <mc:Fallback xmlns="">
            <p:pic>
              <p:nvPicPr>
                <p:cNvPr id="19" name="Ink 18">
                  <a:extLst>
                    <a:ext uri="{FF2B5EF4-FFF2-40B4-BE49-F238E27FC236}">
                      <a16:creationId xmlns:a16="http://schemas.microsoft.com/office/drawing/2014/main" id="{2D884586-6245-705A-8B4B-5D9E258FEAD2}"/>
                    </a:ext>
                  </a:extLst>
                </p:cNvPr>
                <p:cNvPicPr/>
                <p:nvPr/>
              </p:nvPicPr>
              <p:blipFill>
                <a:blip r:embed="rId32"/>
                <a:stretch>
                  <a:fillRect/>
                </a:stretch>
              </p:blipFill>
              <p:spPr>
                <a:xfrm>
                  <a:off x="4431215" y="4767066"/>
                  <a:ext cx="2570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5DF9BD7C-F203-FC24-D308-2451BD28FCAB}"/>
                    </a:ext>
                  </a:extLst>
                </p14:cNvPr>
                <p14:cNvContentPartPr/>
                <p14:nvPr/>
              </p14:nvContentPartPr>
              <p14:xfrm>
                <a:off x="3860615" y="5051466"/>
                <a:ext cx="1017360" cy="179280"/>
              </p14:xfrm>
            </p:contentPart>
          </mc:Choice>
          <mc:Fallback xmlns="">
            <p:pic>
              <p:nvPicPr>
                <p:cNvPr id="20" name="Ink 19">
                  <a:extLst>
                    <a:ext uri="{FF2B5EF4-FFF2-40B4-BE49-F238E27FC236}">
                      <a16:creationId xmlns:a16="http://schemas.microsoft.com/office/drawing/2014/main" id="{5DF9BD7C-F203-FC24-D308-2451BD28FCAB}"/>
                    </a:ext>
                  </a:extLst>
                </p:cNvPr>
                <p:cNvPicPr/>
                <p:nvPr/>
              </p:nvPicPr>
              <p:blipFill>
                <a:blip r:embed="rId34"/>
                <a:stretch>
                  <a:fillRect/>
                </a:stretch>
              </p:blipFill>
              <p:spPr>
                <a:xfrm>
                  <a:off x="3856295" y="5047146"/>
                  <a:ext cx="1026000" cy="187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F35B4E84-CBED-97BB-98BE-2983B50CDCEB}"/>
                  </a:ext>
                </a:extLst>
              </p14:cNvPr>
              <p14:cNvContentPartPr/>
              <p14:nvPr/>
            </p14:nvContentPartPr>
            <p14:xfrm>
              <a:off x="1937135" y="5744106"/>
              <a:ext cx="7716600" cy="91080"/>
            </p14:xfrm>
          </p:contentPart>
        </mc:Choice>
        <mc:Fallback xmlns="">
          <p:pic>
            <p:nvPicPr>
              <p:cNvPr id="23" name="Ink 22">
                <a:extLst>
                  <a:ext uri="{FF2B5EF4-FFF2-40B4-BE49-F238E27FC236}">
                    <a16:creationId xmlns:a16="http://schemas.microsoft.com/office/drawing/2014/main" id="{F35B4E84-CBED-97BB-98BE-2983B50CDCEB}"/>
                  </a:ext>
                </a:extLst>
              </p:cNvPr>
              <p:cNvPicPr/>
              <p:nvPr/>
            </p:nvPicPr>
            <p:blipFill>
              <a:blip r:embed="rId36"/>
              <a:stretch>
                <a:fillRect/>
              </a:stretch>
            </p:blipFill>
            <p:spPr>
              <a:xfrm>
                <a:off x="1932815" y="5739786"/>
                <a:ext cx="77252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4D6B16F7-F7AC-AE40-D3E5-26DB3A81D7AD}"/>
                  </a:ext>
                </a:extLst>
              </p14:cNvPr>
              <p14:cNvContentPartPr/>
              <p14:nvPr/>
            </p14:nvContentPartPr>
            <p14:xfrm>
              <a:off x="4598255" y="6391026"/>
              <a:ext cx="9114480" cy="720"/>
            </p14:xfrm>
          </p:contentPart>
        </mc:Choice>
        <mc:Fallback xmlns="">
          <p:pic>
            <p:nvPicPr>
              <p:cNvPr id="25" name="Ink 24">
                <a:extLst>
                  <a:ext uri="{FF2B5EF4-FFF2-40B4-BE49-F238E27FC236}">
                    <a16:creationId xmlns:a16="http://schemas.microsoft.com/office/drawing/2014/main" id="{4D6B16F7-F7AC-AE40-D3E5-26DB3A81D7AD}"/>
                  </a:ext>
                </a:extLst>
              </p:cNvPr>
              <p:cNvPicPr/>
              <p:nvPr/>
            </p:nvPicPr>
            <p:blipFill>
              <a:blip r:embed="rId38"/>
              <a:stretch>
                <a:fillRect/>
              </a:stretch>
            </p:blipFill>
            <p:spPr>
              <a:xfrm>
                <a:off x="4593935" y="6381666"/>
                <a:ext cx="9123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683E3BC4-0C0A-18AD-F512-79AAA6BD907F}"/>
                  </a:ext>
                </a:extLst>
              </p14:cNvPr>
              <p14:cNvContentPartPr/>
              <p14:nvPr/>
            </p14:nvContentPartPr>
            <p14:xfrm>
              <a:off x="924455" y="6889266"/>
              <a:ext cx="3591000" cy="147960"/>
            </p14:xfrm>
          </p:contentPart>
        </mc:Choice>
        <mc:Fallback xmlns="">
          <p:pic>
            <p:nvPicPr>
              <p:cNvPr id="26" name="Ink 25">
                <a:extLst>
                  <a:ext uri="{FF2B5EF4-FFF2-40B4-BE49-F238E27FC236}">
                    <a16:creationId xmlns:a16="http://schemas.microsoft.com/office/drawing/2014/main" id="{683E3BC4-0C0A-18AD-F512-79AAA6BD907F}"/>
                  </a:ext>
                </a:extLst>
              </p:cNvPr>
              <p:cNvPicPr/>
              <p:nvPr/>
            </p:nvPicPr>
            <p:blipFill>
              <a:blip r:embed="rId40"/>
              <a:stretch>
                <a:fillRect/>
              </a:stretch>
            </p:blipFill>
            <p:spPr>
              <a:xfrm>
                <a:off x="920135" y="6884946"/>
                <a:ext cx="3599640" cy="156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1" dirty="0">
                <a:solidFill>
                  <a:schemeClr val="bg1"/>
                </a:solidFill>
              </a:rPr>
              <a:t>…MLE: Example</a:t>
            </a:r>
            <a:endParaRPr lang="en-US" dirty="0">
              <a:solidFill>
                <a:schemeClr val="bg1"/>
              </a:solidFill>
            </a:endParaRPr>
          </a:p>
        </p:txBody>
      </p:sp>
      <mc:AlternateContent xmlns:mc="http://schemas.openxmlformats.org/markup-compatibility/2006" xmlns:a14="http://schemas.microsoft.com/office/drawing/2010/main">
        <mc:Choice Requires="a14">
          <p:sp>
            <p:nvSpPr>
              <p:cNvPr id="3" name="Rectangle 2"/>
              <p:cNvSpPr/>
              <p:nvPr/>
            </p:nvSpPr>
            <p:spPr>
              <a:xfrm>
                <a:off x="869950" y="1066800"/>
                <a:ext cx="12344400" cy="6494085"/>
              </a:xfrm>
              <a:prstGeom prst="rect">
                <a:avLst/>
              </a:prstGeom>
            </p:spPr>
            <p:txBody>
              <a:bodyPr wrap="square">
                <a:spAutoFit/>
              </a:bodyPr>
              <a:lstStyle/>
              <a:p>
                <a:pPr marL="457200" indent="-457200" algn="just">
                  <a:buFont typeface="Courier New" panose="02070309020205020404" pitchFamily="49" charset="0"/>
                  <a:buChar char="o"/>
                </a:pPr>
                <a:r>
                  <a:rPr lang="en-US" sz="2600" b="1" dirty="0"/>
                  <a:t>We can verify our visual impression by using calculus to find the value of p that maximizes likelihood</a:t>
                </a:r>
                <a:r>
                  <a:rPr lang="en-US" sz="2600" dirty="0"/>
                  <a:t>.</a:t>
                </a:r>
              </a:p>
              <a:p>
                <a:pPr marL="457200" indent="-457200" algn="just">
                  <a:buFont typeface="Courier New" panose="02070309020205020404" pitchFamily="49" charset="0"/>
                  <a:buChar char="o"/>
                </a:pPr>
                <a:endParaRPr lang="en-US" sz="2600" dirty="0"/>
              </a:p>
              <a:p>
                <a:pPr marL="457200" indent="-457200" algn="just">
                  <a:buFont typeface="Courier New" panose="02070309020205020404" pitchFamily="49" charset="0"/>
                  <a:buChar char="o"/>
                </a:pPr>
                <a:r>
                  <a:rPr lang="en-US" sz="2600" dirty="0"/>
                  <a:t>Working with the natural log of the joint </a:t>
                </a:r>
                <a:r>
                  <a:rPr lang="en-US" sz="2600" dirty="0" err="1"/>
                  <a:t>pmf</a:t>
                </a:r>
                <a:r>
                  <a:rPr lang="en-US" sz="2600" dirty="0"/>
                  <a:t> is often easier than working with the joint </a:t>
                </a:r>
                <a:r>
                  <a:rPr lang="en-US" sz="2600" dirty="0" err="1"/>
                  <a:t>pmf</a:t>
                </a:r>
                <a:r>
                  <a:rPr lang="en-US" sz="2600" dirty="0"/>
                  <a:t> itself, since the joint </a:t>
                </a:r>
                <a:r>
                  <a:rPr lang="en-US" sz="2600" dirty="0" err="1"/>
                  <a:t>pmf</a:t>
                </a:r>
                <a:r>
                  <a:rPr lang="en-US" sz="2600" dirty="0"/>
                  <a:t> is typically a product so its logarithm will be a sum.</a:t>
                </a:r>
              </a:p>
              <a:p>
                <a:pPr marL="457200" indent="-457200" algn="just">
                  <a:buFont typeface="Courier New" panose="02070309020205020404" pitchFamily="49" charset="0"/>
                  <a:buChar char="o"/>
                </a:pPr>
                <a:endParaRPr lang="en-US" sz="2600" dirty="0"/>
              </a:p>
              <a:p>
                <a:pPr marL="457200" indent="-457200" algn="just">
                  <a:buFont typeface="Courier New" panose="02070309020205020404" pitchFamily="49" charset="0"/>
                  <a:buChar char="o"/>
                </a:pPr>
                <a:r>
                  <a:rPr lang="en-US" sz="2600" dirty="0"/>
                  <a:t>Here  </a:t>
                </a:r>
                <a14:m>
                  <m:oMath xmlns:m="http://schemas.openxmlformats.org/officeDocument/2006/math">
                    <m:func>
                      <m:funcPr>
                        <m:ctrlPr>
                          <a:rPr lang="en-US" sz="2600" b="0" i="1" smtClean="0">
                            <a:latin typeface="Cambria Math" panose="02040503050406030204" pitchFamily="18" charset="0"/>
                          </a:rPr>
                        </m:ctrlPr>
                      </m:funcPr>
                      <m:fName>
                        <m:r>
                          <m:rPr>
                            <m:sty m:val="p"/>
                          </m:rPr>
                          <a:rPr lang="en-US" sz="2600" b="0" i="0" smtClean="0">
                            <a:latin typeface="Cambria Math" panose="02040503050406030204" pitchFamily="18" charset="0"/>
                          </a:rPr>
                          <m:t>log</m:t>
                        </m:r>
                      </m:fName>
                      <m:e>
                        <m:r>
                          <a:rPr lang="en-US" sz="2600" b="0" i="1" smtClean="0">
                            <a:latin typeface="Cambria Math" panose="02040503050406030204" pitchFamily="18" charset="0"/>
                          </a:rPr>
                          <m:t>𝑓</m:t>
                        </m:r>
                      </m:e>
                    </m:func>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m:rPr>
                            <m:sty m:val="p"/>
                          </m:rPr>
                          <a:rPr lang="en-US" sz="2600" b="0" i="0" smtClean="0">
                            <a:latin typeface="Cambria Math" panose="02040503050406030204" pitchFamily="18" charset="0"/>
                          </a:rPr>
                          <m:t>log</m:t>
                        </m:r>
                        <m:r>
                          <a:rPr lang="en-US" sz="2600" b="0" i="1" smtClean="0">
                            <a:latin typeface="Cambria Math" panose="02040503050406030204" pitchFamily="18" charset="0"/>
                          </a:rPr>
                          <m:t>⁡[</m:t>
                        </m:r>
                        <m:r>
                          <a:rPr lang="en-US" sz="2600" b="0" i="1" smtClean="0">
                            <a:latin typeface="Cambria Math" panose="02040503050406030204" pitchFamily="18" charset="0"/>
                          </a:rPr>
                          <m:t>𝑝</m:t>
                        </m:r>
                      </m:e>
                      <m:sup>
                        <m:r>
                          <a:rPr lang="en-US" sz="2600" b="0" i="1" smtClean="0">
                            <a:latin typeface="Cambria Math" panose="02040503050406030204" pitchFamily="18" charset="0"/>
                          </a:rPr>
                          <m:t>3</m:t>
                        </m:r>
                      </m:sup>
                    </m:sSup>
                    <m:sSup>
                      <m:sSupPr>
                        <m:ctrlPr>
                          <a:rPr lang="en-US" sz="2600" b="0" i="1" smtClean="0">
                            <a:latin typeface="Cambria Math" panose="02040503050406030204" pitchFamily="18" charset="0"/>
                          </a:rPr>
                        </m:ctrlPr>
                      </m:sSupPr>
                      <m:e>
                        <m:d>
                          <m:dPr>
                            <m:ctrlPr>
                              <a:rPr lang="en-US" sz="2600" b="0" i="1" smtClean="0">
                                <a:latin typeface="Cambria Math" panose="02040503050406030204" pitchFamily="18" charset="0"/>
                              </a:rPr>
                            </m:ctrlPr>
                          </m:dPr>
                          <m:e>
                            <m:r>
                              <a:rPr lang="en-US" sz="2600" b="0" i="1" smtClean="0">
                                <a:latin typeface="Cambria Math" panose="02040503050406030204" pitchFamily="18" charset="0"/>
                              </a:rPr>
                              <m:t>1−</m:t>
                            </m:r>
                            <m:r>
                              <a:rPr lang="en-US" sz="2600" b="0" i="1" smtClean="0">
                                <a:latin typeface="Cambria Math" panose="02040503050406030204" pitchFamily="18" charset="0"/>
                              </a:rPr>
                              <m:t>𝑝</m:t>
                            </m:r>
                          </m:e>
                        </m:d>
                      </m:e>
                      <m:sup>
                        <m:r>
                          <a:rPr lang="en-US" sz="2600" b="0" i="1" smtClean="0">
                            <a:latin typeface="Cambria Math" panose="02040503050406030204" pitchFamily="18" charset="0"/>
                          </a:rPr>
                          <m:t>7</m:t>
                        </m:r>
                      </m:sup>
                    </m:sSup>
                    <m:r>
                      <a:rPr lang="en-US" sz="2600" b="0" i="1" smtClean="0">
                        <a:latin typeface="Cambria Math" panose="02040503050406030204" pitchFamily="18" charset="0"/>
                      </a:rPr>
                      <m:t>]</m:t>
                    </m:r>
                  </m:oMath>
                </a14:m>
                <a:endParaRPr lang="en-US" sz="2600" dirty="0"/>
              </a:p>
              <a:p>
                <a:pPr marL="457200" indent="-457200" algn="just">
                  <a:buFont typeface="Courier New" panose="02070309020205020404" pitchFamily="49" charset="0"/>
                  <a:buChar char="o"/>
                </a:pPr>
                <a:endParaRPr lang="en-US" sz="2600" dirty="0"/>
              </a:p>
              <a:p>
                <a:pPr marL="457200" indent="-457200" algn="just">
                  <a:buFont typeface="Courier New" panose="02070309020205020404" pitchFamily="49" charset="0"/>
                  <a:buChar char="o"/>
                </a:pPr>
                <a:r>
                  <a:rPr lang="en-US" sz="2600" dirty="0"/>
                  <a:t>Gives In f = 3ln(p) + 7ln(1 − p)</a:t>
                </a:r>
              </a:p>
              <a:p>
                <a:pPr marL="457200" indent="-457200" algn="just">
                  <a:buFont typeface="Courier New" panose="02070309020205020404" pitchFamily="49" charset="0"/>
                  <a:buChar char="o"/>
                </a:pPr>
                <a:endParaRPr lang="en-US" sz="2600" dirty="0"/>
              </a:p>
              <a:p>
                <a:pPr marL="457200" indent="-457200" algn="just">
                  <a:buFont typeface="Courier New" panose="02070309020205020404" pitchFamily="49" charset="0"/>
                  <a:buChar char="o"/>
                </a:pPr>
                <a:r>
                  <a:rPr lang="en-US" sz="2600" dirty="0"/>
                  <a:t>Differentiating and equating this derivative to 0 and solving for p gives</a:t>
                </a:r>
              </a:p>
              <a:p>
                <a:pPr marL="457200" indent="-457200" algn="just">
                  <a:buFont typeface="Courier New" panose="02070309020205020404" pitchFamily="49" charset="0"/>
                  <a:buChar char="o"/>
                </a:pPr>
                <a:r>
                  <a:rPr lang="en-US" sz="2600" dirty="0"/>
                  <a:t>p = 3/10 = 0.30 as conjectured.</a:t>
                </a:r>
              </a:p>
              <a:p>
                <a:pPr marL="457200" indent="-457200" algn="just">
                  <a:buFont typeface="Courier New" panose="02070309020205020404" pitchFamily="49" charset="0"/>
                  <a:buChar char="o"/>
                </a:pPr>
                <a:r>
                  <a:rPr lang="en-US" sz="2600" dirty="0"/>
                  <a:t>That is, our point estimate is p = .30.</a:t>
                </a:r>
              </a:p>
              <a:p>
                <a:pPr marL="457200" indent="-457200" algn="just">
                  <a:buFont typeface="Courier New" panose="02070309020205020404" pitchFamily="49" charset="0"/>
                  <a:buChar char="o"/>
                </a:pPr>
                <a:endParaRPr lang="en-US" sz="2600" dirty="0"/>
              </a:p>
              <a:p>
                <a:pPr marL="457200" indent="-457200" algn="just">
                  <a:buFont typeface="Courier New" panose="02070309020205020404" pitchFamily="49" charset="0"/>
                  <a:buChar char="o"/>
                </a:pPr>
                <a:r>
                  <a:rPr lang="en-US" sz="2600" dirty="0"/>
                  <a:t>It is called the </a:t>
                </a:r>
                <a:r>
                  <a:rPr lang="en-US" sz="2600" dirty="0">
                    <a:solidFill>
                      <a:srgbClr val="FF0000"/>
                    </a:solidFill>
                  </a:rPr>
                  <a:t>maximum likelihood estimate </a:t>
                </a:r>
                <a:r>
                  <a:rPr lang="en-US" sz="2600" dirty="0"/>
                  <a:t>because it is the parameter value that maximizes the likelihood (joint </a:t>
                </a:r>
                <a:r>
                  <a:rPr lang="en-US" sz="2600" dirty="0" err="1"/>
                  <a:t>pmf</a:t>
                </a:r>
                <a:r>
                  <a:rPr lang="en-US" sz="2600" dirty="0"/>
                  <a:t>) of the observed sample.</a:t>
                </a:r>
              </a:p>
            </p:txBody>
          </p:sp>
        </mc:Choice>
        <mc:Fallback xmlns="">
          <p:sp>
            <p:nvSpPr>
              <p:cNvPr id="3" name="Rectangle 2"/>
              <p:cNvSpPr>
                <a:spLocks noRot="1" noChangeAspect="1" noMove="1" noResize="1" noEditPoints="1" noAdjustHandles="1" noChangeArrowheads="1" noChangeShapeType="1" noTextEdit="1"/>
              </p:cNvSpPr>
              <p:nvPr/>
            </p:nvSpPr>
            <p:spPr>
              <a:xfrm>
                <a:off x="869950" y="1066800"/>
                <a:ext cx="12344400" cy="6494085"/>
              </a:xfrm>
              <a:prstGeom prst="rect">
                <a:avLst/>
              </a:prstGeom>
              <a:blipFill>
                <a:blip r:embed="rId2"/>
                <a:stretch>
                  <a:fillRect l="-790" t="-751" r="-889" b="-1502"/>
                </a:stretch>
              </a:blipFill>
            </p:spPr>
            <p:txBody>
              <a:bodyPr/>
              <a:lstStyle/>
              <a:p>
                <a:r>
                  <a:rPr lang="en-IN">
                    <a:noFill/>
                  </a:rPr>
                  <a:t> </a:t>
                </a:r>
              </a:p>
            </p:txBody>
          </p:sp>
        </mc:Fallback>
      </mc:AlternateContent>
      <p:grpSp>
        <p:nvGrpSpPr>
          <p:cNvPr id="6" name="Group 5">
            <a:extLst>
              <a:ext uri="{FF2B5EF4-FFF2-40B4-BE49-F238E27FC236}">
                <a16:creationId xmlns:a16="http://schemas.microsoft.com/office/drawing/2014/main" id="{D7F8F0A0-F6CF-9ABF-29CD-0AC76FA1F1A0}"/>
              </a:ext>
            </a:extLst>
          </p:cNvPr>
          <p:cNvGrpSpPr/>
          <p:nvPr/>
        </p:nvGrpSpPr>
        <p:grpSpPr>
          <a:xfrm>
            <a:off x="1056575" y="7022826"/>
            <a:ext cx="8552520" cy="560880"/>
            <a:chOff x="1056575" y="7022826"/>
            <a:chExt cx="8552520" cy="56088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945AB1A-AFE8-1469-EAF0-913E714A3461}"/>
                    </a:ext>
                  </a:extLst>
                </p14:cNvPr>
                <p14:cNvContentPartPr/>
                <p14:nvPr/>
              </p14:nvContentPartPr>
              <p14:xfrm>
                <a:off x="3537695" y="7022826"/>
                <a:ext cx="4272840" cy="259920"/>
              </p14:xfrm>
            </p:contentPart>
          </mc:Choice>
          <mc:Fallback xmlns="">
            <p:pic>
              <p:nvPicPr>
                <p:cNvPr id="4" name="Ink 3">
                  <a:extLst>
                    <a:ext uri="{FF2B5EF4-FFF2-40B4-BE49-F238E27FC236}">
                      <a16:creationId xmlns:a16="http://schemas.microsoft.com/office/drawing/2014/main" id="{A945AB1A-AFE8-1469-EAF0-913E714A3461}"/>
                    </a:ext>
                  </a:extLst>
                </p:cNvPr>
                <p:cNvPicPr/>
                <p:nvPr/>
              </p:nvPicPr>
              <p:blipFill>
                <a:blip r:embed="rId4"/>
                <a:stretch>
                  <a:fillRect/>
                </a:stretch>
              </p:blipFill>
              <p:spPr>
                <a:xfrm>
                  <a:off x="3533375" y="7018506"/>
                  <a:ext cx="428148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CED24F0-42D3-787C-B3A8-772F0D67F1DD}"/>
                    </a:ext>
                  </a:extLst>
                </p14:cNvPr>
                <p14:cNvContentPartPr/>
                <p14:nvPr/>
              </p14:nvContentPartPr>
              <p14:xfrm>
                <a:off x="1056575" y="7400826"/>
                <a:ext cx="8552520" cy="182880"/>
              </p14:xfrm>
            </p:contentPart>
          </mc:Choice>
          <mc:Fallback xmlns="">
            <p:pic>
              <p:nvPicPr>
                <p:cNvPr id="5" name="Ink 4">
                  <a:extLst>
                    <a:ext uri="{FF2B5EF4-FFF2-40B4-BE49-F238E27FC236}">
                      <a16:creationId xmlns:a16="http://schemas.microsoft.com/office/drawing/2014/main" id="{BCED24F0-42D3-787C-B3A8-772F0D67F1DD}"/>
                    </a:ext>
                  </a:extLst>
                </p:cNvPr>
                <p:cNvPicPr/>
                <p:nvPr/>
              </p:nvPicPr>
              <p:blipFill>
                <a:blip r:embed="rId6"/>
                <a:stretch>
                  <a:fillRect/>
                </a:stretch>
              </p:blipFill>
              <p:spPr>
                <a:xfrm>
                  <a:off x="1052255" y="7396506"/>
                  <a:ext cx="8561160" cy="19152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1" dirty="0">
                <a:solidFill>
                  <a:schemeClr val="bg1"/>
                </a:solidFill>
              </a:rPr>
              <a:t>MLE: Example</a:t>
            </a:r>
            <a:endParaRPr lang="en-US" dirty="0">
              <a:solidFill>
                <a:schemeClr val="bg1"/>
              </a:solidFill>
            </a:endParaRPr>
          </a:p>
        </p:txBody>
      </p:sp>
      <p:sp>
        <p:nvSpPr>
          <p:cNvPr id="4" name="Rectangle 3"/>
          <p:cNvSpPr/>
          <p:nvPr/>
        </p:nvSpPr>
        <p:spPr>
          <a:xfrm>
            <a:off x="968296" y="1143000"/>
            <a:ext cx="12311247" cy="6093976"/>
          </a:xfrm>
          <a:prstGeom prst="rect">
            <a:avLst/>
          </a:prstGeom>
        </p:spPr>
        <p:txBody>
          <a:bodyPr wrap="square">
            <a:spAutoFit/>
          </a:bodyPr>
          <a:lstStyle/>
          <a:p>
            <a:pPr marL="457200" indent="-457200" algn="just">
              <a:buFont typeface="Wingdings" panose="05000000000000000000" pitchFamily="2" charset="2"/>
              <a:buChar char="Ø"/>
            </a:pPr>
            <a:r>
              <a:rPr lang="en-US" sz="2600" dirty="0"/>
              <a:t>﻿Suppose that rather than being told the condition of every helmet, we had only been informed that three of the ten were flawed. </a:t>
            </a:r>
          </a:p>
          <a:p>
            <a:pPr marL="457200" indent="-457200" algn="just">
              <a:buFont typeface="Wingdings" panose="05000000000000000000" pitchFamily="2" charset="2"/>
              <a:buChar char="Ø"/>
            </a:pPr>
            <a:endParaRPr lang="en-US" sz="2600" dirty="0"/>
          </a:p>
          <a:p>
            <a:pPr marL="457200" indent="-457200" algn="just">
              <a:buFont typeface="Wingdings" panose="05000000000000000000" pitchFamily="2" charset="2"/>
              <a:buChar char="Ø"/>
            </a:pPr>
            <a:r>
              <a:rPr lang="en-US" sz="2600" dirty="0"/>
              <a:t>Then we would have the observed value of a binomial random variable X = the number of flawed helmets.</a:t>
            </a:r>
          </a:p>
          <a:p>
            <a:pPr marL="457200" indent="-457200" algn="just">
              <a:buFont typeface="Wingdings" panose="05000000000000000000" pitchFamily="2" charset="2"/>
              <a:buChar char="Ø"/>
            </a:pPr>
            <a:endParaRPr lang="en-US" sz="2600" dirty="0"/>
          </a:p>
          <a:p>
            <a:pPr marL="457200" indent="-457200" algn="just">
              <a:buFont typeface="Wingdings" panose="05000000000000000000" pitchFamily="2" charset="2"/>
              <a:buChar char="Ø"/>
            </a:pPr>
            <a:r>
              <a:rPr lang="en-US" sz="2600" dirty="0"/>
              <a:t>The </a:t>
            </a:r>
            <a:r>
              <a:rPr lang="en-US" sz="2600" dirty="0" err="1"/>
              <a:t>pmf</a:t>
            </a:r>
            <a:r>
              <a:rPr lang="en-US" sz="2600" dirty="0"/>
              <a:t> of X becomes </a:t>
            </a:r>
            <a:r>
              <a:rPr lang="en-US" sz="2600" baseline="30000" dirty="0"/>
              <a:t>10</a:t>
            </a:r>
            <a:r>
              <a:rPr lang="en-US" sz="2600" dirty="0"/>
              <a:t>C</a:t>
            </a:r>
            <a:r>
              <a:rPr lang="en-US" sz="2600" baseline="-25000" dirty="0"/>
              <a:t>3 </a:t>
            </a:r>
            <a:r>
              <a:rPr lang="en-US" sz="2600" dirty="0"/>
              <a:t>p</a:t>
            </a:r>
            <a:r>
              <a:rPr lang="en-US" sz="2600" baseline="30000" dirty="0"/>
              <a:t>3</a:t>
            </a:r>
            <a:r>
              <a:rPr lang="en-US" sz="2600" dirty="0"/>
              <a:t>(1 − p)</a:t>
            </a:r>
            <a:r>
              <a:rPr lang="en-US" sz="2600" baseline="30000" dirty="0"/>
              <a:t>7</a:t>
            </a:r>
            <a:r>
              <a:rPr lang="en-US" sz="2600" dirty="0"/>
              <a:t>. The binomial coefficient (</a:t>
            </a:r>
            <a:r>
              <a:rPr lang="en-US" sz="2600" baseline="30000" dirty="0"/>
              <a:t>10</a:t>
            </a:r>
            <a:r>
              <a:rPr lang="en-US" sz="2600" dirty="0"/>
              <a:t>C</a:t>
            </a:r>
            <a:r>
              <a:rPr lang="en-US" sz="2600" baseline="-25000" dirty="0"/>
              <a:t>3</a:t>
            </a:r>
            <a:r>
              <a:rPr lang="en-US" sz="2600" dirty="0"/>
              <a:t>)is irrelevant to the maximization, so again p = 0.30.</a:t>
            </a:r>
          </a:p>
          <a:p>
            <a:pPr algn="just"/>
            <a:r>
              <a:rPr lang="en-US" sz="2600" dirty="0"/>
              <a:t>﻿</a:t>
            </a:r>
          </a:p>
          <a:p>
            <a:pPr marL="457200" indent="-457200" algn="just">
              <a:buFont typeface="Wingdings" panose="05000000000000000000" pitchFamily="2" charset="2"/>
              <a:buChar char="Ø"/>
            </a:pPr>
            <a:r>
              <a:rPr lang="en-US" sz="2600" dirty="0"/>
              <a:t>The likelihood function tells us how likely the observed sample is as a function of the possible parameter values.</a:t>
            </a:r>
          </a:p>
          <a:p>
            <a:pPr marL="457200" indent="-457200" algn="just">
              <a:buFont typeface="Wingdings" panose="05000000000000000000" pitchFamily="2" charset="2"/>
              <a:buChar char="Ø"/>
            </a:pPr>
            <a:endParaRPr lang="en-US" sz="2600" dirty="0"/>
          </a:p>
          <a:p>
            <a:pPr marL="457200" indent="-457200" algn="just">
              <a:buFont typeface="Wingdings" panose="05000000000000000000" pitchFamily="2" charset="2"/>
              <a:buChar char="Ø"/>
            </a:pPr>
            <a:r>
              <a:rPr lang="en-US" sz="2600" dirty="0"/>
              <a:t>Maximizing the likelihood gives the parameter values for which the observed sample is most likely to have been generated—that is, the parameter values that "agree most closely" with the observed data.</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CEB6962-D621-90CE-D879-2B449D136FC8}"/>
                  </a:ext>
                </a:extLst>
              </p14:cNvPr>
              <p14:cNvContentPartPr/>
              <p14:nvPr/>
            </p14:nvContentPartPr>
            <p14:xfrm>
              <a:off x="2689895" y="2042226"/>
              <a:ext cx="4389480" cy="172080"/>
            </p14:xfrm>
          </p:contentPart>
        </mc:Choice>
        <mc:Fallback xmlns="">
          <p:pic>
            <p:nvPicPr>
              <p:cNvPr id="3" name="Ink 2">
                <a:extLst>
                  <a:ext uri="{FF2B5EF4-FFF2-40B4-BE49-F238E27FC236}">
                    <a16:creationId xmlns:a16="http://schemas.microsoft.com/office/drawing/2014/main" id="{ACEB6962-D621-90CE-D879-2B449D136FC8}"/>
                  </a:ext>
                </a:extLst>
              </p:cNvPr>
              <p:cNvPicPr/>
              <p:nvPr/>
            </p:nvPicPr>
            <p:blipFill>
              <a:blip r:embed="rId3"/>
              <a:stretch>
                <a:fillRect/>
              </a:stretch>
            </p:blipFill>
            <p:spPr>
              <a:xfrm>
                <a:off x="2685575" y="2037906"/>
                <a:ext cx="43981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078DE53-6F4F-FAC9-D1A7-7841DD8C265D}"/>
                  </a:ext>
                </a:extLst>
              </p14:cNvPr>
              <p14:cNvContentPartPr/>
              <p14:nvPr/>
            </p14:nvContentPartPr>
            <p14:xfrm>
              <a:off x="4364975" y="2846106"/>
              <a:ext cx="9001800" cy="165240"/>
            </p14:xfrm>
          </p:contentPart>
        </mc:Choice>
        <mc:Fallback xmlns="">
          <p:pic>
            <p:nvPicPr>
              <p:cNvPr id="5" name="Ink 4">
                <a:extLst>
                  <a:ext uri="{FF2B5EF4-FFF2-40B4-BE49-F238E27FC236}">
                    <a16:creationId xmlns:a16="http://schemas.microsoft.com/office/drawing/2014/main" id="{1078DE53-6F4F-FAC9-D1A7-7841DD8C265D}"/>
                  </a:ext>
                </a:extLst>
              </p:cNvPr>
              <p:cNvPicPr/>
              <p:nvPr/>
            </p:nvPicPr>
            <p:blipFill>
              <a:blip r:embed="rId5"/>
              <a:stretch>
                <a:fillRect/>
              </a:stretch>
            </p:blipFill>
            <p:spPr>
              <a:xfrm>
                <a:off x="4360655" y="2841786"/>
                <a:ext cx="90104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BBA57BC-13DE-5E9F-E96A-7CA6ED89D744}"/>
                  </a:ext>
                </a:extLst>
              </p14:cNvPr>
              <p14:cNvContentPartPr/>
              <p14:nvPr/>
            </p14:nvContentPartPr>
            <p14:xfrm>
              <a:off x="1498295" y="3221586"/>
              <a:ext cx="2629080" cy="79920"/>
            </p14:xfrm>
          </p:contentPart>
        </mc:Choice>
        <mc:Fallback xmlns="">
          <p:pic>
            <p:nvPicPr>
              <p:cNvPr id="6" name="Ink 5">
                <a:extLst>
                  <a:ext uri="{FF2B5EF4-FFF2-40B4-BE49-F238E27FC236}">
                    <a16:creationId xmlns:a16="http://schemas.microsoft.com/office/drawing/2014/main" id="{9BBA57BC-13DE-5E9F-E96A-7CA6ED89D744}"/>
                  </a:ext>
                </a:extLst>
              </p:cNvPr>
              <p:cNvPicPr/>
              <p:nvPr/>
            </p:nvPicPr>
            <p:blipFill>
              <a:blip r:embed="rId7"/>
              <a:stretch>
                <a:fillRect/>
              </a:stretch>
            </p:blipFill>
            <p:spPr>
              <a:xfrm>
                <a:off x="1493975" y="3217266"/>
                <a:ext cx="26377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1A869A0F-AC94-0FA1-AC40-F50B7C513308}"/>
                  </a:ext>
                </a:extLst>
              </p14:cNvPr>
              <p14:cNvContentPartPr/>
              <p14:nvPr/>
            </p14:nvContentPartPr>
            <p14:xfrm>
              <a:off x="2011295" y="3497346"/>
              <a:ext cx="1309320" cy="519120"/>
            </p14:xfrm>
          </p:contentPart>
        </mc:Choice>
        <mc:Fallback xmlns="">
          <p:pic>
            <p:nvPicPr>
              <p:cNvPr id="7" name="Ink 6">
                <a:extLst>
                  <a:ext uri="{FF2B5EF4-FFF2-40B4-BE49-F238E27FC236}">
                    <a16:creationId xmlns:a16="http://schemas.microsoft.com/office/drawing/2014/main" id="{1A869A0F-AC94-0FA1-AC40-F50B7C513308}"/>
                  </a:ext>
                </a:extLst>
              </p:cNvPr>
              <p:cNvPicPr/>
              <p:nvPr/>
            </p:nvPicPr>
            <p:blipFill>
              <a:blip r:embed="rId9"/>
              <a:stretch>
                <a:fillRect/>
              </a:stretch>
            </p:blipFill>
            <p:spPr>
              <a:xfrm>
                <a:off x="2006975" y="3493026"/>
                <a:ext cx="1317960" cy="527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E9BAAB85-E22F-DB0A-9608-8BE91BE3F7A9}"/>
                  </a:ext>
                </a:extLst>
              </p14:cNvPr>
              <p14:cNvContentPartPr/>
              <p14:nvPr/>
            </p14:nvContentPartPr>
            <p14:xfrm>
              <a:off x="1418735" y="4335066"/>
              <a:ext cx="4297320" cy="165960"/>
            </p14:xfrm>
          </p:contentPart>
        </mc:Choice>
        <mc:Fallback xmlns="">
          <p:pic>
            <p:nvPicPr>
              <p:cNvPr id="37" name="Ink 36">
                <a:extLst>
                  <a:ext uri="{FF2B5EF4-FFF2-40B4-BE49-F238E27FC236}">
                    <a16:creationId xmlns:a16="http://schemas.microsoft.com/office/drawing/2014/main" id="{E9BAAB85-E22F-DB0A-9608-8BE91BE3F7A9}"/>
                  </a:ext>
                </a:extLst>
              </p:cNvPr>
              <p:cNvPicPr/>
              <p:nvPr/>
            </p:nvPicPr>
            <p:blipFill>
              <a:blip r:embed="rId11"/>
              <a:stretch>
                <a:fillRect/>
              </a:stretch>
            </p:blipFill>
            <p:spPr>
              <a:xfrm>
                <a:off x="1414415" y="4330746"/>
                <a:ext cx="4305960" cy="174600"/>
              </a:xfrm>
              <a:prstGeom prst="rect">
                <a:avLst/>
              </a:prstGeom>
            </p:spPr>
          </p:pic>
        </mc:Fallback>
      </mc:AlternateContent>
      <p:grpSp>
        <p:nvGrpSpPr>
          <p:cNvPr id="40" name="Group 39">
            <a:extLst>
              <a:ext uri="{FF2B5EF4-FFF2-40B4-BE49-F238E27FC236}">
                <a16:creationId xmlns:a16="http://schemas.microsoft.com/office/drawing/2014/main" id="{DD5D1ECF-0B75-7B9A-786A-51C5E11ECDA6}"/>
              </a:ext>
            </a:extLst>
          </p:cNvPr>
          <p:cNvGrpSpPr/>
          <p:nvPr/>
        </p:nvGrpSpPr>
        <p:grpSpPr>
          <a:xfrm>
            <a:off x="6167135" y="3860946"/>
            <a:ext cx="5782680" cy="1134000"/>
            <a:chOff x="6167135" y="3860946"/>
            <a:chExt cx="5782680" cy="1134000"/>
          </a:xfrm>
        </p:grpSpPr>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65F4A71C-98E7-44D9-5D2D-71206F3408C6}"/>
                    </a:ext>
                  </a:extLst>
                </p14:cNvPr>
                <p14:cNvContentPartPr/>
                <p14:nvPr/>
              </p14:nvContentPartPr>
              <p14:xfrm>
                <a:off x="6394295" y="4072266"/>
                <a:ext cx="205920" cy="548280"/>
              </p14:xfrm>
            </p:contentPart>
          </mc:Choice>
          <mc:Fallback xmlns="">
            <p:pic>
              <p:nvPicPr>
                <p:cNvPr id="8" name="Ink 7">
                  <a:extLst>
                    <a:ext uri="{FF2B5EF4-FFF2-40B4-BE49-F238E27FC236}">
                      <a16:creationId xmlns:a16="http://schemas.microsoft.com/office/drawing/2014/main" id="{65F4A71C-98E7-44D9-5D2D-71206F3408C6}"/>
                    </a:ext>
                  </a:extLst>
                </p:cNvPr>
                <p:cNvPicPr/>
                <p:nvPr/>
              </p:nvPicPr>
              <p:blipFill>
                <a:blip r:embed="rId13"/>
                <a:stretch>
                  <a:fillRect/>
                </a:stretch>
              </p:blipFill>
              <p:spPr>
                <a:xfrm>
                  <a:off x="6389975" y="4067946"/>
                  <a:ext cx="21456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C1199C2A-8C9F-EA10-C77D-83ACCA46F6E1}"/>
                    </a:ext>
                  </a:extLst>
                </p14:cNvPr>
                <p14:cNvContentPartPr/>
                <p14:nvPr/>
              </p14:nvContentPartPr>
              <p14:xfrm>
                <a:off x="6549095" y="4066506"/>
                <a:ext cx="419400" cy="797760"/>
              </p14:xfrm>
            </p:contentPart>
          </mc:Choice>
          <mc:Fallback xmlns="">
            <p:pic>
              <p:nvPicPr>
                <p:cNvPr id="9" name="Ink 8">
                  <a:extLst>
                    <a:ext uri="{FF2B5EF4-FFF2-40B4-BE49-F238E27FC236}">
                      <a16:creationId xmlns:a16="http://schemas.microsoft.com/office/drawing/2014/main" id="{C1199C2A-8C9F-EA10-C77D-83ACCA46F6E1}"/>
                    </a:ext>
                  </a:extLst>
                </p:cNvPr>
                <p:cNvPicPr/>
                <p:nvPr/>
              </p:nvPicPr>
              <p:blipFill>
                <a:blip r:embed="rId15"/>
                <a:stretch>
                  <a:fillRect/>
                </a:stretch>
              </p:blipFill>
              <p:spPr>
                <a:xfrm>
                  <a:off x="6544775" y="4062186"/>
                  <a:ext cx="428040" cy="80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C6CE82BA-1251-FB1D-15A3-094659F7B726}"/>
                    </a:ext>
                  </a:extLst>
                </p14:cNvPr>
                <p14:cNvContentPartPr/>
                <p14:nvPr/>
              </p14:nvContentPartPr>
              <p14:xfrm>
                <a:off x="6867335" y="4148586"/>
                <a:ext cx="294120" cy="405360"/>
              </p14:xfrm>
            </p:contentPart>
          </mc:Choice>
          <mc:Fallback xmlns="">
            <p:pic>
              <p:nvPicPr>
                <p:cNvPr id="10" name="Ink 9">
                  <a:extLst>
                    <a:ext uri="{FF2B5EF4-FFF2-40B4-BE49-F238E27FC236}">
                      <a16:creationId xmlns:a16="http://schemas.microsoft.com/office/drawing/2014/main" id="{C6CE82BA-1251-FB1D-15A3-094659F7B726}"/>
                    </a:ext>
                  </a:extLst>
                </p:cNvPr>
                <p:cNvPicPr/>
                <p:nvPr/>
              </p:nvPicPr>
              <p:blipFill>
                <a:blip r:embed="rId17"/>
                <a:stretch>
                  <a:fillRect/>
                </a:stretch>
              </p:blipFill>
              <p:spPr>
                <a:xfrm>
                  <a:off x="6863015" y="4144266"/>
                  <a:ext cx="30276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7A22E811-209C-A8C4-C2D1-CD9D325C72B0}"/>
                    </a:ext>
                  </a:extLst>
                </p14:cNvPr>
                <p14:cNvContentPartPr/>
                <p14:nvPr/>
              </p14:nvContentPartPr>
              <p14:xfrm>
                <a:off x="6870215" y="4206546"/>
                <a:ext cx="235440" cy="378720"/>
              </p14:xfrm>
            </p:contentPart>
          </mc:Choice>
          <mc:Fallback xmlns="">
            <p:pic>
              <p:nvPicPr>
                <p:cNvPr id="11" name="Ink 10">
                  <a:extLst>
                    <a:ext uri="{FF2B5EF4-FFF2-40B4-BE49-F238E27FC236}">
                      <a16:creationId xmlns:a16="http://schemas.microsoft.com/office/drawing/2014/main" id="{7A22E811-209C-A8C4-C2D1-CD9D325C72B0}"/>
                    </a:ext>
                  </a:extLst>
                </p:cNvPr>
                <p:cNvPicPr/>
                <p:nvPr/>
              </p:nvPicPr>
              <p:blipFill>
                <a:blip r:embed="rId19"/>
                <a:stretch>
                  <a:fillRect/>
                </a:stretch>
              </p:blipFill>
              <p:spPr>
                <a:xfrm>
                  <a:off x="6865895" y="4202226"/>
                  <a:ext cx="24408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6AAE309E-CB66-2A15-61CC-B210551F082F}"/>
                    </a:ext>
                  </a:extLst>
                </p14:cNvPr>
                <p14:cNvContentPartPr/>
                <p14:nvPr/>
              </p14:nvContentPartPr>
              <p14:xfrm>
                <a:off x="7292135" y="4315626"/>
                <a:ext cx="216360" cy="18360"/>
              </p14:xfrm>
            </p:contentPart>
          </mc:Choice>
          <mc:Fallback xmlns="">
            <p:pic>
              <p:nvPicPr>
                <p:cNvPr id="12" name="Ink 11">
                  <a:extLst>
                    <a:ext uri="{FF2B5EF4-FFF2-40B4-BE49-F238E27FC236}">
                      <a16:creationId xmlns:a16="http://schemas.microsoft.com/office/drawing/2014/main" id="{6AAE309E-CB66-2A15-61CC-B210551F082F}"/>
                    </a:ext>
                  </a:extLst>
                </p:cNvPr>
                <p:cNvPicPr/>
                <p:nvPr/>
              </p:nvPicPr>
              <p:blipFill>
                <a:blip r:embed="rId21"/>
                <a:stretch>
                  <a:fillRect/>
                </a:stretch>
              </p:blipFill>
              <p:spPr>
                <a:xfrm>
                  <a:off x="7287815" y="4311306"/>
                  <a:ext cx="2250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2F02D588-C2EC-4817-A632-C6E30DA402C3}"/>
                    </a:ext>
                  </a:extLst>
                </p14:cNvPr>
                <p14:cNvContentPartPr/>
                <p14:nvPr/>
              </p14:nvContentPartPr>
              <p14:xfrm>
                <a:off x="7250735" y="4387986"/>
                <a:ext cx="304200" cy="42120"/>
              </p14:xfrm>
            </p:contentPart>
          </mc:Choice>
          <mc:Fallback xmlns="">
            <p:pic>
              <p:nvPicPr>
                <p:cNvPr id="13" name="Ink 12">
                  <a:extLst>
                    <a:ext uri="{FF2B5EF4-FFF2-40B4-BE49-F238E27FC236}">
                      <a16:creationId xmlns:a16="http://schemas.microsoft.com/office/drawing/2014/main" id="{2F02D588-C2EC-4817-A632-C6E30DA402C3}"/>
                    </a:ext>
                  </a:extLst>
                </p:cNvPr>
                <p:cNvPicPr/>
                <p:nvPr/>
              </p:nvPicPr>
              <p:blipFill>
                <a:blip r:embed="rId23"/>
                <a:stretch>
                  <a:fillRect/>
                </a:stretch>
              </p:blipFill>
              <p:spPr>
                <a:xfrm>
                  <a:off x="7246415" y="4383666"/>
                  <a:ext cx="3128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9D6718D1-7392-26B4-BDDB-50C7AECF9E4B}"/>
                    </a:ext>
                  </a:extLst>
                </p14:cNvPr>
                <p14:cNvContentPartPr/>
                <p14:nvPr/>
              </p14:nvContentPartPr>
              <p14:xfrm>
                <a:off x="7738895" y="4124466"/>
                <a:ext cx="195480" cy="344520"/>
              </p14:xfrm>
            </p:contentPart>
          </mc:Choice>
          <mc:Fallback xmlns="">
            <p:pic>
              <p:nvPicPr>
                <p:cNvPr id="14" name="Ink 13">
                  <a:extLst>
                    <a:ext uri="{FF2B5EF4-FFF2-40B4-BE49-F238E27FC236}">
                      <a16:creationId xmlns:a16="http://schemas.microsoft.com/office/drawing/2014/main" id="{9D6718D1-7392-26B4-BDDB-50C7AECF9E4B}"/>
                    </a:ext>
                  </a:extLst>
                </p:cNvPr>
                <p:cNvPicPr/>
                <p:nvPr/>
              </p:nvPicPr>
              <p:blipFill>
                <a:blip r:embed="rId25"/>
                <a:stretch>
                  <a:fillRect/>
                </a:stretch>
              </p:blipFill>
              <p:spPr>
                <a:xfrm>
                  <a:off x="7734575" y="4120146"/>
                  <a:ext cx="20412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B3940A49-F1BE-D99F-AA1E-8C4D823E5D90}"/>
                    </a:ext>
                  </a:extLst>
                </p14:cNvPr>
                <p14:cNvContentPartPr/>
                <p14:nvPr/>
              </p14:nvContentPartPr>
              <p14:xfrm>
                <a:off x="7704695" y="3934026"/>
                <a:ext cx="263880" cy="1024560"/>
              </p14:xfrm>
            </p:contentPart>
          </mc:Choice>
          <mc:Fallback xmlns="">
            <p:pic>
              <p:nvPicPr>
                <p:cNvPr id="15" name="Ink 14">
                  <a:extLst>
                    <a:ext uri="{FF2B5EF4-FFF2-40B4-BE49-F238E27FC236}">
                      <a16:creationId xmlns:a16="http://schemas.microsoft.com/office/drawing/2014/main" id="{B3940A49-F1BE-D99F-AA1E-8C4D823E5D90}"/>
                    </a:ext>
                  </a:extLst>
                </p:cNvPr>
                <p:cNvPicPr/>
                <p:nvPr/>
              </p:nvPicPr>
              <p:blipFill>
                <a:blip r:embed="rId27"/>
                <a:stretch>
                  <a:fillRect/>
                </a:stretch>
              </p:blipFill>
              <p:spPr>
                <a:xfrm>
                  <a:off x="7700375" y="3929706"/>
                  <a:ext cx="272520" cy="1033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0925FFB5-9D86-D3D9-1438-86FDED01A3B8}"/>
                    </a:ext>
                  </a:extLst>
                </p14:cNvPr>
                <p14:cNvContentPartPr/>
                <p14:nvPr/>
              </p14:nvContentPartPr>
              <p14:xfrm>
                <a:off x="8391575" y="4311306"/>
                <a:ext cx="189720" cy="27720"/>
              </p14:xfrm>
            </p:contentPart>
          </mc:Choice>
          <mc:Fallback xmlns="">
            <p:pic>
              <p:nvPicPr>
                <p:cNvPr id="17" name="Ink 16">
                  <a:extLst>
                    <a:ext uri="{FF2B5EF4-FFF2-40B4-BE49-F238E27FC236}">
                      <a16:creationId xmlns:a16="http://schemas.microsoft.com/office/drawing/2014/main" id="{0925FFB5-9D86-D3D9-1438-86FDED01A3B8}"/>
                    </a:ext>
                  </a:extLst>
                </p:cNvPr>
                <p:cNvPicPr/>
                <p:nvPr/>
              </p:nvPicPr>
              <p:blipFill>
                <a:blip r:embed="rId29"/>
                <a:stretch>
                  <a:fillRect/>
                </a:stretch>
              </p:blipFill>
              <p:spPr>
                <a:xfrm>
                  <a:off x="8387255" y="4306986"/>
                  <a:ext cx="1983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7124AC17-0145-0CE7-52B9-22A6D9BA3BD9}"/>
                    </a:ext>
                  </a:extLst>
                </p14:cNvPr>
                <p14:cNvContentPartPr/>
                <p14:nvPr/>
              </p14:nvContentPartPr>
              <p14:xfrm>
                <a:off x="8335415" y="4375386"/>
                <a:ext cx="309240" cy="92520"/>
              </p14:xfrm>
            </p:contentPart>
          </mc:Choice>
          <mc:Fallback xmlns="">
            <p:pic>
              <p:nvPicPr>
                <p:cNvPr id="18" name="Ink 17">
                  <a:extLst>
                    <a:ext uri="{FF2B5EF4-FFF2-40B4-BE49-F238E27FC236}">
                      <a16:creationId xmlns:a16="http://schemas.microsoft.com/office/drawing/2014/main" id="{7124AC17-0145-0CE7-52B9-22A6D9BA3BD9}"/>
                    </a:ext>
                  </a:extLst>
                </p:cNvPr>
                <p:cNvPicPr/>
                <p:nvPr/>
              </p:nvPicPr>
              <p:blipFill>
                <a:blip r:embed="rId31"/>
                <a:stretch>
                  <a:fillRect/>
                </a:stretch>
              </p:blipFill>
              <p:spPr>
                <a:xfrm>
                  <a:off x="8331095" y="4371066"/>
                  <a:ext cx="31788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E6E26E86-8576-6D39-89EE-4FA0CD29BB41}"/>
                    </a:ext>
                  </a:extLst>
                </p14:cNvPr>
                <p14:cNvContentPartPr/>
                <p14:nvPr/>
              </p14:nvContentPartPr>
              <p14:xfrm>
                <a:off x="9170255" y="4016106"/>
                <a:ext cx="59760" cy="299160"/>
              </p14:xfrm>
            </p:contentPart>
          </mc:Choice>
          <mc:Fallback xmlns="">
            <p:pic>
              <p:nvPicPr>
                <p:cNvPr id="19" name="Ink 18">
                  <a:extLst>
                    <a:ext uri="{FF2B5EF4-FFF2-40B4-BE49-F238E27FC236}">
                      <a16:creationId xmlns:a16="http://schemas.microsoft.com/office/drawing/2014/main" id="{E6E26E86-8576-6D39-89EE-4FA0CD29BB41}"/>
                    </a:ext>
                  </a:extLst>
                </p:cNvPr>
                <p:cNvPicPr/>
                <p:nvPr/>
              </p:nvPicPr>
              <p:blipFill>
                <a:blip r:embed="rId33"/>
                <a:stretch>
                  <a:fillRect/>
                </a:stretch>
              </p:blipFill>
              <p:spPr>
                <a:xfrm>
                  <a:off x="9165935" y="4011786"/>
                  <a:ext cx="684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E89EFA9D-5E7F-42CF-E30C-779193184A1A}"/>
                    </a:ext>
                  </a:extLst>
                </p14:cNvPr>
                <p14:cNvContentPartPr/>
                <p14:nvPr/>
              </p14:nvContentPartPr>
              <p14:xfrm>
                <a:off x="9326855" y="4074426"/>
                <a:ext cx="205200" cy="150120"/>
              </p14:xfrm>
            </p:contentPart>
          </mc:Choice>
          <mc:Fallback xmlns="">
            <p:pic>
              <p:nvPicPr>
                <p:cNvPr id="20" name="Ink 19">
                  <a:extLst>
                    <a:ext uri="{FF2B5EF4-FFF2-40B4-BE49-F238E27FC236}">
                      <a16:creationId xmlns:a16="http://schemas.microsoft.com/office/drawing/2014/main" id="{E89EFA9D-5E7F-42CF-E30C-779193184A1A}"/>
                    </a:ext>
                  </a:extLst>
                </p:cNvPr>
                <p:cNvPicPr/>
                <p:nvPr/>
              </p:nvPicPr>
              <p:blipFill>
                <a:blip r:embed="rId35"/>
                <a:stretch>
                  <a:fillRect/>
                </a:stretch>
              </p:blipFill>
              <p:spPr>
                <a:xfrm>
                  <a:off x="9322535" y="4070106"/>
                  <a:ext cx="2138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DA84B178-0994-2BF1-8761-59C2B61BB023}"/>
                    </a:ext>
                  </a:extLst>
                </p14:cNvPr>
                <p14:cNvContentPartPr/>
                <p14:nvPr/>
              </p14:nvContentPartPr>
              <p14:xfrm>
                <a:off x="9217055" y="4474026"/>
                <a:ext cx="217080" cy="247680"/>
              </p14:xfrm>
            </p:contentPart>
          </mc:Choice>
          <mc:Fallback xmlns="">
            <p:pic>
              <p:nvPicPr>
                <p:cNvPr id="21" name="Ink 20">
                  <a:extLst>
                    <a:ext uri="{FF2B5EF4-FFF2-40B4-BE49-F238E27FC236}">
                      <a16:creationId xmlns:a16="http://schemas.microsoft.com/office/drawing/2014/main" id="{DA84B178-0994-2BF1-8761-59C2B61BB023}"/>
                    </a:ext>
                  </a:extLst>
                </p:cNvPr>
                <p:cNvPicPr/>
                <p:nvPr/>
              </p:nvPicPr>
              <p:blipFill>
                <a:blip r:embed="rId37"/>
                <a:stretch>
                  <a:fillRect/>
                </a:stretch>
              </p:blipFill>
              <p:spPr>
                <a:xfrm>
                  <a:off x="9212735" y="4469706"/>
                  <a:ext cx="2257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7798BC51-C27F-1FDE-F09E-36B89049032E}"/>
                    </a:ext>
                  </a:extLst>
                </p14:cNvPr>
                <p14:cNvContentPartPr/>
                <p14:nvPr/>
              </p14:nvContentPartPr>
              <p14:xfrm>
                <a:off x="8826455" y="3860946"/>
                <a:ext cx="372240" cy="1047240"/>
              </p14:xfrm>
            </p:contentPart>
          </mc:Choice>
          <mc:Fallback xmlns="">
            <p:pic>
              <p:nvPicPr>
                <p:cNvPr id="22" name="Ink 21">
                  <a:extLst>
                    <a:ext uri="{FF2B5EF4-FFF2-40B4-BE49-F238E27FC236}">
                      <a16:creationId xmlns:a16="http://schemas.microsoft.com/office/drawing/2014/main" id="{7798BC51-C27F-1FDE-F09E-36B89049032E}"/>
                    </a:ext>
                  </a:extLst>
                </p:cNvPr>
                <p:cNvPicPr/>
                <p:nvPr/>
              </p:nvPicPr>
              <p:blipFill>
                <a:blip r:embed="rId39"/>
                <a:stretch>
                  <a:fillRect/>
                </a:stretch>
              </p:blipFill>
              <p:spPr>
                <a:xfrm>
                  <a:off x="8822135" y="3856626"/>
                  <a:ext cx="380880" cy="1055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87BD447C-4854-7BE5-164C-3B93BB4C26D2}"/>
                    </a:ext>
                  </a:extLst>
                </p14:cNvPr>
                <p14:cNvContentPartPr/>
                <p14:nvPr/>
              </p14:nvContentPartPr>
              <p14:xfrm>
                <a:off x="9502175" y="3898746"/>
                <a:ext cx="231120" cy="1096200"/>
              </p14:xfrm>
            </p:contentPart>
          </mc:Choice>
          <mc:Fallback xmlns="">
            <p:pic>
              <p:nvPicPr>
                <p:cNvPr id="23" name="Ink 22">
                  <a:extLst>
                    <a:ext uri="{FF2B5EF4-FFF2-40B4-BE49-F238E27FC236}">
                      <a16:creationId xmlns:a16="http://schemas.microsoft.com/office/drawing/2014/main" id="{87BD447C-4854-7BE5-164C-3B93BB4C26D2}"/>
                    </a:ext>
                  </a:extLst>
                </p:cNvPr>
                <p:cNvPicPr/>
                <p:nvPr/>
              </p:nvPicPr>
              <p:blipFill>
                <a:blip r:embed="rId41"/>
                <a:stretch>
                  <a:fillRect/>
                </a:stretch>
              </p:blipFill>
              <p:spPr>
                <a:xfrm>
                  <a:off x="9497855" y="3894426"/>
                  <a:ext cx="239760" cy="1104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A1ED9EA4-CC0A-D37C-8284-5620B82B6602}"/>
                    </a:ext>
                  </a:extLst>
                </p14:cNvPr>
                <p14:cNvContentPartPr/>
                <p14:nvPr/>
              </p14:nvContentPartPr>
              <p14:xfrm>
                <a:off x="9937055" y="4212306"/>
                <a:ext cx="181440" cy="533160"/>
              </p14:xfrm>
            </p:contentPart>
          </mc:Choice>
          <mc:Fallback xmlns="">
            <p:pic>
              <p:nvPicPr>
                <p:cNvPr id="24" name="Ink 23">
                  <a:extLst>
                    <a:ext uri="{FF2B5EF4-FFF2-40B4-BE49-F238E27FC236}">
                      <a16:creationId xmlns:a16="http://schemas.microsoft.com/office/drawing/2014/main" id="{A1ED9EA4-CC0A-D37C-8284-5620B82B6602}"/>
                    </a:ext>
                  </a:extLst>
                </p:cNvPr>
                <p:cNvPicPr/>
                <p:nvPr/>
              </p:nvPicPr>
              <p:blipFill>
                <a:blip r:embed="rId43"/>
                <a:stretch>
                  <a:fillRect/>
                </a:stretch>
              </p:blipFill>
              <p:spPr>
                <a:xfrm>
                  <a:off x="9932735" y="4207986"/>
                  <a:ext cx="190080" cy="541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0FFF6FED-6EBA-DAB4-32FC-7790AA56B1EC}"/>
                    </a:ext>
                  </a:extLst>
                </p14:cNvPr>
                <p14:cNvContentPartPr/>
                <p14:nvPr/>
              </p14:nvContentPartPr>
              <p14:xfrm>
                <a:off x="10209575" y="3970746"/>
                <a:ext cx="155880" cy="267120"/>
              </p14:xfrm>
            </p:contentPart>
          </mc:Choice>
          <mc:Fallback xmlns="">
            <p:pic>
              <p:nvPicPr>
                <p:cNvPr id="25" name="Ink 24">
                  <a:extLst>
                    <a:ext uri="{FF2B5EF4-FFF2-40B4-BE49-F238E27FC236}">
                      <a16:creationId xmlns:a16="http://schemas.microsoft.com/office/drawing/2014/main" id="{0FFF6FED-6EBA-DAB4-32FC-7790AA56B1EC}"/>
                    </a:ext>
                  </a:extLst>
                </p:cNvPr>
                <p:cNvPicPr/>
                <p:nvPr/>
              </p:nvPicPr>
              <p:blipFill>
                <a:blip r:embed="rId45"/>
                <a:stretch>
                  <a:fillRect/>
                </a:stretch>
              </p:blipFill>
              <p:spPr>
                <a:xfrm>
                  <a:off x="10205255" y="3966426"/>
                  <a:ext cx="1645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FB92D3A7-E653-BB07-8EFA-24474518A261}"/>
                    </a:ext>
                  </a:extLst>
                </p14:cNvPr>
                <p14:cNvContentPartPr/>
                <p14:nvPr/>
              </p14:nvContentPartPr>
              <p14:xfrm>
                <a:off x="10453655" y="3989826"/>
                <a:ext cx="346680" cy="659520"/>
              </p14:xfrm>
            </p:contentPart>
          </mc:Choice>
          <mc:Fallback xmlns="">
            <p:pic>
              <p:nvPicPr>
                <p:cNvPr id="26" name="Ink 25">
                  <a:extLst>
                    <a:ext uri="{FF2B5EF4-FFF2-40B4-BE49-F238E27FC236}">
                      <a16:creationId xmlns:a16="http://schemas.microsoft.com/office/drawing/2014/main" id="{FB92D3A7-E653-BB07-8EFA-24474518A261}"/>
                    </a:ext>
                  </a:extLst>
                </p:cNvPr>
                <p:cNvPicPr/>
                <p:nvPr/>
              </p:nvPicPr>
              <p:blipFill>
                <a:blip r:embed="rId47"/>
                <a:stretch>
                  <a:fillRect/>
                </a:stretch>
              </p:blipFill>
              <p:spPr>
                <a:xfrm>
                  <a:off x="10449335" y="3985506"/>
                  <a:ext cx="355320" cy="668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DC5CFB19-6579-95DB-DE08-5CBAB11E59ED}"/>
                    </a:ext>
                  </a:extLst>
                </p14:cNvPr>
                <p14:cNvContentPartPr/>
                <p14:nvPr/>
              </p14:nvContentPartPr>
              <p14:xfrm>
                <a:off x="10697015" y="4128426"/>
                <a:ext cx="35280" cy="323640"/>
              </p14:xfrm>
            </p:contentPart>
          </mc:Choice>
          <mc:Fallback xmlns="">
            <p:pic>
              <p:nvPicPr>
                <p:cNvPr id="27" name="Ink 26">
                  <a:extLst>
                    <a:ext uri="{FF2B5EF4-FFF2-40B4-BE49-F238E27FC236}">
                      <a16:creationId xmlns:a16="http://schemas.microsoft.com/office/drawing/2014/main" id="{DC5CFB19-6579-95DB-DE08-5CBAB11E59ED}"/>
                    </a:ext>
                  </a:extLst>
                </p:cNvPr>
                <p:cNvPicPr/>
                <p:nvPr/>
              </p:nvPicPr>
              <p:blipFill>
                <a:blip r:embed="rId49"/>
                <a:stretch>
                  <a:fillRect/>
                </a:stretch>
              </p:blipFill>
              <p:spPr>
                <a:xfrm>
                  <a:off x="10692695" y="4124106"/>
                  <a:ext cx="4392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D4361D8F-B243-3CBB-4C0C-049908F7F263}"/>
                    </a:ext>
                  </a:extLst>
                </p14:cNvPr>
                <p14:cNvContentPartPr/>
                <p14:nvPr/>
              </p14:nvContentPartPr>
              <p14:xfrm>
                <a:off x="10972775" y="4282146"/>
                <a:ext cx="119880" cy="31680"/>
              </p14:xfrm>
            </p:contentPart>
          </mc:Choice>
          <mc:Fallback xmlns="">
            <p:pic>
              <p:nvPicPr>
                <p:cNvPr id="28" name="Ink 27">
                  <a:extLst>
                    <a:ext uri="{FF2B5EF4-FFF2-40B4-BE49-F238E27FC236}">
                      <a16:creationId xmlns:a16="http://schemas.microsoft.com/office/drawing/2014/main" id="{D4361D8F-B243-3CBB-4C0C-049908F7F263}"/>
                    </a:ext>
                  </a:extLst>
                </p:cNvPr>
                <p:cNvPicPr/>
                <p:nvPr/>
              </p:nvPicPr>
              <p:blipFill>
                <a:blip r:embed="rId51"/>
                <a:stretch>
                  <a:fillRect/>
                </a:stretch>
              </p:blipFill>
              <p:spPr>
                <a:xfrm>
                  <a:off x="10968455" y="4277826"/>
                  <a:ext cx="12852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B7EB847C-356F-6C81-16CD-3543B00E13D5}"/>
                    </a:ext>
                  </a:extLst>
                </p14:cNvPr>
                <p14:cNvContentPartPr/>
                <p14:nvPr/>
              </p14:nvContentPartPr>
              <p14:xfrm>
                <a:off x="11279855" y="4276026"/>
                <a:ext cx="47520" cy="494280"/>
              </p14:xfrm>
            </p:contentPart>
          </mc:Choice>
          <mc:Fallback xmlns="">
            <p:pic>
              <p:nvPicPr>
                <p:cNvPr id="29" name="Ink 28">
                  <a:extLst>
                    <a:ext uri="{FF2B5EF4-FFF2-40B4-BE49-F238E27FC236}">
                      <a16:creationId xmlns:a16="http://schemas.microsoft.com/office/drawing/2014/main" id="{B7EB847C-356F-6C81-16CD-3543B00E13D5}"/>
                    </a:ext>
                  </a:extLst>
                </p:cNvPr>
                <p:cNvPicPr/>
                <p:nvPr/>
              </p:nvPicPr>
              <p:blipFill>
                <a:blip r:embed="rId53"/>
                <a:stretch>
                  <a:fillRect/>
                </a:stretch>
              </p:blipFill>
              <p:spPr>
                <a:xfrm>
                  <a:off x="11275535" y="4271706"/>
                  <a:ext cx="56160" cy="502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726AAD0D-CDF4-8B78-8FF7-768BC7A9B9E0}"/>
                    </a:ext>
                  </a:extLst>
                </p14:cNvPr>
                <p14:cNvContentPartPr/>
                <p14:nvPr/>
              </p14:nvContentPartPr>
              <p14:xfrm>
                <a:off x="11279135" y="4220226"/>
                <a:ext cx="177480" cy="185040"/>
              </p14:xfrm>
            </p:contentPart>
          </mc:Choice>
          <mc:Fallback xmlns="">
            <p:pic>
              <p:nvPicPr>
                <p:cNvPr id="30" name="Ink 29">
                  <a:extLst>
                    <a:ext uri="{FF2B5EF4-FFF2-40B4-BE49-F238E27FC236}">
                      <a16:creationId xmlns:a16="http://schemas.microsoft.com/office/drawing/2014/main" id="{726AAD0D-CDF4-8B78-8FF7-768BC7A9B9E0}"/>
                    </a:ext>
                  </a:extLst>
                </p:cNvPr>
                <p:cNvPicPr/>
                <p:nvPr/>
              </p:nvPicPr>
              <p:blipFill>
                <a:blip r:embed="rId55"/>
                <a:stretch>
                  <a:fillRect/>
                </a:stretch>
              </p:blipFill>
              <p:spPr>
                <a:xfrm>
                  <a:off x="11274815" y="4215906"/>
                  <a:ext cx="1861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1C6EE7E1-6A56-F5E0-075C-2B7352D048A8}"/>
                    </a:ext>
                  </a:extLst>
                </p14:cNvPr>
                <p14:cNvContentPartPr/>
                <p14:nvPr/>
              </p14:nvContentPartPr>
              <p14:xfrm>
                <a:off x="11318375" y="3960666"/>
                <a:ext cx="289800" cy="903240"/>
              </p14:xfrm>
            </p:contentPart>
          </mc:Choice>
          <mc:Fallback xmlns="">
            <p:pic>
              <p:nvPicPr>
                <p:cNvPr id="31" name="Ink 30">
                  <a:extLst>
                    <a:ext uri="{FF2B5EF4-FFF2-40B4-BE49-F238E27FC236}">
                      <a16:creationId xmlns:a16="http://schemas.microsoft.com/office/drawing/2014/main" id="{1C6EE7E1-6A56-F5E0-075C-2B7352D048A8}"/>
                    </a:ext>
                  </a:extLst>
                </p:cNvPr>
                <p:cNvPicPr/>
                <p:nvPr/>
              </p:nvPicPr>
              <p:blipFill>
                <a:blip r:embed="rId57"/>
                <a:stretch>
                  <a:fillRect/>
                </a:stretch>
              </p:blipFill>
              <p:spPr>
                <a:xfrm>
                  <a:off x="11314055" y="3956346"/>
                  <a:ext cx="298440" cy="911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AD9934AD-89D4-3202-A1B9-C5E9A6FF47B4}"/>
                    </a:ext>
                  </a:extLst>
                </p14:cNvPr>
                <p14:cNvContentPartPr/>
                <p14:nvPr/>
              </p14:nvContentPartPr>
              <p14:xfrm>
                <a:off x="11699255" y="3946266"/>
                <a:ext cx="149400" cy="285840"/>
              </p14:xfrm>
            </p:contentPart>
          </mc:Choice>
          <mc:Fallback xmlns="">
            <p:pic>
              <p:nvPicPr>
                <p:cNvPr id="32" name="Ink 31">
                  <a:extLst>
                    <a:ext uri="{FF2B5EF4-FFF2-40B4-BE49-F238E27FC236}">
                      <a16:creationId xmlns:a16="http://schemas.microsoft.com/office/drawing/2014/main" id="{AD9934AD-89D4-3202-A1B9-C5E9A6FF47B4}"/>
                    </a:ext>
                  </a:extLst>
                </p:cNvPr>
                <p:cNvPicPr/>
                <p:nvPr/>
              </p:nvPicPr>
              <p:blipFill>
                <a:blip r:embed="rId59"/>
                <a:stretch>
                  <a:fillRect/>
                </a:stretch>
              </p:blipFill>
              <p:spPr>
                <a:xfrm>
                  <a:off x="11694935" y="3941946"/>
                  <a:ext cx="15804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36BFAE3C-CE62-13B4-1D7E-3CC173CD6D42}"/>
                    </a:ext>
                  </a:extLst>
                </p14:cNvPr>
                <p14:cNvContentPartPr/>
                <p14:nvPr/>
              </p14:nvContentPartPr>
              <p14:xfrm>
                <a:off x="11707895" y="4077666"/>
                <a:ext cx="241920" cy="10440"/>
              </p14:xfrm>
            </p:contentPart>
          </mc:Choice>
          <mc:Fallback xmlns="">
            <p:pic>
              <p:nvPicPr>
                <p:cNvPr id="33" name="Ink 32">
                  <a:extLst>
                    <a:ext uri="{FF2B5EF4-FFF2-40B4-BE49-F238E27FC236}">
                      <a16:creationId xmlns:a16="http://schemas.microsoft.com/office/drawing/2014/main" id="{36BFAE3C-CE62-13B4-1D7E-3CC173CD6D42}"/>
                    </a:ext>
                  </a:extLst>
                </p:cNvPr>
                <p:cNvPicPr/>
                <p:nvPr/>
              </p:nvPicPr>
              <p:blipFill>
                <a:blip r:embed="rId61"/>
                <a:stretch>
                  <a:fillRect/>
                </a:stretch>
              </p:blipFill>
              <p:spPr>
                <a:xfrm>
                  <a:off x="11703575" y="4073346"/>
                  <a:ext cx="2505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9AC56DF7-097F-A854-BE19-163615AEE9C7}"/>
                    </a:ext>
                  </a:extLst>
                </p14:cNvPr>
                <p14:cNvContentPartPr/>
                <p14:nvPr/>
              </p14:nvContentPartPr>
              <p14:xfrm>
                <a:off x="11282735" y="4204026"/>
                <a:ext cx="176760" cy="69840"/>
              </p14:xfrm>
            </p:contentPart>
          </mc:Choice>
          <mc:Fallback xmlns="">
            <p:pic>
              <p:nvPicPr>
                <p:cNvPr id="35" name="Ink 34">
                  <a:extLst>
                    <a:ext uri="{FF2B5EF4-FFF2-40B4-BE49-F238E27FC236}">
                      <a16:creationId xmlns:a16="http://schemas.microsoft.com/office/drawing/2014/main" id="{9AC56DF7-097F-A854-BE19-163615AEE9C7}"/>
                    </a:ext>
                  </a:extLst>
                </p:cNvPr>
                <p:cNvPicPr/>
                <p:nvPr/>
              </p:nvPicPr>
              <p:blipFill>
                <a:blip r:embed="rId63"/>
                <a:stretch>
                  <a:fillRect/>
                </a:stretch>
              </p:blipFill>
              <p:spPr>
                <a:xfrm>
                  <a:off x="11278415" y="4199706"/>
                  <a:ext cx="1854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F8DCA2BC-33F1-62EE-8902-D4FF5E2A55AD}"/>
                    </a:ext>
                  </a:extLst>
                </p14:cNvPr>
                <p14:cNvContentPartPr/>
                <p14:nvPr/>
              </p14:nvContentPartPr>
              <p14:xfrm>
                <a:off x="6167135" y="3941946"/>
                <a:ext cx="1947960" cy="830160"/>
              </p14:xfrm>
            </p:contentPart>
          </mc:Choice>
          <mc:Fallback xmlns="">
            <p:pic>
              <p:nvPicPr>
                <p:cNvPr id="39" name="Ink 38">
                  <a:extLst>
                    <a:ext uri="{FF2B5EF4-FFF2-40B4-BE49-F238E27FC236}">
                      <a16:creationId xmlns:a16="http://schemas.microsoft.com/office/drawing/2014/main" id="{F8DCA2BC-33F1-62EE-8902-D4FF5E2A55AD}"/>
                    </a:ext>
                  </a:extLst>
                </p:cNvPr>
                <p:cNvPicPr/>
                <p:nvPr/>
              </p:nvPicPr>
              <p:blipFill>
                <a:blip r:embed="rId65"/>
                <a:stretch>
                  <a:fillRect/>
                </a:stretch>
              </p:blipFill>
              <p:spPr>
                <a:xfrm>
                  <a:off x="6162815" y="3937626"/>
                  <a:ext cx="1956600" cy="83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15A647BF-56C2-18E1-CF33-C3898A3FC7AE}"/>
                  </a:ext>
                </a:extLst>
              </p14:cNvPr>
              <p14:cNvContentPartPr/>
              <p14:nvPr/>
            </p14:nvContentPartPr>
            <p14:xfrm>
              <a:off x="4525175" y="5163786"/>
              <a:ext cx="8927280" cy="137520"/>
            </p14:xfrm>
          </p:contentPart>
        </mc:Choice>
        <mc:Fallback xmlns="">
          <p:pic>
            <p:nvPicPr>
              <p:cNvPr id="41" name="Ink 40">
                <a:extLst>
                  <a:ext uri="{FF2B5EF4-FFF2-40B4-BE49-F238E27FC236}">
                    <a16:creationId xmlns:a16="http://schemas.microsoft.com/office/drawing/2014/main" id="{15A647BF-56C2-18E1-CF33-C3898A3FC7AE}"/>
                  </a:ext>
                </a:extLst>
              </p:cNvPr>
              <p:cNvPicPr/>
              <p:nvPr/>
            </p:nvPicPr>
            <p:blipFill>
              <a:blip r:embed="rId67"/>
              <a:stretch>
                <a:fillRect/>
              </a:stretch>
            </p:blipFill>
            <p:spPr>
              <a:xfrm>
                <a:off x="4520855" y="5159466"/>
                <a:ext cx="89359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8D08843A-8405-87AB-9CE6-EEDCC4B77039}"/>
                  </a:ext>
                </a:extLst>
              </p14:cNvPr>
              <p14:cNvContentPartPr/>
              <p14:nvPr/>
            </p14:nvContentPartPr>
            <p14:xfrm>
              <a:off x="1422335" y="5520546"/>
              <a:ext cx="3801960" cy="720"/>
            </p14:xfrm>
          </p:contentPart>
        </mc:Choice>
        <mc:Fallback xmlns="">
          <p:pic>
            <p:nvPicPr>
              <p:cNvPr id="43" name="Ink 42">
                <a:extLst>
                  <a:ext uri="{FF2B5EF4-FFF2-40B4-BE49-F238E27FC236}">
                    <a16:creationId xmlns:a16="http://schemas.microsoft.com/office/drawing/2014/main" id="{8D08843A-8405-87AB-9CE6-EEDCC4B77039}"/>
                  </a:ext>
                </a:extLst>
              </p:cNvPr>
              <p:cNvPicPr/>
              <p:nvPr/>
            </p:nvPicPr>
            <p:blipFill>
              <a:blip r:embed="rId69"/>
              <a:stretch>
                <a:fillRect/>
              </a:stretch>
            </p:blipFill>
            <p:spPr>
              <a:xfrm>
                <a:off x="1418015" y="5511906"/>
                <a:ext cx="3810600" cy="18000"/>
              </a:xfrm>
              <a:prstGeom prst="rect">
                <a:avLst/>
              </a:prstGeom>
            </p:spPr>
          </p:pic>
        </mc:Fallback>
      </mc:AlternateContent>
      <p:grpSp>
        <p:nvGrpSpPr>
          <p:cNvPr id="46" name="Group 45">
            <a:extLst>
              <a:ext uri="{FF2B5EF4-FFF2-40B4-BE49-F238E27FC236}">
                <a16:creationId xmlns:a16="http://schemas.microsoft.com/office/drawing/2014/main" id="{6F22B7DE-93AD-5A9B-67D4-8E141510613C}"/>
              </a:ext>
            </a:extLst>
          </p:cNvPr>
          <p:cNvGrpSpPr/>
          <p:nvPr/>
        </p:nvGrpSpPr>
        <p:grpSpPr>
          <a:xfrm>
            <a:off x="1553735" y="6306426"/>
            <a:ext cx="11635200" cy="474840"/>
            <a:chOff x="1553735" y="6306426"/>
            <a:chExt cx="11635200" cy="474840"/>
          </a:xfrm>
        </p:grpSpPr>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D6CE35DA-3775-FA91-B224-161F5A05AF4C}"/>
                    </a:ext>
                  </a:extLst>
                </p14:cNvPr>
                <p14:cNvContentPartPr/>
                <p14:nvPr/>
              </p14:nvContentPartPr>
              <p14:xfrm>
                <a:off x="4835495" y="6306426"/>
                <a:ext cx="8353440" cy="144000"/>
              </p14:xfrm>
            </p:contentPart>
          </mc:Choice>
          <mc:Fallback xmlns="">
            <p:pic>
              <p:nvPicPr>
                <p:cNvPr id="44" name="Ink 43">
                  <a:extLst>
                    <a:ext uri="{FF2B5EF4-FFF2-40B4-BE49-F238E27FC236}">
                      <a16:creationId xmlns:a16="http://schemas.microsoft.com/office/drawing/2014/main" id="{D6CE35DA-3775-FA91-B224-161F5A05AF4C}"/>
                    </a:ext>
                  </a:extLst>
                </p:cNvPr>
                <p:cNvPicPr/>
                <p:nvPr/>
              </p:nvPicPr>
              <p:blipFill>
                <a:blip r:embed="rId71"/>
                <a:stretch>
                  <a:fillRect/>
                </a:stretch>
              </p:blipFill>
              <p:spPr>
                <a:xfrm>
                  <a:off x="4831175" y="6302106"/>
                  <a:ext cx="83620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39E82A2C-30AE-2C88-4A86-DAD557210FCF}"/>
                    </a:ext>
                  </a:extLst>
                </p14:cNvPr>
                <p14:cNvContentPartPr/>
                <p14:nvPr/>
              </p14:nvContentPartPr>
              <p14:xfrm>
                <a:off x="1553735" y="6666426"/>
                <a:ext cx="5069520" cy="114840"/>
              </p14:xfrm>
            </p:contentPart>
          </mc:Choice>
          <mc:Fallback xmlns="">
            <p:pic>
              <p:nvPicPr>
                <p:cNvPr id="45" name="Ink 44">
                  <a:extLst>
                    <a:ext uri="{FF2B5EF4-FFF2-40B4-BE49-F238E27FC236}">
                      <a16:creationId xmlns:a16="http://schemas.microsoft.com/office/drawing/2014/main" id="{39E82A2C-30AE-2C88-4A86-DAD557210FCF}"/>
                    </a:ext>
                  </a:extLst>
                </p:cNvPr>
                <p:cNvPicPr/>
                <p:nvPr/>
              </p:nvPicPr>
              <p:blipFill>
                <a:blip r:embed="rId73"/>
                <a:stretch>
                  <a:fillRect/>
                </a:stretch>
              </p:blipFill>
              <p:spPr>
                <a:xfrm>
                  <a:off x="1549415" y="6662106"/>
                  <a:ext cx="5078160" cy="123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D6A83318-BD66-AD3F-3038-3F4030E9485E}"/>
                  </a:ext>
                </a:extLst>
              </p14:cNvPr>
              <p14:cNvContentPartPr/>
              <p14:nvPr/>
            </p14:nvContentPartPr>
            <p14:xfrm>
              <a:off x="10885655" y="6784506"/>
              <a:ext cx="2618640" cy="112320"/>
            </p14:xfrm>
          </p:contentPart>
        </mc:Choice>
        <mc:Fallback xmlns="">
          <p:pic>
            <p:nvPicPr>
              <p:cNvPr id="47" name="Ink 46">
                <a:extLst>
                  <a:ext uri="{FF2B5EF4-FFF2-40B4-BE49-F238E27FC236}">
                    <a16:creationId xmlns:a16="http://schemas.microsoft.com/office/drawing/2014/main" id="{D6A83318-BD66-AD3F-3038-3F4030E9485E}"/>
                  </a:ext>
                </a:extLst>
              </p:cNvPr>
              <p:cNvPicPr/>
              <p:nvPr/>
            </p:nvPicPr>
            <p:blipFill>
              <a:blip r:embed="rId75"/>
              <a:stretch>
                <a:fillRect/>
              </a:stretch>
            </p:blipFill>
            <p:spPr>
              <a:xfrm>
                <a:off x="10881335" y="6780186"/>
                <a:ext cx="26272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B02C5300-20E2-1016-2EFD-692C2F7D5BAF}"/>
                  </a:ext>
                </a:extLst>
              </p14:cNvPr>
              <p14:cNvContentPartPr/>
              <p14:nvPr/>
            </p14:nvContentPartPr>
            <p14:xfrm>
              <a:off x="1294535" y="7022826"/>
              <a:ext cx="4484520" cy="141120"/>
            </p14:xfrm>
          </p:contentPart>
        </mc:Choice>
        <mc:Fallback xmlns="">
          <p:pic>
            <p:nvPicPr>
              <p:cNvPr id="48" name="Ink 47">
                <a:extLst>
                  <a:ext uri="{FF2B5EF4-FFF2-40B4-BE49-F238E27FC236}">
                    <a16:creationId xmlns:a16="http://schemas.microsoft.com/office/drawing/2014/main" id="{B02C5300-20E2-1016-2EFD-692C2F7D5BAF}"/>
                  </a:ext>
                </a:extLst>
              </p:cNvPr>
              <p:cNvPicPr/>
              <p:nvPr/>
            </p:nvPicPr>
            <p:blipFill>
              <a:blip r:embed="rId77"/>
              <a:stretch>
                <a:fillRect/>
              </a:stretch>
            </p:blipFill>
            <p:spPr>
              <a:xfrm>
                <a:off x="1290215" y="7018506"/>
                <a:ext cx="4493160" cy="149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b="1" dirty="0"/>
              <a:t>Maximum Likelihood Estimation (MLE) </a:t>
            </a:r>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a:xfrm>
                <a:off x="990867" y="1143000"/>
                <a:ext cx="12147283" cy="5943600"/>
              </a:xfrm>
            </p:spPr>
            <p:txBody>
              <a:bodyPr>
                <a:noAutofit/>
              </a:bodyPr>
              <a:lstStyle/>
              <a:p>
                <a:pPr algn="just">
                  <a:lnSpc>
                    <a:spcPct val="150000"/>
                  </a:lnSpc>
                  <a:spcBef>
                    <a:spcPts val="0"/>
                  </a:spcBef>
                  <a:buFont typeface="Wingdings" panose="05000000000000000000" pitchFamily="2" charset="2"/>
                  <a:buChar char="Ø"/>
                </a:pPr>
                <a:r>
                  <a:rPr lang="en-US" sz="2800" dirty="0">
                    <a:latin typeface="+mn-lt"/>
                  </a:rPr>
                  <a:t>Suppose we have a random sample  x</a:t>
                </a:r>
                <a:r>
                  <a:rPr lang="en-US" sz="2800" baseline="-25000" dirty="0">
                    <a:latin typeface="+mn-lt"/>
                  </a:rPr>
                  <a:t>1</a:t>
                </a:r>
                <a:r>
                  <a:rPr lang="en-US" sz="2800" dirty="0">
                    <a:latin typeface="+mn-lt"/>
                  </a:rPr>
                  <a:t>,x</a:t>
                </a:r>
                <a:r>
                  <a:rPr lang="en-US" sz="2800" baseline="-25000" dirty="0">
                    <a:latin typeface="+mn-lt"/>
                  </a:rPr>
                  <a:t>2</a:t>
                </a:r>
                <a:r>
                  <a:rPr lang="en-US" sz="2800" dirty="0">
                    <a:latin typeface="+mn-lt"/>
                  </a:rPr>
                  <a:t>, ..,</a:t>
                </a:r>
                <a:r>
                  <a:rPr lang="en-US" sz="2800" dirty="0" err="1">
                    <a:latin typeface="+mn-lt"/>
                  </a:rPr>
                  <a:t>x</a:t>
                </a:r>
                <a:r>
                  <a:rPr lang="en-US" sz="2800" baseline="-25000" dirty="0" err="1">
                    <a:latin typeface="+mn-lt"/>
                  </a:rPr>
                  <a:t>n</a:t>
                </a:r>
                <a:r>
                  <a:rPr lang="en-US" sz="2800" dirty="0">
                    <a:latin typeface="+mn-lt"/>
                  </a:rPr>
                  <a:t>  whose assumed probability distribution depends on some unknown parameter </a:t>
                </a:r>
                <a:r>
                  <a:rPr lang="el-GR" sz="2800" dirty="0">
                    <a:latin typeface="+mn-lt"/>
                  </a:rPr>
                  <a:t>θ</a:t>
                </a:r>
                <a:r>
                  <a:rPr lang="en-US" sz="2800" dirty="0">
                    <a:latin typeface="+mn-lt"/>
                  </a:rPr>
                  <a:t>.</a:t>
                </a:r>
              </a:p>
              <a:p>
                <a:pPr marL="0" indent="0" algn="just">
                  <a:lnSpc>
                    <a:spcPct val="150000"/>
                  </a:lnSpc>
                  <a:spcBef>
                    <a:spcPts val="0"/>
                  </a:spcBef>
                  <a:buNone/>
                </a:pPr>
                <a:r>
                  <a:rPr lang="en-US" sz="2800" dirty="0">
                    <a:latin typeface="+mn-lt"/>
                  </a:rPr>
                  <a:t>Ex: </a:t>
                </a:r>
              </a:p>
              <a:p>
                <a:pPr marL="0" indent="0" algn="just">
                  <a:lnSpc>
                    <a:spcPct val="150000"/>
                  </a:lnSpc>
                  <a:spcBef>
                    <a:spcPts val="0"/>
                  </a:spcBef>
                  <a:buNone/>
                </a:pPr>
                <a:r>
                  <a:rPr lang="en-US" sz="2800" dirty="0">
                    <a:latin typeface="+mn-lt"/>
                  </a:rPr>
                  <a:t>1) For </a:t>
                </a:r>
                <a:r>
                  <a:rPr lang="en-US" sz="2800" dirty="0">
                    <a:solidFill>
                      <a:srgbClr val="0070C0"/>
                    </a:solidFill>
                    <a:latin typeface="+mn-lt"/>
                  </a:rPr>
                  <a:t>Bernoulli</a:t>
                </a:r>
                <a:r>
                  <a:rPr lang="en-US" sz="2800" dirty="0">
                    <a:latin typeface="+mn-lt"/>
                  </a:rPr>
                  <a:t> unknown parameter are p.</a:t>
                </a:r>
              </a:p>
              <a:p>
                <a:pPr marL="0" indent="0" algn="just">
                  <a:lnSpc>
                    <a:spcPct val="150000"/>
                  </a:lnSpc>
                  <a:spcBef>
                    <a:spcPts val="0"/>
                  </a:spcBef>
                  <a:buNone/>
                </a:pPr>
                <a:r>
                  <a:rPr lang="en-US" sz="2800" dirty="0">
                    <a:latin typeface="+mn-lt"/>
                  </a:rPr>
                  <a:t>2) For </a:t>
                </a:r>
                <a:r>
                  <a:rPr lang="en-US" sz="2800" dirty="0">
                    <a:solidFill>
                      <a:srgbClr val="0070C0"/>
                    </a:solidFill>
                    <a:latin typeface="+mn-lt"/>
                  </a:rPr>
                  <a:t>Binomial</a:t>
                </a:r>
                <a:r>
                  <a:rPr lang="en-US" sz="2800" dirty="0">
                    <a:latin typeface="+mn-lt"/>
                  </a:rPr>
                  <a:t> unknown parameters are n, p.</a:t>
                </a:r>
              </a:p>
              <a:p>
                <a:pPr marL="0" indent="0" algn="just">
                  <a:lnSpc>
                    <a:spcPct val="150000"/>
                  </a:lnSpc>
                  <a:spcBef>
                    <a:spcPts val="0"/>
                  </a:spcBef>
                  <a:buNone/>
                </a:pPr>
                <a:r>
                  <a:rPr lang="en-US" sz="2800" dirty="0">
                    <a:latin typeface="+mn-lt"/>
                  </a:rPr>
                  <a:t>3) For </a:t>
                </a:r>
                <a:r>
                  <a:rPr lang="en-US" sz="2800" dirty="0">
                    <a:solidFill>
                      <a:srgbClr val="0070C0"/>
                    </a:solidFill>
                    <a:latin typeface="+mn-lt"/>
                  </a:rPr>
                  <a:t>Poisson</a:t>
                </a:r>
                <a:r>
                  <a:rPr lang="en-US" sz="2800" dirty="0">
                    <a:latin typeface="+mn-lt"/>
                  </a:rPr>
                  <a:t> unknown parameter is </a:t>
                </a:r>
                <a:r>
                  <a:rPr lang="el-GR" sz="2800" dirty="0">
                    <a:latin typeface="+mn-lt"/>
                  </a:rPr>
                  <a:t>λ</a:t>
                </a:r>
                <a:r>
                  <a:rPr lang="en-US" sz="2800" dirty="0">
                    <a:latin typeface="+mn-lt"/>
                  </a:rPr>
                  <a:t>.</a:t>
                </a:r>
              </a:p>
              <a:p>
                <a:pPr marL="0" indent="0" algn="just">
                  <a:lnSpc>
                    <a:spcPct val="150000"/>
                  </a:lnSpc>
                  <a:spcBef>
                    <a:spcPts val="0"/>
                  </a:spcBef>
                  <a:buNone/>
                </a:pPr>
                <a:r>
                  <a:rPr lang="en-US" sz="2800" dirty="0">
                    <a:latin typeface="+mn-lt"/>
                  </a:rPr>
                  <a:t>4) For </a:t>
                </a:r>
                <a:r>
                  <a:rPr lang="en-US" sz="2800" dirty="0">
                    <a:solidFill>
                      <a:srgbClr val="0070C0"/>
                    </a:solidFill>
                    <a:latin typeface="+mn-lt"/>
                  </a:rPr>
                  <a:t>Normal</a:t>
                </a:r>
                <a:r>
                  <a:rPr lang="en-US" sz="2800" dirty="0">
                    <a:latin typeface="+mn-lt"/>
                  </a:rPr>
                  <a:t> unknown parameters are </a:t>
                </a:r>
                <a14:m>
                  <m:oMath xmlns:m="http://schemas.openxmlformats.org/officeDocument/2006/math">
                    <m:r>
                      <a:rPr lang="en-US" sz="2800" i="1">
                        <a:latin typeface="Cambria Math" panose="02040503050406030204" pitchFamily="18" charset="0"/>
                        <a:ea typeface="Cambria Math" panose="02040503050406030204" pitchFamily="18" charset="0"/>
                      </a:rPr>
                      <m:t>𝜇</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𝑎𝑛𝑑</m:t>
                    </m:r>
                    <m:r>
                      <a:rPr lang="en-US" sz="2800" i="1">
                        <a:latin typeface="Cambria Math" panose="02040503050406030204" pitchFamily="18" charset="0"/>
                        <a:ea typeface="Cambria Math" panose="02040503050406030204" pitchFamily="18" charset="0"/>
                      </a:rPr>
                      <m:t> </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𝜎</m:t>
                        </m:r>
                      </m:e>
                      <m:sup>
                        <m:r>
                          <a:rPr lang="en-US" sz="2800" i="1">
                            <a:latin typeface="Cambria Math" panose="02040503050406030204" pitchFamily="18" charset="0"/>
                            <a:ea typeface="Cambria Math" panose="02040503050406030204" pitchFamily="18" charset="0"/>
                          </a:rPr>
                          <m:t>2</m:t>
                        </m:r>
                      </m:sup>
                    </m:sSup>
                  </m:oMath>
                </a14:m>
                <a:r>
                  <a:rPr lang="en-US" sz="2800" dirty="0">
                    <a:latin typeface="+mn-lt"/>
                  </a:rPr>
                  <a:t>.  </a:t>
                </a:r>
              </a:p>
              <a:p>
                <a:pPr algn="just">
                  <a:lnSpc>
                    <a:spcPct val="150000"/>
                  </a:lnSpc>
                  <a:spcBef>
                    <a:spcPts val="0"/>
                  </a:spcBef>
                  <a:buFont typeface="Wingdings" panose="05000000000000000000" pitchFamily="2" charset="2"/>
                  <a:buChar char="Ø"/>
                </a:pPr>
                <a:r>
                  <a:rPr lang="en-US" sz="2800" dirty="0">
                    <a:latin typeface="+mn-lt"/>
                  </a:rPr>
                  <a:t>Our goal is to find good estimate of </a:t>
                </a:r>
                <a:r>
                  <a:rPr lang="el-GR" sz="2800" dirty="0">
                    <a:latin typeface="+mn-lt"/>
                  </a:rPr>
                  <a:t>θ</a:t>
                </a:r>
                <a:r>
                  <a:rPr lang="en-US" sz="2800" dirty="0">
                    <a:latin typeface="+mn-lt"/>
                  </a:rPr>
                  <a:t>(population parameter) using sample and which can be done with the help of MLE.</a:t>
                </a:r>
              </a:p>
              <a:p>
                <a:endParaRPr lang="en-US" sz="3200" dirty="0">
                  <a:latin typeface="+mn-lt"/>
                </a:endParaRPr>
              </a:p>
              <a:p>
                <a:endParaRPr lang="en-US" sz="2400" dirty="0">
                  <a:latin typeface="+mn-lt"/>
                </a:endParaRPr>
              </a:p>
              <a:p>
                <a:endParaRPr lang="en-US" sz="2400" dirty="0">
                  <a:latin typeface="+mn-lt"/>
                </a:endParaRPr>
              </a:p>
            </p:txBody>
          </p:sp>
        </mc:Choice>
        <mc:Fallback xmlns="">
          <p:sp>
            <p:nvSpPr>
              <p:cNvPr id="2" name="Content Placeholder 1"/>
              <p:cNvSpPr>
                <a:spLocks noGrp="1" noRot="1" noChangeAspect="1" noMove="1" noResize="1" noEditPoints="1" noAdjustHandles="1" noChangeArrowheads="1" noChangeShapeType="1" noTextEdit="1"/>
              </p:cNvSpPr>
              <p:nvPr>
                <p:ph type="body" sz="quarter" idx="13"/>
              </p:nvPr>
            </p:nvSpPr>
            <p:spPr>
              <a:xfrm>
                <a:off x="990867" y="1143000"/>
                <a:ext cx="12147283" cy="5943600"/>
              </a:xfrm>
              <a:blipFill>
                <a:blip r:embed="rId2"/>
                <a:stretch>
                  <a:fillRect l="-1054" r="-1054" b="-410"/>
                </a:stretch>
              </a:blipFill>
            </p:spPr>
            <p:txBody>
              <a:bodyPr/>
              <a:lstStyle/>
              <a:p>
                <a:r>
                  <a:rPr lang="en-IN">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sz="4160" dirty="0"/>
              <a:t>Maximum Likelihood function</a:t>
            </a:r>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a:xfrm>
                <a:off x="990867" y="1143000"/>
                <a:ext cx="11736917" cy="5486400"/>
              </a:xfrm>
            </p:spPr>
            <p:txBody>
              <a:bodyPr>
                <a:normAutofit/>
              </a:bodyPr>
              <a:lstStyle/>
              <a:p>
                <a:pPr algn="just">
                  <a:buFont typeface="Wingdings" panose="05000000000000000000" pitchFamily="2" charset="2"/>
                  <a:buChar char="Ø"/>
                </a:pPr>
                <a:r>
                  <a:rPr lang="en-US" sz="2800" dirty="0">
                    <a:latin typeface="+mn-lt"/>
                  </a:rPr>
                  <a:t>It is observed that a good estimate  of unknown parameter </a:t>
                </a:r>
                <a:r>
                  <a:rPr lang="el-GR" sz="2800" dirty="0">
                    <a:latin typeface="+mn-lt"/>
                  </a:rPr>
                  <a:t>θ </a:t>
                </a:r>
                <a:r>
                  <a:rPr lang="en-US" sz="2800" dirty="0">
                    <a:latin typeface="+mn-lt"/>
                  </a:rPr>
                  <a:t>would be the value of </a:t>
                </a:r>
                <a:r>
                  <a:rPr lang="el-GR" sz="2800" dirty="0">
                    <a:latin typeface="+mn-lt"/>
                  </a:rPr>
                  <a:t>θ </a:t>
                </a:r>
                <a:r>
                  <a:rPr lang="en-US" sz="2800" dirty="0">
                    <a:latin typeface="+mn-lt"/>
                  </a:rPr>
                  <a:t>that maximizes the probability </a:t>
                </a:r>
              </a:p>
              <a:p>
                <a:pPr marL="0" indent="0" algn="just">
                  <a:buNone/>
                </a:pPr>
                <a:r>
                  <a:rPr lang="en-US" sz="2800" dirty="0">
                    <a:latin typeface="+mn-lt"/>
                  </a:rPr>
                  <a:t> i.e. the likelihood of getting the data we observed (this is reason, why we called as likelihood function)</a:t>
                </a:r>
              </a:p>
              <a:p>
                <a:pPr algn="just">
                  <a:buFont typeface="Wingdings" panose="05000000000000000000" pitchFamily="2" charset="2"/>
                  <a:buChar char="Ø"/>
                </a:pPr>
                <a:r>
                  <a:rPr lang="en-US" sz="2800" dirty="0">
                    <a:latin typeface="+mn-lt"/>
                  </a:rPr>
                  <a:t>Let x</a:t>
                </a:r>
                <a:r>
                  <a:rPr lang="en-US" sz="2800" baseline="-25000" dirty="0">
                    <a:latin typeface="+mn-lt"/>
                  </a:rPr>
                  <a:t>1</a:t>
                </a:r>
                <a:r>
                  <a:rPr lang="en-US" sz="2800" dirty="0">
                    <a:latin typeface="+mn-lt"/>
                  </a:rPr>
                  <a:t>,x</a:t>
                </a:r>
                <a:r>
                  <a:rPr lang="en-US" sz="2800" baseline="-25000" dirty="0">
                    <a:latin typeface="+mn-lt"/>
                  </a:rPr>
                  <a:t>2</a:t>
                </a:r>
                <a:r>
                  <a:rPr lang="en-US" sz="2800" dirty="0">
                    <a:latin typeface="+mn-lt"/>
                  </a:rPr>
                  <a:t>, ..,</a:t>
                </a:r>
                <a:r>
                  <a:rPr lang="en-US" sz="2800" dirty="0" err="1">
                    <a:latin typeface="+mn-lt"/>
                  </a:rPr>
                  <a:t>x</a:t>
                </a:r>
                <a:r>
                  <a:rPr lang="en-US" sz="2800" baseline="-25000" dirty="0" err="1">
                    <a:latin typeface="+mn-lt"/>
                  </a:rPr>
                  <a:t>n</a:t>
                </a:r>
                <a:r>
                  <a:rPr lang="en-US" sz="2800" dirty="0">
                    <a:latin typeface="+mn-lt"/>
                  </a:rPr>
                  <a:t>  be </a:t>
                </a:r>
                <a:r>
                  <a:rPr lang="en-US" sz="2800" dirty="0" err="1">
                    <a:latin typeface="+mn-lt"/>
                  </a:rPr>
                  <a:t>i.i.d</a:t>
                </a:r>
                <a:r>
                  <a:rPr lang="en-US" sz="2800" dirty="0">
                    <a:latin typeface="+mn-lt"/>
                  </a:rPr>
                  <a:t>. random variables drawn from some probability distribution that depends on some unknown parameter </a:t>
                </a:r>
                <a:r>
                  <a:rPr lang="el-GR" sz="2800" dirty="0">
                    <a:latin typeface="+mn-lt"/>
                  </a:rPr>
                  <a:t>θ</a:t>
                </a:r>
                <a:r>
                  <a:rPr lang="en-US" sz="2800" dirty="0">
                    <a:latin typeface="+mn-lt"/>
                  </a:rPr>
                  <a:t>.</a:t>
                </a:r>
              </a:p>
              <a:p>
                <a:pPr algn="just"/>
                <a:endParaRPr lang="en-US" sz="2800" dirty="0">
                  <a:latin typeface="+mn-lt"/>
                </a:endParaRPr>
              </a:p>
              <a:p>
                <a:pPr algn="just">
                  <a:buFont typeface="Wingdings" panose="05000000000000000000" pitchFamily="2" charset="2"/>
                  <a:buChar char="Ø"/>
                </a:pPr>
                <a:r>
                  <a:rPr lang="en-US" sz="2800" dirty="0">
                    <a:latin typeface="+mn-lt"/>
                  </a:rPr>
                  <a:t>The goal of MLE to maximize likelihood function</a:t>
                </a:r>
              </a:p>
              <a:p>
                <a:pPr marL="0" indent="0">
                  <a:buNone/>
                </a:pPr>
                <a:r>
                  <a:rPr lang="en-US" sz="2800" dirty="0"/>
                  <a:t>            </a:t>
                </a:r>
                <a14:m>
                  <m:oMath xmlns:m="http://schemas.openxmlformats.org/officeDocument/2006/math">
                    <m:r>
                      <a:rPr lang="en-US" sz="2800" i="1" smtClean="0">
                        <a:solidFill>
                          <a:srgbClr val="0070C0"/>
                        </a:solidFill>
                        <a:latin typeface="Cambria Math" panose="02040503050406030204" pitchFamily="18" charset="0"/>
                      </a:rPr>
                      <m:t>𝐿</m:t>
                    </m:r>
                    <m:d>
                      <m:dPr>
                        <m:ctrlPr>
                          <a:rPr lang="en-US" sz="2800" i="1">
                            <a:solidFill>
                              <a:srgbClr val="0070C0"/>
                            </a:solidFill>
                            <a:latin typeface="Cambria Math" panose="02040503050406030204" pitchFamily="18" charset="0"/>
                          </a:rPr>
                        </m:ctrlPr>
                      </m:dPr>
                      <m:e>
                        <m:r>
                          <a:rPr lang="en-US" sz="2800" i="1">
                            <a:solidFill>
                              <a:srgbClr val="0070C0"/>
                            </a:solidFill>
                            <a:latin typeface="Cambria Math" panose="02040503050406030204" pitchFamily="18" charset="0"/>
                            <a:ea typeface="Cambria Math" panose="02040503050406030204" pitchFamily="18" charset="0"/>
                          </a:rPr>
                          <m:t>𝜃</m:t>
                        </m:r>
                      </m:e>
                    </m:d>
                    <m:r>
                      <a:rPr lang="en-US" sz="2800" i="1">
                        <a:solidFill>
                          <a:srgbClr val="0070C0"/>
                        </a:solidFill>
                        <a:latin typeface="Cambria Math" panose="02040503050406030204" pitchFamily="18" charset="0"/>
                        <a:ea typeface="Cambria Math" panose="02040503050406030204" pitchFamily="18" charset="0"/>
                      </a:rPr>
                      <m:t>=</m:t>
                    </m:r>
                    <m:r>
                      <a:rPr lang="en-US" sz="2800" i="1">
                        <a:solidFill>
                          <a:srgbClr val="0070C0"/>
                        </a:solidFill>
                        <a:latin typeface="Cambria Math" panose="02040503050406030204" pitchFamily="18" charset="0"/>
                        <a:ea typeface="Cambria Math" panose="02040503050406030204" pitchFamily="18" charset="0"/>
                      </a:rPr>
                      <m:t>𝑓</m:t>
                    </m:r>
                    <m:r>
                      <a:rPr lang="en-US" sz="2800" i="1">
                        <a:solidFill>
                          <a:srgbClr val="0070C0"/>
                        </a:solidFill>
                        <a:latin typeface="Cambria Math" panose="02040503050406030204" pitchFamily="18" charset="0"/>
                        <a:ea typeface="Cambria Math" panose="02040503050406030204" pitchFamily="18" charset="0"/>
                      </a:rPr>
                      <m:t>(</m:t>
                    </m:r>
                  </m:oMath>
                </a14:m>
                <a:r>
                  <a:rPr lang="en-US" sz="2800" dirty="0">
                    <a:solidFill>
                      <a:srgbClr val="0070C0"/>
                    </a:solidFill>
                  </a:rPr>
                  <a:t>x</a:t>
                </a:r>
                <a:r>
                  <a:rPr lang="en-US" sz="2800" baseline="-25000" dirty="0">
                    <a:solidFill>
                      <a:srgbClr val="0070C0"/>
                    </a:solidFill>
                  </a:rPr>
                  <a:t>1</a:t>
                </a:r>
                <a:r>
                  <a:rPr lang="en-US" sz="2800" dirty="0">
                    <a:solidFill>
                      <a:srgbClr val="0070C0"/>
                    </a:solidFill>
                  </a:rPr>
                  <a:t>, x</a:t>
                </a:r>
                <a:r>
                  <a:rPr lang="en-US" sz="2800" baseline="-25000" dirty="0">
                    <a:solidFill>
                      <a:srgbClr val="0070C0"/>
                    </a:solidFill>
                  </a:rPr>
                  <a:t>2</a:t>
                </a:r>
                <a:r>
                  <a:rPr lang="en-US" sz="2800" dirty="0">
                    <a:solidFill>
                      <a:srgbClr val="0070C0"/>
                    </a:solidFill>
                  </a:rPr>
                  <a:t>, ..., </a:t>
                </a:r>
                <a:r>
                  <a:rPr lang="en-US" sz="2800" dirty="0" err="1">
                    <a:solidFill>
                      <a:srgbClr val="0070C0"/>
                    </a:solidFill>
                  </a:rPr>
                  <a:t>x</a:t>
                </a:r>
                <a:r>
                  <a:rPr lang="en-US" sz="2800" baseline="-25000" dirty="0" err="1">
                    <a:solidFill>
                      <a:srgbClr val="0070C0"/>
                    </a:solidFill>
                  </a:rPr>
                  <a:t>n</a:t>
                </a:r>
                <a:r>
                  <a:rPr lang="en-US" sz="2800" dirty="0">
                    <a:solidFill>
                      <a:srgbClr val="0070C0"/>
                    </a:solidFill>
                  </a:rPr>
                  <a:t> </a:t>
                </a:r>
                <a14:m>
                  <m:oMath xmlns:m="http://schemas.openxmlformats.org/officeDocument/2006/math">
                    <m:d>
                      <m:dPr>
                        <m:begChr m:val="|"/>
                        <m:ctrlPr>
                          <a:rPr lang="en-US" sz="2800" i="1">
                            <a:solidFill>
                              <a:srgbClr val="0070C0"/>
                            </a:solidFill>
                            <a:latin typeface="Cambria Math" panose="02040503050406030204" pitchFamily="18" charset="0"/>
                            <a:ea typeface="Cambria Math" panose="02040503050406030204" pitchFamily="18" charset="0"/>
                          </a:rPr>
                        </m:ctrlPr>
                      </m:dPr>
                      <m:e>
                        <m:r>
                          <a:rPr lang="en-US" sz="2800" i="1">
                            <a:solidFill>
                              <a:srgbClr val="0070C0"/>
                            </a:solidFill>
                            <a:latin typeface="Cambria Math" panose="02040503050406030204" pitchFamily="18" charset="0"/>
                            <a:ea typeface="Cambria Math" panose="02040503050406030204" pitchFamily="18" charset="0"/>
                          </a:rPr>
                          <m:t>𝜃</m:t>
                        </m:r>
                      </m:e>
                    </m:d>
                  </m:oMath>
                </a14:m>
                <a:endParaRPr lang="en-US" sz="2800" i="1" dirty="0">
                  <a:latin typeface="Cambria Math" panose="02040503050406030204" pitchFamily="18" charset="0"/>
                  <a:ea typeface="Cambria Math" panose="02040503050406030204" pitchFamily="18" charset="0"/>
                </a:endParaRPr>
              </a:p>
              <a:p>
                <a:pPr marL="0" indent="0">
                  <a:buNone/>
                </a:pPr>
                <a:r>
                  <a:rPr lang="en-US" sz="2800" dirty="0">
                    <a:ea typeface="Cambria Math" panose="020405030504060302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𝑓</m:t>
                    </m:r>
                    <m:r>
                      <a:rPr lang="en-US" sz="2800" i="1">
                        <a:latin typeface="Cambria Math" panose="02040503050406030204" pitchFamily="18" charset="0"/>
                        <a:ea typeface="Cambria Math" panose="02040503050406030204" pitchFamily="18" charset="0"/>
                      </a:rPr>
                      <m:t>(</m:t>
                    </m:r>
                  </m:oMath>
                </a14:m>
                <a:r>
                  <a:rPr lang="en-US" sz="2800" dirty="0"/>
                  <a:t>x</a:t>
                </a:r>
                <a:r>
                  <a:rPr lang="en-US" sz="2800" baseline="-25000" dirty="0"/>
                  <a:t>1</a:t>
                </a:r>
                <a14:m>
                  <m:oMath xmlns:m="http://schemas.openxmlformats.org/officeDocument/2006/math">
                    <m:d>
                      <m:dPr>
                        <m:beg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𝜃</m:t>
                        </m:r>
                      </m:e>
                    </m:d>
                    <m:r>
                      <a:rPr lang="en-US" sz="280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𝑓</m:t>
                    </m:r>
                    <m:r>
                      <a:rPr lang="en-US" sz="2800" i="1">
                        <a:latin typeface="Cambria Math" panose="02040503050406030204" pitchFamily="18" charset="0"/>
                        <a:ea typeface="Cambria Math" panose="02040503050406030204" pitchFamily="18" charset="0"/>
                      </a:rPr>
                      <m:t>(</m:t>
                    </m:r>
                  </m:oMath>
                </a14:m>
                <a:r>
                  <a:rPr lang="en-US" sz="2800" dirty="0"/>
                  <a:t>x</a:t>
                </a:r>
                <a:r>
                  <a:rPr lang="en-US" sz="2800" baseline="-25000" dirty="0"/>
                  <a:t>2</a:t>
                </a:r>
                <a14:m>
                  <m:oMath xmlns:m="http://schemas.openxmlformats.org/officeDocument/2006/math">
                    <m:d>
                      <m:dPr>
                        <m:beg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𝜃</m:t>
                        </m:r>
                      </m:e>
                    </m:d>
                    <m:r>
                      <a:rPr lang="en-US" sz="280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𝑓</m:t>
                    </m:r>
                    <m:r>
                      <a:rPr lang="en-US" sz="2800" i="1">
                        <a:latin typeface="Cambria Math" panose="02040503050406030204" pitchFamily="18" charset="0"/>
                        <a:ea typeface="Cambria Math" panose="02040503050406030204" pitchFamily="18" charset="0"/>
                      </a:rPr>
                      <m:t>(</m:t>
                    </m:r>
                  </m:oMath>
                </a14:m>
                <a:r>
                  <a:rPr lang="en-US" sz="2800" dirty="0"/>
                  <a:t>x</a:t>
                </a:r>
                <a:r>
                  <a:rPr lang="en-US" sz="2800" baseline="-25000" dirty="0"/>
                  <a:t>n</a:t>
                </a:r>
                <a14:m>
                  <m:oMath xmlns:m="http://schemas.openxmlformats.org/officeDocument/2006/math">
                    <m:d>
                      <m:dPr>
                        <m:beg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𝜃</m:t>
                        </m:r>
                      </m:e>
                    </m:d>
                  </m:oMath>
                </a14:m>
                <a:endParaRPr lang="en-US" sz="2800" dirty="0"/>
              </a:p>
            </p:txBody>
          </p:sp>
        </mc:Choice>
        <mc:Fallback xmlns="">
          <p:sp>
            <p:nvSpPr>
              <p:cNvPr id="2" name="Content Placeholder 1"/>
              <p:cNvSpPr>
                <a:spLocks noGrp="1" noRot="1" noChangeAspect="1" noMove="1" noResize="1" noEditPoints="1" noAdjustHandles="1" noChangeArrowheads="1" noChangeShapeType="1" noTextEdit="1"/>
              </p:cNvSpPr>
              <p:nvPr>
                <p:ph type="body" sz="quarter" idx="13"/>
              </p:nvPr>
            </p:nvSpPr>
            <p:spPr>
              <a:xfrm>
                <a:off x="990867" y="1143000"/>
                <a:ext cx="11736917" cy="5486400"/>
              </a:xfrm>
              <a:blipFill>
                <a:blip r:embed="rId3"/>
                <a:stretch>
                  <a:fillRect l="-1091" t="-1889" r="-1039"/>
                </a:stretch>
              </a:blipFill>
            </p:spPr>
            <p:txBody>
              <a:bodyPr/>
              <a:lstStyle/>
              <a:p>
                <a:r>
                  <a:rPr lang="en-IN">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3134139600"/>
              </p:ext>
            </p:extLst>
          </p:nvPr>
        </p:nvGraphicFramePr>
        <p:xfrm>
          <a:off x="3155950" y="6019800"/>
          <a:ext cx="2694798" cy="999870"/>
        </p:xfrm>
        <a:graphic>
          <a:graphicData uri="http://schemas.openxmlformats.org/presentationml/2006/ole">
            <mc:AlternateContent xmlns:mc="http://schemas.openxmlformats.org/markup-compatibility/2006">
              <mc:Choice xmlns:v="urn:schemas-microsoft-com:vml" Requires="v">
                <p:oleObj name="Equation" r:id="rId4" imgW="28651200" imgH="10363200" progId="Equation.3">
                  <p:embed/>
                </p:oleObj>
              </mc:Choice>
              <mc:Fallback>
                <p:oleObj name="Equation" r:id="rId4" imgW="28651200" imgH="10363200" progId="Equation.3">
                  <p:embed/>
                  <p:pic>
                    <p:nvPicPr>
                      <p:cNvPr id="6" name="Object 5"/>
                      <p:cNvPicPr>
                        <a:picLocks noChangeAspect="1" noChangeArrowheads="1"/>
                      </p:cNvPicPr>
                      <p:nvPr/>
                    </p:nvPicPr>
                    <p:blipFill>
                      <a:blip r:embed="rId5"/>
                      <a:srcRect/>
                      <a:stretch>
                        <a:fillRect/>
                      </a:stretch>
                    </p:blipFill>
                    <p:spPr bwMode="auto">
                      <a:xfrm>
                        <a:off x="3155950" y="6019800"/>
                        <a:ext cx="2694798" cy="999870"/>
                      </a:xfrm>
                      <a:prstGeom prst="rect">
                        <a:avLst/>
                      </a:prstGeom>
                      <a:noFill/>
                    </p:spPr>
                  </p:pic>
                </p:oleObj>
              </mc:Fallback>
            </mc:AlternateContent>
          </a:graphicData>
        </a:graphic>
      </p:graphicFrame>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DB02D161-19A9-5679-7205-678C95DAFED4}"/>
                  </a:ext>
                </a:extLst>
              </p14:cNvPr>
              <p14:cNvContentPartPr/>
              <p14:nvPr/>
            </p14:nvContentPartPr>
            <p14:xfrm>
              <a:off x="3219901" y="6894790"/>
              <a:ext cx="3185640" cy="127800"/>
            </p14:xfrm>
          </p:contentPart>
        </mc:Choice>
        <mc:Fallback>
          <p:pic>
            <p:nvPicPr>
              <p:cNvPr id="4" name="Ink 3">
                <a:extLst>
                  <a:ext uri="{FF2B5EF4-FFF2-40B4-BE49-F238E27FC236}">
                    <a16:creationId xmlns:a16="http://schemas.microsoft.com/office/drawing/2014/main" id="{DB02D161-19A9-5679-7205-678C95DAFED4}"/>
                  </a:ext>
                </a:extLst>
              </p:cNvPr>
              <p:cNvPicPr/>
              <p:nvPr/>
            </p:nvPicPr>
            <p:blipFill>
              <a:blip r:embed="rId7"/>
              <a:stretch>
                <a:fillRect/>
              </a:stretch>
            </p:blipFill>
            <p:spPr>
              <a:xfrm>
                <a:off x="3215581" y="6890470"/>
                <a:ext cx="319428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DAFE8A20-224B-6AE3-F18E-A87A16662D3B}"/>
                  </a:ext>
                </a:extLst>
              </p14:cNvPr>
              <p14:cNvContentPartPr/>
              <p14:nvPr/>
            </p14:nvContentPartPr>
            <p14:xfrm>
              <a:off x="3673861" y="2889430"/>
              <a:ext cx="1522440" cy="559440"/>
            </p14:xfrm>
          </p:contentPart>
        </mc:Choice>
        <mc:Fallback>
          <p:pic>
            <p:nvPicPr>
              <p:cNvPr id="13" name="Ink 12">
                <a:extLst>
                  <a:ext uri="{FF2B5EF4-FFF2-40B4-BE49-F238E27FC236}">
                    <a16:creationId xmlns:a16="http://schemas.microsoft.com/office/drawing/2014/main" id="{DAFE8A20-224B-6AE3-F18E-A87A16662D3B}"/>
                  </a:ext>
                </a:extLst>
              </p:cNvPr>
              <p:cNvPicPr/>
              <p:nvPr/>
            </p:nvPicPr>
            <p:blipFill>
              <a:blip r:embed="rId9"/>
              <a:stretch>
                <a:fillRect/>
              </a:stretch>
            </p:blipFill>
            <p:spPr>
              <a:xfrm>
                <a:off x="3667741" y="2883310"/>
                <a:ext cx="1534680" cy="571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9" name="Ink 48">
                <a:extLst>
                  <a:ext uri="{FF2B5EF4-FFF2-40B4-BE49-F238E27FC236}">
                    <a16:creationId xmlns:a16="http://schemas.microsoft.com/office/drawing/2014/main" id="{0C541A56-C88E-B441-CF07-F022D24E0D3F}"/>
                  </a:ext>
                </a:extLst>
              </p14:cNvPr>
              <p14:cNvContentPartPr/>
              <p14:nvPr/>
            </p14:nvContentPartPr>
            <p14:xfrm>
              <a:off x="3718501" y="4949710"/>
              <a:ext cx="2031120" cy="541800"/>
            </p14:xfrm>
          </p:contentPart>
        </mc:Choice>
        <mc:Fallback>
          <p:pic>
            <p:nvPicPr>
              <p:cNvPr id="49" name="Ink 48">
                <a:extLst>
                  <a:ext uri="{FF2B5EF4-FFF2-40B4-BE49-F238E27FC236}">
                    <a16:creationId xmlns:a16="http://schemas.microsoft.com/office/drawing/2014/main" id="{0C541A56-C88E-B441-CF07-F022D24E0D3F}"/>
                  </a:ext>
                </a:extLst>
              </p:cNvPr>
              <p:cNvPicPr/>
              <p:nvPr/>
            </p:nvPicPr>
            <p:blipFill>
              <a:blip r:embed="rId11"/>
              <a:stretch>
                <a:fillRect/>
              </a:stretch>
            </p:blipFill>
            <p:spPr>
              <a:xfrm>
                <a:off x="3712381" y="4943590"/>
                <a:ext cx="2043360" cy="554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2" name="Ink 51">
                <a:extLst>
                  <a:ext uri="{FF2B5EF4-FFF2-40B4-BE49-F238E27FC236}">
                    <a16:creationId xmlns:a16="http://schemas.microsoft.com/office/drawing/2014/main" id="{1ED794E3-DD05-0DED-20CF-C8A02F03A2D0}"/>
                  </a:ext>
                </a:extLst>
              </p14:cNvPr>
              <p14:cNvContentPartPr/>
              <p14:nvPr/>
            </p14:nvContentPartPr>
            <p14:xfrm>
              <a:off x="2601061" y="6066430"/>
              <a:ext cx="1238040" cy="29880"/>
            </p14:xfrm>
          </p:contentPart>
        </mc:Choice>
        <mc:Fallback>
          <p:pic>
            <p:nvPicPr>
              <p:cNvPr id="52" name="Ink 51">
                <a:extLst>
                  <a:ext uri="{FF2B5EF4-FFF2-40B4-BE49-F238E27FC236}">
                    <a16:creationId xmlns:a16="http://schemas.microsoft.com/office/drawing/2014/main" id="{1ED794E3-DD05-0DED-20CF-C8A02F03A2D0}"/>
                  </a:ext>
                </a:extLst>
              </p:cNvPr>
              <p:cNvPicPr/>
              <p:nvPr/>
            </p:nvPicPr>
            <p:blipFill>
              <a:blip r:embed="rId13"/>
              <a:stretch>
                <a:fillRect/>
              </a:stretch>
            </p:blipFill>
            <p:spPr>
              <a:xfrm>
                <a:off x="2594941" y="6060310"/>
                <a:ext cx="1250280" cy="42120"/>
              </a:xfrm>
              <a:prstGeom prst="rect">
                <a:avLst/>
              </a:prstGeom>
            </p:spPr>
          </p:pic>
        </mc:Fallback>
      </mc:AlternateContent>
      <p:grpSp>
        <p:nvGrpSpPr>
          <p:cNvPr id="55" name="Group 54">
            <a:extLst>
              <a:ext uri="{FF2B5EF4-FFF2-40B4-BE49-F238E27FC236}">
                <a16:creationId xmlns:a16="http://schemas.microsoft.com/office/drawing/2014/main" id="{C3FE7D48-22A8-B1E2-E69B-A10F8B5FC1D2}"/>
              </a:ext>
            </a:extLst>
          </p:cNvPr>
          <p:cNvGrpSpPr/>
          <p:nvPr/>
        </p:nvGrpSpPr>
        <p:grpSpPr>
          <a:xfrm>
            <a:off x="2686741" y="4928110"/>
            <a:ext cx="10601640" cy="2042280"/>
            <a:chOff x="2686741" y="4928110"/>
            <a:chExt cx="10601640" cy="2042280"/>
          </a:xfrm>
        </p:grpSpPr>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F2502B1F-8471-AEA7-BB1D-1CE295B1E3CA}"/>
                    </a:ext>
                  </a:extLst>
                </p14:cNvPr>
                <p14:cNvContentPartPr/>
                <p14:nvPr/>
              </p14:nvContentPartPr>
              <p14:xfrm>
                <a:off x="6111061" y="4936030"/>
                <a:ext cx="313200" cy="748440"/>
              </p14:xfrm>
            </p:contentPart>
          </mc:Choice>
          <mc:Fallback>
            <p:pic>
              <p:nvPicPr>
                <p:cNvPr id="5" name="Ink 4">
                  <a:extLst>
                    <a:ext uri="{FF2B5EF4-FFF2-40B4-BE49-F238E27FC236}">
                      <a16:creationId xmlns:a16="http://schemas.microsoft.com/office/drawing/2014/main" id="{F2502B1F-8471-AEA7-BB1D-1CE295B1E3CA}"/>
                    </a:ext>
                  </a:extLst>
                </p:cNvPr>
                <p:cNvPicPr/>
                <p:nvPr/>
              </p:nvPicPr>
              <p:blipFill>
                <a:blip r:embed="rId15"/>
                <a:stretch>
                  <a:fillRect/>
                </a:stretch>
              </p:blipFill>
              <p:spPr>
                <a:xfrm>
                  <a:off x="6104941" y="4929910"/>
                  <a:ext cx="325440" cy="760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566EE711-2762-3ECF-79CA-8F896E97EBC2}"/>
                    </a:ext>
                  </a:extLst>
                </p14:cNvPr>
                <p14:cNvContentPartPr/>
                <p14:nvPr/>
              </p14:nvContentPartPr>
              <p14:xfrm>
                <a:off x="6822061" y="5060590"/>
                <a:ext cx="82080" cy="472680"/>
              </p14:xfrm>
            </p:contentPart>
          </mc:Choice>
          <mc:Fallback>
            <p:pic>
              <p:nvPicPr>
                <p:cNvPr id="7" name="Ink 6">
                  <a:extLst>
                    <a:ext uri="{FF2B5EF4-FFF2-40B4-BE49-F238E27FC236}">
                      <a16:creationId xmlns:a16="http://schemas.microsoft.com/office/drawing/2014/main" id="{566EE711-2762-3ECF-79CA-8F896E97EBC2}"/>
                    </a:ext>
                  </a:extLst>
                </p:cNvPr>
                <p:cNvPicPr/>
                <p:nvPr/>
              </p:nvPicPr>
              <p:blipFill>
                <a:blip r:embed="rId17"/>
                <a:stretch>
                  <a:fillRect/>
                </a:stretch>
              </p:blipFill>
              <p:spPr>
                <a:xfrm>
                  <a:off x="6815941" y="5054470"/>
                  <a:ext cx="9432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 name="Ink 7">
                  <a:extLst>
                    <a:ext uri="{FF2B5EF4-FFF2-40B4-BE49-F238E27FC236}">
                      <a16:creationId xmlns:a16="http://schemas.microsoft.com/office/drawing/2014/main" id="{FA222C40-856C-9C25-9913-6493960B9578}"/>
                    </a:ext>
                  </a:extLst>
                </p14:cNvPr>
                <p14:cNvContentPartPr/>
                <p14:nvPr/>
              </p14:nvContentPartPr>
              <p14:xfrm>
                <a:off x="7029781" y="5006590"/>
                <a:ext cx="176400" cy="289440"/>
              </p14:xfrm>
            </p:contentPart>
          </mc:Choice>
          <mc:Fallback>
            <p:pic>
              <p:nvPicPr>
                <p:cNvPr id="8" name="Ink 7">
                  <a:extLst>
                    <a:ext uri="{FF2B5EF4-FFF2-40B4-BE49-F238E27FC236}">
                      <a16:creationId xmlns:a16="http://schemas.microsoft.com/office/drawing/2014/main" id="{FA222C40-856C-9C25-9913-6493960B9578}"/>
                    </a:ext>
                  </a:extLst>
                </p:cNvPr>
                <p:cNvPicPr/>
                <p:nvPr/>
              </p:nvPicPr>
              <p:blipFill>
                <a:blip r:embed="rId19"/>
                <a:stretch>
                  <a:fillRect/>
                </a:stretch>
              </p:blipFill>
              <p:spPr>
                <a:xfrm>
                  <a:off x="7023661" y="5000470"/>
                  <a:ext cx="18864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 name="Ink 8">
                  <a:extLst>
                    <a:ext uri="{FF2B5EF4-FFF2-40B4-BE49-F238E27FC236}">
                      <a16:creationId xmlns:a16="http://schemas.microsoft.com/office/drawing/2014/main" id="{6076FA2D-9772-4967-BAB1-7CFBD82BC555}"/>
                    </a:ext>
                  </a:extLst>
                </p14:cNvPr>
                <p14:cNvContentPartPr/>
                <p14:nvPr/>
              </p14:nvContentPartPr>
              <p14:xfrm>
                <a:off x="7382581" y="4928110"/>
                <a:ext cx="174240" cy="412200"/>
              </p14:xfrm>
            </p:contentPart>
          </mc:Choice>
          <mc:Fallback>
            <p:pic>
              <p:nvPicPr>
                <p:cNvPr id="9" name="Ink 8">
                  <a:extLst>
                    <a:ext uri="{FF2B5EF4-FFF2-40B4-BE49-F238E27FC236}">
                      <a16:creationId xmlns:a16="http://schemas.microsoft.com/office/drawing/2014/main" id="{6076FA2D-9772-4967-BAB1-7CFBD82BC555}"/>
                    </a:ext>
                  </a:extLst>
                </p:cNvPr>
                <p:cNvPicPr/>
                <p:nvPr/>
              </p:nvPicPr>
              <p:blipFill>
                <a:blip r:embed="rId21"/>
                <a:stretch>
                  <a:fillRect/>
                </a:stretch>
              </p:blipFill>
              <p:spPr>
                <a:xfrm>
                  <a:off x="7376461" y="4921990"/>
                  <a:ext cx="18648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 name="Ink 9">
                  <a:extLst>
                    <a:ext uri="{FF2B5EF4-FFF2-40B4-BE49-F238E27FC236}">
                      <a16:creationId xmlns:a16="http://schemas.microsoft.com/office/drawing/2014/main" id="{D67E9BDB-E2BC-722A-2F40-8D359E470CE9}"/>
                    </a:ext>
                  </a:extLst>
                </p14:cNvPr>
                <p14:cNvContentPartPr/>
                <p14:nvPr/>
              </p14:nvContentPartPr>
              <p14:xfrm>
                <a:off x="7450621" y="5112430"/>
                <a:ext cx="163440" cy="29880"/>
              </p14:xfrm>
            </p:contentPart>
          </mc:Choice>
          <mc:Fallback>
            <p:pic>
              <p:nvPicPr>
                <p:cNvPr id="10" name="Ink 9">
                  <a:extLst>
                    <a:ext uri="{FF2B5EF4-FFF2-40B4-BE49-F238E27FC236}">
                      <a16:creationId xmlns:a16="http://schemas.microsoft.com/office/drawing/2014/main" id="{D67E9BDB-E2BC-722A-2F40-8D359E470CE9}"/>
                    </a:ext>
                  </a:extLst>
                </p:cNvPr>
                <p:cNvPicPr/>
                <p:nvPr/>
              </p:nvPicPr>
              <p:blipFill>
                <a:blip r:embed="rId23"/>
                <a:stretch>
                  <a:fillRect/>
                </a:stretch>
              </p:blipFill>
              <p:spPr>
                <a:xfrm>
                  <a:off x="7444501" y="5106310"/>
                  <a:ext cx="17568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6DA8207C-095F-A779-775B-258B2C16E89D}"/>
                    </a:ext>
                  </a:extLst>
                </p14:cNvPr>
                <p14:cNvContentPartPr/>
                <p14:nvPr/>
              </p14:nvContentPartPr>
              <p14:xfrm>
                <a:off x="3327901" y="5347870"/>
                <a:ext cx="2810520" cy="118080"/>
              </p14:xfrm>
            </p:contentPart>
          </mc:Choice>
          <mc:Fallback>
            <p:pic>
              <p:nvPicPr>
                <p:cNvPr id="14" name="Ink 13">
                  <a:extLst>
                    <a:ext uri="{FF2B5EF4-FFF2-40B4-BE49-F238E27FC236}">
                      <a16:creationId xmlns:a16="http://schemas.microsoft.com/office/drawing/2014/main" id="{6DA8207C-095F-A779-775B-258B2C16E89D}"/>
                    </a:ext>
                  </a:extLst>
                </p:cNvPr>
                <p:cNvPicPr/>
                <p:nvPr/>
              </p:nvPicPr>
              <p:blipFill>
                <a:blip r:embed="rId25"/>
                <a:stretch>
                  <a:fillRect/>
                </a:stretch>
              </p:blipFill>
              <p:spPr>
                <a:xfrm>
                  <a:off x="3321781" y="5341750"/>
                  <a:ext cx="282276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480A1B8C-3F1C-1C9C-4FF4-87E52C00D781}"/>
                    </a:ext>
                  </a:extLst>
                </p14:cNvPr>
                <p14:cNvContentPartPr/>
                <p14:nvPr/>
              </p14:nvContentPartPr>
              <p14:xfrm>
                <a:off x="2686741" y="5968870"/>
                <a:ext cx="4786920" cy="67320"/>
              </p14:xfrm>
            </p:contentPart>
          </mc:Choice>
          <mc:Fallback>
            <p:pic>
              <p:nvPicPr>
                <p:cNvPr id="15" name="Ink 14">
                  <a:extLst>
                    <a:ext uri="{FF2B5EF4-FFF2-40B4-BE49-F238E27FC236}">
                      <a16:creationId xmlns:a16="http://schemas.microsoft.com/office/drawing/2014/main" id="{480A1B8C-3F1C-1C9C-4FF4-87E52C00D781}"/>
                    </a:ext>
                  </a:extLst>
                </p:cNvPr>
                <p:cNvPicPr/>
                <p:nvPr/>
              </p:nvPicPr>
              <p:blipFill>
                <a:blip r:embed="rId27"/>
                <a:stretch>
                  <a:fillRect/>
                </a:stretch>
              </p:blipFill>
              <p:spPr>
                <a:xfrm>
                  <a:off x="2680621" y="5962750"/>
                  <a:ext cx="479916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8D551378-38F8-9BF4-46C5-1E63D63F7C6F}"/>
                    </a:ext>
                  </a:extLst>
                </p14:cNvPr>
                <p14:cNvContentPartPr/>
                <p14:nvPr/>
              </p14:nvContentPartPr>
              <p14:xfrm>
                <a:off x="7927621" y="5668270"/>
                <a:ext cx="251280" cy="268560"/>
              </p14:xfrm>
            </p:contentPart>
          </mc:Choice>
          <mc:Fallback>
            <p:pic>
              <p:nvPicPr>
                <p:cNvPr id="17" name="Ink 16">
                  <a:extLst>
                    <a:ext uri="{FF2B5EF4-FFF2-40B4-BE49-F238E27FC236}">
                      <a16:creationId xmlns:a16="http://schemas.microsoft.com/office/drawing/2014/main" id="{8D551378-38F8-9BF4-46C5-1E63D63F7C6F}"/>
                    </a:ext>
                  </a:extLst>
                </p:cNvPr>
                <p:cNvPicPr/>
                <p:nvPr/>
              </p:nvPicPr>
              <p:blipFill>
                <a:blip r:embed="rId29"/>
                <a:stretch>
                  <a:fillRect/>
                </a:stretch>
              </p:blipFill>
              <p:spPr>
                <a:xfrm>
                  <a:off x="7921501" y="5662150"/>
                  <a:ext cx="26352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759189C4-B55E-A350-DCC4-281B3645F6DD}"/>
                    </a:ext>
                  </a:extLst>
                </p14:cNvPr>
                <p14:cNvContentPartPr/>
                <p14:nvPr/>
              </p14:nvContentPartPr>
              <p14:xfrm>
                <a:off x="8240461" y="5402590"/>
                <a:ext cx="420480" cy="1051200"/>
              </p14:xfrm>
            </p:contentPart>
          </mc:Choice>
          <mc:Fallback>
            <p:pic>
              <p:nvPicPr>
                <p:cNvPr id="18" name="Ink 17">
                  <a:extLst>
                    <a:ext uri="{FF2B5EF4-FFF2-40B4-BE49-F238E27FC236}">
                      <a16:creationId xmlns:a16="http://schemas.microsoft.com/office/drawing/2014/main" id="{759189C4-B55E-A350-DCC4-281B3645F6DD}"/>
                    </a:ext>
                  </a:extLst>
                </p:cNvPr>
                <p:cNvPicPr/>
                <p:nvPr/>
              </p:nvPicPr>
              <p:blipFill>
                <a:blip r:embed="rId31"/>
                <a:stretch>
                  <a:fillRect/>
                </a:stretch>
              </p:blipFill>
              <p:spPr>
                <a:xfrm>
                  <a:off x="8234341" y="5396470"/>
                  <a:ext cx="432720" cy="1063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3DB88CF6-5319-8EC5-69A6-179B6EF4AFE8}"/>
                    </a:ext>
                  </a:extLst>
                </p14:cNvPr>
                <p14:cNvContentPartPr/>
                <p14:nvPr/>
              </p14:nvContentPartPr>
              <p14:xfrm>
                <a:off x="8770021" y="5658550"/>
                <a:ext cx="608040" cy="260280"/>
              </p14:xfrm>
            </p:contentPart>
          </mc:Choice>
          <mc:Fallback>
            <p:pic>
              <p:nvPicPr>
                <p:cNvPr id="19" name="Ink 18">
                  <a:extLst>
                    <a:ext uri="{FF2B5EF4-FFF2-40B4-BE49-F238E27FC236}">
                      <a16:creationId xmlns:a16="http://schemas.microsoft.com/office/drawing/2014/main" id="{3DB88CF6-5319-8EC5-69A6-179B6EF4AFE8}"/>
                    </a:ext>
                  </a:extLst>
                </p:cNvPr>
                <p:cNvPicPr/>
                <p:nvPr/>
              </p:nvPicPr>
              <p:blipFill>
                <a:blip r:embed="rId33"/>
                <a:stretch>
                  <a:fillRect/>
                </a:stretch>
              </p:blipFill>
              <p:spPr>
                <a:xfrm>
                  <a:off x="8763901" y="5652430"/>
                  <a:ext cx="62028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F55FE9A5-8C30-6467-CBA7-0E07A795784C}"/>
                    </a:ext>
                  </a:extLst>
                </p14:cNvPr>
                <p14:cNvContentPartPr/>
                <p14:nvPr/>
              </p14:nvContentPartPr>
              <p14:xfrm>
                <a:off x="9467341" y="5416630"/>
                <a:ext cx="542160" cy="452520"/>
              </p14:xfrm>
            </p:contentPart>
          </mc:Choice>
          <mc:Fallback>
            <p:pic>
              <p:nvPicPr>
                <p:cNvPr id="20" name="Ink 19">
                  <a:extLst>
                    <a:ext uri="{FF2B5EF4-FFF2-40B4-BE49-F238E27FC236}">
                      <a16:creationId xmlns:a16="http://schemas.microsoft.com/office/drawing/2014/main" id="{F55FE9A5-8C30-6467-CBA7-0E07A795784C}"/>
                    </a:ext>
                  </a:extLst>
                </p:cNvPr>
                <p:cNvPicPr/>
                <p:nvPr/>
              </p:nvPicPr>
              <p:blipFill>
                <a:blip r:embed="rId35"/>
                <a:stretch>
                  <a:fillRect/>
                </a:stretch>
              </p:blipFill>
              <p:spPr>
                <a:xfrm>
                  <a:off x="9461221" y="5410510"/>
                  <a:ext cx="554400" cy="464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A55DF41A-3A5B-29F5-DC73-9833344EF61A}"/>
                    </a:ext>
                  </a:extLst>
                </p14:cNvPr>
                <p14:cNvContentPartPr/>
                <p14:nvPr/>
              </p14:nvContentPartPr>
              <p14:xfrm>
                <a:off x="10153141" y="5421670"/>
                <a:ext cx="35640" cy="400320"/>
              </p14:xfrm>
            </p:contentPart>
          </mc:Choice>
          <mc:Fallback>
            <p:pic>
              <p:nvPicPr>
                <p:cNvPr id="21" name="Ink 20">
                  <a:extLst>
                    <a:ext uri="{FF2B5EF4-FFF2-40B4-BE49-F238E27FC236}">
                      <a16:creationId xmlns:a16="http://schemas.microsoft.com/office/drawing/2014/main" id="{A55DF41A-3A5B-29F5-DC73-9833344EF61A}"/>
                    </a:ext>
                  </a:extLst>
                </p:cNvPr>
                <p:cNvPicPr/>
                <p:nvPr/>
              </p:nvPicPr>
              <p:blipFill>
                <a:blip r:embed="rId37"/>
                <a:stretch>
                  <a:fillRect/>
                </a:stretch>
              </p:blipFill>
              <p:spPr>
                <a:xfrm>
                  <a:off x="10147021" y="5415550"/>
                  <a:ext cx="4788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40152F6E-B989-7B30-C2ED-C10E403BEC1E}"/>
                    </a:ext>
                  </a:extLst>
                </p14:cNvPr>
                <p14:cNvContentPartPr/>
                <p14:nvPr/>
              </p14:nvContentPartPr>
              <p14:xfrm>
                <a:off x="10236661" y="5694190"/>
                <a:ext cx="205200" cy="105120"/>
              </p14:xfrm>
            </p:contentPart>
          </mc:Choice>
          <mc:Fallback>
            <p:pic>
              <p:nvPicPr>
                <p:cNvPr id="22" name="Ink 21">
                  <a:extLst>
                    <a:ext uri="{FF2B5EF4-FFF2-40B4-BE49-F238E27FC236}">
                      <a16:creationId xmlns:a16="http://schemas.microsoft.com/office/drawing/2014/main" id="{40152F6E-B989-7B30-C2ED-C10E403BEC1E}"/>
                    </a:ext>
                  </a:extLst>
                </p:cNvPr>
                <p:cNvPicPr/>
                <p:nvPr/>
              </p:nvPicPr>
              <p:blipFill>
                <a:blip r:embed="rId39"/>
                <a:stretch>
                  <a:fillRect/>
                </a:stretch>
              </p:blipFill>
              <p:spPr>
                <a:xfrm>
                  <a:off x="10230541" y="5688070"/>
                  <a:ext cx="2174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7D682D3F-C7FF-8126-5C78-53CC5E28C10F}"/>
                    </a:ext>
                  </a:extLst>
                </p14:cNvPr>
                <p14:cNvContentPartPr/>
                <p14:nvPr/>
              </p14:nvContentPartPr>
              <p14:xfrm>
                <a:off x="10727701" y="5190550"/>
                <a:ext cx="188640" cy="726480"/>
              </p14:xfrm>
            </p:contentPart>
          </mc:Choice>
          <mc:Fallback>
            <p:pic>
              <p:nvPicPr>
                <p:cNvPr id="23" name="Ink 22">
                  <a:extLst>
                    <a:ext uri="{FF2B5EF4-FFF2-40B4-BE49-F238E27FC236}">
                      <a16:creationId xmlns:a16="http://schemas.microsoft.com/office/drawing/2014/main" id="{7D682D3F-C7FF-8126-5C78-53CC5E28C10F}"/>
                    </a:ext>
                  </a:extLst>
                </p:cNvPr>
                <p:cNvPicPr/>
                <p:nvPr/>
              </p:nvPicPr>
              <p:blipFill>
                <a:blip r:embed="rId41"/>
                <a:stretch>
                  <a:fillRect/>
                </a:stretch>
              </p:blipFill>
              <p:spPr>
                <a:xfrm>
                  <a:off x="10721581" y="5184430"/>
                  <a:ext cx="200880" cy="738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7E54DF5B-506C-B4EF-0629-B64A1AA453B0}"/>
                    </a:ext>
                  </a:extLst>
                </p14:cNvPr>
                <p14:cNvContentPartPr/>
                <p14:nvPr/>
              </p14:nvContentPartPr>
              <p14:xfrm>
                <a:off x="10664701" y="5596990"/>
                <a:ext cx="239760" cy="76680"/>
              </p14:xfrm>
            </p:contentPart>
          </mc:Choice>
          <mc:Fallback>
            <p:pic>
              <p:nvPicPr>
                <p:cNvPr id="24" name="Ink 23">
                  <a:extLst>
                    <a:ext uri="{FF2B5EF4-FFF2-40B4-BE49-F238E27FC236}">
                      <a16:creationId xmlns:a16="http://schemas.microsoft.com/office/drawing/2014/main" id="{7E54DF5B-506C-B4EF-0629-B64A1AA453B0}"/>
                    </a:ext>
                  </a:extLst>
                </p:cNvPr>
                <p:cNvPicPr/>
                <p:nvPr/>
              </p:nvPicPr>
              <p:blipFill>
                <a:blip r:embed="rId43"/>
                <a:stretch>
                  <a:fillRect/>
                </a:stretch>
              </p:blipFill>
              <p:spPr>
                <a:xfrm>
                  <a:off x="10658581" y="5590870"/>
                  <a:ext cx="25200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892D35A1-3BEA-6D28-5C49-FB831CE5DAE1}"/>
                    </a:ext>
                  </a:extLst>
                </p14:cNvPr>
                <p14:cNvContentPartPr/>
                <p14:nvPr/>
              </p14:nvContentPartPr>
              <p14:xfrm>
                <a:off x="11022901" y="5717230"/>
                <a:ext cx="449280" cy="135360"/>
              </p14:xfrm>
            </p:contentPart>
          </mc:Choice>
          <mc:Fallback>
            <p:pic>
              <p:nvPicPr>
                <p:cNvPr id="25" name="Ink 24">
                  <a:extLst>
                    <a:ext uri="{FF2B5EF4-FFF2-40B4-BE49-F238E27FC236}">
                      <a16:creationId xmlns:a16="http://schemas.microsoft.com/office/drawing/2014/main" id="{892D35A1-3BEA-6D28-5C49-FB831CE5DAE1}"/>
                    </a:ext>
                  </a:extLst>
                </p:cNvPr>
                <p:cNvPicPr/>
                <p:nvPr/>
              </p:nvPicPr>
              <p:blipFill>
                <a:blip r:embed="rId45"/>
                <a:stretch>
                  <a:fillRect/>
                </a:stretch>
              </p:blipFill>
              <p:spPr>
                <a:xfrm>
                  <a:off x="11016781" y="5711110"/>
                  <a:ext cx="46152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1E1E6668-957B-184F-E09A-7DD40C4B86E9}"/>
                    </a:ext>
                  </a:extLst>
                </p14:cNvPr>
                <p14:cNvContentPartPr/>
                <p14:nvPr/>
              </p14:nvContentPartPr>
              <p14:xfrm>
                <a:off x="11586661" y="5303950"/>
                <a:ext cx="1079280" cy="573840"/>
              </p14:xfrm>
            </p:contentPart>
          </mc:Choice>
          <mc:Fallback>
            <p:pic>
              <p:nvPicPr>
                <p:cNvPr id="26" name="Ink 25">
                  <a:extLst>
                    <a:ext uri="{FF2B5EF4-FFF2-40B4-BE49-F238E27FC236}">
                      <a16:creationId xmlns:a16="http://schemas.microsoft.com/office/drawing/2014/main" id="{1E1E6668-957B-184F-E09A-7DD40C4B86E9}"/>
                    </a:ext>
                  </a:extLst>
                </p:cNvPr>
                <p:cNvPicPr/>
                <p:nvPr/>
              </p:nvPicPr>
              <p:blipFill>
                <a:blip r:embed="rId47"/>
                <a:stretch>
                  <a:fillRect/>
                </a:stretch>
              </p:blipFill>
              <p:spPr>
                <a:xfrm>
                  <a:off x="11580541" y="5297830"/>
                  <a:ext cx="1091520" cy="586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531CD5D4-D621-5A54-0D45-3C57EAA867C2}"/>
                    </a:ext>
                  </a:extLst>
                </p14:cNvPr>
                <p14:cNvContentPartPr/>
                <p14:nvPr/>
              </p14:nvContentPartPr>
              <p14:xfrm>
                <a:off x="12061861" y="5441470"/>
                <a:ext cx="75240" cy="5760"/>
              </p14:xfrm>
            </p:contentPart>
          </mc:Choice>
          <mc:Fallback>
            <p:pic>
              <p:nvPicPr>
                <p:cNvPr id="27" name="Ink 26">
                  <a:extLst>
                    <a:ext uri="{FF2B5EF4-FFF2-40B4-BE49-F238E27FC236}">
                      <a16:creationId xmlns:a16="http://schemas.microsoft.com/office/drawing/2014/main" id="{531CD5D4-D621-5A54-0D45-3C57EAA867C2}"/>
                    </a:ext>
                  </a:extLst>
                </p:cNvPr>
                <p:cNvPicPr/>
                <p:nvPr/>
              </p:nvPicPr>
              <p:blipFill>
                <a:blip r:embed="rId49"/>
                <a:stretch>
                  <a:fillRect/>
                </a:stretch>
              </p:blipFill>
              <p:spPr>
                <a:xfrm>
                  <a:off x="12055741" y="5435350"/>
                  <a:ext cx="874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7E4A52D0-A7D8-C7E2-00AE-0ECF5479D493}"/>
                    </a:ext>
                  </a:extLst>
                </p14:cNvPr>
                <p14:cNvContentPartPr/>
                <p14:nvPr/>
              </p14:nvContentPartPr>
              <p14:xfrm>
                <a:off x="11828941" y="5343910"/>
                <a:ext cx="253440" cy="68760"/>
              </p14:xfrm>
            </p:contentPart>
          </mc:Choice>
          <mc:Fallback>
            <p:pic>
              <p:nvPicPr>
                <p:cNvPr id="28" name="Ink 27">
                  <a:extLst>
                    <a:ext uri="{FF2B5EF4-FFF2-40B4-BE49-F238E27FC236}">
                      <a16:creationId xmlns:a16="http://schemas.microsoft.com/office/drawing/2014/main" id="{7E4A52D0-A7D8-C7E2-00AE-0ECF5479D493}"/>
                    </a:ext>
                  </a:extLst>
                </p:cNvPr>
                <p:cNvPicPr/>
                <p:nvPr/>
              </p:nvPicPr>
              <p:blipFill>
                <a:blip r:embed="rId51"/>
                <a:stretch>
                  <a:fillRect/>
                </a:stretch>
              </p:blipFill>
              <p:spPr>
                <a:xfrm>
                  <a:off x="11822821" y="5337790"/>
                  <a:ext cx="26568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0AD868F3-BC80-595D-7F62-18C0C0E0E6E7}"/>
                    </a:ext>
                  </a:extLst>
                </p14:cNvPr>
                <p14:cNvContentPartPr/>
                <p14:nvPr/>
              </p14:nvContentPartPr>
              <p14:xfrm>
                <a:off x="13009381" y="5370910"/>
                <a:ext cx="279000" cy="954000"/>
              </p14:xfrm>
            </p:contentPart>
          </mc:Choice>
          <mc:Fallback>
            <p:pic>
              <p:nvPicPr>
                <p:cNvPr id="29" name="Ink 28">
                  <a:extLst>
                    <a:ext uri="{FF2B5EF4-FFF2-40B4-BE49-F238E27FC236}">
                      <a16:creationId xmlns:a16="http://schemas.microsoft.com/office/drawing/2014/main" id="{0AD868F3-BC80-595D-7F62-18C0C0E0E6E7}"/>
                    </a:ext>
                  </a:extLst>
                </p:cNvPr>
                <p:cNvPicPr/>
                <p:nvPr/>
              </p:nvPicPr>
              <p:blipFill>
                <a:blip r:embed="rId53"/>
                <a:stretch>
                  <a:fillRect/>
                </a:stretch>
              </p:blipFill>
              <p:spPr>
                <a:xfrm>
                  <a:off x="13003261" y="5364790"/>
                  <a:ext cx="291240" cy="966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52B7B316-FA97-628D-8D4C-D31C70A3BF2D}"/>
                    </a:ext>
                  </a:extLst>
                </p14:cNvPr>
                <p14:cNvContentPartPr/>
                <p14:nvPr/>
              </p14:nvContentPartPr>
              <p14:xfrm>
                <a:off x="9085021" y="6170830"/>
                <a:ext cx="276840" cy="389520"/>
              </p14:xfrm>
            </p:contentPart>
          </mc:Choice>
          <mc:Fallback>
            <p:pic>
              <p:nvPicPr>
                <p:cNvPr id="31" name="Ink 30">
                  <a:extLst>
                    <a:ext uri="{FF2B5EF4-FFF2-40B4-BE49-F238E27FC236}">
                      <a16:creationId xmlns:a16="http://schemas.microsoft.com/office/drawing/2014/main" id="{52B7B316-FA97-628D-8D4C-D31C70A3BF2D}"/>
                    </a:ext>
                  </a:extLst>
                </p:cNvPr>
                <p:cNvPicPr/>
                <p:nvPr/>
              </p:nvPicPr>
              <p:blipFill>
                <a:blip r:embed="rId55"/>
                <a:stretch>
                  <a:fillRect/>
                </a:stretch>
              </p:blipFill>
              <p:spPr>
                <a:xfrm>
                  <a:off x="9078901" y="6164710"/>
                  <a:ext cx="289080" cy="4017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C29D85D6-294B-1436-2E4E-52927D10C2EA}"/>
                    </a:ext>
                  </a:extLst>
                </p14:cNvPr>
                <p14:cNvContentPartPr/>
                <p14:nvPr/>
              </p14:nvContentPartPr>
              <p14:xfrm>
                <a:off x="9069181" y="6231670"/>
                <a:ext cx="255960" cy="297000"/>
              </p14:xfrm>
            </p:contentPart>
          </mc:Choice>
          <mc:Fallback>
            <p:pic>
              <p:nvPicPr>
                <p:cNvPr id="32" name="Ink 31">
                  <a:extLst>
                    <a:ext uri="{FF2B5EF4-FFF2-40B4-BE49-F238E27FC236}">
                      <a16:creationId xmlns:a16="http://schemas.microsoft.com/office/drawing/2014/main" id="{C29D85D6-294B-1436-2E4E-52927D10C2EA}"/>
                    </a:ext>
                  </a:extLst>
                </p:cNvPr>
                <p:cNvPicPr/>
                <p:nvPr/>
              </p:nvPicPr>
              <p:blipFill>
                <a:blip r:embed="rId57"/>
                <a:stretch>
                  <a:fillRect/>
                </a:stretch>
              </p:blipFill>
              <p:spPr>
                <a:xfrm>
                  <a:off x="9063061" y="6225550"/>
                  <a:ext cx="268200" cy="309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51933C40-ED35-05A5-26CE-9113A24E5A0B}"/>
                    </a:ext>
                  </a:extLst>
                </p14:cNvPr>
                <p14:cNvContentPartPr/>
                <p14:nvPr/>
              </p14:nvContentPartPr>
              <p14:xfrm>
                <a:off x="9453661" y="6644590"/>
                <a:ext cx="15120" cy="192960"/>
              </p14:xfrm>
            </p:contentPart>
          </mc:Choice>
          <mc:Fallback>
            <p:pic>
              <p:nvPicPr>
                <p:cNvPr id="33" name="Ink 32">
                  <a:extLst>
                    <a:ext uri="{FF2B5EF4-FFF2-40B4-BE49-F238E27FC236}">
                      <a16:creationId xmlns:a16="http://schemas.microsoft.com/office/drawing/2014/main" id="{51933C40-ED35-05A5-26CE-9113A24E5A0B}"/>
                    </a:ext>
                  </a:extLst>
                </p:cNvPr>
                <p:cNvPicPr/>
                <p:nvPr/>
              </p:nvPicPr>
              <p:blipFill>
                <a:blip r:embed="rId59"/>
                <a:stretch>
                  <a:fillRect/>
                </a:stretch>
              </p:blipFill>
              <p:spPr>
                <a:xfrm>
                  <a:off x="9447541" y="6638470"/>
                  <a:ext cx="2736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CEDB80E3-B782-BAEF-1E6E-940033D82F58}"/>
                    </a:ext>
                  </a:extLst>
                </p14:cNvPr>
                <p14:cNvContentPartPr/>
                <p14:nvPr/>
              </p14:nvContentPartPr>
              <p14:xfrm>
                <a:off x="9662461" y="6581590"/>
                <a:ext cx="93960" cy="218520"/>
              </p14:xfrm>
            </p:contentPart>
          </mc:Choice>
          <mc:Fallback>
            <p:pic>
              <p:nvPicPr>
                <p:cNvPr id="34" name="Ink 33">
                  <a:extLst>
                    <a:ext uri="{FF2B5EF4-FFF2-40B4-BE49-F238E27FC236}">
                      <a16:creationId xmlns:a16="http://schemas.microsoft.com/office/drawing/2014/main" id="{CEDB80E3-B782-BAEF-1E6E-940033D82F58}"/>
                    </a:ext>
                  </a:extLst>
                </p:cNvPr>
                <p:cNvPicPr/>
                <p:nvPr/>
              </p:nvPicPr>
              <p:blipFill>
                <a:blip r:embed="rId61"/>
                <a:stretch>
                  <a:fillRect/>
                </a:stretch>
              </p:blipFill>
              <p:spPr>
                <a:xfrm>
                  <a:off x="9656341" y="6575470"/>
                  <a:ext cx="1062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Ink 34">
                  <a:extLst>
                    <a:ext uri="{FF2B5EF4-FFF2-40B4-BE49-F238E27FC236}">
                      <a16:creationId xmlns:a16="http://schemas.microsoft.com/office/drawing/2014/main" id="{8DF4389E-5B43-0B17-6FCA-085A4CCA485E}"/>
                    </a:ext>
                  </a:extLst>
                </p14:cNvPr>
                <p14:cNvContentPartPr/>
                <p14:nvPr/>
              </p14:nvContentPartPr>
              <p14:xfrm>
                <a:off x="10050541" y="6194950"/>
                <a:ext cx="150120" cy="269280"/>
              </p14:xfrm>
            </p:contentPart>
          </mc:Choice>
          <mc:Fallback>
            <p:pic>
              <p:nvPicPr>
                <p:cNvPr id="35" name="Ink 34">
                  <a:extLst>
                    <a:ext uri="{FF2B5EF4-FFF2-40B4-BE49-F238E27FC236}">
                      <a16:creationId xmlns:a16="http://schemas.microsoft.com/office/drawing/2014/main" id="{8DF4389E-5B43-0B17-6FCA-085A4CCA485E}"/>
                    </a:ext>
                  </a:extLst>
                </p:cNvPr>
                <p:cNvPicPr/>
                <p:nvPr/>
              </p:nvPicPr>
              <p:blipFill>
                <a:blip r:embed="rId63"/>
                <a:stretch>
                  <a:fillRect/>
                </a:stretch>
              </p:blipFill>
              <p:spPr>
                <a:xfrm>
                  <a:off x="10044421" y="6188830"/>
                  <a:ext cx="16236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6" name="Ink 35">
                  <a:extLst>
                    <a:ext uri="{FF2B5EF4-FFF2-40B4-BE49-F238E27FC236}">
                      <a16:creationId xmlns:a16="http://schemas.microsoft.com/office/drawing/2014/main" id="{7F177F6A-ED04-351E-9FBE-6A0349705CB3}"/>
                    </a:ext>
                  </a:extLst>
                </p14:cNvPr>
                <p14:cNvContentPartPr/>
                <p14:nvPr/>
              </p14:nvContentPartPr>
              <p14:xfrm>
                <a:off x="9966301" y="6233830"/>
                <a:ext cx="284040" cy="227880"/>
              </p14:xfrm>
            </p:contentPart>
          </mc:Choice>
          <mc:Fallback>
            <p:pic>
              <p:nvPicPr>
                <p:cNvPr id="36" name="Ink 35">
                  <a:extLst>
                    <a:ext uri="{FF2B5EF4-FFF2-40B4-BE49-F238E27FC236}">
                      <a16:creationId xmlns:a16="http://schemas.microsoft.com/office/drawing/2014/main" id="{7F177F6A-ED04-351E-9FBE-6A0349705CB3}"/>
                    </a:ext>
                  </a:extLst>
                </p:cNvPr>
                <p:cNvPicPr/>
                <p:nvPr/>
              </p:nvPicPr>
              <p:blipFill>
                <a:blip r:embed="rId65"/>
                <a:stretch>
                  <a:fillRect/>
                </a:stretch>
              </p:blipFill>
              <p:spPr>
                <a:xfrm>
                  <a:off x="9960181" y="6227710"/>
                  <a:ext cx="29628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7" name="Ink 36">
                  <a:extLst>
                    <a:ext uri="{FF2B5EF4-FFF2-40B4-BE49-F238E27FC236}">
                      <a16:creationId xmlns:a16="http://schemas.microsoft.com/office/drawing/2014/main" id="{C9CD8BEB-8B8D-F2C8-E002-851F3340B06E}"/>
                    </a:ext>
                  </a:extLst>
                </p14:cNvPr>
                <p14:cNvContentPartPr/>
                <p14:nvPr/>
              </p14:nvContentPartPr>
              <p14:xfrm>
                <a:off x="10287421" y="6467110"/>
                <a:ext cx="282600" cy="192960"/>
              </p14:xfrm>
            </p:contentPart>
          </mc:Choice>
          <mc:Fallback>
            <p:pic>
              <p:nvPicPr>
                <p:cNvPr id="37" name="Ink 36">
                  <a:extLst>
                    <a:ext uri="{FF2B5EF4-FFF2-40B4-BE49-F238E27FC236}">
                      <a16:creationId xmlns:a16="http://schemas.microsoft.com/office/drawing/2014/main" id="{C9CD8BEB-8B8D-F2C8-E002-851F3340B06E}"/>
                    </a:ext>
                  </a:extLst>
                </p:cNvPr>
                <p:cNvPicPr/>
                <p:nvPr/>
              </p:nvPicPr>
              <p:blipFill>
                <a:blip r:embed="rId67"/>
                <a:stretch>
                  <a:fillRect/>
                </a:stretch>
              </p:blipFill>
              <p:spPr>
                <a:xfrm>
                  <a:off x="10281301" y="6460990"/>
                  <a:ext cx="29484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8" name="Ink 37">
                  <a:extLst>
                    <a:ext uri="{FF2B5EF4-FFF2-40B4-BE49-F238E27FC236}">
                      <a16:creationId xmlns:a16="http://schemas.microsoft.com/office/drawing/2014/main" id="{E646E407-9087-9687-B12C-26787D6CE3FE}"/>
                    </a:ext>
                  </a:extLst>
                </p14:cNvPr>
                <p14:cNvContentPartPr/>
                <p14:nvPr/>
              </p14:nvContentPartPr>
              <p14:xfrm>
                <a:off x="10514941" y="6547030"/>
                <a:ext cx="189000" cy="423360"/>
              </p14:xfrm>
            </p:contentPart>
          </mc:Choice>
          <mc:Fallback>
            <p:pic>
              <p:nvPicPr>
                <p:cNvPr id="38" name="Ink 37">
                  <a:extLst>
                    <a:ext uri="{FF2B5EF4-FFF2-40B4-BE49-F238E27FC236}">
                      <a16:creationId xmlns:a16="http://schemas.microsoft.com/office/drawing/2014/main" id="{E646E407-9087-9687-B12C-26787D6CE3FE}"/>
                    </a:ext>
                  </a:extLst>
                </p:cNvPr>
                <p:cNvPicPr/>
                <p:nvPr/>
              </p:nvPicPr>
              <p:blipFill>
                <a:blip r:embed="rId69"/>
                <a:stretch>
                  <a:fillRect/>
                </a:stretch>
              </p:blipFill>
              <p:spPr>
                <a:xfrm>
                  <a:off x="10508821" y="6540910"/>
                  <a:ext cx="201240"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9" name="Ink 38">
                  <a:extLst>
                    <a:ext uri="{FF2B5EF4-FFF2-40B4-BE49-F238E27FC236}">
                      <a16:creationId xmlns:a16="http://schemas.microsoft.com/office/drawing/2014/main" id="{6202743B-F86E-A483-C92D-F95F6A0B1B43}"/>
                    </a:ext>
                  </a:extLst>
                </p14:cNvPr>
                <p14:cNvContentPartPr/>
                <p14:nvPr/>
              </p14:nvContentPartPr>
              <p14:xfrm>
                <a:off x="10856221" y="6477190"/>
                <a:ext cx="57960" cy="47160"/>
              </p14:xfrm>
            </p:contentPart>
          </mc:Choice>
          <mc:Fallback>
            <p:pic>
              <p:nvPicPr>
                <p:cNvPr id="39" name="Ink 38">
                  <a:extLst>
                    <a:ext uri="{FF2B5EF4-FFF2-40B4-BE49-F238E27FC236}">
                      <a16:creationId xmlns:a16="http://schemas.microsoft.com/office/drawing/2014/main" id="{6202743B-F86E-A483-C92D-F95F6A0B1B43}"/>
                    </a:ext>
                  </a:extLst>
                </p:cNvPr>
                <p:cNvPicPr/>
                <p:nvPr/>
              </p:nvPicPr>
              <p:blipFill>
                <a:blip r:embed="rId71"/>
                <a:stretch>
                  <a:fillRect/>
                </a:stretch>
              </p:blipFill>
              <p:spPr>
                <a:xfrm>
                  <a:off x="10850101" y="6471070"/>
                  <a:ext cx="7020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0" name="Ink 39">
                  <a:extLst>
                    <a:ext uri="{FF2B5EF4-FFF2-40B4-BE49-F238E27FC236}">
                      <a16:creationId xmlns:a16="http://schemas.microsoft.com/office/drawing/2014/main" id="{58458226-10E2-E96E-747A-6B922FB1EECD}"/>
                    </a:ext>
                  </a:extLst>
                </p14:cNvPr>
                <p14:cNvContentPartPr/>
                <p14:nvPr/>
              </p14:nvContentPartPr>
              <p14:xfrm>
                <a:off x="11218741" y="6451990"/>
                <a:ext cx="19080" cy="20520"/>
              </p14:xfrm>
            </p:contentPart>
          </mc:Choice>
          <mc:Fallback>
            <p:pic>
              <p:nvPicPr>
                <p:cNvPr id="40" name="Ink 39">
                  <a:extLst>
                    <a:ext uri="{FF2B5EF4-FFF2-40B4-BE49-F238E27FC236}">
                      <a16:creationId xmlns:a16="http://schemas.microsoft.com/office/drawing/2014/main" id="{58458226-10E2-E96E-747A-6B922FB1EECD}"/>
                    </a:ext>
                  </a:extLst>
                </p:cNvPr>
                <p:cNvPicPr/>
                <p:nvPr/>
              </p:nvPicPr>
              <p:blipFill>
                <a:blip r:embed="rId73"/>
                <a:stretch>
                  <a:fillRect/>
                </a:stretch>
              </p:blipFill>
              <p:spPr>
                <a:xfrm>
                  <a:off x="11212621" y="6445870"/>
                  <a:ext cx="313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1" name="Ink 40">
                  <a:extLst>
                    <a:ext uri="{FF2B5EF4-FFF2-40B4-BE49-F238E27FC236}">
                      <a16:creationId xmlns:a16="http://schemas.microsoft.com/office/drawing/2014/main" id="{B7367F0A-B3FA-E3EF-BDAE-BCB70FDEADA9}"/>
                    </a:ext>
                  </a:extLst>
                </p14:cNvPr>
                <p14:cNvContentPartPr/>
                <p14:nvPr/>
              </p14:nvContentPartPr>
              <p14:xfrm>
                <a:off x="11474341" y="6422470"/>
                <a:ext cx="30960" cy="40680"/>
              </p14:xfrm>
            </p:contentPart>
          </mc:Choice>
          <mc:Fallback>
            <p:pic>
              <p:nvPicPr>
                <p:cNvPr id="41" name="Ink 40">
                  <a:extLst>
                    <a:ext uri="{FF2B5EF4-FFF2-40B4-BE49-F238E27FC236}">
                      <a16:creationId xmlns:a16="http://schemas.microsoft.com/office/drawing/2014/main" id="{B7367F0A-B3FA-E3EF-BDAE-BCB70FDEADA9}"/>
                    </a:ext>
                  </a:extLst>
                </p:cNvPr>
                <p:cNvPicPr/>
                <p:nvPr/>
              </p:nvPicPr>
              <p:blipFill>
                <a:blip r:embed="rId75"/>
                <a:stretch>
                  <a:fillRect/>
                </a:stretch>
              </p:blipFill>
              <p:spPr>
                <a:xfrm>
                  <a:off x="11468221" y="6416350"/>
                  <a:ext cx="432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2" name="Ink 41">
                  <a:extLst>
                    <a:ext uri="{FF2B5EF4-FFF2-40B4-BE49-F238E27FC236}">
                      <a16:creationId xmlns:a16="http://schemas.microsoft.com/office/drawing/2014/main" id="{53D5352E-6CB8-BC98-6FA3-6F993237E3A8}"/>
                    </a:ext>
                  </a:extLst>
                </p14:cNvPr>
                <p14:cNvContentPartPr/>
                <p14:nvPr/>
              </p14:nvContentPartPr>
              <p14:xfrm>
                <a:off x="11823541" y="6327430"/>
                <a:ext cx="135360" cy="28440"/>
              </p14:xfrm>
            </p:contentPart>
          </mc:Choice>
          <mc:Fallback>
            <p:pic>
              <p:nvPicPr>
                <p:cNvPr id="42" name="Ink 41">
                  <a:extLst>
                    <a:ext uri="{FF2B5EF4-FFF2-40B4-BE49-F238E27FC236}">
                      <a16:creationId xmlns:a16="http://schemas.microsoft.com/office/drawing/2014/main" id="{53D5352E-6CB8-BC98-6FA3-6F993237E3A8}"/>
                    </a:ext>
                  </a:extLst>
                </p:cNvPr>
                <p:cNvPicPr/>
                <p:nvPr/>
              </p:nvPicPr>
              <p:blipFill>
                <a:blip r:embed="rId77"/>
                <a:stretch>
                  <a:fillRect/>
                </a:stretch>
              </p:blipFill>
              <p:spPr>
                <a:xfrm>
                  <a:off x="11817421" y="6321310"/>
                  <a:ext cx="1476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3" name="Ink 42">
                  <a:extLst>
                    <a:ext uri="{FF2B5EF4-FFF2-40B4-BE49-F238E27FC236}">
                      <a16:creationId xmlns:a16="http://schemas.microsoft.com/office/drawing/2014/main" id="{7AFF29E9-FCC3-C77C-1DAB-98E3C1B4C589}"/>
                    </a:ext>
                  </a:extLst>
                </p14:cNvPr>
                <p14:cNvContentPartPr/>
                <p14:nvPr/>
              </p14:nvContentPartPr>
              <p14:xfrm>
                <a:off x="12049261" y="6104950"/>
                <a:ext cx="339480" cy="386640"/>
              </p14:xfrm>
            </p:contentPart>
          </mc:Choice>
          <mc:Fallback>
            <p:pic>
              <p:nvPicPr>
                <p:cNvPr id="43" name="Ink 42">
                  <a:extLst>
                    <a:ext uri="{FF2B5EF4-FFF2-40B4-BE49-F238E27FC236}">
                      <a16:creationId xmlns:a16="http://schemas.microsoft.com/office/drawing/2014/main" id="{7AFF29E9-FCC3-C77C-1DAB-98E3C1B4C589}"/>
                    </a:ext>
                  </a:extLst>
                </p:cNvPr>
                <p:cNvPicPr/>
                <p:nvPr/>
              </p:nvPicPr>
              <p:blipFill>
                <a:blip r:embed="rId79"/>
                <a:stretch>
                  <a:fillRect/>
                </a:stretch>
              </p:blipFill>
              <p:spPr>
                <a:xfrm>
                  <a:off x="12043141" y="6098830"/>
                  <a:ext cx="351720" cy="398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4" name="Ink 43">
                  <a:extLst>
                    <a:ext uri="{FF2B5EF4-FFF2-40B4-BE49-F238E27FC236}">
                      <a16:creationId xmlns:a16="http://schemas.microsoft.com/office/drawing/2014/main" id="{B7F8B96C-662E-8647-5FA1-909D2D0BDB5C}"/>
                    </a:ext>
                  </a:extLst>
                </p14:cNvPr>
                <p14:cNvContentPartPr/>
                <p14:nvPr/>
              </p14:nvContentPartPr>
              <p14:xfrm>
                <a:off x="12138181" y="6153910"/>
                <a:ext cx="234360" cy="270360"/>
              </p14:xfrm>
            </p:contentPart>
          </mc:Choice>
          <mc:Fallback>
            <p:pic>
              <p:nvPicPr>
                <p:cNvPr id="44" name="Ink 43">
                  <a:extLst>
                    <a:ext uri="{FF2B5EF4-FFF2-40B4-BE49-F238E27FC236}">
                      <a16:creationId xmlns:a16="http://schemas.microsoft.com/office/drawing/2014/main" id="{B7F8B96C-662E-8647-5FA1-909D2D0BDB5C}"/>
                    </a:ext>
                  </a:extLst>
                </p:cNvPr>
                <p:cNvPicPr/>
                <p:nvPr/>
              </p:nvPicPr>
              <p:blipFill>
                <a:blip r:embed="rId81"/>
                <a:stretch>
                  <a:fillRect/>
                </a:stretch>
              </p:blipFill>
              <p:spPr>
                <a:xfrm>
                  <a:off x="12132061" y="6147790"/>
                  <a:ext cx="24660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5" name="Ink 44">
                  <a:extLst>
                    <a:ext uri="{FF2B5EF4-FFF2-40B4-BE49-F238E27FC236}">
                      <a16:creationId xmlns:a16="http://schemas.microsoft.com/office/drawing/2014/main" id="{5EB8C9C0-9D46-CD55-DC45-2ACECC44BCE3}"/>
                    </a:ext>
                  </a:extLst>
                </p14:cNvPr>
                <p14:cNvContentPartPr/>
                <p14:nvPr/>
              </p14:nvContentPartPr>
              <p14:xfrm>
                <a:off x="12435181" y="6433270"/>
                <a:ext cx="201240" cy="262800"/>
              </p14:xfrm>
            </p:contentPart>
          </mc:Choice>
          <mc:Fallback>
            <p:pic>
              <p:nvPicPr>
                <p:cNvPr id="45" name="Ink 44">
                  <a:extLst>
                    <a:ext uri="{FF2B5EF4-FFF2-40B4-BE49-F238E27FC236}">
                      <a16:creationId xmlns:a16="http://schemas.microsoft.com/office/drawing/2014/main" id="{5EB8C9C0-9D46-CD55-DC45-2ACECC44BCE3}"/>
                    </a:ext>
                  </a:extLst>
                </p:cNvPr>
                <p:cNvPicPr/>
                <p:nvPr/>
              </p:nvPicPr>
              <p:blipFill>
                <a:blip r:embed="rId83"/>
                <a:stretch>
                  <a:fillRect/>
                </a:stretch>
              </p:blipFill>
              <p:spPr>
                <a:xfrm>
                  <a:off x="12429061" y="6427150"/>
                  <a:ext cx="21348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A73E504D-6D88-C1D9-5B21-82B37532C00A}"/>
                    </a:ext>
                  </a:extLst>
                </p14:cNvPr>
                <p14:cNvContentPartPr/>
                <p14:nvPr/>
              </p14:nvContentPartPr>
              <p14:xfrm>
                <a:off x="4075981" y="6022870"/>
                <a:ext cx="1072080" cy="77400"/>
              </p14:xfrm>
            </p:contentPart>
          </mc:Choice>
          <mc:Fallback>
            <p:pic>
              <p:nvPicPr>
                <p:cNvPr id="53" name="Ink 52">
                  <a:extLst>
                    <a:ext uri="{FF2B5EF4-FFF2-40B4-BE49-F238E27FC236}">
                      <a16:creationId xmlns:a16="http://schemas.microsoft.com/office/drawing/2014/main" id="{A73E504D-6D88-C1D9-5B21-82B37532C00A}"/>
                    </a:ext>
                  </a:extLst>
                </p:cNvPr>
                <p:cNvPicPr/>
                <p:nvPr/>
              </p:nvPicPr>
              <p:blipFill>
                <a:blip r:embed="rId85"/>
                <a:stretch>
                  <a:fillRect/>
                </a:stretch>
              </p:blipFill>
              <p:spPr>
                <a:xfrm>
                  <a:off x="4069861" y="6016750"/>
                  <a:ext cx="108432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4" name="Ink 53">
                  <a:extLst>
                    <a:ext uri="{FF2B5EF4-FFF2-40B4-BE49-F238E27FC236}">
                      <a16:creationId xmlns:a16="http://schemas.microsoft.com/office/drawing/2014/main" id="{0E43E2D1-D4E2-FD70-303A-3647A1F6C647}"/>
                    </a:ext>
                  </a:extLst>
                </p14:cNvPr>
                <p14:cNvContentPartPr/>
                <p14:nvPr/>
              </p14:nvContentPartPr>
              <p14:xfrm>
                <a:off x="6274501" y="5975710"/>
                <a:ext cx="1532160" cy="69840"/>
              </p14:xfrm>
            </p:contentPart>
          </mc:Choice>
          <mc:Fallback>
            <p:pic>
              <p:nvPicPr>
                <p:cNvPr id="54" name="Ink 53">
                  <a:extLst>
                    <a:ext uri="{FF2B5EF4-FFF2-40B4-BE49-F238E27FC236}">
                      <a16:creationId xmlns:a16="http://schemas.microsoft.com/office/drawing/2014/main" id="{0E43E2D1-D4E2-FD70-303A-3647A1F6C647}"/>
                    </a:ext>
                  </a:extLst>
                </p:cNvPr>
                <p:cNvPicPr/>
                <p:nvPr/>
              </p:nvPicPr>
              <p:blipFill>
                <a:blip r:embed="rId87"/>
                <a:stretch>
                  <a:fillRect/>
                </a:stretch>
              </p:blipFill>
              <p:spPr>
                <a:xfrm>
                  <a:off x="6268381" y="5969590"/>
                  <a:ext cx="1544400" cy="8208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160" b="1" dirty="0"/>
              <a:t>Maximum Likelihood Estimation (MLE) </a:t>
            </a:r>
            <a:endParaRPr lang="en-US" sz="4160" dirty="0"/>
          </a:p>
        </p:txBody>
      </p:sp>
      <p:sp>
        <p:nvSpPr>
          <p:cNvPr id="2" name="Content Placeholder 1"/>
          <p:cNvSpPr>
            <a:spLocks noGrp="1"/>
          </p:cNvSpPr>
          <p:nvPr>
            <p:ph type="body" sz="quarter" idx="13"/>
          </p:nvPr>
        </p:nvSpPr>
        <p:spPr/>
        <p:txBody>
          <a:bodyPr/>
          <a:lstStyle/>
          <a:p>
            <a:pPr algn="just">
              <a:buFont typeface="Wingdings" panose="05000000000000000000" pitchFamily="2" charset="2"/>
              <a:buChar char="Ø"/>
            </a:pPr>
            <a:r>
              <a:rPr lang="en-US" sz="2800" dirty="0">
                <a:latin typeface="+mn-lt"/>
              </a:rPr>
              <a:t>The maximum likelihood estimate (MLE) of θ is that value of θ that maximizes likelihood(θ)   is defined as </a:t>
            </a:r>
          </a:p>
          <a:p>
            <a:endParaRPr lang="en-US" dirty="0"/>
          </a:p>
        </p:txBody>
      </p:sp>
      <p:graphicFrame>
        <p:nvGraphicFramePr>
          <p:cNvPr id="4" name="Object 3"/>
          <p:cNvGraphicFramePr>
            <a:graphicFrameLocks noChangeAspect="1"/>
          </p:cNvGraphicFramePr>
          <p:nvPr/>
        </p:nvGraphicFramePr>
        <p:xfrm>
          <a:off x="4375150" y="2714991"/>
          <a:ext cx="3610187" cy="2005658"/>
        </p:xfrm>
        <a:graphic>
          <a:graphicData uri="http://schemas.openxmlformats.org/presentationml/2006/ole">
            <mc:AlternateContent xmlns:mc="http://schemas.openxmlformats.org/markup-compatibility/2006">
              <mc:Choice xmlns:v="urn:schemas-microsoft-com:vml" Requires="v">
                <p:oleObj name="Equation" r:id="rId2" imgW="38404800" imgH="21336000" progId="Equation.3">
                  <p:embed/>
                </p:oleObj>
              </mc:Choice>
              <mc:Fallback>
                <p:oleObj name="Equation" r:id="rId2" imgW="38404800" imgH="213360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5150" y="2714991"/>
                        <a:ext cx="3610187" cy="20056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4"/>
          <p:cNvPicPr>
            <a:picLocks noChangeAspect="1"/>
          </p:cNvPicPr>
          <p:nvPr/>
        </p:nvPicPr>
        <p:blipFill>
          <a:blip r:embed="rId4"/>
          <a:stretch>
            <a:fillRect/>
          </a:stretch>
        </p:blipFill>
        <p:spPr>
          <a:xfrm>
            <a:off x="3343910" y="5797847"/>
            <a:ext cx="6075680" cy="1260991"/>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0F06443E-7862-1411-D2B6-4D329E251E10}"/>
                  </a:ext>
                </a:extLst>
              </p14:cNvPr>
              <p14:cNvContentPartPr/>
              <p14:nvPr/>
            </p14:nvContentPartPr>
            <p14:xfrm>
              <a:off x="4057261" y="2671630"/>
              <a:ext cx="3499200" cy="1137960"/>
            </p14:xfrm>
          </p:contentPart>
        </mc:Choice>
        <mc:Fallback>
          <p:pic>
            <p:nvPicPr>
              <p:cNvPr id="6" name="Ink 5">
                <a:extLst>
                  <a:ext uri="{FF2B5EF4-FFF2-40B4-BE49-F238E27FC236}">
                    <a16:creationId xmlns:a16="http://schemas.microsoft.com/office/drawing/2014/main" id="{0F06443E-7862-1411-D2B6-4D329E251E10}"/>
                  </a:ext>
                </a:extLst>
              </p:cNvPr>
              <p:cNvPicPr/>
              <p:nvPr/>
            </p:nvPicPr>
            <p:blipFill>
              <a:blip r:embed="rId6"/>
              <a:stretch>
                <a:fillRect/>
              </a:stretch>
            </p:blipFill>
            <p:spPr>
              <a:xfrm>
                <a:off x="4051141" y="2665510"/>
                <a:ext cx="3511440" cy="1150200"/>
              </a:xfrm>
              <a:prstGeom prst="rect">
                <a:avLst/>
              </a:prstGeom>
            </p:spPr>
          </p:pic>
        </mc:Fallback>
      </mc:AlternateContent>
      <p:grpSp>
        <p:nvGrpSpPr>
          <p:cNvPr id="9" name="Group 8">
            <a:extLst>
              <a:ext uri="{FF2B5EF4-FFF2-40B4-BE49-F238E27FC236}">
                <a16:creationId xmlns:a16="http://schemas.microsoft.com/office/drawing/2014/main" id="{ACEE85CB-3DC8-A34D-8A08-A15DA3B101DA}"/>
              </a:ext>
            </a:extLst>
          </p:cNvPr>
          <p:cNvGrpSpPr/>
          <p:nvPr/>
        </p:nvGrpSpPr>
        <p:grpSpPr>
          <a:xfrm>
            <a:off x="5312941" y="2781430"/>
            <a:ext cx="1009440" cy="1950120"/>
            <a:chOff x="5312941" y="2781430"/>
            <a:chExt cx="1009440" cy="1950120"/>
          </a:xfrm>
        </p:grpSpPr>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45C7B21B-C43F-9529-5485-F275DC32A333}"/>
                    </a:ext>
                  </a:extLst>
                </p14:cNvPr>
                <p14:cNvContentPartPr/>
                <p14:nvPr/>
              </p14:nvContentPartPr>
              <p14:xfrm>
                <a:off x="5312941" y="2781430"/>
                <a:ext cx="566280" cy="965160"/>
              </p14:xfrm>
            </p:contentPart>
          </mc:Choice>
          <mc:Fallback>
            <p:pic>
              <p:nvPicPr>
                <p:cNvPr id="7" name="Ink 6">
                  <a:extLst>
                    <a:ext uri="{FF2B5EF4-FFF2-40B4-BE49-F238E27FC236}">
                      <a16:creationId xmlns:a16="http://schemas.microsoft.com/office/drawing/2014/main" id="{45C7B21B-C43F-9529-5485-F275DC32A333}"/>
                    </a:ext>
                  </a:extLst>
                </p:cNvPr>
                <p:cNvPicPr/>
                <p:nvPr/>
              </p:nvPicPr>
              <p:blipFill>
                <a:blip r:embed="rId8"/>
                <a:stretch>
                  <a:fillRect/>
                </a:stretch>
              </p:blipFill>
              <p:spPr>
                <a:xfrm>
                  <a:off x="5306821" y="2775310"/>
                  <a:ext cx="578520" cy="977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3CBF3D40-C0E1-2CAC-B41B-1FAA83CF6DBC}"/>
                    </a:ext>
                  </a:extLst>
                </p14:cNvPr>
                <p14:cNvContentPartPr/>
                <p14:nvPr/>
              </p14:nvContentPartPr>
              <p14:xfrm>
                <a:off x="5791021" y="3753070"/>
                <a:ext cx="531360" cy="978480"/>
              </p14:xfrm>
            </p:contentPart>
          </mc:Choice>
          <mc:Fallback>
            <p:pic>
              <p:nvPicPr>
                <p:cNvPr id="8" name="Ink 7">
                  <a:extLst>
                    <a:ext uri="{FF2B5EF4-FFF2-40B4-BE49-F238E27FC236}">
                      <a16:creationId xmlns:a16="http://schemas.microsoft.com/office/drawing/2014/main" id="{3CBF3D40-C0E1-2CAC-B41B-1FAA83CF6DBC}"/>
                    </a:ext>
                  </a:extLst>
                </p:cNvPr>
                <p:cNvPicPr/>
                <p:nvPr/>
              </p:nvPicPr>
              <p:blipFill>
                <a:blip r:embed="rId10"/>
                <a:stretch>
                  <a:fillRect/>
                </a:stretch>
              </p:blipFill>
              <p:spPr>
                <a:xfrm>
                  <a:off x="5784901" y="3746950"/>
                  <a:ext cx="543600" cy="990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1E3D95E3-7B62-DD93-81F6-507A9E2DB2B2}"/>
                  </a:ext>
                </a:extLst>
              </p14:cNvPr>
              <p14:cNvContentPartPr/>
              <p14:nvPr/>
            </p14:nvContentPartPr>
            <p14:xfrm>
              <a:off x="6505261" y="5976070"/>
              <a:ext cx="1153080" cy="925920"/>
            </p14:xfrm>
          </p:contentPart>
        </mc:Choice>
        <mc:Fallback>
          <p:pic>
            <p:nvPicPr>
              <p:cNvPr id="10" name="Ink 9">
                <a:extLst>
                  <a:ext uri="{FF2B5EF4-FFF2-40B4-BE49-F238E27FC236}">
                    <a16:creationId xmlns:a16="http://schemas.microsoft.com/office/drawing/2014/main" id="{1E3D95E3-7B62-DD93-81F6-507A9E2DB2B2}"/>
                  </a:ext>
                </a:extLst>
              </p:cNvPr>
              <p:cNvPicPr/>
              <p:nvPr/>
            </p:nvPicPr>
            <p:blipFill>
              <a:blip r:embed="rId12"/>
              <a:stretch>
                <a:fillRect/>
              </a:stretch>
            </p:blipFill>
            <p:spPr>
              <a:xfrm>
                <a:off x="6499141" y="5969950"/>
                <a:ext cx="1165320" cy="938160"/>
              </a:xfrm>
              <a:prstGeom prst="rect">
                <a:avLst/>
              </a:prstGeom>
            </p:spPr>
          </p:pic>
        </mc:Fallback>
      </mc:AlternateContent>
      <p:grpSp>
        <p:nvGrpSpPr>
          <p:cNvPr id="44" name="Group 43">
            <a:extLst>
              <a:ext uri="{FF2B5EF4-FFF2-40B4-BE49-F238E27FC236}">
                <a16:creationId xmlns:a16="http://schemas.microsoft.com/office/drawing/2014/main" id="{C9EC8CF2-623D-C7C8-5ED5-AFC45149ADD9}"/>
              </a:ext>
            </a:extLst>
          </p:cNvPr>
          <p:cNvGrpSpPr/>
          <p:nvPr/>
        </p:nvGrpSpPr>
        <p:grpSpPr>
          <a:xfrm>
            <a:off x="7965781" y="2425390"/>
            <a:ext cx="5705640" cy="4422240"/>
            <a:chOff x="7965781" y="2425390"/>
            <a:chExt cx="5705640" cy="4422240"/>
          </a:xfrm>
        </p:grpSpPr>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D5AD2669-1E9E-B3CF-259B-5A7E2CDC7AD2}"/>
                    </a:ext>
                  </a:extLst>
                </p14:cNvPr>
                <p14:cNvContentPartPr/>
                <p14:nvPr/>
              </p14:nvContentPartPr>
              <p14:xfrm>
                <a:off x="7965781" y="5987590"/>
                <a:ext cx="1293480" cy="860040"/>
              </p14:xfrm>
            </p:contentPart>
          </mc:Choice>
          <mc:Fallback>
            <p:pic>
              <p:nvPicPr>
                <p:cNvPr id="11" name="Ink 10">
                  <a:extLst>
                    <a:ext uri="{FF2B5EF4-FFF2-40B4-BE49-F238E27FC236}">
                      <a16:creationId xmlns:a16="http://schemas.microsoft.com/office/drawing/2014/main" id="{D5AD2669-1E9E-B3CF-259B-5A7E2CDC7AD2}"/>
                    </a:ext>
                  </a:extLst>
                </p:cNvPr>
                <p:cNvPicPr/>
                <p:nvPr/>
              </p:nvPicPr>
              <p:blipFill>
                <a:blip r:embed="rId14"/>
                <a:stretch>
                  <a:fillRect/>
                </a:stretch>
              </p:blipFill>
              <p:spPr>
                <a:xfrm>
                  <a:off x="7959661" y="5981470"/>
                  <a:ext cx="1305720" cy="872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E6661F76-D369-23E4-B71D-BDC2A7F1AF22}"/>
                    </a:ext>
                  </a:extLst>
                </p14:cNvPr>
                <p14:cNvContentPartPr/>
                <p14:nvPr/>
              </p14:nvContentPartPr>
              <p14:xfrm>
                <a:off x="8980261" y="4524910"/>
                <a:ext cx="3946680" cy="185040"/>
              </p14:xfrm>
            </p:contentPart>
          </mc:Choice>
          <mc:Fallback>
            <p:pic>
              <p:nvPicPr>
                <p:cNvPr id="12" name="Ink 11">
                  <a:extLst>
                    <a:ext uri="{FF2B5EF4-FFF2-40B4-BE49-F238E27FC236}">
                      <a16:creationId xmlns:a16="http://schemas.microsoft.com/office/drawing/2014/main" id="{E6661F76-D369-23E4-B71D-BDC2A7F1AF22}"/>
                    </a:ext>
                  </a:extLst>
                </p:cNvPr>
                <p:cNvPicPr/>
                <p:nvPr/>
              </p:nvPicPr>
              <p:blipFill>
                <a:blip r:embed="rId16"/>
                <a:stretch>
                  <a:fillRect/>
                </a:stretch>
              </p:blipFill>
              <p:spPr>
                <a:xfrm>
                  <a:off x="8974141" y="4518790"/>
                  <a:ext cx="395892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688AA51A-064F-7C02-73D5-F469499215A2}"/>
                    </a:ext>
                  </a:extLst>
                </p14:cNvPr>
                <p14:cNvContentPartPr/>
                <p14:nvPr/>
              </p14:nvContentPartPr>
              <p14:xfrm>
                <a:off x="9913021" y="2489830"/>
                <a:ext cx="141840" cy="3502440"/>
              </p14:xfrm>
            </p:contentPart>
          </mc:Choice>
          <mc:Fallback>
            <p:pic>
              <p:nvPicPr>
                <p:cNvPr id="13" name="Ink 12">
                  <a:extLst>
                    <a:ext uri="{FF2B5EF4-FFF2-40B4-BE49-F238E27FC236}">
                      <a16:creationId xmlns:a16="http://schemas.microsoft.com/office/drawing/2014/main" id="{688AA51A-064F-7C02-73D5-F469499215A2}"/>
                    </a:ext>
                  </a:extLst>
                </p:cNvPr>
                <p:cNvPicPr/>
                <p:nvPr/>
              </p:nvPicPr>
              <p:blipFill>
                <a:blip r:embed="rId18"/>
                <a:stretch>
                  <a:fillRect/>
                </a:stretch>
              </p:blipFill>
              <p:spPr>
                <a:xfrm>
                  <a:off x="9906901" y="2483710"/>
                  <a:ext cx="154080" cy="35146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8D4A0A5F-9126-C292-2FDC-2F675A04441F}"/>
                    </a:ext>
                  </a:extLst>
                </p14:cNvPr>
                <p14:cNvContentPartPr/>
                <p14:nvPr/>
              </p14:nvContentPartPr>
              <p14:xfrm>
                <a:off x="10534021" y="2908510"/>
                <a:ext cx="2621520" cy="1562040"/>
              </p14:xfrm>
            </p:contentPart>
          </mc:Choice>
          <mc:Fallback>
            <p:pic>
              <p:nvPicPr>
                <p:cNvPr id="14" name="Ink 13">
                  <a:extLst>
                    <a:ext uri="{FF2B5EF4-FFF2-40B4-BE49-F238E27FC236}">
                      <a16:creationId xmlns:a16="http://schemas.microsoft.com/office/drawing/2014/main" id="{8D4A0A5F-9126-C292-2FDC-2F675A04441F}"/>
                    </a:ext>
                  </a:extLst>
                </p:cNvPr>
                <p:cNvPicPr/>
                <p:nvPr/>
              </p:nvPicPr>
              <p:blipFill>
                <a:blip r:embed="rId20"/>
                <a:stretch>
                  <a:fillRect/>
                </a:stretch>
              </p:blipFill>
              <p:spPr>
                <a:xfrm>
                  <a:off x="10527901" y="2902390"/>
                  <a:ext cx="2633760" cy="1574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8D031C69-DC4D-A164-966B-6FF2DD7D52B9}"/>
                    </a:ext>
                  </a:extLst>
                </p14:cNvPr>
                <p14:cNvContentPartPr/>
                <p14:nvPr/>
              </p14:nvContentPartPr>
              <p14:xfrm>
                <a:off x="12181741" y="4922350"/>
                <a:ext cx="280080" cy="359280"/>
              </p14:xfrm>
            </p:contentPart>
          </mc:Choice>
          <mc:Fallback>
            <p:pic>
              <p:nvPicPr>
                <p:cNvPr id="15" name="Ink 14">
                  <a:extLst>
                    <a:ext uri="{FF2B5EF4-FFF2-40B4-BE49-F238E27FC236}">
                      <a16:creationId xmlns:a16="http://schemas.microsoft.com/office/drawing/2014/main" id="{8D031C69-DC4D-A164-966B-6FF2DD7D52B9}"/>
                    </a:ext>
                  </a:extLst>
                </p:cNvPr>
                <p:cNvPicPr/>
                <p:nvPr/>
              </p:nvPicPr>
              <p:blipFill>
                <a:blip r:embed="rId22"/>
                <a:stretch>
                  <a:fillRect/>
                </a:stretch>
              </p:blipFill>
              <p:spPr>
                <a:xfrm>
                  <a:off x="12175621" y="4916230"/>
                  <a:ext cx="29232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143E98A9-BF36-807C-355F-1A9B3985B8C8}"/>
                    </a:ext>
                  </a:extLst>
                </p14:cNvPr>
                <p14:cNvContentPartPr/>
                <p14:nvPr/>
              </p14:nvContentPartPr>
              <p14:xfrm>
                <a:off x="12579901" y="4470190"/>
                <a:ext cx="1071000" cy="104760"/>
              </p14:xfrm>
            </p:contentPart>
          </mc:Choice>
          <mc:Fallback>
            <p:pic>
              <p:nvPicPr>
                <p:cNvPr id="16" name="Ink 15">
                  <a:extLst>
                    <a:ext uri="{FF2B5EF4-FFF2-40B4-BE49-F238E27FC236}">
                      <a16:creationId xmlns:a16="http://schemas.microsoft.com/office/drawing/2014/main" id="{143E98A9-BF36-807C-355F-1A9B3985B8C8}"/>
                    </a:ext>
                  </a:extLst>
                </p:cNvPr>
                <p:cNvPicPr/>
                <p:nvPr/>
              </p:nvPicPr>
              <p:blipFill>
                <a:blip r:embed="rId24"/>
                <a:stretch>
                  <a:fillRect/>
                </a:stretch>
              </p:blipFill>
              <p:spPr>
                <a:xfrm>
                  <a:off x="12573781" y="4464070"/>
                  <a:ext cx="108324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641BA4B9-E328-41A4-B530-80ED4E2B708A}"/>
                    </a:ext>
                  </a:extLst>
                </p14:cNvPr>
                <p14:cNvContentPartPr/>
                <p14:nvPr/>
              </p14:nvContentPartPr>
              <p14:xfrm>
                <a:off x="13422661" y="4434550"/>
                <a:ext cx="248760" cy="371880"/>
              </p14:xfrm>
            </p:contentPart>
          </mc:Choice>
          <mc:Fallback>
            <p:pic>
              <p:nvPicPr>
                <p:cNvPr id="17" name="Ink 16">
                  <a:extLst>
                    <a:ext uri="{FF2B5EF4-FFF2-40B4-BE49-F238E27FC236}">
                      <a16:creationId xmlns:a16="http://schemas.microsoft.com/office/drawing/2014/main" id="{641BA4B9-E328-41A4-B530-80ED4E2B708A}"/>
                    </a:ext>
                  </a:extLst>
                </p:cNvPr>
                <p:cNvPicPr/>
                <p:nvPr/>
              </p:nvPicPr>
              <p:blipFill>
                <a:blip r:embed="rId26"/>
                <a:stretch>
                  <a:fillRect/>
                </a:stretch>
              </p:blipFill>
              <p:spPr>
                <a:xfrm>
                  <a:off x="13416541" y="4428430"/>
                  <a:ext cx="26100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C85DFA87-1E70-986C-5D28-DD553047323D}"/>
                    </a:ext>
                  </a:extLst>
                </p14:cNvPr>
                <p14:cNvContentPartPr/>
                <p14:nvPr/>
              </p14:nvContentPartPr>
              <p14:xfrm>
                <a:off x="8570941" y="2917870"/>
                <a:ext cx="311040" cy="267480"/>
              </p14:xfrm>
            </p:contentPart>
          </mc:Choice>
          <mc:Fallback>
            <p:pic>
              <p:nvPicPr>
                <p:cNvPr id="19" name="Ink 18">
                  <a:extLst>
                    <a:ext uri="{FF2B5EF4-FFF2-40B4-BE49-F238E27FC236}">
                      <a16:creationId xmlns:a16="http://schemas.microsoft.com/office/drawing/2014/main" id="{C85DFA87-1E70-986C-5D28-DD553047323D}"/>
                    </a:ext>
                  </a:extLst>
                </p:cNvPr>
                <p:cNvPicPr/>
                <p:nvPr/>
              </p:nvPicPr>
              <p:blipFill>
                <a:blip r:embed="rId28"/>
                <a:stretch>
                  <a:fillRect/>
                </a:stretch>
              </p:blipFill>
              <p:spPr>
                <a:xfrm>
                  <a:off x="8564821" y="2911750"/>
                  <a:ext cx="32328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E4602A85-9E0C-341B-0F63-703BA7DF583C}"/>
                    </a:ext>
                  </a:extLst>
                </p14:cNvPr>
                <p14:cNvContentPartPr/>
                <p14:nvPr/>
              </p14:nvContentPartPr>
              <p14:xfrm>
                <a:off x="8881981" y="2580190"/>
                <a:ext cx="336960" cy="763560"/>
              </p14:xfrm>
            </p:contentPart>
          </mc:Choice>
          <mc:Fallback>
            <p:pic>
              <p:nvPicPr>
                <p:cNvPr id="20" name="Ink 19">
                  <a:extLst>
                    <a:ext uri="{FF2B5EF4-FFF2-40B4-BE49-F238E27FC236}">
                      <a16:creationId xmlns:a16="http://schemas.microsoft.com/office/drawing/2014/main" id="{E4602A85-9E0C-341B-0F63-703BA7DF583C}"/>
                    </a:ext>
                  </a:extLst>
                </p:cNvPr>
                <p:cNvPicPr/>
                <p:nvPr/>
              </p:nvPicPr>
              <p:blipFill>
                <a:blip r:embed="rId30"/>
                <a:stretch>
                  <a:fillRect/>
                </a:stretch>
              </p:blipFill>
              <p:spPr>
                <a:xfrm>
                  <a:off x="8875861" y="2574070"/>
                  <a:ext cx="349200" cy="775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CB4D80D7-A62A-1154-8E0E-37F166C5EAF8}"/>
                    </a:ext>
                  </a:extLst>
                </p14:cNvPr>
                <p14:cNvContentPartPr/>
                <p14:nvPr/>
              </p14:nvContentPartPr>
              <p14:xfrm>
                <a:off x="9088621" y="2869990"/>
                <a:ext cx="235800" cy="316080"/>
              </p14:xfrm>
            </p:contentPart>
          </mc:Choice>
          <mc:Fallback>
            <p:pic>
              <p:nvPicPr>
                <p:cNvPr id="21" name="Ink 20">
                  <a:extLst>
                    <a:ext uri="{FF2B5EF4-FFF2-40B4-BE49-F238E27FC236}">
                      <a16:creationId xmlns:a16="http://schemas.microsoft.com/office/drawing/2014/main" id="{CB4D80D7-A62A-1154-8E0E-37F166C5EAF8}"/>
                    </a:ext>
                  </a:extLst>
                </p:cNvPr>
                <p:cNvPicPr/>
                <p:nvPr/>
              </p:nvPicPr>
              <p:blipFill>
                <a:blip r:embed="rId32"/>
                <a:stretch>
                  <a:fillRect/>
                </a:stretch>
              </p:blipFill>
              <p:spPr>
                <a:xfrm>
                  <a:off x="9082501" y="2863870"/>
                  <a:ext cx="24804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43CB4C14-1F51-3E34-2705-D18AB08648DD}"/>
                    </a:ext>
                  </a:extLst>
                </p14:cNvPr>
                <p14:cNvContentPartPr/>
                <p14:nvPr/>
              </p14:nvContentPartPr>
              <p14:xfrm>
                <a:off x="9381661" y="2619430"/>
                <a:ext cx="107280" cy="985320"/>
              </p14:xfrm>
            </p:contentPart>
          </mc:Choice>
          <mc:Fallback>
            <p:pic>
              <p:nvPicPr>
                <p:cNvPr id="22" name="Ink 21">
                  <a:extLst>
                    <a:ext uri="{FF2B5EF4-FFF2-40B4-BE49-F238E27FC236}">
                      <a16:creationId xmlns:a16="http://schemas.microsoft.com/office/drawing/2014/main" id="{43CB4C14-1F51-3E34-2705-D18AB08648DD}"/>
                    </a:ext>
                  </a:extLst>
                </p:cNvPr>
                <p:cNvPicPr/>
                <p:nvPr/>
              </p:nvPicPr>
              <p:blipFill>
                <a:blip r:embed="rId34"/>
                <a:stretch>
                  <a:fillRect/>
                </a:stretch>
              </p:blipFill>
              <p:spPr>
                <a:xfrm>
                  <a:off x="9375541" y="2613310"/>
                  <a:ext cx="119520" cy="9975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72956693-BE57-C775-B86B-BECC5B59173A}"/>
                    </a:ext>
                  </a:extLst>
                </p14:cNvPr>
                <p14:cNvContentPartPr/>
                <p14:nvPr/>
              </p14:nvContentPartPr>
              <p14:xfrm>
                <a:off x="9713581" y="2425390"/>
                <a:ext cx="518760" cy="457200"/>
              </p14:xfrm>
            </p:contentPart>
          </mc:Choice>
          <mc:Fallback>
            <p:pic>
              <p:nvPicPr>
                <p:cNvPr id="23" name="Ink 22">
                  <a:extLst>
                    <a:ext uri="{FF2B5EF4-FFF2-40B4-BE49-F238E27FC236}">
                      <a16:creationId xmlns:a16="http://schemas.microsoft.com/office/drawing/2014/main" id="{72956693-BE57-C775-B86B-BECC5B59173A}"/>
                    </a:ext>
                  </a:extLst>
                </p:cNvPr>
                <p:cNvPicPr/>
                <p:nvPr/>
              </p:nvPicPr>
              <p:blipFill>
                <a:blip r:embed="rId36"/>
                <a:stretch>
                  <a:fillRect/>
                </a:stretch>
              </p:blipFill>
              <p:spPr>
                <a:xfrm>
                  <a:off x="9707461" y="2419270"/>
                  <a:ext cx="531000" cy="4694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AC0059D5-7098-DF00-E6D6-0A7F96569C03}"/>
                    </a:ext>
                  </a:extLst>
                </p14:cNvPr>
                <p14:cNvContentPartPr/>
                <p14:nvPr/>
              </p14:nvContentPartPr>
              <p14:xfrm>
                <a:off x="11086981" y="2840110"/>
                <a:ext cx="1211040" cy="106200"/>
              </p14:xfrm>
            </p:contentPart>
          </mc:Choice>
          <mc:Fallback>
            <p:pic>
              <p:nvPicPr>
                <p:cNvPr id="25" name="Ink 24">
                  <a:extLst>
                    <a:ext uri="{FF2B5EF4-FFF2-40B4-BE49-F238E27FC236}">
                      <a16:creationId xmlns:a16="http://schemas.microsoft.com/office/drawing/2014/main" id="{AC0059D5-7098-DF00-E6D6-0A7F96569C03}"/>
                    </a:ext>
                  </a:extLst>
                </p:cNvPr>
                <p:cNvPicPr/>
                <p:nvPr/>
              </p:nvPicPr>
              <p:blipFill>
                <a:blip r:embed="rId38"/>
                <a:stretch>
                  <a:fillRect/>
                </a:stretch>
              </p:blipFill>
              <p:spPr>
                <a:xfrm>
                  <a:off x="11080861" y="2833990"/>
                  <a:ext cx="12232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B635B0BB-17CF-3637-4A6C-838EE7C3C026}"/>
                    </a:ext>
                  </a:extLst>
                </p14:cNvPr>
                <p14:cNvContentPartPr/>
                <p14:nvPr/>
              </p14:nvContentPartPr>
              <p14:xfrm>
                <a:off x="11910661" y="2759110"/>
                <a:ext cx="953280" cy="112320"/>
              </p14:xfrm>
            </p:contentPart>
          </mc:Choice>
          <mc:Fallback>
            <p:pic>
              <p:nvPicPr>
                <p:cNvPr id="26" name="Ink 25">
                  <a:extLst>
                    <a:ext uri="{FF2B5EF4-FFF2-40B4-BE49-F238E27FC236}">
                      <a16:creationId xmlns:a16="http://schemas.microsoft.com/office/drawing/2014/main" id="{B635B0BB-17CF-3637-4A6C-838EE7C3C026}"/>
                    </a:ext>
                  </a:extLst>
                </p:cNvPr>
                <p:cNvPicPr/>
                <p:nvPr/>
              </p:nvPicPr>
              <p:blipFill>
                <a:blip r:embed="rId40"/>
                <a:stretch>
                  <a:fillRect/>
                </a:stretch>
              </p:blipFill>
              <p:spPr>
                <a:xfrm>
                  <a:off x="11904541" y="2752990"/>
                  <a:ext cx="96552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C74546F2-E981-CB42-9FBB-6D4E69EF1E8B}"/>
                    </a:ext>
                  </a:extLst>
                </p14:cNvPr>
                <p14:cNvContentPartPr/>
                <p14:nvPr/>
              </p14:nvContentPartPr>
              <p14:xfrm>
                <a:off x="10793221" y="2822830"/>
                <a:ext cx="1823040" cy="143640"/>
              </p14:xfrm>
            </p:contentPart>
          </mc:Choice>
          <mc:Fallback>
            <p:pic>
              <p:nvPicPr>
                <p:cNvPr id="27" name="Ink 26">
                  <a:extLst>
                    <a:ext uri="{FF2B5EF4-FFF2-40B4-BE49-F238E27FC236}">
                      <a16:creationId xmlns:a16="http://schemas.microsoft.com/office/drawing/2014/main" id="{C74546F2-E981-CB42-9FBB-6D4E69EF1E8B}"/>
                    </a:ext>
                  </a:extLst>
                </p:cNvPr>
                <p:cNvPicPr/>
                <p:nvPr/>
              </p:nvPicPr>
              <p:blipFill>
                <a:blip r:embed="rId42"/>
                <a:stretch>
                  <a:fillRect/>
                </a:stretch>
              </p:blipFill>
              <p:spPr>
                <a:xfrm>
                  <a:off x="10787101" y="2816710"/>
                  <a:ext cx="18352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1D93935A-EDAE-E5FD-52C4-361853B463E1}"/>
                    </a:ext>
                  </a:extLst>
                </p14:cNvPr>
                <p14:cNvContentPartPr/>
                <p14:nvPr/>
              </p14:nvContentPartPr>
              <p14:xfrm>
                <a:off x="11847661" y="2749750"/>
                <a:ext cx="1012320" cy="148320"/>
              </p14:xfrm>
            </p:contentPart>
          </mc:Choice>
          <mc:Fallback>
            <p:pic>
              <p:nvPicPr>
                <p:cNvPr id="28" name="Ink 27">
                  <a:extLst>
                    <a:ext uri="{FF2B5EF4-FFF2-40B4-BE49-F238E27FC236}">
                      <a16:creationId xmlns:a16="http://schemas.microsoft.com/office/drawing/2014/main" id="{1D93935A-EDAE-E5FD-52C4-361853B463E1}"/>
                    </a:ext>
                  </a:extLst>
                </p:cNvPr>
                <p:cNvPicPr/>
                <p:nvPr/>
              </p:nvPicPr>
              <p:blipFill>
                <a:blip r:embed="rId44"/>
                <a:stretch>
                  <a:fillRect/>
                </a:stretch>
              </p:blipFill>
              <p:spPr>
                <a:xfrm>
                  <a:off x="11841541" y="2743630"/>
                  <a:ext cx="102456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49A3B2B2-56A2-705C-8807-9A8034D578DD}"/>
                    </a:ext>
                  </a:extLst>
                </p14:cNvPr>
                <p14:cNvContentPartPr/>
                <p14:nvPr/>
              </p14:nvContentPartPr>
              <p14:xfrm>
                <a:off x="11802661" y="2765230"/>
                <a:ext cx="226080" cy="352800"/>
              </p14:xfrm>
            </p:contentPart>
          </mc:Choice>
          <mc:Fallback>
            <p:pic>
              <p:nvPicPr>
                <p:cNvPr id="29" name="Ink 28">
                  <a:extLst>
                    <a:ext uri="{FF2B5EF4-FFF2-40B4-BE49-F238E27FC236}">
                      <a16:creationId xmlns:a16="http://schemas.microsoft.com/office/drawing/2014/main" id="{49A3B2B2-56A2-705C-8807-9A8034D578DD}"/>
                    </a:ext>
                  </a:extLst>
                </p:cNvPr>
                <p:cNvPicPr/>
                <p:nvPr/>
              </p:nvPicPr>
              <p:blipFill>
                <a:blip r:embed="rId46"/>
                <a:stretch>
                  <a:fillRect/>
                </a:stretch>
              </p:blipFill>
              <p:spPr>
                <a:xfrm>
                  <a:off x="11796541" y="2759110"/>
                  <a:ext cx="23832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A02BB19B-A1E6-9439-B1E0-4ABF85FD5DFE}"/>
                    </a:ext>
                  </a:extLst>
                </p14:cNvPr>
                <p14:cNvContentPartPr/>
                <p14:nvPr/>
              </p14:nvContentPartPr>
              <p14:xfrm>
                <a:off x="11716621" y="2861710"/>
                <a:ext cx="333720" cy="198360"/>
              </p14:xfrm>
            </p:contentPart>
          </mc:Choice>
          <mc:Fallback>
            <p:pic>
              <p:nvPicPr>
                <p:cNvPr id="30" name="Ink 29">
                  <a:extLst>
                    <a:ext uri="{FF2B5EF4-FFF2-40B4-BE49-F238E27FC236}">
                      <a16:creationId xmlns:a16="http://schemas.microsoft.com/office/drawing/2014/main" id="{A02BB19B-A1E6-9439-B1E0-4ABF85FD5DFE}"/>
                    </a:ext>
                  </a:extLst>
                </p:cNvPr>
                <p:cNvPicPr/>
                <p:nvPr/>
              </p:nvPicPr>
              <p:blipFill>
                <a:blip r:embed="rId48"/>
                <a:stretch>
                  <a:fillRect/>
                </a:stretch>
              </p:blipFill>
              <p:spPr>
                <a:xfrm>
                  <a:off x="11710501" y="2855590"/>
                  <a:ext cx="34596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2072FBAA-CA2F-3542-F0D1-A5514D5B1BC4}"/>
                    </a:ext>
                  </a:extLst>
                </p14:cNvPr>
                <p14:cNvContentPartPr/>
                <p14:nvPr/>
              </p14:nvContentPartPr>
              <p14:xfrm>
                <a:off x="11542741" y="3169510"/>
                <a:ext cx="372240" cy="2619000"/>
              </p14:xfrm>
            </p:contentPart>
          </mc:Choice>
          <mc:Fallback>
            <p:pic>
              <p:nvPicPr>
                <p:cNvPr id="32" name="Ink 31">
                  <a:extLst>
                    <a:ext uri="{FF2B5EF4-FFF2-40B4-BE49-F238E27FC236}">
                      <a16:creationId xmlns:a16="http://schemas.microsoft.com/office/drawing/2014/main" id="{2072FBAA-CA2F-3542-F0D1-A5514D5B1BC4}"/>
                    </a:ext>
                  </a:extLst>
                </p:cNvPr>
                <p:cNvPicPr/>
                <p:nvPr/>
              </p:nvPicPr>
              <p:blipFill>
                <a:blip r:embed="rId50"/>
                <a:stretch>
                  <a:fillRect/>
                </a:stretch>
              </p:blipFill>
              <p:spPr>
                <a:xfrm>
                  <a:off x="11536621" y="3163390"/>
                  <a:ext cx="384480" cy="26312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AFB0AF19-5CB8-B25A-94DE-CB4503C3C893}"/>
                    </a:ext>
                  </a:extLst>
                </p14:cNvPr>
                <p14:cNvContentPartPr/>
                <p14:nvPr/>
              </p14:nvContentPartPr>
              <p14:xfrm>
                <a:off x="11679181" y="3234670"/>
                <a:ext cx="474120" cy="370080"/>
              </p14:xfrm>
            </p:contentPart>
          </mc:Choice>
          <mc:Fallback>
            <p:pic>
              <p:nvPicPr>
                <p:cNvPr id="33" name="Ink 32">
                  <a:extLst>
                    <a:ext uri="{FF2B5EF4-FFF2-40B4-BE49-F238E27FC236}">
                      <a16:creationId xmlns:a16="http://schemas.microsoft.com/office/drawing/2014/main" id="{AFB0AF19-5CB8-B25A-94DE-CB4503C3C893}"/>
                    </a:ext>
                  </a:extLst>
                </p:cNvPr>
                <p:cNvPicPr/>
                <p:nvPr/>
              </p:nvPicPr>
              <p:blipFill>
                <a:blip r:embed="rId52"/>
                <a:stretch>
                  <a:fillRect/>
                </a:stretch>
              </p:blipFill>
              <p:spPr>
                <a:xfrm>
                  <a:off x="11673061" y="3228550"/>
                  <a:ext cx="48636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BCD5B450-C99F-3720-E661-58311C80A50D}"/>
                    </a:ext>
                  </a:extLst>
                </p14:cNvPr>
                <p14:cNvContentPartPr/>
                <p14:nvPr/>
              </p14:nvContentPartPr>
              <p14:xfrm>
                <a:off x="10913821" y="5837830"/>
                <a:ext cx="215640" cy="414000"/>
              </p14:xfrm>
            </p:contentPart>
          </mc:Choice>
          <mc:Fallback>
            <p:pic>
              <p:nvPicPr>
                <p:cNvPr id="35" name="Ink 34">
                  <a:extLst>
                    <a:ext uri="{FF2B5EF4-FFF2-40B4-BE49-F238E27FC236}">
                      <a16:creationId xmlns:a16="http://schemas.microsoft.com/office/drawing/2014/main" id="{BCD5B450-C99F-3720-E661-58311C80A50D}"/>
                    </a:ext>
                  </a:extLst>
                </p:cNvPr>
                <p:cNvPicPr/>
                <p:nvPr/>
              </p:nvPicPr>
              <p:blipFill>
                <a:blip r:embed="rId54"/>
                <a:stretch>
                  <a:fillRect/>
                </a:stretch>
              </p:blipFill>
              <p:spPr>
                <a:xfrm>
                  <a:off x="10907701" y="5831710"/>
                  <a:ext cx="22788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F318517A-CCA6-8374-79DC-B32EFD214262}"/>
                    </a:ext>
                  </a:extLst>
                </p14:cNvPr>
                <p14:cNvContentPartPr/>
                <p14:nvPr/>
              </p14:nvContentPartPr>
              <p14:xfrm>
                <a:off x="11200021" y="5871310"/>
                <a:ext cx="294480" cy="233280"/>
              </p14:xfrm>
            </p:contentPart>
          </mc:Choice>
          <mc:Fallback>
            <p:pic>
              <p:nvPicPr>
                <p:cNvPr id="36" name="Ink 35">
                  <a:extLst>
                    <a:ext uri="{FF2B5EF4-FFF2-40B4-BE49-F238E27FC236}">
                      <a16:creationId xmlns:a16="http://schemas.microsoft.com/office/drawing/2014/main" id="{F318517A-CCA6-8374-79DC-B32EFD214262}"/>
                    </a:ext>
                  </a:extLst>
                </p:cNvPr>
                <p:cNvPicPr/>
                <p:nvPr/>
              </p:nvPicPr>
              <p:blipFill>
                <a:blip r:embed="rId56"/>
                <a:stretch>
                  <a:fillRect/>
                </a:stretch>
              </p:blipFill>
              <p:spPr>
                <a:xfrm>
                  <a:off x="11193901" y="5865190"/>
                  <a:ext cx="30672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E34FB003-CE2C-080B-83FE-FE301DC02715}"/>
                    </a:ext>
                  </a:extLst>
                </p14:cNvPr>
                <p14:cNvContentPartPr/>
                <p14:nvPr/>
              </p14:nvContentPartPr>
              <p14:xfrm>
                <a:off x="10729141" y="6206470"/>
                <a:ext cx="1149120" cy="154800"/>
              </p14:xfrm>
            </p:contentPart>
          </mc:Choice>
          <mc:Fallback>
            <p:pic>
              <p:nvPicPr>
                <p:cNvPr id="37" name="Ink 36">
                  <a:extLst>
                    <a:ext uri="{FF2B5EF4-FFF2-40B4-BE49-F238E27FC236}">
                      <a16:creationId xmlns:a16="http://schemas.microsoft.com/office/drawing/2014/main" id="{E34FB003-CE2C-080B-83FE-FE301DC02715}"/>
                    </a:ext>
                  </a:extLst>
                </p:cNvPr>
                <p:cNvPicPr/>
                <p:nvPr/>
              </p:nvPicPr>
              <p:blipFill>
                <a:blip r:embed="rId58"/>
                <a:stretch>
                  <a:fillRect/>
                </a:stretch>
              </p:blipFill>
              <p:spPr>
                <a:xfrm>
                  <a:off x="10723021" y="6200350"/>
                  <a:ext cx="11613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9" name="Ink 38">
                  <a:extLst>
                    <a:ext uri="{FF2B5EF4-FFF2-40B4-BE49-F238E27FC236}">
                      <a16:creationId xmlns:a16="http://schemas.microsoft.com/office/drawing/2014/main" id="{0302B3DD-C864-0CCA-F301-0099E23ECD70}"/>
                    </a:ext>
                  </a:extLst>
                </p14:cNvPr>
                <p14:cNvContentPartPr/>
                <p14:nvPr/>
              </p14:nvContentPartPr>
              <p14:xfrm>
                <a:off x="11061421" y="6408790"/>
                <a:ext cx="278280" cy="429120"/>
              </p14:xfrm>
            </p:contentPart>
          </mc:Choice>
          <mc:Fallback>
            <p:pic>
              <p:nvPicPr>
                <p:cNvPr id="39" name="Ink 38">
                  <a:extLst>
                    <a:ext uri="{FF2B5EF4-FFF2-40B4-BE49-F238E27FC236}">
                      <a16:creationId xmlns:a16="http://schemas.microsoft.com/office/drawing/2014/main" id="{0302B3DD-C864-0CCA-F301-0099E23ECD70}"/>
                    </a:ext>
                  </a:extLst>
                </p:cNvPr>
                <p:cNvPicPr/>
                <p:nvPr/>
              </p:nvPicPr>
              <p:blipFill>
                <a:blip r:embed="rId60"/>
                <a:stretch>
                  <a:fillRect/>
                </a:stretch>
              </p:blipFill>
              <p:spPr>
                <a:xfrm>
                  <a:off x="11055301" y="6402670"/>
                  <a:ext cx="29052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CAC44DA1-2F03-9FA3-B13C-C95212C3BCDD}"/>
                    </a:ext>
                  </a:extLst>
                </p14:cNvPr>
                <p14:cNvContentPartPr/>
                <p14:nvPr/>
              </p14:nvContentPartPr>
              <p14:xfrm>
                <a:off x="11370301" y="6508150"/>
                <a:ext cx="255600" cy="250560"/>
              </p14:xfrm>
            </p:contentPart>
          </mc:Choice>
          <mc:Fallback>
            <p:pic>
              <p:nvPicPr>
                <p:cNvPr id="40" name="Ink 39">
                  <a:extLst>
                    <a:ext uri="{FF2B5EF4-FFF2-40B4-BE49-F238E27FC236}">
                      <a16:creationId xmlns:a16="http://schemas.microsoft.com/office/drawing/2014/main" id="{CAC44DA1-2F03-9FA3-B13C-C95212C3BCDD}"/>
                    </a:ext>
                  </a:extLst>
                </p:cNvPr>
                <p:cNvPicPr/>
                <p:nvPr/>
              </p:nvPicPr>
              <p:blipFill>
                <a:blip r:embed="rId62"/>
                <a:stretch>
                  <a:fillRect/>
                </a:stretch>
              </p:blipFill>
              <p:spPr>
                <a:xfrm>
                  <a:off x="11364181" y="6502030"/>
                  <a:ext cx="26784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1" name="Ink 40">
                  <a:extLst>
                    <a:ext uri="{FF2B5EF4-FFF2-40B4-BE49-F238E27FC236}">
                      <a16:creationId xmlns:a16="http://schemas.microsoft.com/office/drawing/2014/main" id="{347594BF-958E-594A-655E-5D543DCC6B5B}"/>
                    </a:ext>
                  </a:extLst>
                </p14:cNvPr>
                <p14:cNvContentPartPr/>
                <p14:nvPr/>
              </p14:nvContentPartPr>
              <p14:xfrm>
                <a:off x="12097861" y="6144190"/>
                <a:ext cx="163080" cy="47160"/>
              </p14:xfrm>
            </p:contentPart>
          </mc:Choice>
          <mc:Fallback>
            <p:pic>
              <p:nvPicPr>
                <p:cNvPr id="41" name="Ink 40">
                  <a:extLst>
                    <a:ext uri="{FF2B5EF4-FFF2-40B4-BE49-F238E27FC236}">
                      <a16:creationId xmlns:a16="http://schemas.microsoft.com/office/drawing/2014/main" id="{347594BF-958E-594A-655E-5D543DCC6B5B}"/>
                    </a:ext>
                  </a:extLst>
                </p:cNvPr>
                <p:cNvPicPr/>
                <p:nvPr/>
              </p:nvPicPr>
              <p:blipFill>
                <a:blip r:embed="rId64"/>
                <a:stretch>
                  <a:fillRect/>
                </a:stretch>
              </p:blipFill>
              <p:spPr>
                <a:xfrm>
                  <a:off x="12091741" y="6138070"/>
                  <a:ext cx="17532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BFFC0BB5-0578-F6F4-5B2C-2159CDEF39C2}"/>
                    </a:ext>
                  </a:extLst>
                </p14:cNvPr>
                <p14:cNvContentPartPr/>
                <p14:nvPr/>
              </p14:nvContentPartPr>
              <p14:xfrm>
                <a:off x="12175621" y="6229870"/>
                <a:ext cx="198360" cy="96840"/>
              </p14:xfrm>
            </p:contentPart>
          </mc:Choice>
          <mc:Fallback>
            <p:pic>
              <p:nvPicPr>
                <p:cNvPr id="42" name="Ink 41">
                  <a:extLst>
                    <a:ext uri="{FF2B5EF4-FFF2-40B4-BE49-F238E27FC236}">
                      <a16:creationId xmlns:a16="http://schemas.microsoft.com/office/drawing/2014/main" id="{BFFC0BB5-0578-F6F4-5B2C-2159CDEF39C2}"/>
                    </a:ext>
                  </a:extLst>
                </p:cNvPr>
                <p:cNvPicPr/>
                <p:nvPr/>
              </p:nvPicPr>
              <p:blipFill>
                <a:blip r:embed="rId66"/>
                <a:stretch>
                  <a:fillRect/>
                </a:stretch>
              </p:blipFill>
              <p:spPr>
                <a:xfrm>
                  <a:off x="12169501" y="6223750"/>
                  <a:ext cx="2106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0F84A350-3893-8611-7821-693EB5FE5692}"/>
                    </a:ext>
                  </a:extLst>
                </p14:cNvPr>
                <p14:cNvContentPartPr/>
                <p14:nvPr/>
              </p14:nvContentPartPr>
              <p14:xfrm>
                <a:off x="12491341" y="5875630"/>
                <a:ext cx="365040" cy="162360"/>
              </p14:xfrm>
            </p:contentPart>
          </mc:Choice>
          <mc:Fallback>
            <p:pic>
              <p:nvPicPr>
                <p:cNvPr id="43" name="Ink 42">
                  <a:extLst>
                    <a:ext uri="{FF2B5EF4-FFF2-40B4-BE49-F238E27FC236}">
                      <a16:creationId xmlns:a16="http://schemas.microsoft.com/office/drawing/2014/main" id="{0F84A350-3893-8611-7821-693EB5FE5692}"/>
                    </a:ext>
                  </a:extLst>
                </p:cNvPr>
                <p:cNvPicPr/>
                <p:nvPr/>
              </p:nvPicPr>
              <p:blipFill>
                <a:blip r:embed="rId68"/>
                <a:stretch>
                  <a:fillRect/>
                </a:stretch>
              </p:blipFill>
              <p:spPr>
                <a:xfrm>
                  <a:off x="12485221" y="5869510"/>
                  <a:ext cx="377280" cy="174600"/>
                </a:xfrm>
                <a:prstGeom prst="rect">
                  <a:avLst/>
                </a:prstGeom>
              </p:spPr>
            </p:pic>
          </mc:Fallback>
        </mc:AlternateContent>
      </p:grpSp>
      <p:grpSp>
        <p:nvGrpSpPr>
          <p:cNvPr id="55" name="Group 54">
            <a:extLst>
              <a:ext uri="{FF2B5EF4-FFF2-40B4-BE49-F238E27FC236}">
                <a16:creationId xmlns:a16="http://schemas.microsoft.com/office/drawing/2014/main" id="{3CF6D111-41FA-4903-1EBC-06EDCD06F8EC}"/>
              </a:ext>
            </a:extLst>
          </p:cNvPr>
          <p:cNvGrpSpPr/>
          <p:nvPr/>
        </p:nvGrpSpPr>
        <p:grpSpPr>
          <a:xfrm>
            <a:off x="10093381" y="7009990"/>
            <a:ext cx="2480400" cy="917640"/>
            <a:chOff x="10093381" y="7009990"/>
            <a:chExt cx="2480400" cy="917640"/>
          </a:xfrm>
        </p:grpSpPr>
        <mc:AlternateContent xmlns:mc="http://schemas.openxmlformats.org/markup-compatibility/2006">
          <mc:Choice xmlns:p14="http://schemas.microsoft.com/office/powerpoint/2010/main" Requires="p14">
            <p:contentPart p14:bwMode="auto" r:id="rId69">
              <p14:nvContentPartPr>
                <p14:cNvPr id="45" name="Ink 44">
                  <a:extLst>
                    <a:ext uri="{FF2B5EF4-FFF2-40B4-BE49-F238E27FC236}">
                      <a16:creationId xmlns:a16="http://schemas.microsoft.com/office/drawing/2014/main" id="{139FAA92-F9C1-7AB4-BBF4-34F08503BAC6}"/>
                    </a:ext>
                  </a:extLst>
                </p14:cNvPr>
                <p14:cNvContentPartPr/>
                <p14:nvPr/>
              </p14:nvContentPartPr>
              <p14:xfrm>
                <a:off x="10272301" y="7055710"/>
                <a:ext cx="261720" cy="550080"/>
              </p14:xfrm>
            </p:contentPart>
          </mc:Choice>
          <mc:Fallback>
            <p:pic>
              <p:nvPicPr>
                <p:cNvPr id="45" name="Ink 44">
                  <a:extLst>
                    <a:ext uri="{FF2B5EF4-FFF2-40B4-BE49-F238E27FC236}">
                      <a16:creationId xmlns:a16="http://schemas.microsoft.com/office/drawing/2014/main" id="{139FAA92-F9C1-7AB4-BBF4-34F08503BAC6}"/>
                    </a:ext>
                  </a:extLst>
                </p:cNvPr>
                <p:cNvPicPr/>
                <p:nvPr/>
              </p:nvPicPr>
              <p:blipFill>
                <a:blip r:embed="rId70"/>
                <a:stretch>
                  <a:fillRect/>
                </a:stretch>
              </p:blipFill>
              <p:spPr>
                <a:xfrm>
                  <a:off x="10266181" y="7049590"/>
                  <a:ext cx="273960" cy="5623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6" name="Ink 45">
                  <a:extLst>
                    <a:ext uri="{FF2B5EF4-FFF2-40B4-BE49-F238E27FC236}">
                      <a16:creationId xmlns:a16="http://schemas.microsoft.com/office/drawing/2014/main" id="{534ECA99-BBAB-10B3-9455-0C2F644176A9}"/>
                    </a:ext>
                  </a:extLst>
                </p14:cNvPr>
                <p14:cNvContentPartPr/>
                <p14:nvPr/>
              </p14:nvContentPartPr>
              <p14:xfrm>
                <a:off x="10493701" y="7009990"/>
                <a:ext cx="250920" cy="181800"/>
              </p14:xfrm>
            </p:contentPart>
          </mc:Choice>
          <mc:Fallback>
            <p:pic>
              <p:nvPicPr>
                <p:cNvPr id="46" name="Ink 45">
                  <a:extLst>
                    <a:ext uri="{FF2B5EF4-FFF2-40B4-BE49-F238E27FC236}">
                      <a16:creationId xmlns:a16="http://schemas.microsoft.com/office/drawing/2014/main" id="{534ECA99-BBAB-10B3-9455-0C2F644176A9}"/>
                    </a:ext>
                  </a:extLst>
                </p:cNvPr>
                <p:cNvPicPr/>
                <p:nvPr/>
              </p:nvPicPr>
              <p:blipFill>
                <a:blip r:embed="rId72"/>
                <a:stretch>
                  <a:fillRect/>
                </a:stretch>
              </p:blipFill>
              <p:spPr>
                <a:xfrm>
                  <a:off x="10487581" y="7003870"/>
                  <a:ext cx="2631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7" name="Ink 46">
                  <a:extLst>
                    <a:ext uri="{FF2B5EF4-FFF2-40B4-BE49-F238E27FC236}">
                      <a16:creationId xmlns:a16="http://schemas.microsoft.com/office/drawing/2014/main" id="{9B70CA3F-0D3D-DF48-017C-7A42E1962E02}"/>
                    </a:ext>
                  </a:extLst>
                </p14:cNvPr>
                <p14:cNvContentPartPr/>
                <p14:nvPr/>
              </p14:nvContentPartPr>
              <p14:xfrm>
                <a:off x="10699621" y="7185310"/>
                <a:ext cx="257760" cy="305640"/>
              </p14:xfrm>
            </p:contentPart>
          </mc:Choice>
          <mc:Fallback>
            <p:pic>
              <p:nvPicPr>
                <p:cNvPr id="47" name="Ink 46">
                  <a:extLst>
                    <a:ext uri="{FF2B5EF4-FFF2-40B4-BE49-F238E27FC236}">
                      <a16:creationId xmlns:a16="http://schemas.microsoft.com/office/drawing/2014/main" id="{9B70CA3F-0D3D-DF48-017C-7A42E1962E02}"/>
                    </a:ext>
                  </a:extLst>
                </p:cNvPr>
                <p:cNvPicPr/>
                <p:nvPr/>
              </p:nvPicPr>
              <p:blipFill>
                <a:blip r:embed="rId74"/>
                <a:stretch>
                  <a:fillRect/>
                </a:stretch>
              </p:blipFill>
              <p:spPr>
                <a:xfrm>
                  <a:off x="10693501" y="7179190"/>
                  <a:ext cx="27000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9" name="Ink 48">
                  <a:extLst>
                    <a:ext uri="{FF2B5EF4-FFF2-40B4-BE49-F238E27FC236}">
                      <a16:creationId xmlns:a16="http://schemas.microsoft.com/office/drawing/2014/main" id="{335798BE-5F19-6FEB-F314-87506ED61099}"/>
                    </a:ext>
                  </a:extLst>
                </p14:cNvPr>
                <p14:cNvContentPartPr/>
                <p14:nvPr/>
              </p14:nvContentPartPr>
              <p14:xfrm>
                <a:off x="10093381" y="7558630"/>
                <a:ext cx="1185840" cy="104760"/>
              </p14:xfrm>
            </p:contentPart>
          </mc:Choice>
          <mc:Fallback>
            <p:pic>
              <p:nvPicPr>
                <p:cNvPr id="49" name="Ink 48">
                  <a:extLst>
                    <a:ext uri="{FF2B5EF4-FFF2-40B4-BE49-F238E27FC236}">
                      <a16:creationId xmlns:a16="http://schemas.microsoft.com/office/drawing/2014/main" id="{335798BE-5F19-6FEB-F314-87506ED61099}"/>
                    </a:ext>
                  </a:extLst>
                </p:cNvPr>
                <p:cNvPicPr/>
                <p:nvPr/>
              </p:nvPicPr>
              <p:blipFill>
                <a:blip r:embed="rId76"/>
                <a:stretch>
                  <a:fillRect/>
                </a:stretch>
              </p:blipFill>
              <p:spPr>
                <a:xfrm>
                  <a:off x="10087261" y="7552510"/>
                  <a:ext cx="119808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0" name="Ink 49">
                  <a:extLst>
                    <a:ext uri="{FF2B5EF4-FFF2-40B4-BE49-F238E27FC236}">
                      <a16:creationId xmlns:a16="http://schemas.microsoft.com/office/drawing/2014/main" id="{63130287-B87B-271A-3470-9ABFD95459E3}"/>
                    </a:ext>
                  </a:extLst>
                </p14:cNvPr>
                <p14:cNvContentPartPr/>
                <p14:nvPr/>
              </p14:nvContentPartPr>
              <p14:xfrm>
                <a:off x="10468141" y="7620190"/>
                <a:ext cx="249120" cy="307440"/>
              </p14:xfrm>
            </p:contentPart>
          </mc:Choice>
          <mc:Fallback>
            <p:pic>
              <p:nvPicPr>
                <p:cNvPr id="50" name="Ink 49">
                  <a:extLst>
                    <a:ext uri="{FF2B5EF4-FFF2-40B4-BE49-F238E27FC236}">
                      <a16:creationId xmlns:a16="http://schemas.microsoft.com/office/drawing/2014/main" id="{63130287-B87B-271A-3470-9ABFD95459E3}"/>
                    </a:ext>
                  </a:extLst>
                </p:cNvPr>
                <p:cNvPicPr/>
                <p:nvPr/>
              </p:nvPicPr>
              <p:blipFill>
                <a:blip r:embed="rId78"/>
                <a:stretch>
                  <a:fillRect/>
                </a:stretch>
              </p:blipFill>
              <p:spPr>
                <a:xfrm>
                  <a:off x="10462021" y="7614070"/>
                  <a:ext cx="26136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1" name="Ink 50">
                  <a:extLst>
                    <a:ext uri="{FF2B5EF4-FFF2-40B4-BE49-F238E27FC236}">
                      <a16:creationId xmlns:a16="http://schemas.microsoft.com/office/drawing/2014/main" id="{E3821202-3E01-FFF3-4EEB-DB60511E08FA}"/>
                    </a:ext>
                  </a:extLst>
                </p14:cNvPr>
                <p14:cNvContentPartPr/>
                <p14:nvPr/>
              </p14:nvContentPartPr>
              <p14:xfrm>
                <a:off x="10807621" y="7681381"/>
                <a:ext cx="229680" cy="213480"/>
              </p14:xfrm>
            </p:contentPart>
          </mc:Choice>
          <mc:Fallback>
            <p:pic>
              <p:nvPicPr>
                <p:cNvPr id="51" name="Ink 50">
                  <a:extLst>
                    <a:ext uri="{FF2B5EF4-FFF2-40B4-BE49-F238E27FC236}">
                      <a16:creationId xmlns:a16="http://schemas.microsoft.com/office/drawing/2014/main" id="{E3821202-3E01-FFF3-4EEB-DB60511E08FA}"/>
                    </a:ext>
                  </a:extLst>
                </p:cNvPr>
                <p:cNvPicPr/>
                <p:nvPr/>
              </p:nvPicPr>
              <p:blipFill>
                <a:blip r:embed="rId80"/>
                <a:stretch>
                  <a:fillRect/>
                </a:stretch>
              </p:blipFill>
              <p:spPr>
                <a:xfrm>
                  <a:off x="10801501" y="7675261"/>
                  <a:ext cx="24192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2" name="Ink 51">
                  <a:extLst>
                    <a:ext uri="{FF2B5EF4-FFF2-40B4-BE49-F238E27FC236}">
                      <a16:creationId xmlns:a16="http://schemas.microsoft.com/office/drawing/2014/main" id="{BBC0BCC8-9BFA-17CC-FFE3-4332AE8C91A9}"/>
                    </a:ext>
                  </a:extLst>
                </p14:cNvPr>
                <p14:cNvContentPartPr/>
                <p14:nvPr/>
              </p14:nvContentPartPr>
              <p14:xfrm>
                <a:off x="11158621" y="7559341"/>
                <a:ext cx="306360" cy="168480"/>
              </p14:xfrm>
            </p:contentPart>
          </mc:Choice>
          <mc:Fallback>
            <p:pic>
              <p:nvPicPr>
                <p:cNvPr id="52" name="Ink 51">
                  <a:extLst>
                    <a:ext uri="{FF2B5EF4-FFF2-40B4-BE49-F238E27FC236}">
                      <a16:creationId xmlns:a16="http://schemas.microsoft.com/office/drawing/2014/main" id="{BBC0BCC8-9BFA-17CC-FFE3-4332AE8C91A9}"/>
                    </a:ext>
                  </a:extLst>
                </p:cNvPr>
                <p:cNvPicPr/>
                <p:nvPr/>
              </p:nvPicPr>
              <p:blipFill>
                <a:blip r:embed="rId82"/>
                <a:stretch>
                  <a:fillRect/>
                </a:stretch>
              </p:blipFill>
              <p:spPr>
                <a:xfrm>
                  <a:off x="11152501" y="7553221"/>
                  <a:ext cx="31860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3" name="Ink 52">
                  <a:extLst>
                    <a:ext uri="{FF2B5EF4-FFF2-40B4-BE49-F238E27FC236}">
                      <a16:creationId xmlns:a16="http://schemas.microsoft.com/office/drawing/2014/main" id="{E2394B35-8807-1707-0D43-1FA09B615BD3}"/>
                    </a:ext>
                  </a:extLst>
                </p14:cNvPr>
                <p14:cNvContentPartPr/>
                <p14:nvPr/>
              </p14:nvContentPartPr>
              <p14:xfrm>
                <a:off x="11526541" y="7327141"/>
                <a:ext cx="353160" cy="232920"/>
              </p14:xfrm>
            </p:contentPart>
          </mc:Choice>
          <mc:Fallback>
            <p:pic>
              <p:nvPicPr>
                <p:cNvPr id="53" name="Ink 52">
                  <a:extLst>
                    <a:ext uri="{FF2B5EF4-FFF2-40B4-BE49-F238E27FC236}">
                      <a16:creationId xmlns:a16="http://schemas.microsoft.com/office/drawing/2014/main" id="{E2394B35-8807-1707-0D43-1FA09B615BD3}"/>
                    </a:ext>
                  </a:extLst>
                </p:cNvPr>
                <p:cNvPicPr/>
                <p:nvPr/>
              </p:nvPicPr>
              <p:blipFill>
                <a:blip r:embed="rId84"/>
                <a:stretch>
                  <a:fillRect/>
                </a:stretch>
              </p:blipFill>
              <p:spPr>
                <a:xfrm>
                  <a:off x="11520421" y="7321021"/>
                  <a:ext cx="36540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62BDCA10-70AE-7383-E776-2348010E1007}"/>
                    </a:ext>
                  </a:extLst>
                </p14:cNvPr>
                <p14:cNvContentPartPr/>
                <p14:nvPr/>
              </p14:nvContentPartPr>
              <p14:xfrm>
                <a:off x="12076261" y="7168381"/>
                <a:ext cx="497520" cy="272160"/>
              </p14:xfrm>
            </p:contentPart>
          </mc:Choice>
          <mc:Fallback>
            <p:pic>
              <p:nvPicPr>
                <p:cNvPr id="54" name="Ink 53">
                  <a:extLst>
                    <a:ext uri="{FF2B5EF4-FFF2-40B4-BE49-F238E27FC236}">
                      <a16:creationId xmlns:a16="http://schemas.microsoft.com/office/drawing/2014/main" id="{62BDCA10-70AE-7383-E776-2348010E1007}"/>
                    </a:ext>
                  </a:extLst>
                </p:cNvPr>
                <p:cNvPicPr/>
                <p:nvPr/>
              </p:nvPicPr>
              <p:blipFill>
                <a:blip r:embed="rId86"/>
                <a:stretch>
                  <a:fillRect/>
                </a:stretch>
              </p:blipFill>
              <p:spPr>
                <a:xfrm>
                  <a:off x="12070141" y="7162261"/>
                  <a:ext cx="509760" cy="2844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l"/>
            <a:r>
              <a:rPr lang="en-US" sz="3600" dirty="0"/>
              <a:t>MLE for a Binomial distribution parameter</a:t>
            </a:r>
          </a:p>
        </p:txBody>
      </p:sp>
      <p:sp>
        <p:nvSpPr>
          <p:cNvPr id="2" name="Content Placeholder 1"/>
          <p:cNvSpPr>
            <a:spLocks noGrp="1"/>
          </p:cNvSpPr>
          <p:nvPr>
            <p:ph type="body" sz="quarter" idx="13"/>
          </p:nvPr>
        </p:nvSpPr>
        <p:spPr/>
        <p:txBody>
          <a:bodyPr/>
          <a:lstStyle/>
          <a:p>
            <a:pPr algn="just">
              <a:buFont typeface="Wingdings" panose="05000000000000000000" pitchFamily="2" charset="2"/>
              <a:buChar char="Ø"/>
            </a:pPr>
            <a:r>
              <a:rPr lang="en-US" sz="3235" dirty="0">
                <a:latin typeface="+mn-lt"/>
              </a:rPr>
              <a:t>Suppose we wish to find the MLE of θ for a </a:t>
            </a:r>
            <a:r>
              <a:rPr lang="en-US" sz="3235" dirty="0">
                <a:solidFill>
                  <a:srgbClr val="0070C0"/>
                </a:solidFill>
                <a:latin typeface="+mn-lt"/>
              </a:rPr>
              <a:t>Binomial distribution </a:t>
            </a:r>
            <a:r>
              <a:rPr lang="en-US" sz="3235" dirty="0">
                <a:latin typeface="+mn-lt"/>
              </a:rPr>
              <a:t>with k successes in n trials then</a:t>
            </a:r>
            <a:r>
              <a:rPr lang="en-US" sz="3235" dirty="0"/>
              <a:t>, </a:t>
            </a:r>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85182856"/>
              </p:ext>
            </p:extLst>
          </p:nvPr>
        </p:nvGraphicFramePr>
        <p:xfrm>
          <a:off x="2012950" y="2993814"/>
          <a:ext cx="10011348" cy="4001523"/>
        </p:xfrm>
        <a:graphic>
          <a:graphicData uri="http://schemas.openxmlformats.org/presentationml/2006/ole">
            <mc:AlternateContent xmlns:mc="http://schemas.openxmlformats.org/markup-compatibility/2006">
              <mc:Choice xmlns:v="urn:schemas-microsoft-com:vml" Requires="v">
                <p:oleObj name="Equation" r:id="rId2" imgW="77724000" imgH="31089600" progId="Equation.3">
                  <p:embed/>
                </p:oleObj>
              </mc:Choice>
              <mc:Fallback>
                <p:oleObj name="Equation" r:id="rId2" imgW="77724000" imgH="310896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2950" y="2993814"/>
                        <a:ext cx="10011348" cy="4001523"/>
                      </a:xfrm>
                      <a:prstGeom prst="rect">
                        <a:avLst/>
                      </a:prstGeom>
                      <a:noFill/>
                    </p:spPr>
                  </p:pic>
                </p:oleObj>
              </mc:Fallback>
            </mc:AlternateContent>
          </a:graphicData>
        </a:graphic>
      </p:graphicFrame>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8F82DDB7-5895-653B-043C-1E3C2B26BC09}"/>
                  </a:ext>
                </a:extLst>
              </p14:cNvPr>
              <p14:cNvContentPartPr/>
              <p14:nvPr/>
            </p14:nvContentPartPr>
            <p14:xfrm>
              <a:off x="6483301" y="2250070"/>
              <a:ext cx="6164280" cy="100080"/>
            </p14:xfrm>
          </p:contentPart>
        </mc:Choice>
        <mc:Fallback>
          <p:pic>
            <p:nvPicPr>
              <p:cNvPr id="5" name="Ink 4">
                <a:extLst>
                  <a:ext uri="{FF2B5EF4-FFF2-40B4-BE49-F238E27FC236}">
                    <a16:creationId xmlns:a16="http://schemas.microsoft.com/office/drawing/2014/main" id="{8F82DDB7-5895-653B-043C-1E3C2B26BC09}"/>
                  </a:ext>
                </a:extLst>
              </p:cNvPr>
              <p:cNvPicPr/>
              <p:nvPr/>
            </p:nvPicPr>
            <p:blipFill>
              <a:blip r:embed="rId5"/>
              <a:stretch>
                <a:fillRect/>
              </a:stretch>
            </p:blipFill>
            <p:spPr>
              <a:xfrm>
                <a:off x="6477181" y="2243950"/>
                <a:ext cx="6176520" cy="112320"/>
              </a:xfrm>
              <a:prstGeom prst="rect">
                <a:avLst/>
              </a:prstGeom>
            </p:spPr>
          </p:pic>
        </mc:Fallback>
      </mc:AlternateContent>
      <p:grpSp>
        <p:nvGrpSpPr>
          <p:cNvPr id="43" name="Group 42">
            <a:extLst>
              <a:ext uri="{FF2B5EF4-FFF2-40B4-BE49-F238E27FC236}">
                <a16:creationId xmlns:a16="http://schemas.microsoft.com/office/drawing/2014/main" id="{B873BC73-A92E-D83F-F684-3799D1E368C1}"/>
              </a:ext>
            </a:extLst>
          </p:cNvPr>
          <p:cNvGrpSpPr/>
          <p:nvPr/>
        </p:nvGrpSpPr>
        <p:grpSpPr>
          <a:xfrm>
            <a:off x="1054501" y="2195350"/>
            <a:ext cx="12686040" cy="1869120"/>
            <a:chOff x="1054501" y="2195350"/>
            <a:chExt cx="12686040" cy="1869120"/>
          </a:xfrm>
        </p:grpSpPr>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0C3C0D67-760C-C16D-FDEA-AD780BAE01AC}"/>
                    </a:ext>
                  </a:extLst>
                </p14:cNvPr>
                <p14:cNvContentPartPr/>
                <p14:nvPr/>
              </p14:nvContentPartPr>
              <p14:xfrm>
                <a:off x="1054501" y="2293990"/>
                <a:ext cx="4801320" cy="614880"/>
              </p14:xfrm>
            </p:contentPart>
          </mc:Choice>
          <mc:Fallback>
            <p:pic>
              <p:nvPicPr>
                <p:cNvPr id="6" name="Ink 5">
                  <a:extLst>
                    <a:ext uri="{FF2B5EF4-FFF2-40B4-BE49-F238E27FC236}">
                      <a16:creationId xmlns:a16="http://schemas.microsoft.com/office/drawing/2014/main" id="{0C3C0D67-760C-C16D-FDEA-AD780BAE01AC}"/>
                    </a:ext>
                  </a:extLst>
                </p:cNvPr>
                <p:cNvPicPr/>
                <p:nvPr/>
              </p:nvPicPr>
              <p:blipFill>
                <a:blip r:embed="rId7"/>
                <a:stretch>
                  <a:fillRect/>
                </a:stretch>
              </p:blipFill>
              <p:spPr>
                <a:xfrm>
                  <a:off x="1048381" y="2287870"/>
                  <a:ext cx="4813560" cy="627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9B449F94-2066-BBBA-B674-C981B4C9067C}"/>
                    </a:ext>
                  </a:extLst>
                </p14:cNvPr>
                <p14:cNvContentPartPr/>
                <p14:nvPr/>
              </p14:nvContentPartPr>
              <p14:xfrm>
                <a:off x="5062021" y="2740030"/>
                <a:ext cx="2601720" cy="318960"/>
              </p14:xfrm>
            </p:contentPart>
          </mc:Choice>
          <mc:Fallback>
            <p:pic>
              <p:nvPicPr>
                <p:cNvPr id="7" name="Ink 6">
                  <a:extLst>
                    <a:ext uri="{FF2B5EF4-FFF2-40B4-BE49-F238E27FC236}">
                      <a16:creationId xmlns:a16="http://schemas.microsoft.com/office/drawing/2014/main" id="{9B449F94-2066-BBBA-B674-C981B4C9067C}"/>
                    </a:ext>
                  </a:extLst>
                </p:cNvPr>
                <p:cNvPicPr/>
                <p:nvPr/>
              </p:nvPicPr>
              <p:blipFill>
                <a:blip r:embed="rId9"/>
                <a:stretch>
                  <a:fillRect/>
                </a:stretch>
              </p:blipFill>
              <p:spPr>
                <a:xfrm>
                  <a:off x="5055901" y="2733910"/>
                  <a:ext cx="261396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F0ADA0B1-338B-0685-E752-2F4DD10EAA7A}"/>
                    </a:ext>
                  </a:extLst>
                </p14:cNvPr>
                <p14:cNvContentPartPr/>
                <p14:nvPr/>
              </p14:nvContentPartPr>
              <p14:xfrm>
                <a:off x="7445941" y="2691790"/>
                <a:ext cx="279000" cy="304200"/>
              </p14:xfrm>
            </p:contentPart>
          </mc:Choice>
          <mc:Fallback>
            <p:pic>
              <p:nvPicPr>
                <p:cNvPr id="8" name="Ink 7">
                  <a:extLst>
                    <a:ext uri="{FF2B5EF4-FFF2-40B4-BE49-F238E27FC236}">
                      <a16:creationId xmlns:a16="http://schemas.microsoft.com/office/drawing/2014/main" id="{F0ADA0B1-338B-0685-E752-2F4DD10EAA7A}"/>
                    </a:ext>
                  </a:extLst>
                </p:cNvPr>
                <p:cNvPicPr/>
                <p:nvPr/>
              </p:nvPicPr>
              <p:blipFill>
                <a:blip r:embed="rId11"/>
                <a:stretch>
                  <a:fillRect/>
                </a:stretch>
              </p:blipFill>
              <p:spPr>
                <a:xfrm>
                  <a:off x="7439821" y="2685670"/>
                  <a:ext cx="29124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81B84236-B080-88A1-ED3C-8532C6E9909A}"/>
                    </a:ext>
                  </a:extLst>
                </p14:cNvPr>
                <p14:cNvContentPartPr/>
                <p14:nvPr/>
              </p14:nvContentPartPr>
              <p14:xfrm>
                <a:off x="7952101" y="2504590"/>
                <a:ext cx="794160" cy="538920"/>
              </p14:xfrm>
            </p:contentPart>
          </mc:Choice>
          <mc:Fallback>
            <p:pic>
              <p:nvPicPr>
                <p:cNvPr id="9" name="Ink 8">
                  <a:extLst>
                    <a:ext uri="{FF2B5EF4-FFF2-40B4-BE49-F238E27FC236}">
                      <a16:creationId xmlns:a16="http://schemas.microsoft.com/office/drawing/2014/main" id="{81B84236-B080-88A1-ED3C-8532C6E9909A}"/>
                    </a:ext>
                  </a:extLst>
                </p:cNvPr>
                <p:cNvPicPr/>
                <p:nvPr/>
              </p:nvPicPr>
              <p:blipFill>
                <a:blip r:embed="rId13"/>
                <a:stretch>
                  <a:fillRect/>
                </a:stretch>
              </p:blipFill>
              <p:spPr>
                <a:xfrm>
                  <a:off x="7945981" y="2498470"/>
                  <a:ext cx="806400" cy="551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EF5E1FF1-5CBC-1ADE-0C39-6D929EE2CF84}"/>
                    </a:ext>
                  </a:extLst>
                </p14:cNvPr>
                <p14:cNvContentPartPr/>
                <p14:nvPr/>
              </p14:nvContentPartPr>
              <p14:xfrm>
                <a:off x="8863621" y="2537710"/>
                <a:ext cx="41760" cy="92520"/>
              </p14:xfrm>
            </p:contentPart>
          </mc:Choice>
          <mc:Fallback>
            <p:pic>
              <p:nvPicPr>
                <p:cNvPr id="10" name="Ink 9">
                  <a:extLst>
                    <a:ext uri="{FF2B5EF4-FFF2-40B4-BE49-F238E27FC236}">
                      <a16:creationId xmlns:a16="http://schemas.microsoft.com/office/drawing/2014/main" id="{EF5E1FF1-5CBC-1ADE-0C39-6D929EE2CF84}"/>
                    </a:ext>
                  </a:extLst>
                </p:cNvPr>
                <p:cNvPicPr/>
                <p:nvPr/>
              </p:nvPicPr>
              <p:blipFill>
                <a:blip r:embed="rId15"/>
                <a:stretch>
                  <a:fillRect/>
                </a:stretch>
              </p:blipFill>
              <p:spPr>
                <a:xfrm>
                  <a:off x="8857501" y="2531590"/>
                  <a:ext cx="5400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B9EAD84C-859D-ACC3-4D80-7C3C361EBD81}"/>
                    </a:ext>
                  </a:extLst>
                </p14:cNvPr>
                <p14:cNvContentPartPr/>
                <p14:nvPr/>
              </p14:nvContentPartPr>
              <p14:xfrm>
                <a:off x="9021661" y="2457430"/>
                <a:ext cx="90000" cy="527760"/>
              </p14:xfrm>
            </p:contentPart>
          </mc:Choice>
          <mc:Fallback>
            <p:pic>
              <p:nvPicPr>
                <p:cNvPr id="11" name="Ink 10">
                  <a:extLst>
                    <a:ext uri="{FF2B5EF4-FFF2-40B4-BE49-F238E27FC236}">
                      <a16:creationId xmlns:a16="http://schemas.microsoft.com/office/drawing/2014/main" id="{B9EAD84C-859D-ACC3-4D80-7C3C361EBD81}"/>
                    </a:ext>
                  </a:extLst>
                </p:cNvPr>
                <p:cNvPicPr/>
                <p:nvPr/>
              </p:nvPicPr>
              <p:blipFill>
                <a:blip r:embed="rId17"/>
                <a:stretch>
                  <a:fillRect/>
                </a:stretch>
              </p:blipFill>
              <p:spPr>
                <a:xfrm>
                  <a:off x="9015541" y="2451310"/>
                  <a:ext cx="102240" cy="540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054552F7-D44D-F01C-76E7-8D5C4CD9FB71}"/>
                    </a:ext>
                  </a:extLst>
                </p14:cNvPr>
                <p14:cNvContentPartPr/>
                <p14:nvPr/>
              </p14:nvContentPartPr>
              <p14:xfrm>
                <a:off x="8946781" y="2729230"/>
                <a:ext cx="182520" cy="15120"/>
              </p14:xfrm>
            </p:contentPart>
          </mc:Choice>
          <mc:Fallback>
            <p:pic>
              <p:nvPicPr>
                <p:cNvPr id="12" name="Ink 11">
                  <a:extLst>
                    <a:ext uri="{FF2B5EF4-FFF2-40B4-BE49-F238E27FC236}">
                      <a16:creationId xmlns:a16="http://schemas.microsoft.com/office/drawing/2014/main" id="{054552F7-D44D-F01C-76E7-8D5C4CD9FB71}"/>
                    </a:ext>
                  </a:extLst>
                </p:cNvPr>
                <p:cNvPicPr/>
                <p:nvPr/>
              </p:nvPicPr>
              <p:blipFill>
                <a:blip r:embed="rId19"/>
                <a:stretch>
                  <a:fillRect/>
                </a:stretch>
              </p:blipFill>
              <p:spPr>
                <a:xfrm>
                  <a:off x="8940661" y="2723110"/>
                  <a:ext cx="1947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21100C02-783D-17A1-F6BB-F6B1456F2735}"/>
                    </a:ext>
                  </a:extLst>
                </p14:cNvPr>
                <p14:cNvContentPartPr/>
                <p14:nvPr/>
              </p14:nvContentPartPr>
              <p14:xfrm>
                <a:off x="9517021" y="2412430"/>
                <a:ext cx="52200" cy="539280"/>
              </p14:xfrm>
            </p:contentPart>
          </mc:Choice>
          <mc:Fallback>
            <p:pic>
              <p:nvPicPr>
                <p:cNvPr id="13" name="Ink 12">
                  <a:extLst>
                    <a:ext uri="{FF2B5EF4-FFF2-40B4-BE49-F238E27FC236}">
                      <a16:creationId xmlns:a16="http://schemas.microsoft.com/office/drawing/2014/main" id="{21100C02-783D-17A1-F6BB-F6B1456F2735}"/>
                    </a:ext>
                  </a:extLst>
                </p:cNvPr>
                <p:cNvPicPr/>
                <p:nvPr/>
              </p:nvPicPr>
              <p:blipFill>
                <a:blip r:embed="rId21"/>
                <a:stretch>
                  <a:fillRect/>
                </a:stretch>
              </p:blipFill>
              <p:spPr>
                <a:xfrm>
                  <a:off x="9510901" y="2406310"/>
                  <a:ext cx="64440" cy="551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C693497E-D70A-630C-48A6-89A475255CD9}"/>
                    </a:ext>
                  </a:extLst>
                </p14:cNvPr>
                <p14:cNvContentPartPr/>
                <p14:nvPr/>
              </p14:nvContentPartPr>
              <p14:xfrm>
                <a:off x="9518101" y="2608630"/>
                <a:ext cx="174240" cy="222480"/>
              </p14:xfrm>
            </p:contentPart>
          </mc:Choice>
          <mc:Fallback>
            <p:pic>
              <p:nvPicPr>
                <p:cNvPr id="14" name="Ink 13">
                  <a:extLst>
                    <a:ext uri="{FF2B5EF4-FFF2-40B4-BE49-F238E27FC236}">
                      <a16:creationId xmlns:a16="http://schemas.microsoft.com/office/drawing/2014/main" id="{C693497E-D70A-630C-48A6-89A475255CD9}"/>
                    </a:ext>
                  </a:extLst>
                </p:cNvPr>
                <p:cNvPicPr/>
                <p:nvPr/>
              </p:nvPicPr>
              <p:blipFill>
                <a:blip r:embed="rId23"/>
                <a:stretch>
                  <a:fillRect/>
                </a:stretch>
              </p:blipFill>
              <p:spPr>
                <a:xfrm>
                  <a:off x="9511981" y="2602510"/>
                  <a:ext cx="18648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14137A43-7E2F-E97C-68E3-32F635DE8857}"/>
                    </a:ext>
                  </a:extLst>
                </p14:cNvPr>
                <p14:cNvContentPartPr/>
                <p14:nvPr/>
              </p14:nvContentPartPr>
              <p14:xfrm>
                <a:off x="9699901" y="2711950"/>
                <a:ext cx="550080" cy="187560"/>
              </p14:xfrm>
            </p:contentPart>
          </mc:Choice>
          <mc:Fallback>
            <p:pic>
              <p:nvPicPr>
                <p:cNvPr id="15" name="Ink 14">
                  <a:extLst>
                    <a:ext uri="{FF2B5EF4-FFF2-40B4-BE49-F238E27FC236}">
                      <a16:creationId xmlns:a16="http://schemas.microsoft.com/office/drawing/2014/main" id="{14137A43-7E2F-E97C-68E3-32F635DE8857}"/>
                    </a:ext>
                  </a:extLst>
                </p:cNvPr>
                <p:cNvPicPr/>
                <p:nvPr/>
              </p:nvPicPr>
              <p:blipFill>
                <a:blip r:embed="rId25"/>
                <a:stretch>
                  <a:fillRect/>
                </a:stretch>
              </p:blipFill>
              <p:spPr>
                <a:xfrm>
                  <a:off x="9693781" y="2705830"/>
                  <a:ext cx="56232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B85B384D-8EEE-4047-28CC-834F228C2078}"/>
                    </a:ext>
                  </a:extLst>
                </p14:cNvPr>
                <p14:cNvContentPartPr/>
                <p14:nvPr/>
              </p14:nvContentPartPr>
              <p14:xfrm>
                <a:off x="10368421" y="2626270"/>
                <a:ext cx="214920" cy="135360"/>
              </p14:xfrm>
            </p:contentPart>
          </mc:Choice>
          <mc:Fallback>
            <p:pic>
              <p:nvPicPr>
                <p:cNvPr id="16" name="Ink 15">
                  <a:extLst>
                    <a:ext uri="{FF2B5EF4-FFF2-40B4-BE49-F238E27FC236}">
                      <a16:creationId xmlns:a16="http://schemas.microsoft.com/office/drawing/2014/main" id="{B85B384D-8EEE-4047-28CC-834F228C2078}"/>
                    </a:ext>
                  </a:extLst>
                </p:cNvPr>
                <p:cNvPicPr/>
                <p:nvPr/>
              </p:nvPicPr>
              <p:blipFill>
                <a:blip r:embed="rId27"/>
                <a:stretch>
                  <a:fillRect/>
                </a:stretch>
              </p:blipFill>
              <p:spPr>
                <a:xfrm>
                  <a:off x="10362301" y="2620150"/>
                  <a:ext cx="22716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4936BC7E-2E48-6782-95DE-569B25364282}"/>
                    </a:ext>
                  </a:extLst>
                </p14:cNvPr>
                <p14:cNvContentPartPr/>
                <p14:nvPr/>
              </p14:nvContentPartPr>
              <p14:xfrm>
                <a:off x="10966021" y="2540590"/>
                <a:ext cx="27000" cy="354960"/>
              </p14:xfrm>
            </p:contentPart>
          </mc:Choice>
          <mc:Fallback>
            <p:pic>
              <p:nvPicPr>
                <p:cNvPr id="17" name="Ink 16">
                  <a:extLst>
                    <a:ext uri="{FF2B5EF4-FFF2-40B4-BE49-F238E27FC236}">
                      <a16:creationId xmlns:a16="http://schemas.microsoft.com/office/drawing/2014/main" id="{4936BC7E-2E48-6782-95DE-569B25364282}"/>
                    </a:ext>
                  </a:extLst>
                </p:cNvPr>
                <p:cNvPicPr/>
                <p:nvPr/>
              </p:nvPicPr>
              <p:blipFill>
                <a:blip r:embed="rId29"/>
                <a:stretch>
                  <a:fillRect/>
                </a:stretch>
              </p:blipFill>
              <p:spPr>
                <a:xfrm>
                  <a:off x="10959901" y="2534470"/>
                  <a:ext cx="3924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4D36779B-9CF9-8145-C6F9-75B6F839C8E8}"/>
                    </a:ext>
                  </a:extLst>
                </p14:cNvPr>
                <p14:cNvContentPartPr/>
                <p14:nvPr/>
              </p14:nvContentPartPr>
              <p14:xfrm>
                <a:off x="10917781" y="2547070"/>
                <a:ext cx="653400" cy="299520"/>
              </p14:xfrm>
            </p:contentPart>
          </mc:Choice>
          <mc:Fallback>
            <p:pic>
              <p:nvPicPr>
                <p:cNvPr id="18" name="Ink 17">
                  <a:extLst>
                    <a:ext uri="{FF2B5EF4-FFF2-40B4-BE49-F238E27FC236}">
                      <a16:creationId xmlns:a16="http://schemas.microsoft.com/office/drawing/2014/main" id="{4D36779B-9CF9-8145-C6F9-75B6F839C8E8}"/>
                    </a:ext>
                  </a:extLst>
                </p:cNvPr>
                <p:cNvPicPr/>
                <p:nvPr/>
              </p:nvPicPr>
              <p:blipFill>
                <a:blip r:embed="rId31"/>
                <a:stretch>
                  <a:fillRect/>
                </a:stretch>
              </p:blipFill>
              <p:spPr>
                <a:xfrm>
                  <a:off x="10911661" y="2540950"/>
                  <a:ext cx="66564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97E42C3C-CC0F-E1B5-424C-5EC3BE76E710}"/>
                    </a:ext>
                  </a:extLst>
                </p14:cNvPr>
                <p14:cNvContentPartPr/>
                <p14:nvPr/>
              </p14:nvContentPartPr>
              <p14:xfrm>
                <a:off x="11858461" y="2270950"/>
                <a:ext cx="275760" cy="498600"/>
              </p14:xfrm>
            </p:contentPart>
          </mc:Choice>
          <mc:Fallback>
            <p:pic>
              <p:nvPicPr>
                <p:cNvPr id="19" name="Ink 18">
                  <a:extLst>
                    <a:ext uri="{FF2B5EF4-FFF2-40B4-BE49-F238E27FC236}">
                      <a16:creationId xmlns:a16="http://schemas.microsoft.com/office/drawing/2014/main" id="{97E42C3C-CC0F-E1B5-424C-5EC3BE76E710}"/>
                    </a:ext>
                  </a:extLst>
                </p:cNvPr>
                <p:cNvPicPr/>
                <p:nvPr/>
              </p:nvPicPr>
              <p:blipFill>
                <a:blip r:embed="rId33"/>
                <a:stretch>
                  <a:fillRect/>
                </a:stretch>
              </p:blipFill>
              <p:spPr>
                <a:xfrm>
                  <a:off x="11852341" y="2264830"/>
                  <a:ext cx="288000" cy="5108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D72E7FC9-FF36-B397-C236-B4E027DA306B}"/>
                    </a:ext>
                  </a:extLst>
                </p14:cNvPr>
                <p14:cNvContentPartPr/>
                <p14:nvPr/>
              </p14:nvContentPartPr>
              <p14:xfrm>
                <a:off x="12129901" y="2632750"/>
                <a:ext cx="169560" cy="143640"/>
              </p14:xfrm>
            </p:contentPart>
          </mc:Choice>
          <mc:Fallback>
            <p:pic>
              <p:nvPicPr>
                <p:cNvPr id="20" name="Ink 19">
                  <a:extLst>
                    <a:ext uri="{FF2B5EF4-FFF2-40B4-BE49-F238E27FC236}">
                      <a16:creationId xmlns:a16="http://schemas.microsoft.com/office/drawing/2014/main" id="{D72E7FC9-FF36-B397-C236-B4E027DA306B}"/>
                    </a:ext>
                  </a:extLst>
                </p:cNvPr>
                <p:cNvPicPr/>
                <p:nvPr/>
              </p:nvPicPr>
              <p:blipFill>
                <a:blip r:embed="rId35"/>
                <a:stretch>
                  <a:fillRect/>
                </a:stretch>
              </p:blipFill>
              <p:spPr>
                <a:xfrm>
                  <a:off x="12123781" y="2626630"/>
                  <a:ext cx="18180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10E65755-7948-D0FC-536E-3CFD0664DDFB}"/>
                    </a:ext>
                  </a:extLst>
                </p14:cNvPr>
                <p14:cNvContentPartPr/>
                <p14:nvPr/>
              </p14:nvContentPartPr>
              <p14:xfrm>
                <a:off x="12424381" y="2635630"/>
                <a:ext cx="197280" cy="144000"/>
              </p14:xfrm>
            </p:contentPart>
          </mc:Choice>
          <mc:Fallback>
            <p:pic>
              <p:nvPicPr>
                <p:cNvPr id="21" name="Ink 20">
                  <a:extLst>
                    <a:ext uri="{FF2B5EF4-FFF2-40B4-BE49-F238E27FC236}">
                      <a16:creationId xmlns:a16="http://schemas.microsoft.com/office/drawing/2014/main" id="{10E65755-7948-D0FC-536E-3CFD0664DDFB}"/>
                    </a:ext>
                  </a:extLst>
                </p:cNvPr>
                <p:cNvPicPr/>
                <p:nvPr/>
              </p:nvPicPr>
              <p:blipFill>
                <a:blip r:embed="rId37"/>
                <a:stretch>
                  <a:fillRect/>
                </a:stretch>
              </p:blipFill>
              <p:spPr>
                <a:xfrm>
                  <a:off x="12418261" y="2629510"/>
                  <a:ext cx="2095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4E358C37-4F7B-EB53-27EC-EDAD39BCA867}"/>
                    </a:ext>
                  </a:extLst>
                </p14:cNvPr>
                <p14:cNvContentPartPr/>
                <p14:nvPr/>
              </p14:nvContentPartPr>
              <p14:xfrm>
                <a:off x="12613741" y="2195350"/>
                <a:ext cx="1126800" cy="590400"/>
              </p14:xfrm>
            </p:contentPart>
          </mc:Choice>
          <mc:Fallback>
            <p:pic>
              <p:nvPicPr>
                <p:cNvPr id="22" name="Ink 21">
                  <a:extLst>
                    <a:ext uri="{FF2B5EF4-FFF2-40B4-BE49-F238E27FC236}">
                      <a16:creationId xmlns:a16="http://schemas.microsoft.com/office/drawing/2014/main" id="{4E358C37-4F7B-EB53-27EC-EDAD39BCA867}"/>
                    </a:ext>
                  </a:extLst>
                </p:cNvPr>
                <p:cNvPicPr/>
                <p:nvPr/>
              </p:nvPicPr>
              <p:blipFill>
                <a:blip r:embed="rId39"/>
                <a:stretch>
                  <a:fillRect/>
                </a:stretch>
              </p:blipFill>
              <p:spPr>
                <a:xfrm>
                  <a:off x="12607621" y="2189230"/>
                  <a:ext cx="1139040" cy="602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6F26D400-ADBC-F677-7C89-5B60E8EB89B8}"/>
                    </a:ext>
                  </a:extLst>
                </p14:cNvPr>
                <p14:cNvContentPartPr/>
                <p14:nvPr/>
              </p14:nvContentPartPr>
              <p14:xfrm>
                <a:off x="13089661" y="2410630"/>
                <a:ext cx="43200" cy="9720"/>
              </p14:xfrm>
            </p:contentPart>
          </mc:Choice>
          <mc:Fallback>
            <p:pic>
              <p:nvPicPr>
                <p:cNvPr id="23" name="Ink 22">
                  <a:extLst>
                    <a:ext uri="{FF2B5EF4-FFF2-40B4-BE49-F238E27FC236}">
                      <a16:creationId xmlns:a16="http://schemas.microsoft.com/office/drawing/2014/main" id="{6F26D400-ADBC-F677-7C89-5B60E8EB89B8}"/>
                    </a:ext>
                  </a:extLst>
                </p:cNvPr>
                <p:cNvPicPr/>
                <p:nvPr/>
              </p:nvPicPr>
              <p:blipFill>
                <a:blip r:embed="rId41"/>
                <a:stretch>
                  <a:fillRect/>
                </a:stretch>
              </p:blipFill>
              <p:spPr>
                <a:xfrm>
                  <a:off x="13083541" y="2404510"/>
                  <a:ext cx="554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3E9A05E1-1BCF-C1FA-30C9-E0DE1CE1DE47}"/>
                    </a:ext>
                  </a:extLst>
                </p14:cNvPr>
                <p14:cNvContentPartPr/>
                <p14:nvPr/>
              </p14:nvContentPartPr>
              <p14:xfrm>
                <a:off x="13025221" y="2303710"/>
                <a:ext cx="246600" cy="51120"/>
              </p14:xfrm>
            </p:contentPart>
          </mc:Choice>
          <mc:Fallback>
            <p:pic>
              <p:nvPicPr>
                <p:cNvPr id="24" name="Ink 23">
                  <a:extLst>
                    <a:ext uri="{FF2B5EF4-FFF2-40B4-BE49-F238E27FC236}">
                      <a16:creationId xmlns:a16="http://schemas.microsoft.com/office/drawing/2014/main" id="{3E9A05E1-1BCF-C1FA-30C9-E0DE1CE1DE47}"/>
                    </a:ext>
                  </a:extLst>
                </p:cNvPr>
                <p:cNvPicPr/>
                <p:nvPr/>
              </p:nvPicPr>
              <p:blipFill>
                <a:blip r:embed="rId43"/>
                <a:stretch>
                  <a:fillRect/>
                </a:stretch>
              </p:blipFill>
              <p:spPr>
                <a:xfrm>
                  <a:off x="13019101" y="2297590"/>
                  <a:ext cx="2588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66231834-0E33-0181-EC5B-890F436B1E5E}"/>
                    </a:ext>
                  </a:extLst>
                </p14:cNvPr>
                <p14:cNvContentPartPr/>
                <p14:nvPr/>
              </p14:nvContentPartPr>
              <p14:xfrm>
                <a:off x="8020501" y="3211990"/>
                <a:ext cx="399960" cy="852480"/>
              </p14:xfrm>
            </p:contentPart>
          </mc:Choice>
          <mc:Fallback>
            <p:pic>
              <p:nvPicPr>
                <p:cNvPr id="25" name="Ink 24">
                  <a:extLst>
                    <a:ext uri="{FF2B5EF4-FFF2-40B4-BE49-F238E27FC236}">
                      <a16:creationId xmlns:a16="http://schemas.microsoft.com/office/drawing/2014/main" id="{66231834-0E33-0181-EC5B-890F436B1E5E}"/>
                    </a:ext>
                  </a:extLst>
                </p:cNvPr>
                <p:cNvPicPr/>
                <p:nvPr/>
              </p:nvPicPr>
              <p:blipFill>
                <a:blip r:embed="rId45"/>
                <a:stretch>
                  <a:fillRect/>
                </a:stretch>
              </p:blipFill>
              <p:spPr>
                <a:xfrm>
                  <a:off x="8014381" y="3205870"/>
                  <a:ext cx="412200" cy="864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2227E3A6-ACCE-40CF-4BB6-408B1D3FC532}"/>
                    </a:ext>
                  </a:extLst>
                </p14:cNvPr>
                <p14:cNvContentPartPr/>
                <p14:nvPr/>
              </p14:nvContentPartPr>
              <p14:xfrm>
                <a:off x="8708461" y="3201550"/>
                <a:ext cx="34920" cy="380520"/>
              </p14:xfrm>
            </p:contentPart>
          </mc:Choice>
          <mc:Fallback>
            <p:pic>
              <p:nvPicPr>
                <p:cNvPr id="26" name="Ink 25">
                  <a:extLst>
                    <a:ext uri="{FF2B5EF4-FFF2-40B4-BE49-F238E27FC236}">
                      <a16:creationId xmlns:a16="http://schemas.microsoft.com/office/drawing/2014/main" id="{2227E3A6-ACCE-40CF-4BB6-408B1D3FC532}"/>
                    </a:ext>
                  </a:extLst>
                </p:cNvPr>
                <p:cNvPicPr/>
                <p:nvPr/>
              </p:nvPicPr>
              <p:blipFill>
                <a:blip r:embed="rId47"/>
                <a:stretch>
                  <a:fillRect/>
                </a:stretch>
              </p:blipFill>
              <p:spPr>
                <a:xfrm>
                  <a:off x="8702341" y="3195430"/>
                  <a:ext cx="4716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D64895B9-5D29-AFD7-98A2-E90FAC837E0B}"/>
                    </a:ext>
                  </a:extLst>
                </p14:cNvPr>
                <p14:cNvContentPartPr/>
                <p14:nvPr/>
              </p14:nvContentPartPr>
              <p14:xfrm>
                <a:off x="8724661" y="3199030"/>
                <a:ext cx="676080" cy="341640"/>
              </p14:xfrm>
            </p:contentPart>
          </mc:Choice>
          <mc:Fallback>
            <p:pic>
              <p:nvPicPr>
                <p:cNvPr id="27" name="Ink 26">
                  <a:extLst>
                    <a:ext uri="{FF2B5EF4-FFF2-40B4-BE49-F238E27FC236}">
                      <a16:creationId xmlns:a16="http://schemas.microsoft.com/office/drawing/2014/main" id="{D64895B9-5D29-AFD7-98A2-E90FAC837E0B}"/>
                    </a:ext>
                  </a:extLst>
                </p:cNvPr>
                <p:cNvPicPr/>
                <p:nvPr/>
              </p:nvPicPr>
              <p:blipFill>
                <a:blip r:embed="rId49"/>
                <a:stretch>
                  <a:fillRect/>
                </a:stretch>
              </p:blipFill>
              <p:spPr>
                <a:xfrm>
                  <a:off x="8718541" y="3192910"/>
                  <a:ext cx="68832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F4949284-BE7A-C98D-C533-F5BC7DEDEB34}"/>
                    </a:ext>
                  </a:extLst>
                </p14:cNvPr>
                <p14:cNvContentPartPr/>
                <p14:nvPr/>
              </p14:nvContentPartPr>
              <p14:xfrm>
                <a:off x="9662461" y="3249790"/>
                <a:ext cx="126000" cy="250560"/>
              </p14:xfrm>
            </p:contentPart>
          </mc:Choice>
          <mc:Fallback>
            <p:pic>
              <p:nvPicPr>
                <p:cNvPr id="28" name="Ink 27">
                  <a:extLst>
                    <a:ext uri="{FF2B5EF4-FFF2-40B4-BE49-F238E27FC236}">
                      <a16:creationId xmlns:a16="http://schemas.microsoft.com/office/drawing/2014/main" id="{F4949284-BE7A-C98D-C533-F5BC7DEDEB34}"/>
                    </a:ext>
                  </a:extLst>
                </p:cNvPr>
                <p:cNvPicPr/>
                <p:nvPr/>
              </p:nvPicPr>
              <p:blipFill>
                <a:blip r:embed="rId51"/>
                <a:stretch>
                  <a:fillRect/>
                </a:stretch>
              </p:blipFill>
              <p:spPr>
                <a:xfrm>
                  <a:off x="9656341" y="3243670"/>
                  <a:ext cx="13824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CC5BB543-0E5F-54A1-1134-C92D44AA81E2}"/>
                    </a:ext>
                  </a:extLst>
                </p14:cNvPr>
                <p14:cNvContentPartPr/>
                <p14:nvPr/>
              </p14:nvContentPartPr>
              <p14:xfrm>
                <a:off x="9920941" y="3274990"/>
                <a:ext cx="322560" cy="159840"/>
              </p14:xfrm>
            </p:contentPart>
          </mc:Choice>
          <mc:Fallback>
            <p:pic>
              <p:nvPicPr>
                <p:cNvPr id="29" name="Ink 28">
                  <a:extLst>
                    <a:ext uri="{FF2B5EF4-FFF2-40B4-BE49-F238E27FC236}">
                      <a16:creationId xmlns:a16="http://schemas.microsoft.com/office/drawing/2014/main" id="{CC5BB543-0E5F-54A1-1134-C92D44AA81E2}"/>
                    </a:ext>
                  </a:extLst>
                </p:cNvPr>
                <p:cNvPicPr/>
                <p:nvPr/>
              </p:nvPicPr>
              <p:blipFill>
                <a:blip r:embed="rId53"/>
                <a:stretch>
                  <a:fillRect/>
                </a:stretch>
              </p:blipFill>
              <p:spPr>
                <a:xfrm>
                  <a:off x="9914821" y="3268870"/>
                  <a:ext cx="33480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8B96D423-A8E2-5AD3-BF69-3013AE7DD185}"/>
                    </a:ext>
                  </a:extLst>
                </p14:cNvPr>
                <p14:cNvContentPartPr/>
                <p14:nvPr/>
              </p14:nvContentPartPr>
              <p14:xfrm>
                <a:off x="10270501" y="3246910"/>
                <a:ext cx="274320" cy="195480"/>
              </p14:xfrm>
            </p:contentPart>
          </mc:Choice>
          <mc:Fallback>
            <p:pic>
              <p:nvPicPr>
                <p:cNvPr id="30" name="Ink 29">
                  <a:extLst>
                    <a:ext uri="{FF2B5EF4-FFF2-40B4-BE49-F238E27FC236}">
                      <a16:creationId xmlns:a16="http://schemas.microsoft.com/office/drawing/2014/main" id="{8B96D423-A8E2-5AD3-BF69-3013AE7DD185}"/>
                    </a:ext>
                  </a:extLst>
                </p:cNvPr>
                <p:cNvPicPr/>
                <p:nvPr/>
              </p:nvPicPr>
              <p:blipFill>
                <a:blip r:embed="rId55"/>
                <a:stretch>
                  <a:fillRect/>
                </a:stretch>
              </p:blipFill>
              <p:spPr>
                <a:xfrm>
                  <a:off x="10264381" y="3240790"/>
                  <a:ext cx="2865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54F44969-0770-82F1-5831-63CFAB74145D}"/>
                    </a:ext>
                  </a:extLst>
                </p14:cNvPr>
                <p14:cNvContentPartPr/>
                <p14:nvPr/>
              </p14:nvContentPartPr>
              <p14:xfrm>
                <a:off x="10543741" y="3208390"/>
                <a:ext cx="115920" cy="160920"/>
              </p14:xfrm>
            </p:contentPart>
          </mc:Choice>
          <mc:Fallback>
            <p:pic>
              <p:nvPicPr>
                <p:cNvPr id="31" name="Ink 30">
                  <a:extLst>
                    <a:ext uri="{FF2B5EF4-FFF2-40B4-BE49-F238E27FC236}">
                      <a16:creationId xmlns:a16="http://schemas.microsoft.com/office/drawing/2014/main" id="{54F44969-0770-82F1-5831-63CFAB74145D}"/>
                    </a:ext>
                  </a:extLst>
                </p:cNvPr>
                <p:cNvPicPr/>
                <p:nvPr/>
              </p:nvPicPr>
              <p:blipFill>
                <a:blip r:embed="rId57"/>
                <a:stretch>
                  <a:fillRect/>
                </a:stretch>
              </p:blipFill>
              <p:spPr>
                <a:xfrm>
                  <a:off x="10537621" y="3202270"/>
                  <a:ext cx="1281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B20A074C-4CE0-5AB6-8852-2D92FD02E7E3}"/>
                    </a:ext>
                  </a:extLst>
                </p14:cNvPr>
                <p14:cNvContentPartPr/>
                <p14:nvPr/>
              </p14:nvContentPartPr>
              <p14:xfrm>
                <a:off x="10665421" y="3236470"/>
                <a:ext cx="462960" cy="159480"/>
              </p14:xfrm>
            </p:contentPart>
          </mc:Choice>
          <mc:Fallback>
            <p:pic>
              <p:nvPicPr>
                <p:cNvPr id="32" name="Ink 31">
                  <a:extLst>
                    <a:ext uri="{FF2B5EF4-FFF2-40B4-BE49-F238E27FC236}">
                      <a16:creationId xmlns:a16="http://schemas.microsoft.com/office/drawing/2014/main" id="{B20A074C-4CE0-5AB6-8852-2D92FD02E7E3}"/>
                    </a:ext>
                  </a:extLst>
                </p:cNvPr>
                <p:cNvPicPr/>
                <p:nvPr/>
              </p:nvPicPr>
              <p:blipFill>
                <a:blip r:embed="rId59"/>
                <a:stretch>
                  <a:fillRect/>
                </a:stretch>
              </p:blipFill>
              <p:spPr>
                <a:xfrm>
                  <a:off x="10659301" y="3230350"/>
                  <a:ext cx="4752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2E34F4C8-06F0-67CB-8374-331F50535565}"/>
                    </a:ext>
                  </a:extLst>
                </p14:cNvPr>
                <p14:cNvContentPartPr/>
                <p14:nvPr/>
              </p14:nvContentPartPr>
              <p14:xfrm>
                <a:off x="11329621" y="2909950"/>
                <a:ext cx="92880" cy="583560"/>
              </p14:xfrm>
            </p:contentPart>
          </mc:Choice>
          <mc:Fallback>
            <p:pic>
              <p:nvPicPr>
                <p:cNvPr id="33" name="Ink 32">
                  <a:extLst>
                    <a:ext uri="{FF2B5EF4-FFF2-40B4-BE49-F238E27FC236}">
                      <a16:creationId xmlns:a16="http://schemas.microsoft.com/office/drawing/2014/main" id="{2E34F4C8-06F0-67CB-8374-331F50535565}"/>
                    </a:ext>
                  </a:extLst>
                </p:cNvPr>
                <p:cNvPicPr/>
                <p:nvPr/>
              </p:nvPicPr>
              <p:blipFill>
                <a:blip r:embed="rId61"/>
                <a:stretch>
                  <a:fillRect/>
                </a:stretch>
              </p:blipFill>
              <p:spPr>
                <a:xfrm>
                  <a:off x="11323501" y="2903830"/>
                  <a:ext cx="105120" cy="595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891E99A3-3A16-3258-9143-50D327CF330C}"/>
                    </a:ext>
                  </a:extLst>
                </p14:cNvPr>
                <p14:cNvContentPartPr/>
                <p14:nvPr/>
              </p14:nvContentPartPr>
              <p14:xfrm>
                <a:off x="11324581" y="3237550"/>
                <a:ext cx="88560" cy="9720"/>
              </p14:xfrm>
            </p:contentPart>
          </mc:Choice>
          <mc:Fallback>
            <p:pic>
              <p:nvPicPr>
                <p:cNvPr id="34" name="Ink 33">
                  <a:extLst>
                    <a:ext uri="{FF2B5EF4-FFF2-40B4-BE49-F238E27FC236}">
                      <a16:creationId xmlns:a16="http://schemas.microsoft.com/office/drawing/2014/main" id="{891E99A3-3A16-3258-9143-50D327CF330C}"/>
                    </a:ext>
                  </a:extLst>
                </p:cNvPr>
                <p:cNvPicPr/>
                <p:nvPr/>
              </p:nvPicPr>
              <p:blipFill>
                <a:blip r:embed="rId63"/>
                <a:stretch>
                  <a:fillRect/>
                </a:stretch>
              </p:blipFill>
              <p:spPr>
                <a:xfrm>
                  <a:off x="11318461" y="3231430"/>
                  <a:ext cx="1008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82F15631-8996-02C6-5A32-AFDE101FFC15}"/>
                    </a:ext>
                  </a:extLst>
                </p14:cNvPr>
                <p14:cNvContentPartPr/>
                <p14:nvPr/>
              </p14:nvContentPartPr>
              <p14:xfrm>
                <a:off x="11486581" y="3078430"/>
                <a:ext cx="531720" cy="368640"/>
              </p14:xfrm>
            </p:contentPart>
          </mc:Choice>
          <mc:Fallback>
            <p:pic>
              <p:nvPicPr>
                <p:cNvPr id="35" name="Ink 34">
                  <a:extLst>
                    <a:ext uri="{FF2B5EF4-FFF2-40B4-BE49-F238E27FC236}">
                      <a16:creationId xmlns:a16="http://schemas.microsoft.com/office/drawing/2014/main" id="{82F15631-8996-02C6-5A32-AFDE101FFC15}"/>
                    </a:ext>
                  </a:extLst>
                </p:cNvPr>
                <p:cNvPicPr/>
                <p:nvPr/>
              </p:nvPicPr>
              <p:blipFill>
                <a:blip r:embed="rId65"/>
                <a:stretch>
                  <a:fillRect/>
                </a:stretch>
              </p:blipFill>
              <p:spPr>
                <a:xfrm>
                  <a:off x="11480461" y="3072310"/>
                  <a:ext cx="54396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D2EBA938-BDF3-76BF-8A62-F1DC47999F7B}"/>
                    </a:ext>
                  </a:extLst>
                </p14:cNvPr>
                <p14:cNvContentPartPr/>
                <p14:nvPr/>
              </p14:nvContentPartPr>
              <p14:xfrm>
                <a:off x="12452461" y="2976910"/>
                <a:ext cx="37440" cy="397800"/>
              </p14:xfrm>
            </p:contentPart>
          </mc:Choice>
          <mc:Fallback>
            <p:pic>
              <p:nvPicPr>
                <p:cNvPr id="36" name="Ink 35">
                  <a:extLst>
                    <a:ext uri="{FF2B5EF4-FFF2-40B4-BE49-F238E27FC236}">
                      <a16:creationId xmlns:a16="http://schemas.microsoft.com/office/drawing/2014/main" id="{D2EBA938-BDF3-76BF-8A62-F1DC47999F7B}"/>
                    </a:ext>
                  </a:extLst>
                </p:cNvPr>
                <p:cNvPicPr/>
                <p:nvPr/>
              </p:nvPicPr>
              <p:blipFill>
                <a:blip r:embed="rId67"/>
                <a:stretch>
                  <a:fillRect/>
                </a:stretch>
              </p:blipFill>
              <p:spPr>
                <a:xfrm>
                  <a:off x="12446341" y="2970790"/>
                  <a:ext cx="49680" cy="4100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7" name="Ink 36">
                  <a:extLst>
                    <a:ext uri="{FF2B5EF4-FFF2-40B4-BE49-F238E27FC236}">
                      <a16:creationId xmlns:a16="http://schemas.microsoft.com/office/drawing/2014/main" id="{BC6C0DD8-4431-ECE1-DC05-1298553FCE3D}"/>
                    </a:ext>
                  </a:extLst>
                </p14:cNvPr>
                <p14:cNvContentPartPr/>
                <p14:nvPr/>
              </p14:nvContentPartPr>
              <p14:xfrm>
                <a:off x="12390901" y="3074470"/>
                <a:ext cx="360360" cy="266400"/>
              </p14:xfrm>
            </p:contentPart>
          </mc:Choice>
          <mc:Fallback>
            <p:pic>
              <p:nvPicPr>
                <p:cNvPr id="37" name="Ink 36">
                  <a:extLst>
                    <a:ext uri="{FF2B5EF4-FFF2-40B4-BE49-F238E27FC236}">
                      <a16:creationId xmlns:a16="http://schemas.microsoft.com/office/drawing/2014/main" id="{BC6C0DD8-4431-ECE1-DC05-1298553FCE3D}"/>
                    </a:ext>
                  </a:extLst>
                </p:cNvPr>
                <p:cNvPicPr/>
                <p:nvPr/>
              </p:nvPicPr>
              <p:blipFill>
                <a:blip r:embed="rId69"/>
                <a:stretch>
                  <a:fillRect/>
                </a:stretch>
              </p:blipFill>
              <p:spPr>
                <a:xfrm>
                  <a:off x="12384781" y="3068350"/>
                  <a:ext cx="3726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 name="Ink 37">
                  <a:extLst>
                    <a:ext uri="{FF2B5EF4-FFF2-40B4-BE49-F238E27FC236}">
                      <a16:creationId xmlns:a16="http://schemas.microsoft.com/office/drawing/2014/main" id="{6B05ED63-E98B-7E7B-2316-D7633EA9466B}"/>
                    </a:ext>
                  </a:extLst>
                </p14:cNvPr>
                <p14:cNvContentPartPr/>
                <p14:nvPr/>
              </p14:nvContentPartPr>
              <p14:xfrm>
                <a:off x="12791221" y="3200110"/>
                <a:ext cx="19080" cy="47160"/>
              </p14:xfrm>
            </p:contentPart>
          </mc:Choice>
          <mc:Fallback>
            <p:pic>
              <p:nvPicPr>
                <p:cNvPr id="38" name="Ink 37">
                  <a:extLst>
                    <a:ext uri="{FF2B5EF4-FFF2-40B4-BE49-F238E27FC236}">
                      <a16:creationId xmlns:a16="http://schemas.microsoft.com/office/drawing/2014/main" id="{6B05ED63-E98B-7E7B-2316-D7633EA9466B}"/>
                    </a:ext>
                  </a:extLst>
                </p:cNvPr>
                <p:cNvPicPr/>
                <p:nvPr/>
              </p:nvPicPr>
              <p:blipFill>
                <a:blip r:embed="rId71"/>
                <a:stretch>
                  <a:fillRect/>
                </a:stretch>
              </p:blipFill>
              <p:spPr>
                <a:xfrm>
                  <a:off x="12785101" y="3193990"/>
                  <a:ext cx="3132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39" name="Ink 38">
                  <a:extLst>
                    <a:ext uri="{FF2B5EF4-FFF2-40B4-BE49-F238E27FC236}">
                      <a16:creationId xmlns:a16="http://schemas.microsoft.com/office/drawing/2014/main" id="{D1F1984B-C3D6-A97D-F489-C779BBDF25E8}"/>
                    </a:ext>
                  </a:extLst>
                </p14:cNvPr>
                <p14:cNvContentPartPr/>
                <p14:nvPr/>
              </p14:nvContentPartPr>
              <p14:xfrm>
                <a:off x="12836581" y="2944510"/>
                <a:ext cx="21600" cy="21600"/>
              </p14:xfrm>
            </p:contentPart>
          </mc:Choice>
          <mc:Fallback>
            <p:pic>
              <p:nvPicPr>
                <p:cNvPr id="39" name="Ink 38">
                  <a:extLst>
                    <a:ext uri="{FF2B5EF4-FFF2-40B4-BE49-F238E27FC236}">
                      <a16:creationId xmlns:a16="http://schemas.microsoft.com/office/drawing/2014/main" id="{D1F1984B-C3D6-A97D-F489-C779BBDF25E8}"/>
                    </a:ext>
                  </a:extLst>
                </p:cNvPr>
                <p:cNvPicPr/>
                <p:nvPr/>
              </p:nvPicPr>
              <p:blipFill>
                <a:blip r:embed="rId73"/>
                <a:stretch>
                  <a:fillRect/>
                </a:stretch>
              </p:blipFill>
              <p:spPr>
                <a:xfrm>
                  <a:off x="12830461" y="2938390"/>
                  <a:ext cx="3384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0" name="Ink 39">
                  <a:extLst>
                    <a:ext uri="{FF2B5EF4-FFF2-40B4-BE49-F238E27FC236}">
                      <a16:creationId xmlns:a16="http://schemas.microsoft.com/office/drawing/2014/main" id="{AB7E6187-ED88-F0DA-3095-296F9CF83B4D}"/>
                    </a:ext>
                  </a:extLst>
                </p14:cNvPr>
                <p14:cNvContentPartPr/>
                <p14:nvPr/>
              </p14:nvContentPartPr>
              <p14:xfrm>
                <a:off x="12959701" y="2815630"/>
                <a:ext cx="707040" cy="502920"/>
              </p14:xfrm>
            </p:contentPart>
          </mc:Choice>
          <mc:Fallback>
            <p:pic>
              <p:nvPicPr>
                <p:cNvPr id="40" name="Ink 39">
                  <a:extLst>
                    <a:ext uri="{FF2B5EF4-FFF2-40B4-BE49-F238E27FC236}">
                      <a16:creationId xmlns:a16="http://schemas.microsoft.com/office/drawing/2014/main" id="{AB7E6187-ED88-F0DA-3095-296F9CF83B4D}"/>
                    </a:ext>
                  </a:extLst>
                </p:cNvPr>
                <p:cNvPicPr/>
                <p:nvPr/>
              </p:nvPicPr>
              <p:blipFill>
                <a:blip r:embed="rId75"/>
                <a:stretch>
                  <a:fillRect/>
                </a:stretch>
              </p:blipFill>
              <p:spPr>
                <a:xfrm>
                  <a:off x="12953581" y="2809510"/>
                  <a:ext cx="719280" cy="5151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2" name="Ink 41">
                  <a:extLst>
                    <a:ext uri="{FF2B5EF4-FFF2-40B4-BE49-F238E27FC236}">
                      <a16:creationId xmlns:a16="http://schemas.microsoft.com/office/drawing/2014/main" id="{BFA4F0CC-F82A-ED20-422C-BEAF5DCF64DA}"/>
                    </a:ext>
                  </a:extLst>
                </p14:cNvPr>
                <p14:cNvContentPartPr/>
                <p14:nvPr/>
              </p14:nvContentPartPr>
              <p14:xfrm>
                <a:off x="4061581" y="3019750"/>
                <a:ext cx="3134520" cy="804240"/>
              </p14:xfrm>
            </p:contentPart>
          </mc:Choice>
          <mc:Fallback>
            <p:pic>
              <p:nvPicPr>
                <p:cNvPr id="42" name="Ink 41">
                  <a:extLst>
                    <a:ext uri="{FF2B5EF4-FFF2-40B4-BE49-F238E27FC236}">
                      <a16:creationId xmlns:a16="http://schemas.microsoft.com/office/drawing/2014/main" id="{BFA4F0CC-F82A-ED20-422C-BEAF5DCF64DA}"/>
                    </a:ext>
                  </a:extLst>
                </p:cNvPr>
                <p:cNvPicPr/>
                <p:nvPr/>
              </p:nvPicPr>
              <p:blipFill>
                <a:blip r:embed="rId77"/>
                <a:stretch>
                  <a:fillRect/>
                </a:stretch>
              </p:blipFill>
              <p:spPr>
                <a:xfrm>
                  <a:off x="4055461" y="3013630"/>
                  <a:ext cx="3146760" cy="816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3A23E99C-E512-F29D-D241-7913145C1C16}"/>
                  </a:ext>
                </a:extLst>
              </p14:cNvPr>
              <p14:cNvContentPartPr/>
              <p14:nvPr/>
            </p14:nvContentPartPr>
            <p14:xfrm>
              <a:off x="4000741" y="3473350"/>
              <a:ext cx="2502720" cy="272160"/>
            </p14:xfrm>
          </p:contentPart>
        </mc:Choice>
        <mc:Fallback>
          <p:pic>
            <p:nvPicPr>
              <p:cNvPr id="44" name="Ink 43">
                <a:extLst>
                  <a:ext uri="{FF2B5EF4-FFF2-40B4-BE49-F238E27FC236}">
                    <a16:creationId xmlns:a16="http://schemas.microsoft.com/office/drawing/2014/main" id="{3A23E99C-E512-F29D-D241-7913145C1C16}"/>
                  </a:ext>
                </a:extLst>
              </p:cNvPr>
              <p:cNvPicPr/>
              <p:nvPr/>
            </p:nvPicPr>
            <p:blipFill>
              <a:blip r:embed="rId79"/>
              <a:stretch>
                <a:fillRect/>
              </a:stretch>
            </p:blipFill>
            <p:spPr>
              <a:xfrm>
                <a:off x="3994621" y="3467230"/>
                <a:ext cx="251496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5" name="Ink 44">
                <a:extLst>
                  <a:ext uri="{FF2B5EF4-FFF2-40B4-BE49-F238E27FC236}">
                    <a16:creationId xmlns:a16="http://schemas.microsoft.com/office/drawing/2014/main" id="{FAF53AF5-38F6-4669-2CA2-E0BB2E45FAB1}"/>
                  </a:ext>
                </a:extLst>
              </p14:cNvPr>
              <p14:cNvContentPartPr/>
              <p14:nvPr/>
            </p14:nvContentPartPr>
            <p14:xfrm>
              <a:off x="4504021" y="4362910"/>
              <a:ext cx="2153520" cy="132840"/>
            </p14:xfrm>
          </p:contentPart>
        </mc:Choice>
        <mc:Fallback>
          <p:pic>
            <p:nvPicPr>
              <p:cNvPr id="45" name="Ink 44">
                <a:extLst>
                  <a:ext uri="{FF2B5EF4-FFF2-40B4-BE49-F238E27FC236}">
                    <a16:creationId xmlns:a16="http://schemas.microsoft.com/office/drawing/2014/main" id="{FAF53AF5-38F6-4669-2CA2-E0BB2E45FAB1}"/>
                  </a:ext>
                </a:extLst>
              </p:cNvPr>
              <p:cNvPicPr/>
              <p:nvPr/>
            </p:nvPicPr>
            <p:blipFill>
              <a:blip r:embed="rId81"/>
              <a:stretch>
                <a:fillRect/>
              </a:stretch>
            </p:blipFill>
            <p:spPr>
              <a:xfrm>
                <a:off x="4497901" y="4356790"/>
                <a:ext cx="216576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6" name="Ink 45">
                <a:extLst>
                  <a:ext uri="{FF2B5EF4-FFF2-40B4-BE49-F238E27FC236}">
                    <a16:creationId xmlns:a16="http://schemas.microsoft.com/office/drawing/2014/main" id="{21F2C441-2D30-BAE0-C2A5-CA5159BD7BE1}"/>
                  </a:ext>
                </a:extLst>
              </p14:cNvPr>
              <p14:cNvContentPartPr/>
              <p14:nvPr/>
            </p14:nvContentPartPr>
            <p14:xfrm>
              <a:off x="5958421" y="5421670"/>
              <a:ext cx="258480" cy="53640"/>
            </p14:xfrm>
          </p:contentPart>
        </mc:Choice>
        <mc:Fallback>
          <p:pic>
            <p:nvPicPr>
              <p:cNvPr id="46" name="Ink 45">
                <a:extLst>
                  <a:ext uri="{FF2B5EF4-FFF2-40B4-BE49-F238E27FC236}">
                    <a16:creationId xmlns:a16="http://schemas.microsoft.com/office/drawing/2014/main" id="{21F2C441-2D30-BAE0-C2A5-CA5159BD7BE1}"/>
                  </a:ext>
                </a:extLst>
              </p:cNvPr>
              <p:cNvPicPr/>
              <p:nvPr/>
            </p:nvPicPr>
            <p:blipFill>
              <a:blip r:embed="rId83"/>
              <a:stretch>
                <a:fillRect/>
              </a:stretch>
            </p:blipFill>
            <p:spPr>
              <a:xfrm>
                <a:off x="5952301" y="5415550"/>
                <a:ext cx="270720" cy="65880"/>
              </a:xfrm>
              <a:prstGeom prst="rect">
                <a:avLst/>
              </a:prstGeom>
            </p:spPr>
          </p:pic>
        </mc:Fallback>
      </mc:AlternateContent>
      <p:grpSp>
        <p:nvGrpSpPr>
          <p:cNvPr id="84" name="Group 83">
            <a:extLst>
              <a:ext uri="{FF2B5EF4-FFF2-40B4-BE49-F238E27FC236}">
                <a16:creationId xmlns:a16="http://schemas.microsoft.com/office/drawing/2014/main" id="{4E05DC81-6EE3-C9AC-87A7-E0050BD54E7D}"/>
              </a:ext>
            </a:extLst>
          </p:cNvPr>
          <p:cNvGrpSpPr/>
          <p:nvPr/>
        </p:nvGrpSpPr>
        <p:grpSpPr>
          <a:xfrm>
            <a:off x="9960901" y="4510150"/>
            <a:ext cx="2623320" cy="1109880"/>
            <a:chOff x="9960901" y="4510150"/>
            <a:chExt cx="2623320" cy="1109880"/>
          </a:xfrm>
        </p:grpSpPr>
        <mc:AlternateContent xmlns:mc="http://schemas.openxmlformats.org/markup-compatibility/2006">
          <mc:Choice xmlns:p14="http://schemas.microsoft.com/office/powerpoint/2010/main" Requires="p14">
            <p:contentPart p14:bwMode="auto" r:id="rId84">
              <p14:nvContentPartPr>
                <p14:cNvPr id="47" name="Ink 46">
                  <a:extLst>
                    <a:ext uri="{FF2B5EF4-FFF2-40B4-BE49-F238E27FC236}">
                      <a16:creationId xmlns:a16="http://schemas.microsoft.com/office/drawing/2014/main" id="{74A2AA47-FBB1-ACF9-C50A-C4FCAB999D2A}"/>
                    </a:ext>
                  </a:extLst>
                </p14:cNvPr>
                <p14:cNvContentPartPr/>
                <p14:nvPr/>
              </p14:nvContentPartPr>
              <p14:xfrm>
                <a:off x="10238101" y="4513030"/>
                <a:ext cx="178200" cy="487080"/>
              </p14:xfrm>
            </p:contentPart>
          </mc:Choice>
          <mc:Fallback>
            <p:pic>
              <p:nvPicPr>
                <p:cNvPr id="47" name="Ink 46">
                  <a:extLst>
                    <a:ext uri="{FF2B5EF4-FFF2-40B4-BE49-F238E27FC236}">
                      <a16:creationId xmlns:a16="http://schemas.microsoft.com/office/drawing/2014/main" id="{74A2AA47-FBB1-ACF9-C50A-C4FCAB999D2A}"/>
                    </a:ext>
                  </a:extLst>
                </p:cNvPr>
                <p:cNvPicPr/>
                <p:nvPr/>
              </p:nvPicPr>
              <p:blipFill>
                <a:blip r:embed="rId85"/>
                <a:stretch>
                  <a:fillRect/>
                </a:stretch>
              </p:blipFill>
              <p:spPr>
                <a:xfrm>
                  <a:off x="10231981" y="4506910"/>
                  <a:ext cx="190440" cy="499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8" name="Ink 47">
                  <a:extLst>
                    <a:ext uri="{FF2B5EF4-FFF2-40B4-BE49-F238E27FC236}">
                      <a16:creationId xmlns:a16="http://schemas.microsoft.com/office/drawing/2014/main" id="{69DEE590-4978-B8EC-7DA7-8EE4FCC1DCA3}"/>
                    </a:ext>
                  </a:extLst>
                </p14:cNvPr>
                <p14:cNvContentPartPr/>
                <p14:nvPr/>
              </p14:nvContentPartPr>
              <p14:xfrm>
                <a:off x="9975661" y="5049430"/>
                <a:ext cx="588240" cy="33840"/>
              </p14:xfrm>
            </p:contentPart>
          </mc:Choice>
          <mc:Fallback>
            <p:pic>
              <p:nvPicPr>
                <p:cNvPr id="48" name="Ink 47">
                  <a:extLst>
                    <a:ext uri="{FF2B5EF4-FFF2-40B4-BE49-F238E27FC236}">
                      <a16:creationId xmlns:a16="http://schemas.microsoft.com/office/drawing/2014/main" id="{69DEE590-4978-B8EC-7DA7-8EE4FCC1DCA3}"/>
                    </a:ext>
                  </a:extLst>
                </p:cNvPr>
                <p:cNvPicPr/>
                <p:nvPr/>
              </p:nvPicPr>
              <p:blipFill>
                <a:blip r:embed="rId87"/>
                <a:stretch>
                  <a:fillRect/>
                </a:stretch>
              </p:blipFill>
              <p:spPr>
                <a:xfrm>
                  <a:off x="9969541" y="5043310"/>
                  <a:ext cx="60048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9" name="Ink 48">
                  <a:extLst>
                    <a:ext uri="{FF2B5EF4-FFF2-40B4-BE49-F238E27FC236}">
                      <a16:creationId xmlns:a16="http://schemas.microsoft.com/office/drawing/2014/main" id="{1CB5A3E3-CFEA-BAE5-6BD0-0CF6AAFA5E88}"/>
                    </a:ext>
                  </a:extLst>
                </p14:cNvPr>
                <p14:cNvContentPartPr/>
                <p14:nvPr/>
              </p14:nvContentPartPr>
              <p14:xfrm>
                <a:off x="9960901" y="5251750"/>
                <a:ext cx="265680" cy="368280"/>
              </p14:xfrm>
            </p:contentPart>
          </mc:Choice>
          <mc:Fallback>
            <p:pic>
              <p:nvPicPr>
                <p:cNvPr id="49" name="Ink 48">
                  <a:extLst>
                    <a:ext uri="{FF2B5EF4-FFF2-40B4-BE49-F238E27FC236}">
                      <a16:creationId xmlns:a16="http://schemas.microsoft.com/office/drawing/2014/main" id="{1CB5A3E3-CFEA-BAE5-6BD0-0CF6AAFA5E88}"/>
                    </a:ext>
                  </a:extLst>
                </p:cNvPr>
                <p:cNvPicPr/>
                <p:nvPr/>
              </p:nvPicPr>
              <p:blipFill>
                <a:blip r:embed="rId89"/>
                <a:stretch>
                  <a:fillRect/>
                </a:stretch>
              </p:blipFill>
              <p:spPr>
                <a:xfrm>
                  <a:off x="9954781" y="5245630"/>
                  <a:ext cx="277920" cy="3805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0" name="Ink 49">
                  <a:extLst>
                    <a:ext uri="{FF2B5EF4-FFF2-40B4-BE49-F238E27FC236}">
                      <a16:creationId xmlns:a16="http://schemas.microsoft.com/office/drawing/2014/main" id="{4C9C7280-0A11-6BD1-CB8B-1E9F10D287ED}"/>
                    </a:ext>
                  </a:extLst>
                </p14:cNvPr>
                <p14:cNvContentPartPr/>
                <p14:nvPr/>
              </p14:nvContentPartPr>
              <p14:xfrm>
                <a:off x="10312981" y="5200630"/>
                <a:ext cx="241920" cy="271440"/>
              </p14:xfrm>
            </p:contentPart>
          </mc:Choice>
          <mc:Fallback>
            <p:pic>
              <p:nvPicPr>
                <p:cNvPr id="50" name="Ink 49">
                  <a:extLst>
                    <a:ext uri="{FF2B5EF4-FFF2-40B4-BE49-F238E27FC236}">
                      <a16:creationId xmlns:a16="http://schemas.microsoft.com/office/drawing/2014/main" id="{4C9C7280-0A11-6BD1-CB8B-1E9F10D287ED}"/>
                    </a:ext>
                  </a:extLst>
                </p:cNvPr>
                <p:cNvPicPr/>
                <p:nvPr/>
              </p:nvPicPr>
              <p:blipFill>
                <a:blip r:embed="rId91"/>
                <a:stretch>
                  <a:fillRect/>
                </a:stretch>
              </p:blipFill>
              <p:spPr>
                <a:xfrm>
                  <a:off x="10306861" y="5194510"/>
                  <a:ext cx="25416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1" name="Ink 50">
                  <a:extLst>
                    <a:ext uri="{FF2B5EF4-FFF2-40B4-BE49-F238E27FC236}">
                      <a16:creationId xmlns:a16="http://schemas.microsoft.com/office/drawing/2014/main" id="{3D910C18-3110-C505-F2FC-45C0758AD273}"/>
                    </a:ext>
                  </a:extLst>
                </p14:cNvPr>
                <p14:cNvContentPartPr/>
                <p14:nvPr/>
              </p14:nvContentPartPr>
              <p14:xfrm>
                <a:off x="10854781" y="4510150"/>
                <a:ext cx="501120" cy="579600"/>
              </p14:xfrm>
            </p:contentPart>
          </mc:Choice>
          <mc:Fallback>
            <p:pic>
              <p:nvPicPr>
                <p:cNvPr id="51" name="Ink 50">
                  <a:extLst>
                    <a:ext uri="{FF2B5EF4-FFF2-40B4-BE49-F238E27FC236}">
                      <a16:creationId xmlns:a16="http://schemas.microsoft.com/office/drawing/2014/main" id="{3D910C18-3110-C505-F2FC-45C0758AD273}"/>
                    </a:ext>
                  </a:extLst>
                </p:cNvPr>
                <p:cNvPicPr/>
                <p:nvPr/>
              </p:nvPicPr>
              <p:blipFill>
                <a:blip r:embed="rId93"/>
                <a:stretch>
                  <a:fillRect/>
                </a:stretch>
              </p:blipFill>
              <p:spPr>
                <a:xfrm>
                  <a:off x="10848661" y="4504030"/>
                  <a:ext cx="513360" cy="5918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2" name="Ink 51">
                  <a:extLst>
                    <a:ext uri="{FF2B5EF4-FFF2-40B4-BE49-F238E27FC236}">
                      <a16:creationId xmlns:a16="http://schemas.microsoft.com/office/drawing/2014/main" id="{5A172DB5-C65F-105E-A99E-D0346A3ACAF7}"/>
                    </a:ext>
                  </a:extLst>
                </p14:cNvPr>
                <p14:cNvContentPartPr/>
                <p14:nvPr/>
              </p14:nvContentPartPr>
              <p14:xfrm>
                <a:off x="11358061" y="4832710"/>
                <a:ext cx="242640" cy="720000"/>
              </p14:xfrm>
            </p:contentPart>
          </mc:Choice>
          <mc:Fallback>
            <p:pic>
              <p:nvPicPr>
                <p:cNvPr id="52" name="Ink 51">
                  <a:extLst>
                    <a:ext uri="{FF2B5EF4-FFF2-40B4-BE49-F238E27FC236}">
                      <a16:creationId xmlns:a16="http://schemas.microsoft.com/office/drawing/2014/main" id="{5A172DB5-C65F-105E-A99E-D0346A3ACAF7}"/>
                    </a:ext>
                  </a:extLst>
                </p:cNvPr>
                <p:cNvPicPr/>
                <p:nvPr/>
              </p:nvPicPr>
              <p:blipFill>
                <a:blip r:embed="rId95"/>
                <a:stretch>
                  <a:fillRect/>
                </a:stretch>
              </p:blipFill>
              <p:spPr>
                <a:xfrm>
                  <a:off x="11351941" y="4826590"/>
                  <a:ext cx="254880" cy="7322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3" name="Ink 52">
                  <a:extLst>
                    <a:ext uri="{FF2B5EF4-FFF2-40B4-BE49-F238E27FC236}">
                      <a16:creationId xmlns:a16="http://schemas.microsoft.com/office/drawing/2014/main" id="{9ED8FFB3-44D5-7284-778C-96805D3F9693}"/>
                    </a:ext>
                  </a:extLst>
                </p14:cNvPr>
                <p14:cNvContentPartPr/>
                <p14:nvPr/>
              </p14:nvContentPartPr>
              <p14:xfrm>
                <a:off x="11808781" y="4710310"/>
                <a:ext cx="272160" cy="327240"/>
              </p14:xfrm>
            </p:contentPart>
          </mc:Choice>
          <mc:Fallback>
            <p:pic>
              <p:nvPicPr>
                <p:cNvPr id="53" name="Ink 52">
                  <a:extLst>
                    <a:ext uri="{FF2B5EF4-FFF2-40B4-BE49-F238E27FC236}">
                      <a16:creationId xmlns:a16="http://schemas.microsoft.com/office/drawing/2014/main" id="{9ED8FFB3-44D5-7284-778C-96805D3F9693}"/>
                    </a:ext>
                  </a:extLst>
                </p:cNvPr>
                <p:cNvPicPr/>
                <p:nvPr/>
              </p:nvPicPr>
              <p:blipFill>
                <a:blip r:embed="rId97"/>
                <a:stretch>
                  <a:fillRect/>
                </a:stretch>
              </p:blipFill>
              <p:spPr>
                <a:xfrm>
                  <a:off x="11802661" y="4704190"/>
                  <a:ext cx="284400" cy="339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4" name="Ink 53">
                  <a:extLst>
                    <a:ext uri="{FF2B5EF4-FFF2-40B4-BE49-F238E27FC236}">
                      <a16:creationId xmlns:a16="http://schemas.microsoft.com/office/drawing/2014/main" id="{469BE291-2A32-6D16-F03F-92361D398EE6}"/>
                    </a:ext>
                  </a:extLst>
                </p14:cNvPr>
                <p14:cNvContentPartPr/>
                <p14:nvPr/>
              </p14:nvContentPartPr>
              <p14:xfrm>
                <a:off x="12371101" y="4871590"/>
                <a:ext cx="160920" cy="43200"/>
              </p14:xfrm>
            </p:contentPart>
          </mc:Choice>
          <mc:Fallback>
            <p:pic>
              <p:nvPicPr>
                <p:cNvPr id="54" name="Ink 53">
                  <a:extLst>
                    <a:ext uri="{FF2B5EF4-FFF2-40B4-BE49-F238E27FC236}">
                      <a16:creationId xmlns:a16="http://schemas.microsoft.com/office/drawing/2014/main" id="{469BE291-2A32-6D16-F03F-92361D398EE6}"/>
                    </a:ext>
                  </a:extLst>
                </p:cNvPr>
                <p:cNvPicPr/>
                <p:nvPr/>
              </p:nvPicPr>
              <p:blipFill>
                <a:blip r:embed="rId99"/>
                <a:stretch>
                  <a:fillRect/>
                </a:stretch>
              </p:blipFill>
              <p:spPr>
                <a:xfrm>
                  <a:off x="12364981" y="4865470"/>
                  <a:ext cx="17316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5" name="Ink 54">
                  <a:extLst>
                    <a:ext uri="{FF2B5EF4-FFF2-40B4-BE49-F238E27FC236}">
                      <a16:creationId xmlns:a16="http://schemas.microsoft.com/office/drawing/2014/main" id="{862A700C-8A07-A5D6-B003-D2C785B17297}"/>
                    </a:ext>
                  </a:extLst>
                </p14:cNvPr>
                <p14:cNvContentPartPr/>
                <p14:nvPr/>
              </p14:nvContentPartPr>
              <p14:xfrm>
                <a:off x="12373621" y="4951870"/>
                <a:ext cx="210600" cy="43200"/>
              </p14:xfrm>
            </p:contentPart>
          </mc:Choice>
          <mc:Fallback>
            <p:pic>
              <p:nvPicPr>
                <p:cNvPr id="55" name="Ink 54">
                  <a:extLst>
                    <a:ext uri="{FF2B5EF4-FFF2-40B4-BE49-F238E27FC236}">
                      <a16:creationId xmlns:a16="http://schemas.microsoft.com/office/drawing/2014/main" id="{862A700C-8A07-A5D6-B003-D2C785B17297}"/>
                    </a:ext>
                  </a:extLst>
                </p:cNvPr>
                <p:cNvPicPr/>
                <p:nvPr/>
              </p:nvPicPr>
              <p:blipFill>
                <a:blip r:embed="rId101"/>
                <a:stretch>
                  <a:fillRect/>
                </a:stretch>
              </p:blipFill>
              <p:spPr>
                <a:xfrm>
                  <a:off x="12367501" y="4945750"/>
                  <a:ext cx="222840" cy="55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2">
            <p14:nvContentPartPr>
              <p14:cNvPr id="56" name="Ink 55">
                <a:extLst>
                  <a:ext uri="{FF2B5EF4-FFF2-40B4-BE49-F238E27FC236}">
                    <a16:creationId xmlns:a16="http://schemas.microsoft.com/office/drawing/2014/main" id="{050F0D95-6F64-EE55-931B-99764C4A560D}"/>
                  </a:ext>
                </a:extLst>
              </p14:cNvPr>
              <p14:cNvContentPartPr/>
              <p14:nvPr/>
            </p14:nvContentPartPr>
            <p14:xfrm>
              <a:off x="13244821" y="4528870"/>
              <a:ext cx="97920" cy="140760"/>
            </p14:xfrm>
          </p:contentPart>
        </mc:Choice>
        <mc:Fallback>
          <p:pic>
            <p:nvPicPr>
              <p:cNvPr id="56" name="Ink 55">
                <a:extLst>
                  <a:ext uri="{FF2B5EF4-FFF2-40B4-BE49-F238E27FC236}">
                    <a16:creationId xmlns:a16="http://schemas.microsoft.com/office/drawing/2014/main" id="{050F0D95-6F64-EE55-931B-99764C4A560D}"/>
                  </a:ext>
                </a:extLst>
              </p:cNvPr>
              <p:cNvPicPr/>
              <p:nvPr/>
            </p:nvPicPr>
            <p:blipFill>
              <a:blip r:embed="rId103"/>
              <a:stretch>
                <a:fillRect/>
              </a:stretch>
            </p:blipFill>
            <p:spPr>
              <a:xfrm>
                <a:off x="13238701" y="4522750"/>
                <a:ext cx="110160" cy="153000"/>
              </a:xfrm>
              <a:prstGeom prst="rect">
                <a:avLst/>
              </a:prstGeom>
            </p:spPr>
          </p:pic>
        </mc:Fallback>
      </mc:AlternateContent>
      <p:grpSp>
        <p:nvGrpSpPr>
          <p:cNvPr id="83" name="Group 82">
            <a:extLst>
              <a:ext uri="{FF2B5EF4-FFF2-40B4-BE49-F238E27FC236}">
                <a16:creationId xmlns:a16="http://schemas.microsoft.com/office/drawing/2014/main" id="{987273D9-E383-1EDD-D31F-05210582ECAA}"/>
              </a:ext>
            </a:extLst>
          </p:cNvPr>
          <p:cNvGrpSpPr/>
          <p:nvPr/>
        </p:nvGrpSpPr>
        <p:grpSpPr>
          <a:xfrm>
            <a:off x="12948901" y="4852870"/>
            <a:ext cx="793800" cy="511560"/>
            <a:chOff x="12948901" y="4852870"/>
            <a:chExt cx="793800" cy="511560"/>
          </a:xfrm>
        </p:grpSpPr>
        <mc:AlternateContent xmlns:mc="http://schemas.openxmlformats.org/markup-compatibility/2006">
          <mc:Choice xmlns:p14="http://schemas.microsoft.com/office/powerpoint/2010/main" Requires="p14">
            <p:contentPart p14:bwMode="auto" r:id="rId104">
              <p14:nvContentPartPr>
                <p14:cNvPr id="57" name="Ink 56">
                  <a:extLst>
                    <a:ext uri="{FF2B5EF4-FFF2-40B4-BE49-F238E27FC236}">
                      <a16:creationId xmlns:a16="http://schemas.microsoft.com/office/drawing/2014/main" id="{4023E229-29A8-D128-5444-676C69F07D57}"/>
                    </a:ext>
                  </a:extLst>
                </p14:cNvPr>
                <p14:cNvContentPartPr/>
                <p14:nvPr/>
              </p14:nvContentPartPr>
              <p14:xfrm>
                <a:off x="12948901" y="4852870"/>
                <a:ext cx="793800" cy="54000"/>
              </p14:xfrm>
            </p:contentPart>
          </mc:Choice>
          <mc:Fallback>
            <p:pic>
              <p:nvPicPr>
                <p:cNvPr id="57" name="Ink 56">
                  <a:extLst>
                    <a:ext uri="{FF2B5EF4-FFF2-40B4-BE49-F238E27FC236}">
                      <a16:creationId xmlns:a16="http://schemas.microsoft.com/office/drawing/2014/main" id="{4023E229-29A8-D128-5444-676C69F07D57}"/>
                    </a:ext>
                  </a:extLst>
                </p:cNvPr>
                <p:cNvPicPr/>
                <p:nvPr/>
              </p:nvPicPr>
              <p:blipFill>
                <a:blip r:embed="rId105"/>
                <a:stretch>
                  <a:fillRect/>
                </a:stretch>
              </p:blipFill>
              <p:spPr>
                <a:xfrm>
                  <a:off x="12942781" y="4846750"/>
                  <a:ext cx="80604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8" name="Ink 57">
                  <a:extLst>
                    <a:ext uri="{FF2B5EF4-FFF2-40B4-BE49-F238E27FC236}">
                      <a16:creationId xmlns:a16="http://schemas.microsoft.com/office/drawing/2014/main" id="{A9CBD1E5-6336-590E-506C-4BD2A2A1524C}"/>
                    </a:ext>
                  </a:extLst>
                </p14:cNvPr>
                <p14:cNvContentPartPr/>
                <p14:nvPr/>
              </p14:nvContentPartPr>
              <p14:xfrm>
                <a:off x="12981301" y="5047990"/>
                <a:ext cx="304560" cy="316440"/>
              </p14:xfrm>
            </p:contentPart>
          </mc:Choice>
          <mc:Fallback>
            <p:pic>
              <p:nvPicPr>
                <p:cNvPr id="58" name="Ink 57">
                  <a:extLst>
                    <a:ext uri="{FF2B5EF4-FFF2-40B4-BE49-F238E27FC236}">
                      <a16:creationId xmlns:a16="http://schemas.microsoft.com/office/drawing/2014/main" id="{A9CBD1E5-6336-590E-506C-4BD2A2A1524C}"/>
                    </a:ext>
                  </a:extLst>
                </p:cNvPr>
                <p:cNvPicPr/>
                <p:nvPr/>
              </p:nvPicPr>
              <p:blipFill>
                <a:blip r:embed="rId107"/>
                <a:stretch>
                  <a:fillRect/>
                </a:stretch>
              </p:blipFill>
              <p:spPr>
                <a:xfrm>
                  <a:off x="12975181" y="5041870"/>
                  <a:ext cx="316800" cy="328680"/>
                </a:xfrm>
                <a:prstGeom prst="rect">
                  <a:avLst/>
                </a:prstGeom>
              </p:spPr>
            </p:pic>
          </mc:Fallback>
        </mc:AlternateContent>
      </p:grpSp>
      <p:grpSp>
        <p:nvGrpSpPr>
          <p:cNvPr id="82" name="Group 81">
            <a:extLst>
              <a:ext uri="{FF2B5EF4-FFF2-40B4-BE49-F238E27FC236}">
                <a16:creationId xmlns:a16="http://schemas.microsoft.com/office/drawing/2014/main" id="{953E0650-A381-7F62-5E21-05FBE2E3216B}"/>
              </a:ext>
            </a:extLst>
          </p:cNvPr>
          <p:cNvGrpSpPr/>
          <p:nvPr/>
        </p:nvGrpSpPr>
        <p:grpSpPr>
          <a:xfrm>
            <a:off x="9562381" y="6089110"/>
            <a:ext cx="4270680" cy="1188360"/>
            <a:chOff x="9562381" y="6089110"/>
            <a:chExt cx="4270680" cy="1188360"/>
          </a:xfrm>
        </p:grpSpPr>
        <mc:AlternateContent xmlns:mc="http://schemas.openxmlformats.org/markup-compatibility/2006">
          <mc:Choice xmlns:p14="http://schemas.microsoft.com/office/powerpoint/2010/main" Requires="p14">
            <p:contentPart p14:bwMode="auto" r:id="rId108">
              <p14:nvContentPartPr>
                <p14:cNvPr id="59" name="Ink 58">
                  <a:extLst>
                    <a:ext uri="{FF2B5EF4-FFF2-40B4-BE49-F238E27FC236}">
                      <a16:creationId xmlns:a16="http://schemas.microsoft.com/office/drawing/2014/main" id="{1D724B0F-F2DE-69C7-587D-F910401F5CA8}"/>
                    </a:ext>
                  </a:extLst>
                </p14:cNvPr>
                <p14:cNvContentPartPr/>
                <p14:nvPr/>
              </p14:nvContentPartPr>
              <p14:xfrm>
                <a:off x="10073581" y="6131230"/>
                <a:ext cx="229680" cy="545040"/>
              </p14:xfrm>
            </p:contentPart>
          </mc:Choice>
          <mc:Fallback>
            <p:pic>
              <p:nvPicPr>
                <p:cNvPr id="59" name="Ink 58">
                  <a:extLst>
                    <a:ext uri="{FF2B5EF4-FFF2-40B4-BE49-F238E27FC236}">
                      <a16:creationId xmlns:a16="http://schemas.microsoft.com/office/drawing/2014/main" id="{1D724B0F-F2DE-69C7-587D-F910401F5CA8}"/>
                    </a:ext>
                  </a:extLst>
                </p:cNvPr>
                <p:cNvPicPr/>
                <p:nvPr/>
              </p:nvPicPr>
              <p:blipFill>
                <a:blip r:embed="rId109"/>
                <a:stretch>
                  <a:fillRect/>
                </a:stretch>
              </p:blipFill>
              <p:spPr>
                <a:xfrm>
                  <a:off x="10067461" y="6125110"/>
                  <a:ext cx="241920" cy="5572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0" name="Ink 59">
                  <a:extLst>
                    <a:ext uri="{FF2B5EF4-FFF2-40B4-BE49-F238E27FC236}">
                      <a16:creationId xmlns:a16="http://schemas.microsoft.com/office/drawing/2014/main" id="{DED7928D-1F84-060E-9531-D0457C2C10BF}"/>
                    </a:ext>
                  </a:extLst>
                </p14:cNvPr>
                <p14:cNvContentPartPr/>
                <p14:nvPr/>
              </p14:nvContentPartPr>
              <p14:xfrm>
                <a:off x="9562381" y="6684910"/>
                <a:ext cx="1054440" cy="139680"/>
              </p14:xfrm>
            </p:contentPart>
          </mc:Choice>
          <mc:Fallback>
            <p:pic>
              <p:nvPicPr>
                <p:cNvPr id="60" name="Ink 59">
                  <a:extLst>
                    <a:ext uri="{FF2B5EF4-FFF2-40B4-BE49-F238E27FC236}">
                      <a16:creationId xmlns:a16="http://schemas.microsoft.com/office/drawing/2014/main" id="{DED7928D-1F84-060E-9531-D0457C2C10BF}"/>
                    </a:ext>
                  </a:extLst>
                </p:cNvPr>
                <p:cNvPicPr/>
                <p:nvPr/>
              </p:nvPicPr>
              <p:blipFill>
                <a:blip r:embed="rId111"/>
                <a:stretch>
                  <a:fillRect/>
                </a:stretch>
              </p:blipFill>
              <p:spPr>
                <a:xfrm>
                  <a:off x="9556261" y="6678790"/>
                  <a:ext cx="10666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1" name="Ink 60">
                  <a:extLst>
                    <a:ext uri="{FF2B5EF4-FFF2-40B4-BE49-F238E27FC236}">
                      <a16:creationId xmlns:a16="http://schemas.microsoft.com/office/drawing/2014/main" id="{A372ED91-2AF2-41B1-7BC1-0624AC75FC1D}"/>
                    </a:ext>
                  </a:extLst>
                </p14:cNvPr>
                <p14:cNvContentPartPr/>
                <p14:nvPr/>
              </p14:nvContentPartPr>
              <p14:xfrm>
                <a:off x="9704221" y="6823150"/>
                <a:ext cx="242640" cy="454320"/>
              </p14:xfrm>
            </p:contentPart>
          </mc:Choice>
          <mc:Fallback>
            <p:pic>
              <p:nvPicPr>
                <p:cNvPr id="61" name="Ink 60">
                  <a:extLst>
                    <a:ext uri="{FF2B5EF4-FFF2-40B4-BE49-F238E27FC236}">
                      <a16:creationId xmlns:a16="http://schemas.microsoft.com/office/drawing/2014/main" id="{A372ED91-2AF2-41B1-7BC1-0624AC75FC1D}"/>
                    </a:ext>
                  </a:extLst>
                </p:cNvPr>
                <p:cNvPicPr/>
                <p:nvPr/>
              </p:nvPicPr>
              <p:blipFill>
                <a:blip r:embed="rId113"/>
                <a:stretch>
                  <a:fillRect/>
                </a:stretch>
              </p:blipFill>
              <p:spPr>
                <a:xfrm>
                  <a:off x="9698101" y="6817030"/>
                  <a:ext cx="254880" cy="4665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2" name="Ink 61">
                  <a:extLst>
                    <a:ext uri="{FF2B5EF4-FFF2-40B4-BE49-F238E27FC236}">
                      <a16:creationId xmlns:a16="http://schemas.microsoft.com/office/drawing/2014/main" id="{3C65AFBC-8141-690C-F613-EC7FD07B45C7}"/>
                    </a:ext>
                  </a:extLst>
                </p14:cNvPr>
                <p14:cNvContentPartPr/>
                <p14:nvPr/>
              </p14:nvContentPartPr>
              <p14:xfrm>
                <a:off x="10063861" y="6876430"/>
                <a:ext cx="266400" cy="273600"/>
              </p14:xfrm>
            </p:contentPart>
          </mc:Choice>
          <mc:Fallback>
            <p:pic>
              <p:nvPicPr>
                <p:cNvPr id="62" name="Ink 61">
                  <a:extLst>
                    <a:ext uri="{FF2B5EF4-FFF2-40B4-BE49-F238E27FC236}">
                      <a16:creationId xmlns:a16="http://schemas.microsoft.com/office/drawing/2014/main" id="{3C65AFBC-8141-690C-F613-EC7FD07B45C7}"/>
                    </a:ext>
                  </a:extLst>
                </p:cNvPr>
                <p:cNvPicPr/>
                <p:nvPr/>
              </p:nvPicPr>
              <p:blipFill>
                <a:blip r:embed="rId115"/>
                <a:stretch>
                  <a:fillRect/>
                </a:stretch>
              </p:blipFill>
              <p:spPr>
                <a:xfrm>
                  <a:off x="10057741" y="6870310"/>
                  <a:ext cx="27864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3" name="Ink 62">
                  <a:extLst>
                    <a:ext uri="{FF2B5EF4-FFF2-40B4-BE49-F238E27FC236}">
                      <a16:creationId xmlns:a16="http://schemas.microsoft.com/office/drawing/2014/main" id="{3D9344FE-B4B3-6A4A-A29A-72968243E44E}"/>
                    </a:ext>
                  </a:extLst>
                </p14:cNvPr>
                <p14:cNvContentPartPr/>
                <p14:nvPr/>
              </p14:nvContentPartPr>
              <p14:xfrm>
                <a:off x="10684861" y="6304030"/>
                <a:ext cx="499680" cy="384480"/>
              </p14:xfrm>
            </p:contentPart>
          </mc:Choice>
          <mc:Fallback>
            <p:pic>
              <p:nvPicPr>
                <p:cNvPr id="63" name="Ink 62">
                  <a:extLst>
                    <a:ext uri="{FF2B5EF4-FFF2-40B4-BE49-F238E27FC236}">
                      <a16:creationId xmlns:a16="http://schemas.microsoft.com/office/drawing/2014/main" id="{3D9344FE-B4B3-6A4A-A29A-72968243E44E}"/>
                    </a:ext>
                  </a:extLst>
                </p:cNvPr>
                <p:cNvPicPr/>
                <p:nvPr/>
              </p:nvPicPr>
              <p:blipFill>
                <a:blip r:embed="rId117"/>
                <a:stretch>
                  <a:fillRect/>
                </a:stretch>
              </p:blipFill>
              <p:spPr>
                <a:xfrm>
                  <a:off x="10678741" y="6297910"/>
                  <a:ext cx="51192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4" name="Ink 63">
                  <a:extLst>
                    <a:ext uri="{FF2B5EF4-FFF2-40B4-BE49-F238E27FC236}">
                      <a16:creationId xmlns:a16="http://schemas.microsoft.com/office/drawing/2014/main" id="{5AD387F7-F904-86E4-466C-23BC1D41EC45}"/>
                    </a:ext>
                  </a:extLst>
                </p14:cNvPr>
                <p14:cNvContentPartPr/>
                <p14:nvPr/>
              </p14:nvContentPartPr>
              <p14:xfrm>
                <a:off x="11072221" y="6547030"/>
                <a:ext cx="276840" cy="657720"/>
              </p14:xfrm>
            </p:contentPart>
          </mc:Choice>
          <mc:Fallback>
            <p:pic>
              <p:nvPicPr>
                <p:cNvPr id="64" name="Ink 63">
                  <a:extLst>
                    <a:ext uri="{FF2B5EF4-FFF2-40B4-BE49-F238E27FC236}">
                      <a16:creationId xmlns:a16="http://schemas.microsoft.com/office/drawing/2014/main" id="{5AD387F7-F904-86E4-466C-23BC1D41EC45}"/>
                    </a:ext>
                  </a:extLst>
                </p:cNvPr>
                <p:cNvPicPr/>
                <p:nvPr/>
              </p:nvPicPr>
              <p:blipFill>
                <a:blip r:embed="rId119"/>
                <a:stretch>
                  <a:fillRect/>
                </a:stretch>
              </p:blipFill>
              <p:spPr>
                <a:xfrm>
                  <a:off x="11066101" y="6540910"/>
                  <a:ext cx="289080" cy="669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5" name="Ink 64">
                  <a:extLst>
                    <a:ext uri="{FF2B5EF4-FFF2-40B4-BE49-F238E27FC236}">
                      <a16:creationId xmlns:a16="http://schemas.microsoft.com/office/drawing/2014/main" id="{CFFBF6BE-3B86-5379-E2E0-3D00BD8427B2}"/>
                    </a:ext>
                  </a:extLst>
                </p14:cNvPr>
                <p14:cNvContentPartPr/>
                <p14:nvPr/>
              </p14:nvContentPartPr>
              <p14:xfrm>
                <a:off x="11513581" y="6372790"/>
                <a:ext cx="42840" cy="277560"/>
              </p14:xfrm>
            </p:contentPart>
          </mc:Choice>
          <mc:Fallback>
            <p:pic>
              <p:nvPicPr>
                <p:cNvPr id="65" name="Ink 64">
                  <a:extLst>
                    <a:ext uri="{FF2B5EF4-FFF2-40B4-BE49-F238E27FC236}">
                      <a16:creationId xmlns:a16="http://schemas.microsoft.com/office/drawing/2014/main" id="{CFFBF6BE-3B86-5379-E2E0-3D00BD8427B2}"/>
                    </a:ext>
                  </a:extLst>
                </p:cNvPr>
                <p:cNvPicPr/>
                <p:nvPr/>
              </p:nvPicPr>
              <p:blipFill>
                <a:blip r:embed="rId121"/>
                <a:stretch>
                  <a:fillRect/>
                </a:stretch>
              </p:blipFill>
              <p:spPr>
                <a:xfrm>
                  <a:off x="11507461" y="6366670"/>
                  <a:ext cx="5508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6" name="Ink 65">
                  <a:extLst>
                    <a:ext uri="{FF2B5EF4-FFF2-40B4-BE49-F238E27FC236}">
                      <a16:creationId xmlns:a16="http://schemas.microsoft.com/office/drawing/2014/main" id="{FB8964A5-E0D5-B9A1-CE94-CF19B52F1D69}"/>
                    </a:ext>
                  </a:extLst>
                </p14:cNvPr>
                <p14:cNvContentPartPr/>
                <p14:nvPr/>
              </p14:nvContentPartPr>
              <p14:xfrm>
                <a:off x="11760901" y="6509590"/>
                <a:ext cx="143640" cy="25920"/>
              </p14:xfrm>
            </p:contentPart>
          </mc:Choice>
          <mc:Fallback>
            <p:pic>
              <p:nvPicPr>
                <p:cNvPr id="66" name="Ink 65">
                  <a:extLst>
                    <a:ext uri="{FF2B5EF4-FFF2-40B4-BE49-F238E27FC236}">
                      <a16:creationId xmlns:a16="http://schemas.microsoft.com/office/drawing/2014/main" id="{FB8964A5-E0D5-B9A1-CE94-CF19B52F1D69}"/>
                    </a:ext>
                  </a:extLst>
                </p:cNvPr>
                <p:cNvPicPr/>
                <p:nvPr/>
              </p:nvPicPr>
              <p:blipFill>
                <a:blip r:embed="rId123"/>
                <a:stretch>
                  <a:fillRect/>
                </a:stretch>
              </p:blipFill>
              <p:spPr>
                <a:xfrm>
                  <a:off x="11754781" y="6503470"/>
                  <a:ext cx="1558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7" name="Ink 66">
                  <a:extLst>
                    <a:ext uri="{FF2B5EF4-FFF2-40B4-BE49-F238E27FC236}">
                      <a16:creationId xmlns:a16="http://schemas.microsoft.com/office/drawing/2014/main" id="{883C4631-86E1-A374-504A-0C9308430064}"/>
                    </a:ext>
                  </a:extLst>
                </p14:cNvPr>
                <p14:cNvContentPartPr/>
                <p14:nvPr/>
              </p14:nvContentPartPr>
              <p14:xfrm>
                <a:off x="12046381" y="6355510"/>
                <a:ext cx="276480" cy="262080"/>
              </p14:xfrm>
            </p:contentPart>
          </mc:Choice>
          <mc:Fallback>
            <p:pic>
              <p:nvPicPr>
                <p:cNvPr id="67" name="Ink 66">
                  <a:extLst>
                    <a:ext uri="{FF2B5EF4-FFF2-40B4-BE49-F238E27FC236}">
                      <a16:creationId xmlns:a16="http://schemas.microsoft.com/office/drawing/2014/main" id="{883C4631-86E1-A374-504A-0C9308430064}"/>
                    </a:ext>
                  </a:extLst>
                </p:cNvPr>
                <p:cNvPicPr/>
                <p:nvPr/>
              </p:nvPicPr>
              <p:blipFill>
                <a:blip r:embed="rId125"/>
                <a:stretch>
                  <a:fillRect/>
                </a:stretch>
              </p:blipFill>
              <p:spPr>
                <a:xfrm>
                  <a:off x="12040261" y="6349390"/>
                  <a:ext cx="28872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68" name="Ink 67">
                  <a:extLst>
                    <a:ext uri="{FF2B5EF4-FFF2-40B4-BE49-F238E27FC236}">
                      <a16:creationId xmlns:a16="http://schemas.microsoft.com/office/drawing/2014/main" id="{E54D0723-78AD-5F76-B229-8102BB73A334}"/>
                    </a:ext>
                  </a:extLst>
                </p14:cNvPr>
                <p14:cNvContentPartPr/>
                <p14:nvPr/>
              </p14:nvContentPartPr>
              <p14:xfrm>
                <a:off x="12021901" y="6388990"/>
                <a:ext cx="293400" cy="115560"/>
              </p14:xfrm>
            </p:contentPart>
          </mc:Choice>
          <mc:Fallback>
            <p:pic>
              <p:nvPicPr>
                <p:cNvPr id="68" name="Ink 67">
                  <a:extLst>
                    <a:ext uri="{FF2B5EF4-FFF2-40B4-BE49-F238E27FC236}">
                      <a16:creationId xmlns:a16="http://schemas.microsoft.com/office/drawing/2014/main" id="{E54D0723-78AD-5F76-B229-8102BB73A334}"/>
                    </a:ext>
                  </a:extLst>
                </p:cNvPr>
                <p:cNvPicPr/>
                <p:nvPr/>
              </p:nvPicPr>
              <p:blipFill>
                <a:blip r:embed="rId127"/>
                <a:stretch>
                  <a:fillRect/>
                </a:stretch>
              </p:blipFill>
              <p:spPr>
                <a:xfrm>
                  <a:off x="12015781" y="6382870"/>
                  <a:ext cx="30564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9" name="Ink 68">
                  <a:extLst>
                    <a:ext uri="{FF2B5EF4-FFF2-40B4-BE49-F238E27FC236}">
                      <a16:creationId xmlns:a16="http://schemas.microsoft.com/office/drawing/2014/main" id="{16AFD19A-F82C-A827-FD95-464B9983E0C4}"/>
                    </a:ext>
                  </a:extLst>
                </p14:cNvPr>
                <p14:cNvContentPartPr/>
                <p14:nvPr/>
              </p14:nvContentPartPr>
              <p14:xfrm>
                <a:off x="12171661" y="6109270"/>
                <a:ext cx="284760" cy="810000"/>
              </p14:xfrm>
            </p:contentPart>
          </mc:Choice>
          <mc:Fallback>
            <p:pic>
              <p:nvPicPr>
                <p:cNvPr id="69" name="Ink 68">
                  <a:extLst>
                    <a:ext uri="{FF2B5EF4-FFF2-40B4-BE49-F238E27FC236}">
                      <a16:creationId xmlns:a16="http://schemas.microsoft.com/office/drawing/2014/main" id="{16AFD19A-F82C-A827-FD95-464B9983E0C4}"/>
                    </a:ext>
                  </a:extLst>
                </p:cNvPr>
                <p:cNvPicPr/>
                <p:nvPr/>
              </p:nvPicPr>
              <p:blipFill>
                <a:blip r:embed="rId129"/>
                <a:stretch>
                  <a:fillRect/>
                </a:stretch>
              </p:blipFill>
              <p:spPr>
                <a:xfrm>
                  <a:off x="12165541" y="6103150"/>
                  <a:ext cx="297000" cy="8222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0" name="Ink 69">
                  <a:extLst>
                    <a:ext uri="{FF2B5EF4-FFF2-40B4-BE49-F238E27FC236}">
                      <a16:creationId xmlns:a16="http://schemas.microsoft.com/office/drawing/2014/main" id="{FB094708-9469-BC2E-4D2A-56C16A6C9DAF}"/>
                    </a:ext>
                  </a:extLst>
                </p14:cNvPr>
                <p14:cNvContentPartPr/>
                <p14:nvPr/>
              </p14:nvContentPartPr>
              <p14:xfrm>
                <a:off x="11287501" y="6089110"/>
                <a:ext cx="361080" cy="768600"/>
              </p14:xfrm>
            </p:contentPart>
          </mc:Choice>
          <mc:Fallback>
            <p:pic>
              <p:nvPicPr>
                <p:cNvPr id="70" name="Ink 69">
                  <a:extLst>
                    <a:ext uri="{FF2B5EF4-FFF2-40B4-BE49-F238E27FC236}">
                      <a16:creationId xmlns:a16="http://schemas.microsoft.com/office/drawing/2014/main" id="{FB094708-9469-BC2E-4D2A-56C16A6C9DAF}"/>
                    </a:ext>
                  </a:extLst>
                </p:cNvPr>
                <p:cNvPicPr/>
                <p:nvPr/>
              </p:nvPicPr>
              <p:blipFill>
                <a:blip r:embed="rId131"/>
                <a:stretch>
                  <a:fillRect/>
                </a:stretch>
              </p:blipFill>
              <p:spPr>
                <a:xfrm>
                  <a:off x="11281381" y="6082990"/>
                  <a:ext cx="373320" cy="7808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1" name="Ink 70">
                  <a:extLst>
                    <a:ext uri="{FF2B5EF4-FFF2-40B4-BE49-F238E27FC236}">
                      <a16:creationId xmlns:a16="http://schemas.microsoft.com/office/drawing/2014/main" id="{6FB95FF7-5545-7736-13DD-1957466F3362}"/>
                    </a:ext>
                  </a:extLst>
                </p14:cNvPr>
                <p14:cNvContentPartPr/>
                <p14:nvPr/>
              </p14:nvContentPartPr>
              <p14:xfrm>
                <a:off x="12547501" y="6577630"/>
                <a:ext cx="174240" cy="17640"/>
              </p14:xfrm>
            </p:contentPart>
          </mc:Choice>
          <mc:Fallback>
            <p:pic>
              <p:nvPicPr>
                <p:cNvPr id="71" name="Ink 70">
                  <a:extLst>
                    <a:ext uri="{FF2B5EF4-FFF2-40B4-BE49-F238E27FC236}">
                      <a16:creationId xmlns:a16="http://schemas.microsoft.com/office/drawing/2014/main" id="{6FB95FF7-5545-7736-13DD-1957466F3362}"/>
                    </a:ext>
                  </a:extLst>
                </p:cNvPr>
                <p:cNvPicPr/>
                <p:nvPr/>
              </p:nvPicPr>
              <p:blipFill>
                <a:blip r:embed="rId133"/>
                <a:stretch>
                  <a:fillRect/>
                </a:stretch>
              </p:blipFill>
              <p:spPr>
                <a:xfrm>
                  <a:off x="12541381" y="6571510"/>
                  <a:ext cx="1864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2" name="Ink 71">
                  <a:extLst>
                    <a:ext uri="{FF2B5EF4-FFF2-40B4-BE49-F238E27FC236}">
                      <a16:creationId xmlns:a16="http://schemas.microsoft.com/office/drawing/2014/main" id="{0138F2F1-0990-8205-24B1-7A62010BF64A}"/>
                    </a:ext>
                  </a:extLst>
                </p14:cNvPr>
                <p14:cNvContentPartPr/>
                <p14:nvPr/>
              </p14:nvContentPartPr>
              <p14:xfrm>
                <a:off x="12571621" y="6649990"/>
                <a:ext cx="218520" cy="29880"/>
              </p14:xfrm>
            </p:contentPart>
          </mc:Choice>
          <mc:Fallback>
            <p:pic>
              <p:nvPicPr>
                <p:cNvPr id="72" name="Ink 71">
                  <a:extLst>
                    <a:ext uri="{FF2B5EF4-FFF2-40B4-BE49-F238E27FC236}">
                      <a16:creationId xmlns:a16="http://schemas.microsoft.com/office/drawing/2014/main" id="{0138F2F1-0990-8205-24B1-7A62010BF64A}"/>
                    </a:ext>
                  </a:extLst>
                </p:cNvPr>
                <p:cNvPicPr/>
                <p:nvPr/>
              </p:nvPicPr>
              <p:blipFill>
                <a:blip r:embed="rId135"/>
                <a:stretch>
                  <a:fillRect/>
                </a:stretch>
              </p:blipFill>
              <p:spPr>
                <a:xfrm>
                  <a:off x="12565501" y="6643870"/>
                  <a:ext cx="23076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5" name="Ink 74">
                  <a:extLst>
                    <a:ext uri="{FF2B5EF4-FFF2-40B4-BE49-F238E27FC236}">
                      <a16:creationId xmlns:a16="http://schemas.microsoft.com/office/drawing/2014/main" id="{BB4E7CA4-B908-3A32-EDC1-D8FE7DDF7723}"/>
                    </a:ext>
                  </a:extLst>
                </p14:cNvPr>
                <p14:cNvContentPartPr/>
                <p14:nvPr/>
              </p14:nvContentPartPr>
              <p14:xfrm>
                <a:off x="12987781" y="6661870"/>
                <a:ext cx="845280" cy="51480"/>
              </p14:xfrm>
            </p:contentPart>
          </mc:Choice>
          <mc:Fallback>
            <p:pic>
              <p:nvPicPr>
                <p:cNvPr id="75" name="Ink 74">
                  <a:extLst>
                    <a:ext uri="{FF2B5EF4-FFF2-40B4-BE49-F238E27FC236}">
                      <a16:creationId xmlns:a16="http://schemas.microsoft.com/office/drawing/2014/main" id="{BB4E7CA4-B908-3A32-EDC1-D8FE7DDF7723}"/>
                    </a:ext>
                  </a:extLst>
                </p:cNvPr>
                <p:cNvPicPr/>
                <p:nvPr/>
              </p:nvPicPr>
              <p:blipFill>
                <a:blip r:embed="rId137"/>
                <a:stretch>
                  <a:fillRect/>
                </a:stretch>
              </p:blipFill>
              <p:spPr>
                <a:xfrm>
                  <a:off x="12981661" y="6655750"/>
                  <a:ext cx="85752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6" name="Ink 75">
                  <a:extLst>
                    <a:ext uri="{FF2B5EF4-FFF2-40B4-BE49-F238E27FC236}">
                      <a16:creationId xmlns:a16="http://schemas.microsoft.com/office/drawing/2014/main" id="{FAE5543E-7864-9EE9-ED97-549080AF12B4}"/>
                    </a:ext>
                  </a:extLst>
                </p14:cNvPr>
                <p14:cNvContentPartPr/>
                <p14:nvPr/>
              </p14:nvContentPartPr>
              <p14:xfrm>
                <a:off x="12898141" y="7008550"/>
                <a:ext cx="29880" cy="225000"/>
              </p14:xfrm>
            </p:contentPart>
          </mc:Choice>
          <mc:Fallback>
            <p:pic>
              <p:nvPicPr>
                <p:cNvPr id="76" name="Ink 75">
                  <a:extLst>
                    <a:ext uri="{FF2B5EF4-FFF2-40B4-BE49-F238E27FC236}">
                      <a16:creationId xmlns:a16="http://schemas.microsoft.com/office/drawing/2014/main" id="{FAE5543E-7864-9EE9-ED97-549080AF12B4}"/>
                    </a:ext>
                  </a:extLst>
                </p:cNvPr>
                <p:cNvPicPr/>
                <p:nvPr/>
              </p:nvPicPr>
              <p:blipFill>
                <a:blip r:embed="rId139"/>
                <a:stretch>
                  <a:fillRect/>
                </a:stretch>
              </p:blipFill>
              <p:spPr>
                <a:xfrm>
                  <a:off x="12892021" y="7002430"/>
                  <a:ext cx="421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7" name="Ink 76">
                  <a:extLst>
                    <a:ext uri="{FF2B5EF4-FFF2-40B4-BE49-F238E27FC236}">
                      <a16:creationId xmlns:a16="http://schemas.microsoft.com/office/drawing/2014/main" id="{CC7F9D25-D0CB-9DFD-C75C-0960D9DF2546}"/>
                    </a:ext>
                  </a:extLst>
                </p14:cNvPr>
                <p14:cNvContentPartPr/>
                <p14:nvPr/>
              </p14:nvContentPartPr>
              <p14:xfrm>
                <a:off x="13191181" y="7071550"/>
                <a:ext cx="116640" cy="25920"/>
              </p14:xfrm>
            </p:contentPart>
          </mc:Choice>
          <mc:Fallback>
            <p:pic>
              <p:nvPicPr>
                <p:cNvPr id="77" name="Ink 76">
                  <a:extLst>
                    <a:ext uri="{FF2B5EF4-FFF2-40B4-BE49-F238E27FC236}">
                      <a16:creationId xmlns:a16="http://schemas.microsoft.com/office/drawing/2014/main" id="{CC7F9D25-D0CB-9DFD-C75C-0960D9DF2546}"/>
                    </a:ext>
                  </a:extLst>
                </p:cNvPr>
                <p:cNvPicPr/>
                <p:nvPr/>
              </p:nvPicPr>
              <p:blipFill>
                <a:blip r:embed="rId141"/>
                <a:stretch>
                  <a:fillRect/>
                </a:stretch>
              </p:blipFill>
              <p:spPr>
                <a:xfrm>
                  <a:off x="13185061" y="7065430"/>
                  <a:ext cx="1288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78" name="Ink 77">
                  <a:extLst>
                    <a:ext uri="{FF2B5EF4-FFF2-40B4-BE49-F238E27FC236}">
                      <a16:creationId xmlns:a16="http://schemas.microsoft.com/office/drawing/2014/main" id="{5D3924D4-8FEF-1D20-9E72-ECAC9DF8E05B}"/>
                    </a:ext>
                  </a:extLst>
                </p14:cNvPr>
                <p14:cNvContentPartPr/>
                <p14:nvPr/>
              </p14:nvContentPartPr>
              <p14:xfrm>
                <a:off x="13410421" y="6915670"/>
                <a:ext cx="325800" cy="300600"/>
              </p14:xfrm>
            </p:contentPart>
          </mc:Choice>
          <mc:Fallback>
            <p:pic>
              <p:nvPicPr>
                <p:cNvPr id="78" name="Ink 77">
                  <a:extLst>
                    <a:ext uri="{FF2B5EF4-FFF2-40B4-BE49-F238E27FC236}">
                      <a16:creationId xmlns:a16="http://schemas.microsoft.com/office/drawing/2014/main" id="{5D3924D4-8FEF-1D20-9E72-ECAC9DF8E05B}"/>
                    </a:ext>
                  </a:extLst>
                </p:cNvPr>
                <p:cNvPicPr/>
                <p:nvPr/>
              </p:nvPicPr>
              <p:blipFill>
                <a:blip r:embed="rId143"/>
                <a:stretch>
                  <a:fillRect/>
                </a:stretch>
              </p:blipFill>
              <p:spPr>
                <a:xfrm>
                  <a:off x="13404301" y="6909550"/>
                  <a:ext cx="33804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73" name="Ink 72">
                  <a:extLst>
                    <a:ext uri="{FF2B5EF4-FFF2-40B4-BE49-F238E27FC236}">
                      <a16:creationId xmlns:a16="http://schemas.microsoft.com/office/drawing/2014/main" id="{F004590F-3C37-E974-BF32-0CE78BC3BA20}"/>
                    </a:ext>
                  </a:extLst>
                </p14:cNvPr>
                <p14:cNvContentPartPr/>
                <p14:nvPr/>
              </p14:nvContentPartPr>
              <p14:xfrm>
                <a:off x="13168501" y="6482590"/>
                <a:ext cx="79200" cy="11160"/>
              </p14:xfrm>
            </p:contentPart>
          </mc:Choice>
          <mc:Fallback>
            <p:pic>
              <p:nvPicPr>
                <p:cNvPr id="73" name="Ink 72">
                  <a:extLst>
                    <a:ext uri="{FF2B5EF4-FFF2-40B4-BE49-F238E27FC236}">
                      <a16:creationId xmlns:a16="http://schemas.microsoft.com/office/drawing/2014/main" id="{F004590F-3C37-E974-BF32-0CE78BC3BA20}"/>
                    </a:ext>
                  </a:extLst>
                </p:cNvPr>
                <p:cNvPicPr/>
                <p:nvPr/>
              </p:nvPicPr>
              <p:blipFill>
                <a:blip r:embed="rId145"/>
                <a:stretch>
                  <a:fillRect/>
                </a:stretch>
              </p:blipFill>
              <p:spPr>
                <a:xfrm>
                  <a:off x="13162381" y="6476470"/>
                  <a:ext cx="9144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74" name="Ink 73">
                  <a:extLst>
                    <a:ext uri="{FF2B5EF4-FFF2-40B4-BE49-F238E27FC236}">
                      <a16:creationId xmlns:a16="http://schemas.microsoft.com/office/drawing/2014/main" id="{CF52B6A6-2C38-B1B8-B983-354923C41C73}"/>
                    </a:ext>
                  </a:extLst>
                </p14:cNvPr>
                <p14:cNvContentPartPr/>
                <p14:nvPr/>
              </p14:nvContentPartPr>
              <p14:xfrm>
                <a:off x="13491061" y="6255430"/>
                <a:ext cx="57240" cy="230400"/>
              </p14:xfrm>
            </p:contentPart>
          </mc:Choice>
          <mc:Fallback>
            <p:pic>
              <p:nvPicPr>
                <p:cNvPr id="74" name="Ink 73">
                  <a:extLst>
                    <a:ext uri="{FF2B5EF4-FFF2-40B4-BE49-F238E27FC236}">
                      <a16:creationId xmlns:a16="http://schemas.microsoft.com/office/drawing/2014/main" id="{CF52B6A6-2C38-B1B8-B983-354923C41C73}"/>
                    </a:ext>
                  </a:extLst>
                </p:cNvPr>
                <p:cNvPicPr/>
                <p:nvPr/>
              </p:nvPicPr>
              <p:blipFill>
                <a:blip r:embed="rId147"/>
                <a:stretch>
                  <a:fillRect/>
                </a:stretch>
              </p:blipFill>
              <p:spPr>
                <a:xfrm>
                  <a:off x="13484941" y="6249310"/>
                  <a:ext cx="69480" cy="2426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79" name="Ink 78">
                  <a:extLst>
                    <a:ext uri="{FF2B5EF4-FFF2-40B4-BE49-F238E27FC236}">
                      <a16:creationId xmlns:a16="http://schemas.microsoft.com/office/drawing/2014/main" id="{30027823-E10D-80FC-8A40-1D3BD1724C46}"/>
                    </a:ext>
                  </a:extLst>
                </p14:cNvPr>
                <p14:cNvContentPartPr/>
                <p14:nvPr/>
              </p14:nvContentPartPr>
              <p14:xfrm>
                <a:off x="13112341" y="6500230"/>
                <a:ext cx="178200" cy="11160"/>
              </p14:xfrm>
            </p:contentPart>
          </mc:Choice>
          <mc:Fallback>
            <p:pic>
              <p:nvPicPr>
                <p:cNvPr id="79" name="Ink 78">
                  <a:extLst>
                    <a:ext uri="{FF2B5EF4-FFF2-40B4-BE49-F238E27FC236}">
                      <a16:creationId xmlns:a16="http://schemas.microsoft.com/office/drawing/2014/main" id="{30027823-E10D-80FC-8A40-1D3BD1724C46}"/>
                    </a:ext>
                  </a:extLst>
                </p:cNvPr>
                <p:cNvPicPr/>
                <p:nvPr/>
              </p:nvPicPr>
              <p:blipFill>
                <a:blip r:embed="rId149"/>
                <a:stretch>
                  <a:fillRect/>
                </a:stretch>
              </p:blipFill>
              <p:spPr>
                <a:xfrm>
                  <a:off x="13106221" y="6494110"/>
                  <a:ext cx="190440" cy="23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0">
            <p14:nvContentPartPr>
              <p14:cNvPr id="85" name="Ink 84">
                <a:extLst>
                  <a:ext uri="{FF2B5EF4-FFF2-40B4-BE49-F238E27FC236}">
                    <a16:creationId xmlns:a16="http://schemas.microsoft.com/office/drawing/2014/main" id="{390097B8-CFE6-40F5-82C7-F0CBA45B1580}"/>
                  </a:ext>
                </a:extLst>
              </p14:cNvPr>
              <p14:cNvContentPartPr/>
              <p14:nvPr/>
            </p14:nvContentPartPr>
            <p14:xfrm>
              <a:off x="5807221" y="5717950"/>
              <a:ext cx="1787040" cy="1539720"/>
            </p14:xfrm>
          </p:contentPart>
        </mc:Choice>
        <mc:Fallback>
          <p:pic>
            <p:nvPicPr>
              <p:cNvPr id="85" name="Ink 84">
                <a:extLst>
                  <a:ext uri="{FF2B5EF4-FFF2-40B4-BE49-F238E27FC236}">
                    <a16:creationId xmlns:a16="http://schemas.microsoft.com/office/drawing/2014/main" id="{390097B8-CFE6-40F5-82C7-F0CBA45B1580}"/>
                  </a:ext>
                </a:extLst>
              </p:cNvPr>
              <p:cNvPicPr/>
              <p:nvPr/>
            </p:nvPicPr>
            <p:blipFill>
              <a:blip r:embed="rId151"/>
              <a:stretch>
                <a:fillRect/>
              </a:stretch>
            </p:blipFill>
            <p:spPr>
              <a:xfrm>
                <a:off x="5801101" y="5711830"/>
                <a:ext cx="1799280" cy="1551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dirty="0">
                <a:solidFill>
                  <a:schemeClr val="bg1"/>
                </a:solidFill>
              </a:rPr>
              <a:t>MLE for Poisson Distribution Parameter</a:t>
            </a:r>
            <a:endParaRPr lang="en-IN" dirty="0">
              <a:solidFill>
                <a:schemeClr val="bg1"/>
              </a:solidFill>
            </a:endParaRPr>
          </a:p>
        </p:txBody>
      </p:sp>
      <p:sp>
        <p:nvSpPr>
          <p:cNvPr id="3" name="Text Placeholder 2"/>
          <p:cNvSpPr>
            <a:spLocks noGrp="1"/>
          </p:cNvSpPr>
          <p:nvPr>
            <p:ph type="body" sz="quarter" idx="13"/>
          </p:nvPr>
        </p:nvSpPr>
        <p:spPr/>
        <p:txBody>
          <a:bodyPr/>
          <a:lstStyle/>
          <a:p>
            <a:endParaRPr lang="en-IN"/>
          </a:p>
        </p:txBody>
      </p:sp>
      <p:pic>
        <p:nvPicPr>
          <p:cNvPr id="6" name="Content Placeholder 5"/>
          <p:cNvPicPr>
            <a:picLocks noGrp="1" noChangeAspect="1"/>
          </p:cNvPicPr>
          <p:nvPr>
            <p:ph idx="4294967295"/>
          </p:nvPr>
        </p:nvPicPr>
        <p:blipFill>
          <a:blip r:embed="rId2"/>
          <a:stretch>
            <a:fillRect/>
          </a:stretch>
        </p:blipFill>
        <p:spPr>
          <a:xfrm>
            <a:off x="641350" y="1295400"/>
            <a:ext cx="12801600" cy="548640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7F05B26-A048-718F-143B-2680F92D6947}"/>
                  </a:ext>
                </a:extLst>
              </p14:cNvPr>
              <p14:cNvContentPartPr/>
              <p14:nvPr/>
            </p14:nvContentPartPr>
            <p14:xfrm>
              <a:off x="12177061" y="2168710"/>
              <a:ext cx="1094400" cy="1208160"/>
            </p14:xfrm>
          </p:contentPart>
        </mc:Choice>
        <mc:Fallback>
          <p:pic>
            <p:nvPicPr>
              <p:cNvPr id="4" name="Ink 3">
                <a:extLst>
                  <a:ext uri="{FF2B5EF4-FFF2-40B4-BE49-F238E27FC236}">
                    <a16:creationId xmlns:a16="http://schemas.microsoft.com/office/drawing/2014/main" id="{77F05B26-A048-718F-143B-2680F92D6947}"/>
                  </a:ext>
                </a:extLst>
              </p:cNvPr>
              <p:cNvPicPr/>
              <p:nvPr/>
            </p:nvPicPr>
            <p:blipFill>
              <a:blip r:embed="rId4"/>
              <a:stretch>
                <a:fillRect/>
              </a:stretch>
            </p:blipFill>
            <p:spPr>
              <a:xfrm>
                <a:off x="12170941" y="2162590"/>
                <a:ext cx="1106640" cy="1220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0319B9DF-3F13-E71C-9B75-B258C2AEB752}"/>
                  </a:ext>
                </a:extLst>
              </p14:cNvPr>
              <p14:cNvContentPartPr/>
              <p14:nvPr/>
            </p14:nvContentPartPr>
            <p14:xfrm>
              <a:off x="12993181" y="2521150"/>
              <a:ext cx="175320" cy="55800"/>
            </p14:xfrm>
          </p:contentPart>
        </mc:Choice>
        <mc:Fallback>
          <p:pic>
            <p:nvPicPr>
              <p:cNvPr id="5" name="Ink 4">
                <a:extLst>
                  <a:ext uri="{FF2B5EF4-FFF2-40B4-BE49-F238E27FC236}">
                    <a16:creationId xmlns:a16="http://schemas.microsoft.com/office/drawing/2014/main" id="{0319B9DF-3F13-E71C-9B75-B258C2AEB752}"/>
                  </a:ext>
                </a:extLst>
              </p:cNvPr>
              <p:cNvPicPr/>
              <p:nvPr/>
            </p:nvPicPr>
            <p:blipFill>
              <a:blip r:embed="rId6"/>
              <a:stretch>
                <a:fillRect/>
              </a:stretch>
            </p:blipFill>
            <p:spPr>
              <a:xfrm>
                <a:off x="12987061" y="2515030"/>
                <a:ext cx="18756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AB36E7CD-456E-598B-7EE2-BD7792775878}"/>
                  </a:ext>
                </a:extLst>
              </p14:cNvPr>
              <p14:cNvContentPartPr/>
              <p14:nvPr/>
            </p14:nvContentPartPr>
            <p14:xfrm>
              <a:off x="5597341" y="4793830"/>
              <a:ext cx="317520" cy="50040"/>
            </p14:xfrm>
          </p:contentPart>
        </mc:Choice>
        <mc:Fallback>
          <p:pic>
            <p:nvPicPr>
              <p:cNvPr id="7" name="Ink 6">
                <a:extLst>
                  <a:ext uri="{FF2B5EF4-FFF2-40B4-BE49-F238E27FC236}">
                    <a16:creationId xmlns:a16="http://schemas.microsoft.com/office/drawing/2014/main" id="{AB36E7CD-456E-598B-7EE2-BD7792775878}"/>
                  </a:ext>
                </a:extLst>
              </p:cNvPr>
              <p:cNvPicPr/>
              <p:nvPr/>
            </p:nvPicPr>
            <p:blipFill>
              <a:blip r:embed="rId8"/>
              <a:stretch>
                <a:fillRect/>
              </a:stretch>
            </p:blipFill>
            <p:spPr>
              <a:xfrm>
                <a:off x="5591221" y="4787710"/>
                <a:ext cx="32976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E577980E-E3A1-E291-D54B-8440691B081B}"/>
                  </a:ext>
                </a:extLst>
              </p14:cNvPr>
              <p14:cNvContentPartPr/>
              <p14:nvPr/>
            </p14:nvContentPartPr>
            <p14:xfrm>
              <a:off x="6196741" y="3937390"/>
              <a:ext cx="1111680" cy="1212840"/>
            </p14:xfrm>
          </p:contentPart>
        </mc:Choice>
        <mc:Fallback>
          <p:pic>
            <p:nvPicPr>
              <p:cNvPr id="8" name="Ink 7">
                <a:extLst>
                  <a:ext uri="{FF2B5EF4-FFF2-40B4-BE49-F238E27FC236}">
                    <a16:creationId xmlns:a16="http://schemas.microsoft.com/office/drawing/2014/main" id="{E577980E-E3A1-E291-D54B-8440691B081B}"/>
                  </a:ext>
                </a:extLst>
              </p:cNvPr>
              <p:cNvPicPr/>
              <p:nvPr/>
            </p:nvPicPr>
            <p:blipFill>
              <a:blip r:embed="rId10"/>
              <a:stretch>
                <a:fillRect/>
              </a:stretch>
            </p:blipFill>
            <p:spPr>
              <a:xfrm>
                <a:off x="6190621" y="3931270"/>
                <a:ext cx="1123920" cy="1225080"/>
              </a:xfrm>
              <a:prstGeom prst="rect">
                <a:avLst/>
              </a:prstGeom>
            </p:spPr>
          </p:pic>
        </mc:Fallback>
      </mc:AlternateContent>
      <p:grpSp>
        <p:nvGrpSpPr>
          <p:cNvPr id="33" name="Group 32">
            <a:extLst>
              <a:ext uri="{FF2B5EF4-FFF2-40B4-BE49-F238E27FC236}">
                <a16:creationId xmlns:a16="http://schemas.microsoft.com/office/drawing/2014/main" id="{3006FB62-4CD8-867D-407E-401FDB50187B}"/>
              </a:ext>
            </a:extLst>
          </p:cNvPr>
          <p:cNvGrpSpPr/>
          <p:nvPr/>
        </p:nvGrpSpPr>
        <p:grpSpPr>
          <a:xfrm>
            <a:off x="7228501" y="3918670"/>
            <a:ext cx="5492160" cy="3162600"/>
            <a:chOff x="7228501" y="3918670"/>
            <a:chExt cx="5492160" cy="3162600"/>
          </a:xfrm>
        </p:grpSpPr>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4FA4C3A1-4C07-CC10-EC3D-50C2BD186C0F}"/>
                    </a:ext>
                  </a:extLst>
                </p14:cNvPr>
                <p14:cNvContentPartPr/>
                <p14:nvPr/>
              </p14:nvContentPartPr>
              <p14:xfrm>
                <a:off x="7501381" y="3918670"/>
                <a:ext cx="1223280" cy="1365840"/>
              </p14:xfrm>
            </p:contentPart>
          </mc:Choice>
          <mc:Fallback>
            <p:pic>
              <p:nvPicPr>
                <p:cNvPr id="9" name="Ink 8">
                  <a:extLst>
                    <a:ext uri="{FF2B5EF4-FFF2-40B4-BE49-F238E27FC236}">
                      <a16:creationId xmlns:a16="http://schemas.microsoft.com/office/drawing/2014/main" id="{4FA4C3A1-4C07-CC10-EC3D-50C2BD186C0F}"/>
                    </a:ext>
                  </a:extLst>
                </p:cNvPr>
                <p:cNvPicPr/>
                <p:nvPr/>
              </p:nvPicPr>
              <p:blipFill>
                <a:blip r:embed="rId12"/>
                <a:stretch>
                  <a:fillRect/>
                </a:stretch>
              </p:blipFill>
              <p:spPr>
                <a:xfrm>
                  <a:off x="7495261" y="3912550"/>
                  <a:ext cx="1235520" cy="1378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1D0D91C7-F73A-ACF2-5A85-64E306B5B6EC}"/>
                    </a:ext>
                  </a:extLst>
                </p14:cNvPr>
                <p14:cNvContentPartPr/>
                <p14:nvPr/>
              </p14:nvContentPartPr>
              <p14:xfrm>
                <a:off x="7228501" y="5093710"/>
                <a:ext cx="1596960" cy="1068840"/>
              </p14:xfrm>
            </p:contentPart>
          </mc:Choice>
          <mc:Fallback>
            <p:pic>
              <p:nvPicPr>
                <p:cNvPr id="10" name="Ink 9">
                  <a:extLst>
                    <a:ext uri="{FF2B5EF4-FFF2-40B4-BE49-F238E27FC236}">
                      <a16:creationId xmlns:a16="http://schemas.microsoft.com/office/drawing/2014/main" id="{1D0D91C7-F73A-ACF2-5A85-64E306B5B6EC}"/>
                    </a:ext>
                  </a:extLst>
                </p:cNvPr>
                <p:cNvPicPr/>
                <p:nvPr/>
              </p:nvPicPr>
              <p:blipFill>
                <a:blip r:embed="rId14"/>
                <a:stretch>
                  <a:fillRect/>
                </a:stretch>
              </p:blipFill>
              <p:spPr>
                <a:xfrm>
                  <a:off x="7222381" y="5087590"/>
                  <a:ext cx="1609200" cy="1081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6A17F7E4-14C7-DE96-9003-980C541D2C3A}"/>
                    </a:ext>
                  </a:extLst>
                </p14:cNvPr>
                <p14:cNvContentPartPr/>
                <p14:nvPr/>
              </p14:nvContentPartPr>
              <p14:xfrm>
                <a:off x="8701621" y="5905870"/>
                <a:ext cx="220680" cy="458280"/>
              </p14:xfrm>
            </p:contentPart>
          </mc:Choice>
          <mc:Fallback>
            <p:pic>
              <p:nvPicPr>
                <p:cNvPr id="11" name="Ink 10">
                  <a:extLst>
                    <a:ext uri="{FF2B5EF4-FFF2-40B4-BE49-F238E27FC236}">
                      <a16:creationId xmlns:a16="http://schemas.microsoft.com/office/drawing/2014/main" id="{6A17F7E4-14C7-DE96-9003-980C541D2C3A}"/>
                    </a:ext>
                  </a:extLst>
                </p:cNvPr>
                <p:cNvPicPr/>
                <p:nvPr/>
              </p:nvPicPr>
              <p:blipFill>
                <a:blip r:embed="rId16"/>
                <a:stretch>
                  <a:fillRect/>
                </a:stretch>
              </p:blipFill>
              <p:spPr>
                <a:xfrm>
                  <a:off x="8695501" y="5899750"/>
                  <a:ext cx="232920" cy="4705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D072EC9C-7FF0-2175-F23E-7A6B8ADD489D}"/>
                    </a:ext>
                  </a:extLst>
                </p14:cNvPr>
                <p14:cNvContentPartPr/>
                <p14:nvPr/>
              </p14:nvContentPartPr>
              <p14:xfrm>
                <a:off x="9161341" y="5982190"/>
                <a:ext cx="173880" cy="527400"/>
              </p14:xfrm>
            </p:contentPart>
          </mc:Choice>
          <mc:Fallback>
            <p:pic>
              <p:nvPicPr>
                <p:cNvPr id="12" name="Ink 11">
                  <a:extLst>
                    <a:ext uri="{FF2B5EF4-FFF2-40B4-BE49-F238E27FC236}">
                      <a16:creationId xmlns:a16="http://schemas.microsoft.com/office/drawing/2014/main" id="{D072EC9C-7FF0-2175-F23E-7A6B8ADD489D}"/>
                    </a:ext>
                  </a:extLst>
                </p:cNvPr>
                <p:cNvPicPr/>
                <p:nvPr/>
              </p:nvPicPr>
              <p:blipFill>
                <a:blip r:embed="rId18"/>
                <a:stretch>
                  <a:fillRect/>
                </a:stretch>
              </p:blipFill>
              <p:spPr>
                <a:xfrm>
                  <a:off x="9155221" y="5976070"/>
                  <a:ext cx="186120" cy="539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ACD9FC83-050F-B3C2-2FE0-1C9DD45B7376}"/>
                    </a:ext>
                  </a:extLst>
                </p14:cNvPr>
                <p14:cNvContentPartPr/>
                <p14:nvPr/>
              </p14:nvContentPartPr>
              <p14:xfrm>
                <a:off x="9064501" y="6319510"/>
                <a:ext cx="226440" cy="21240"/>
              </p14:xfrm>
            </p:contentPart>
          </mc:Choice>
          <mc:Fallback>
            <p:pic>
              <p:nvPicPr>
                <p:cNvPr id="13" name="Ink 12">
                  <a:extLst>
                    <a:ext uri="{FF2B5EF4-FFF2-40B4-BE49-F238E27FC236}">
                      <a16:creationId xmlns:a16="http://schemas.microsoft.com/office/drawing/2014/main" id="{ACD9FC83-050F-B3C2-2FE0-1C9DD45B7376}"/>
                    </a:ext>
                  </a:extLst>
                </p:cNvPr>
                <p:cNvPicPr/>
                <p:nvPr/>
              </p:nvPicPr>
              <p:blipFill>
                <a:blip r:embed="rId20"/>
                <a:stretch>
                  <a:fillRect/>
                </a:stretch>
              </p:blipFill>
              <p:spPr>
                <a:xfrm>
                  <a:off x="9058381" y="6313390"/>
                  <a:ext cx="2386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8BA3EE73-E3F8-64C2-8E11-DB801378CD5C}"/>
                    </a:ext>
                  </a:extLst>
                </p14:cNvPr>
                <p14:cNvContentPartPr/>
                <p14:nvPr/>
              </p14:nvContentPartPr>
              <p14:xfrm>
                <a:off x="9502261" y="5885710"/>
                <a:ext cx="238320" cy="883800"/>
              </p14:xfrm>
            </p:contentPart>
          </mc:Choice>
          <mc:Fallback>
            <p:pic>
              <p:nvPicPr>
                <p:cNvPr id="14" name="Ink 13">
                  <a:extLst>
                    <a:ext uri="{FF2B5EF4-FFF2-40B4-BE49-F238E27FC236}">
                      <a16:creationId xmlns:a16="http://schemas.microsoft.com/office/drawing/2014/main" id="{8BA3EE73-E3F8-64C2-8E11-DB801378CD5C}"/>
                    </a:ext>
                  </a:extLst>
                </p:cNvPr>
                <p:cNvPicPr/>
                <p:nvPr/>
              </p:nvPicPr>
              <p:blipFill>
                <a:blip r:embed="rId22"/>
                <a:stretch>
                  <a:fillRect/>
                </a:stretch>
              </p:blipFill>
              <p:spPr>
                <a:xfrm>
                  <a:off x="9496141" y="5879590"/>
                  <a:ext cx="250560" cy="896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9F7F0E4E-85AB-DDEF-043F-8059A2BED5C3}"/>
                    </a:ext>
                  </a:extLst>
                </p14:cNvPr>
                <p14:cNvContentPartPr/>
                <p14:nvPr/>
              </p14:nvContentPartPr>
              <p14:xfrm>
                <a:off x="9673261" y="6065350"/>
                <a:ext cx="177120" cy="387000"/>
              </p14:xfrm>
            </p:contentPart>
          </mc:Choice>
          <mc:Fallback>
            <p:pic>
              <p:nvPicPr>
                <p:cNvPr id="15" name="Ink 14">
                  <a:extLst>
                    <a:ext uri="{FF2B5EF4-FFF2-40B4-BE49-F238E27FC236}">
                      <a16:creationId xmlns:a16="http://schemas.microsoft.com/office/drawing/2014/main" id="{9F7F0E4E-85AB-DDEF-043F-8059A2BED5C3}"/>
                    </a:ext>
                  </a:extLst>
                </p:cNvPr>
                <p:cNvPicPr/>
                <p:nvPr/>
              </p:nvPicPr>
              <p:blipFill>
                <a:blip r:embed="rId24"/>
                <a:stretch>
                  <a:fillRect/>
                </a:stretch>
              </p:blipFill>
              <p:spPr>
                <a:xfrm>
                  <a:off x="9667141" y="6059230"/>
                  <a:ext cx="189360" cy="3992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5E830CAB-E8F9-7B53-6C67-2E37E2CDE5C0}"/>
                    </a:ext>
                  </a:extLst>
                </p14:cNvPr>
                <p14:cNvContentPartPr/>
                <p14:nvPr/>
              </p14:nvContentPartPr>
              <p14:xfrm>
                <a:off x="9623941" y="6209710"/>
                <a:ext cx="290160" cy="187920"/>
              </p14:xfrm>
            </p:contentPart>
          </mc:Choice>
          <mc:Fallback>
            <p:pic>
              <p:nvPicPr>
                <p:cNvPr id="16" name="Ink 15">
                  <a:extLst>
                    <a:ext uri="{FF2B5EF4-FFF2-40B4-BE49-F238E27FC236}">
                      <a16:creationId xmlns:a16="http://schemas.microsoft.com/office/drawing/2014/main" id="{5E830CAB-E8F9-7B53-6C67-2E37E2CDE5C0}"/>
                    </a:ext>
                  </a:extLst>
                </p:cNvPr>
                <p:cNvPicPr/>
                <p:nvPr/>
              </p:nvPicPr>
              <p:blipFill>
                <a:blip r:embed="rId26"/>
                <a:stretch>
                  <a:fillRect/>
                </a:stretch>
              </p:blipFill>
              <p:spPr>
                <a:xfrm>
                  <a:off x="9617821" y="6203590"/>
                  <a:ext cx="30240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F35AF72E-2360-DFA3-6C4C-06C44CCE9A8C}"/>
                    </a:ext>
                  </a:extLst>
                </p14:cNvPr>
                <p14:cNvContentPartPr/>
                <p14:nvPr/>
              </p14:nvContentPartPr>
              <p14:xfrm>
                <a:off x="10030021" y="6417070"/>
                <a:ext cx="27720" cy="168840"/>
              </p14:xfrm>
            </p:contentPart>
          </mc:Choice>
          <mc:Fallback>
            <p:pic>
              <p:nvPicPr>
                <p:cNvPr id="17" name="Ink 16">
                  <a:extLst>
                    <a:ext uri="{FF2B5EF4-FFF2-40B4-BE49-F238E27FC236}">
                      <a16:creationId xmlns:a16="http://schemas.microsoft.com/office/drawing/2014/main" id="{F35AF72E-2360-DFA3-6C4C-06C44CCE9A8C}"/>
                    </a:ext>
                  </a:extLst>
                </p:cNvPr>
                <p:cNvPicPr/>
                <p:nvPr/>
              </p:nvPicPr>
              <p:blipFill>
                <a:blip r:embed="rId28"/>
                <a:stretch>
                  <a:fillRect/>
                </a:stretch>
              </p:blipFill>
              <p:spPr>
                <a:xfrm>
                  <a:off x="10023901" y="6410950"/>
                  <a:ext cx="399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E595F595-FB03-C40B-6265-E4FAD39FEA8F}"/>
                    </a:ext>
                  </a:extLst>
                </p14:cNvPr>
                <p14:cNvContentPartPr/>
                <p14:nvPr/>
              </p14:nvContentPartPr>
              <p14:xfrm>
                <a:off x="10180141" y="5827030"/>
                <a:ext cx="181080" cy="1254240"/>
              </p14:xfrm>
            </p:contentPart>
          </mc:Choice>
          <mc:Fallback>
            <p:pic>
              <p:nvPicPr>
                <p:cNvPr id="18" name="Ink 17">
                  <a:extLst>
                    <a:ext uri="{FF2B5EF4-FFF2-40B4-BE49-F238E27FC236}">
                      <a16:creationId xmlns:a16="http://schemas.microsoft.com/office/drawing/2014/main" id="{E595F595-FB03-C40B-6265-E4FAD39FEA8F}"/>
                    </a:ext>
                  </a:extLst>
                </p:cNvPr>
                <p:cNvPicPr/>
                <p:nvPr/>
              </p:nvPicPr>
              <p:blipFill>
                <a:blip r:embed="rId30"/>
                <a:stretch>
                  <a:fillRect/>
                </a:stretch>
              </p:blipFill>
              <p:spPr>
                <a:xfrm>
                  <a:off x="10174021" y="5820910"/>
                  <a:ext cx="193320" cy="12664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431A057D-419A-9F78-995D-12153A0E6D70}"/>
                    </a:ext>
                  </a:extLst>
                </p14:cNvPr>
                <p14:cNvContentPartPr/>
                <p14:nvPr/>
              </p14:nvContentPartPr>
              <p14:xfrm>
                <a:off x="10395061" y="6239230"/>
                <a:ext cx="191520" cy="357120"/>
              </p14:xfrm>
            </p:contentPart>
          </mc:Choice>
          <mc:Fallback>
            <p:pic>
              <p:nvPicPr>
                <p:cNvPr id="19" name="Ink 18">
                  <a:extLst>
                    <a:ext uri="{FF2B5EF4-FFF2-40B4-BE49-F238E27FC236}">
                      <a16:creationId xmlns:a16="http://schemas.microsoft.com/office/drawing/2014/main" id="{431A057D-419A-9F78-995D-12153A0E6D70}"/>
                    </a:ext>
                  </a:extLst>
                </p:cNvPr>
                <p:cNvPicPr/>
                <p:nvPr/>
              </p:nvPicPr>
              <p:blipFill>
                <a:blip r:embed="rId32"/>
                <a:stretch>
                  <a:fillRect/>
                </a:stretch>
              </p:blipFill>
              <p:spPr>
                <a:xfrm>
                  <a:off x="10388941" y="6233110"/>
                  <a:ext cx="20376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3CC951BB-B96D-2E46-4EA8-200EF741D380}"/>
                    </a:ext>
                  </a:extLst>
                </p14:cNvPr>
                <p14:cNvContentPartPr/>
                <p14:nvPr/>
              </p14:nvContentPartPr>
              <p14:xfrm>
                <a:off x="10521781" y="5888590"/>
                <a:ext cx="241920" cy="1114920"/>
              </p14:xfrm>
            </p:contentPart>
          </mc:Choice>
          <mc:Fallback>
            <p:pic>
              <p:nvPicPr>
                <p:cNvPr id="20" name="Ink 19">
                  <a:extLst>
                    <a:ext uri="{FF2B5EF4-FFF2-40B4-BE49-F238E27FC236}">
                      <a16:creationId xmlns:a16="http://schemas.microsoft.com/office/drawing/2014/main" id="{3CC951BB-B96D-2E46-4EA8-200EF741D380}"/>
                    </a:ext>
                  </a:extLst>
                </p:cNvPr>
                <p:cNvPicPr/>
                <p:nvPr/>
              </p:nvPicPr>
              <p:blipFill>
                <a:blip r:embed="rId34"/>
                <a:stretch>
                  <a:fillRect/>
                </a:stretch>
              </p:blipFill>
              <p:spPr>
                <a:xfrm>
                  <a:off x="10515661" y="5882470"/>
                  <a:ext cx="254160" cy="1127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1D61F8DA-CE2B-0A4F-C7E6-FA607478B149}"/>
                    </a:ext>
                  </a:extLst>
                </p14:cNvPr>
                <p14:cNvContentPartPr/>
                <p14:nvPr/>
              </p14:nvContentPartPr>
              <p14:xfrm>
                <a:off x="8650501" y="5090830"/>
                <a:ext cx="2051640" cy="262440"/>
              </p14:xfrm>
            </p:contentPart>
          </mc:Choice>
          <mc:Fallback>
            <p:pic>
              <p:nvPicPr>
                <p:cNvPr id="22" name="Ink 21">
                  <a:extLst>
                    <a:ext uri="{FF2B5EF4-FFF2-40B4-BE49-F238E27FC236}">
                      <a16:creationId xmlns:a16="http://schemas.microsoft.com/office/drawing/2014/main" id="{1D61F8DA-CE2B-0A4F-C7E6-FA607478B149}"/>
                    </a:ext>
                  </a:extLst>
                </p:cNvPr>
                <p:cNvPicPr/>
                <p:nvPr/>
              </p:nvPicPr>
              <p:blipFill>
                <a:blip r:embed="rId36"/>
                <a:stretch>
                  <a:fillRect/>
                </a:stretch>
              </p:blipFill>
              <p:spPr>
                <a:xfrm>
                  <a:off x="8644381" y="5084710"/>
                  <a:ext cx="206388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5AB83C07-7B25-39EB-C6DF-DB7C71A11EFF}"/>
                    </a:ext>
                  </a:extLst>
                </p14:cNvPr>
                <p14:cNvContentPartPr/>
                <p14:nvPr/>
              </p14:nvContentPartPr>
              <p14:xfrm>
                <a:off x="10559221" y="5164630"/>
                <a:ext cx="299520" cy="597960"/>
              </p14:xfrm>
            </p:contentPart>
          </mc:Choice>
          <mc:Fallback>
            <p:pic>
              <p:nvPicPr>
                <p:cNvPr id="23" name="Ink 22">
                  <a:extLst>
                    <a:ext uri="{FF2B5EF4-FFF2-40B4-BE49-F238E27FC236}">
                      <a16:creationId xmlns:a16="http://schemas.microsoft.com/office/drawing/2014/main" id="{5AB83C07-7B25-39EB-C6DF-DB7C71A11EFF}"/>
                    </a:ext>
                  </a:extLst>
                </p:cNvPr>
                <p:cNvPicPr/>
                <p:nvPr/>
              </p:nvPicPr>
              <p:blipFill>
                <a:blip r:embed="rId38"/>
                <a:stretch>
                  <a:fillRect/>
                </a:stretch>
              </p:blipFill>
              <p:spPr>
                <a:xfrm>
                  <a:off x="10553101" y="5158510"/>
                  <a:ext cx="311760" cy="6102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E4A0A7A8-A4F5-A8D1-130F-FC60024B7E09}"/>
                    </a:ext>
                  </a:extLst>
                </p14:cNvPr>
                <p14:cNvContentPartPr/>
                <p14:nvPr/>
              </p14:nvContentPartPr>
              <p14:xfrm>
                <a:off x="11137381" y="5153110"/>
                <a:ext cx="156960" cy="525960"/>
              </p14:xfrm>
            </p:contentPart>
          </mc:Choice>
          <mc:Fallback>
            <p:pic>
              <p:nvPicPr>
                <p:cNvPr id="24" name="Ink 23">
                  <a:extLst>
                    <a:ext uri="{FF2B5EF4-FFF2-40B4-BE49-F238E27FC236}">
                      <a16:creationId xmlns:a16="http://schemas.microsoft.com/office/drawing/2014/main" id="{E4A0A7A8-A4F5-A8D1-130F-FC60024B7E09}"/>
                    </a:ext>
                  </a:extLst>
                </p:cNvPr>
                <p:cNvPicPr/>
                <p:nvPr/>
              </p:nvPicPr>
              <p:blipFill>
                <a:blip r:embed="rId40"/>
                <a:stretch>
                  <a:fillRect/>
                </a:stretch>
              </p:blipFill>
              <p:spPr>
                <a:xfrm>
                  <a:off x="11131261" y="5146990"/>
                  <a:ext cx="169200" cy="5382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4115981E-6A2A-C887-E634-FB4C21F280A3}"/>
                    </a:ext>
                  </a:extLst>
                </p14:cNvPr>
                <p14:cNvContentPartPr/>
                <p14:nvPr/>
              </p14:nvContentPartPr>
              <p14:xfrm>
                <a:off x="11117221" y="5480350"/>
                <a:ext cx="257400" cy="25920"/>
              </p14:xfrm>
            </p:contentPart>
          </mc:Choice>
          <mc:Fallback>
            <p:pic>
              <p:nvPicPr>
                <p:cNvPr id="25" name="Ink 24">
                  <a:extLst>
                    <a:ext uri="{FF2B5EF4-FFF2-40B4-BE49-F238E27FC236}">
                      <a16:creationId xmlns:a16="http://schemas.microsoft.com/office/drawing/2014/main" id="{4115981E-6A2A-C887-E634-FB4C21F280A3}"/>
                    </a:ext>
                  </a:extLst>
                </p:cNvPr>
                <p:cNvPicPr/>
                <p:nvPr/>
              </p:nvPicPr>
              <p:blipFill>
                <a:blip r:embed="rId42"/>
                <a:stretch>
                  <a:fillRect/>
                </a:stretch>
              </p:blipFill>
              <p:spPr>
                <a:xfrm>
                  <a:off x="11111101" y="5474230"/>
                  <a:ext cx="26964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60A83B1A-E618-C861-39AF-24DE50AF51D8}"/>
                    </a:ext>
                  </a:extLst>
                </p14:cNvPr>
                <p14:cNvContentPartPr/>
                <p14:nvPr/>
              </p14:nvContentPartPr>
              <p14:xfrm>
                <a:off x="11339701" y="5038990"/>
                <a:ext cx="294120" cy="954360"/>
              </p14:xfrm>
            </p:contentPart>
          </mc:Choice>
          <mc:Fallback>
            <p:pic>
              <p:nvPicPr>
                <p:cNvPr id="26" name="Ink 25">
                  <a:extLst>
                    <a:ext uri="{FF2B5EF4-FFF2-40B4-BE49-F238E27FC236}">
                      <a16:creationId xmlns:a16="http://schemas.microsoft.com/office/drawing/2014/main" id="{60A83B1A-E618-C861-39AF-24DE50AF51D8}"/>
                    </a:ext>
                  </a:extLst>
                </p:cNvPr>
                <p:cNvPicPr/>
                <p:nvPr/>
              </p:nvPicPr>
              <p:blipFill>
                <a:blip r:embed="rId44"/>
                <a:stretch>
                  <a:fillRect/>
                </a:stretch>
              </p:blipFill>
              <p:spPr>
                <a:xfrm>
                  <a:off x="11333581" y="5032870"/>
                  <a:ext cx="306360" cy="9666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7" name="Ink 26">
                  <a:extLst>
                    <a:ext uri="{FF2B5EF4-FFF2-40B4-BE49-F238E27FC236}">
                      <a16:creationId xmlns:a16="http://schemas.microsoft.com/office/drawing/2014/main" id="{1B191CFD-D958-9A4F-013A-C4D76EDE5989}"/>
                    </a:ext>
                  </a:extLst>
                </p14:cNvPr>
                <p14:cNvContentPartPr/>
                <p14:nvPr/>
              </p14:nvContentPartPr>
              <p14:xfrm>
                <a:off x="11557501" y="5224750"/>
                <a:ext cx="234360" cy="372240"/>
              </p14:xfrm>
            </p:contentPart>
          </mc:Choice>
          <mc:Fallback>
            <p:pic>
              <p:nvPicPr>
                <p:cNvPr id="27" name="Ink 26">
                  <a:extLst>
                    <a:ext uri="{FF2B5EF4-FFF2-40B4-BE49-F238E27FC236}">
                      <a16:creationId xmlns:a16="http://schemas.microsoft.com/office/drawing/2014/main" id="{1B191CFD-D958-9A4F-013A-C4D76EDE5989}"/>
                    </a:ext>
                  </a:extLst>
                </p:cNvPr>
                <p:cNvPicPr/>
                <p:nvPr/>
              </p:nvPicPr>
              <p:blipFill>
                <a:blip r:embed="rId46"/>
                <a:stretch>
                  <a:fillRect/>
                </a:stretch>
              </p:blipFill>
              <p:spPr>
                <a:xfrm>
                  <a:off x="11551381" y="5218630"/>
                  <a:ext cx="24660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8" name="Ink 27">
                  <a:extLst>
                    <a:ext uri="{FF2B5EF4-FFF2-40B4-BE49-F238E27FC236}">
                      <a16:creationId xmlns:a16="http://schemas.microsoft.com/office/drawing/2014/main" id="{E9640AE6-E9C3-80F1-ED83-D292A690DCE4}"/>
                    </a:ext>
                  </a:extLst>
                </p14:cNvPr>
                <p14:cNvContentPartPr/>
                <p14:nvPr/>
              </p14:nvContentPartPr>
              <p14:xfrm>
                <a:off x="11481181" y="5276950"/>
                <a:ext cx="253440" cy="235800"/>
              </p14:xfrm>
            </p:contentPart>
          </mc:Choice>
          <mc:Fallback>
            <p:pic>
              <p:nvPicPr>
                <p:cNvPr id="28" name="Ink 27">
                  <a:extLst>
                    <a:ext uri="{FF2B5EF4-FFF2-40B4-BE49-F238E27FC236}">
                      <a16:creationId xmlns:a16="http://schemas.microsoft.com/office/drawing/2014/main" id="{E9640AE6-E9C3-80F1-ED83-D292A690DCE4}"/>
                    </a:ext>
                  </a:extLst>
                </p:cNvPr>
                <p:cNvPicPr/>
                <p:nvPr/>
              </p:nvPicPr>
              <p:blipFill>
                <a:blip r:embed="rId48"/>
                <a:stretch>
                  <a:fillRect/>
                </a:stretch>
              </p:blipFill>
              <p:spPr>
                <a:xfrm>
                  <a:off x="11475061" y="5270830"/>
                  <a:ext cx="26568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9" name="Ink 28">
                  <a:extLst>
                    <a:ext uri="{FF2B5EF4-FFF2-40B4-BE49-F238E27FC236}">
                      <a16:creationId xmlns:a16="http://schemas.microsoft.com/office/drawing/2014/main" id="{24AD4517-BD1B-FF81-1203-6AA50CE27D8B}"/>
                    </a:ext>
                  </a:extLst>
                </p14:cNvPr>
                <p14:cNvContentPartPr/>
                <p14:nvPr/>
              </p14:nvContentPartPr>
              <p14:xfrm>
                <a:off x="11803741" y="5554150"/>
                <a:ext cx="295920" cy="188280"/>
              </p14:xfrm>
            </p:contentPart>
          </mc:Choice>
          <mc:Fallback>
            <p:pic>
              <p:nvPicPr>
                <p:cNvPr id="29" name="Ink 28">
                  <a:extLst>
                    <a:ext uri="{FF2B5EF4-FFF2-40B4-BE49-F238E27FC236}">
                      <a16:creationId xmlns:a16="http://schemas.microsoft.com/office/drawing/2014/main" id="{24AD4517-BD1B-FF81-1203-6AA50CE27D8B}"/>
                    </a:ext>
                  </a:extLst>
                </p:cNvPr>
                <p:cNvPicPr/>
                <p:nvPr/>
              </p:nvPicPr>
              <p:blipFill>
                <a:blip r:embed="rId50"/>
                <a:stretch>
                  <a:fillRect/>
                </a:stretch>
              </p:blipFill>
              <p:spPr>
                <a:xfrm>
                  <a:off x="11797621" y="5548030"/>
                  <a:ext cx="30816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0" name="Ink 29">
                  <a:extLst>
                    <a:ext uri="{FF2B5EF4-FFF2-40B4-BE49-F238E27FC236}">
                      <a16:creationId xmlns:a16="http://schemas.microsoft.com/office/drawing/2014/main" id="{04645623-F1C7-C44D-C2DD-9982F319DC16}"/>
                    </a:ext>
                  </a:extLst>
                </p14:cNvPr>
                <p14:cNvContentPartPr/>
                <p14:nvPr/>
              </p14:nvContentPartPr>
              <p14:xfrm>
                <a:off x="12017941" y="5050870"/>
                <a:ext cx="196920" cy="1132560"/>
              </p14:xfrm>
            </p:contentPart>
          </mc:Choice>
          <mc:Fallback>
            <p:pic>
              <p:nvPicPr>
                <p:cNvPr id="30" name="Ink 29">
                  <a:extLst>
                    <a:ext uri="{FF2B5EF4-FFF2-40B4-BE49-F238E27FC236}">
                      <a16:creationId xmlns:a16="http://schemas.microsoft.com/office/drawing/2014/main" id="{04645623-F1C7-C44D-C2DD-9982F319DC16}"/>
                    </a:ext>
                  </a:extLst>
                </p:cNvPr>
                <p:cNvPicPr/>
                <p:nvPr/>
              </p:nvPicPr>
              <p:blipFill>
                <a:blip r:embed="rId52"/>
                <a:stretch>
                  <a:fillRect/>
                </a:stretch>
              </p:blipFill>
              <p:spPr>
                <a:xfrm>
                  <a:off x="12011821" y="5044750"/>
                  <a:ext cx="209160" cy="11448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1" name="Ink 30">
                  <a:extLst>
                    <a:ext uri="{FF2B5EF4-FFF2-40B4-BE49-F238E27FC236}">
                      <a16:creationId xmlns:a16="http://schemas.microsoft.com/office/drawing/2014/main" id="{812FDBCF-2467-8D3D-1513-BE3AA775D5BC}"/>
                    </a:ext>
                  </a:extLst>
                </p14:cNvPr>
                <p14:cNvContentPartPr/>
                <p14:nvPr/>
              </p14:nvContentPartPr>
              <p14:xfrm>
                <a:off x="12253741" y="5427070"/>
                <a:ext cx="228600" cy="347760"/>
              </p14:xfrm>
            </p:contentPart>
          </mc:Choice>
          <mc:Fallback>
            <p:pic>
              <p:nvPicPr>
                <p:cNvPr id="31" name="Ink 30">
                  <a:extLst>
                    <a:ext uri="{FF2B5EF4-FFF2-40B4-BE49-F238E27FC236}">
                      <a16:creationId xmlns:a16="http://schemas.microsoft.com/office/drawing/2014/main" id="{812FDBCF-2467-8D3D-1513-BE3AA775D5BC}"/>
                    </a:ext>
                  </a:extLst>
                </p:cNvPr>
                <p:cNvPicPr/>
                <p:nvPr/>
              </p:nvPicPr>
              <p:blipFill>
                <a:blip r:embed="rId54"/>
                <a:stretch>
                  <a:fillRect/>
                </a:stretch>
              </p:blipFill>
              <p:spPr>
                <a:xfrm>
                  <a:off x="12247621" y="5420950"/>
                  <a:ext cx="24084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2" name="Ink 31">
                  <a:extLst>
                    <a:ext uri="{FF2B5EF4-FFF2-40B4-BE49-F238E27FC236}">
                      <a16:creationId xmlns:a16="http://schemas.microsoft.com/office/drawing/2014/main" id="{5C28F10F-CF44-1BD9-FC8A-3E183B5BDA51}"/>
                    </a:ext>
                  </a:extLst>
                </p14:cNvPr>
                <p14:cNvContentPartPr/>
                <p14:nvPr/>
              </p14:nvContentPartPr>
              <p14:xfrm>
                <a:off x="12435181" y="4965190"/>
                <a:ext cx="285480" cy="1078920"/>
              </p14:xfrm>
            </p:contentPart>
          </mc:Choice>
          <mc:Fallback>
            <p:pic>
              <p:nvPicPr>
                <p:cNvPr id="32" name="Ink 31">
                  <a:extLst>
                    <a:ext uri="{FF2B5EF4-FFF2-40B4-BE49-F238E27FC236}">
                      <a16:creationId xmlns:a16="http://schemas.microsoft.com/office/drawing/2014/main" id="{5C28F10F-CF44-1BD9-FC8A-3E183B5BDA51}"/>
                    </a:ext>
                  </a:extLst>
                </p:cNvPr>
                <p:cNvPicPr/>
                <p:nvPr/>
              </p:nvPicPr>
              <p:blipFill>
                <a:blip r:embed="rId56"/>
                <a:stretch>
                  <a:fillRect/>
                </a:stretch>
              </p:blipFill>
              <p:spPr>
                <a:xfrm>
                  <a:off x="12429061" y="4959070"/>
                  <a:ext cx="297720" cy="1091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F3BB7006-D4F5-E58D-DB73-C333B23768D9}"/>
                  </a:ext>
                </a:extLst>
              </p14:cNvPr>
              <p14:cNvContentPartPr/>
              <p14:nvPr/>
            </p14:nvContentPartPr>
            <p14:xfrm>
              <a:off x="5202421" y="5776270"/>
              <a:ext cx="311040" cy="57600"/>
            </p14:xfrm>
          </p:contentPart>
        </mc:Choice>
        <mc:Fallback>
          <p:pic>
            <p:nvPicPr>
              <p:cNvPr id="35" name="Ink 34">
                <a:extLst>
                  <a:ext uri="{FF2B5EF4-FFF2-40B4-BE49-F238E27FC236}">
                    <a16:creationId xmlns:a16="http://schemas.microsoft.com/office/drawing/2014/main" id="{F3BB7006-D4F5-E58D-DB73-C333B23768D9}"/>
                  </a:ext>
                </a:extLst>
              </p:cNvPr>
              <p:cNvPicPr/>
              <p:nvPr/>
            </p:nvPicPr>
            <p:blipFill>
              <a:blip r:embed="rId58"/>
              <a:stretch>
                <a:fillRect/>
              </a:stretch>
            </p:blipFill>
            <p:spPr>
              <a:xfrm>
                <a:off x="5196301" y="5770150"/>
                <a:ext cx="323280" cy="69840"/>
              </a:xfrm>
              <a:prstGeom prst="rect">
                <a:avLst/>
              </a:prstGeom>
            </p:spPr>
          </p:pic>
        </mc:Fallback>
      </mc:AlternateContent>
      <p:grpSp>
        <p:nvGrpSpPr>
          <p:cNvPr id="55" name="Group 54">
            <a:extLst>
              <a:ext uri="{FF2B5EF4-FFF2-40B4-BE49-F238E27FC236}">
                <a16:creationId xmlns:a16="http://schemas.microsoft.com/office/drawing/2014/main" id="{BFADD497-588C-1D37-64E6-6ECF232B4C79}"/>
              </a:ext>
            </a:extLst>
          </p:cNvPr>
          <p:cNvGrpSpPr/>
          <p:nvPr/>
        </p:nvGrpSpPr>
        <p:grpSpPr>
          <a:xfrm>
            <a:off x="1169341" y="5177590"/>
            <a:ext cx="4748760" cy="1546560"/>
            <a:chOff x="1169341" y="5177590"/>
            <a:chExt cx="4748760" cy="1546560"/>
          </a:xfrm>
        </p:grpSpPr>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280CC963-B6E5-E85F-B6C7-3A9E324125AE}"/>
                    </a:ext>
                  </a:extLst>
                </p14:cNvPr>
                <p14:cNvContentPartPr/>
                <p14:nvPr/>
              </p14:nvContentPartPr>
              <p14:xfrm>
                <a:off x="5511301" y="5177590"/>
                <a:ext cx="406800" cy="668880"/>
              </p14:xfrm>
            </p:contentPart>
          </mc:Choice>
          <mc:Fallback>
            <p:pic>
              <p:nvPicPr>
                <p:cNvPr id="36" name="Ink 35">
                  <a:extLst>
                    <a:ext uri="{FF2B5EF4-FFF2-40B4-BE49-F238E27FC236}">
                      <a16:creationId xmlns:a16="http://schemas.microsoft.com/office/drawing/2014/main" id="{280CC963-B6E5-E85F-B6C7-3A9E324125AE}"/>
                    </a:ext>
                  </a:extLst>
                </p:cNvPr>
                <p:cNvPicPr/>
                <p:nvPr/>
              </p:nvPicPr>
              <p:blipFill>
                <a:blip r:embed="rId60"/>
                <a:stretch>
                  <a:fillRect/>
                </a:stretch>
              </p:blipFill>
              <p:spPr>
                <a:xfrm>
                  <a:off x="5505181" y="5171470"/>
                  <a:ext cx="419040" cy="6811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099431E4-87CF-323E-E22C-F9153E5956EA}"/>
                    </a:ext>
                  </a:extLst>
                </p14:cNvPr>
                <p14:cNvContentPartPr/>
                <p14:nvPr/>
              </p14:nvContentPartPr>
              <p14:xfrm>
                <a:off x="3771781" y="5893630"/>
                <a:ext cx="1977480" cy="198720"/>
              </p14:xfrm>
            </p:contentPart>
          </mc:Choice>
          <mc:Fallback>
            <p:pic>
              <p:nvPicPr>
                <p:cNvPr id="37" name="Ink 36">
                  <a:extLst>
                    <a:ext uri="{FF2B5EF4-FFF2-40B4-BE49-F238E27FC236}">
                      <a16:creationId xmlns:a16="http://schemas.microsoft.com/office/drawing/2014/main" id="{099431E4-87CF-323E-E22C-F9153E5956EA}"/>
                    </a:ext>
                  </a:extLst>
                </p:cNvPr>
                <p:cNvPicPr/>
                <p:nvPr/>
              </p:nvPicPr>
              <p:blipFill>
                <a:blip r:embed="rId62"/>
                <a:stretch>
                  <a:fillRect/>
                </a:stretch>
              </p:blipFill>
              <p:spPr>
                <a:xfrm>
                  <a:off x="3765661" y="5887510"/>
                  <a:ext cx="198972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CC40C51B-71D2-C6D8-DC26-BDE9F675403B}"/>
                    </a:ext>
                  </a:extLst>
                </p14:cNvPr>
                <p14:cNvContentPartPr/>
                <p14:nvPr/>
              </p14:nvContentPartPr>
              <p14:xfrm>
                <a:off x="3603661" y="5892550"/>
                <a:ext cx="442800" cy="419040"/>
              </p14:xfrm>
            </p:contentPart>
          </mc:Choice>
          <mc:Fallback>
            <p:pic>
              <p:nvPicPr>
                <p:cNvPr id="38" name="Ink 37">
                  <a:extLst>
                    <a:ext uri="{FF2B5EF4-FFF2-40B4-BE49-F238E27FC236}">
                      <a16:creationId xmlns:a16="http://schemas.microsoft.com/office/drawing/2014/main" id="{CC40C51B-71D2-C6D8-DC26-BDE9F675403B}"/>
                    </a:ext>
                  </a:extLst>
                </p:cNvPr>
                <p:cNvPicPr/>
                <p:nvPr/>
              </p:nvPicPr>
              <p:blipFill>
                <a:blip r:embed="rId64"/>
                <a:stretch>
                  <a:fillRect/>
                </a:stretch>
              </p:blipFill>
              <p:spPr>
                <a:xfrm>
                  <a:off x="3597541" y="5886430"/>
                  <a:ext cx="455040" cy="4312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9" name="Ink 38">
                  <a:extLst>
                    <a:ext uri="{FF2B5EF4-FFF2-40B4-BE49-F238E27FC236}">
                      <a16:creationId xmlns:a16="http://schemas.microsoft.com/office/drawing/2014/main" id="{D8ED3C34-9DDE-0674-A975-C9D452186118}"/>
                    </a:ext>
                  </a:extLst>
                </p14:cNvPr>
                <p14:cNvContentPartPr/>
                <p14:nvPr/>
              </p14:nvContentPartPr>
              <p14:xfrm>
                <a:off x="1267261" y="6055990"/>
                <a:ext cx="231480" cy="668160"/>
              </p14:xfrm>
            </p:contentPart>
          </mc:Choice>
          <mc:Fallback>
            <p:pic>
              <p:nvPicPr>
                <p:cNvPr id="39" name="Ink 38">
                  <a:extLst>
                    <a:ext uri="{FF2B5EF4-FFF2-40B4-BE49-F238E27FC236}">
                      <a16:creationId xmlns:a16="http://schemas.microsoft.com/office/drawing/2014/main" id="{D8ED3C34-9DDE-0674-A975-C9D452186118}"/>
                    </a:ext>
                  </a:extLst>
                </p:cNvPr>
                <p:cNvPicPr/>
                <p:nvPr/>
              </p:nvPicPr>
              <p:blipFill>
                <a:blip r:embed="rId66"/>
                <a:stretch>
                  <a:fillRect/>
                </a:stretch>
              </p:blipFill>
              <p:spPr>
                <a:xfrm>
                  <a:off x="1261141" y="6049870"/>
                  <a:ext cx="243720" cy="6804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0" name="Ink 39">
                  <a:extLst>
                    <a:ext uri="{FF2B5EF4-FFF2-40B4-BE49-F238E27FC236}">
                      <a16:creationId xmlns:a16="http://schemas.microsoft.com/office/drawing/2014/main" id="{C6BD2400-4585-A043-E625-0A779B8461E7}"/>
                    </a:ext>
                  </a:extLst>
                </p14:cNvPr>
                <p14:cNvContentPartPr/>
                <p14:nvPr/>
              </p14:nvContentPartPr>
              <p14:xfrm>
                <a:off x="1169341" y="6470710"/>
                <a:ext cx="244080" cy="47160"/>
              </p14:xfrm>
            </p:contentPart>
          </mc:Choice>
          <mc:Fallback>
            <p:pic>
              <p:nvPicPr>
                <p:cNvPr id="40" name="Ink 39">
                  <a:extLst>
                    <a:ext uri="{FF2B5EF4-FFF2-40B4-BE49-F238E27FC236}">
                      <a16:creationId xmlns:a16="http://schemas.microsoft.com/office/drawing/2014/main" id="{C6BD2400-4585-A043-E625-0A779B8461E7}"/>
                    </a:ext>
                  </a:extLst>
                </p:cNvPr>
                <p:cNvPicPr/>
                <p:nvPr/>
              </p:nvPicPr>
              <p:blipFill>
                <a:blip r:embed="rId68"/>
                <a:stretch>
                  <a:fillRect/>
                </a:stretch>
              </p:blipFill>
              <p:spPr>
                <a:xfrm>
                  <a:off x="1163221" y="6464590"/>
                  <a:ext cx="25632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1" name="Ink 40">
                  <a:extLst>
                    <a:ext uri="{FF2B5EF4-FFF2-40B4-BE49-F238E27FC236}">
                      <a16:creationId xmlns:a16="http://schemas.microsoft.com/office/drawing/2014/main" id="{921CC1A3-836A-AADE-4831-4EC22B867FB2}"/>
                    </a:ext>
                  </a:extLst>
                </p14:cNvPr>
                <p14:cNvContentPartPr/>
                <p14:nvPr/>
              </p14:nvContentPartPr>
              <p14:xfrm>
                <a:off x="1507741" y="6484030"/>
                <a:ext cx="23040" cy="136800"/>
              </p14:xfrm>
            </p:contentPart>
          </mc:Choice>
          <mc:Fallback>
            <p:pic>
              <p:nvPicPr>
                <p:cNvPr id="41" name="Ink 40">
                  <a:extLst>
                    <a:ext uri="{FF2B5EF4-FFF2-40B4-BE49-F238E27FC236}">
                      <a16:creationId xmlns:a16="http://schemas.microsoft.com/office/drawing/2014/main" id="{921CC1A3-836A-AADE-4831-4EC22B867FB2}"/>
                    </a:ext>
                  </a:extLst>
                </p:cNvPr>
                <p:cNvPicPr/>
                <p:nvPr/>
              </p:nvPicPr>
              <p:blipFill>
                <a:blip r:embed="rId70"/>
                <a:stretch>
                  <a:fillRect/>
                </a:stretch>
              </p:blipFill>
              <p:spPr>
                <a:xfrm>
                  <a:off x="1501621" y="6477910"/>
                  <a:ext cx="352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2" name="Ink 41">
                  <a:extLst>
                    <a:ext uri="{FF2B5EF4-FFF2-40B4-BE49-F238E27FC236}">
                      <a16:creationId xmlns:a16="http://schemas.microsoft.com/office/drawing/2014/main" id="{D12EF410-9969-F3D2-4768-4E7B3A5D4B0E}"/>
                    </a:ext>
                  </a:extLst>
                </p14:cNvPr>
                <p14:cNvContentPartPr/>
                <p14:nvPr/>
              </p14:nvContentPartPr>
              <p14:xfrm>
                <a:off x="1502701" y="6235270"/>
                <a:ext cx="7200" cy="9720"/>
              </p14:xfrm>
            </p:contentPart>
          </mc:Choice>
          <mc:Fallback>
            <p:pic>
              <p:nvPicPr>
                <p:cNvPr id="42" name="Ink 41">
                  <a:extLst>
                    <a:ext uri="{FF2B5EF4-FFF2-40B4-BE49-F238E27FC236}">
                      <a16:creationId xmlns:a16="http://schemas.microsoft.com/office/drawing/2014/main" id="{D12EF410-9969-F3D2-4768-4E7B3A5D4B0E}"/>
                    </a:ext>
                  </a:extLst>
                </p:cNvPr>
                <p:cNvPicPr/>
                <p:nvPr/>
              </p:nvPicPr>
              <p:blipFill>
                <a:blip r:embed="rId72"/>
                <a:stretch>
                  <a:fillRect/>
                </a:stretch>
              </p:blipFill>
              <p:spPr>
                <a:xfrm>
                  <a:off x="1496581" y="6229150"/>
                  <a:ext cx="194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3" name="Ink 42">
                  <a:extLst>
                    <a:ext uri="{FF2B5EF4-FFF2-40B4-BE49-F238E27FC236}">
                      <a16:creationId xmlns:a16="http://schemas.microsoft.com/office/drawing/2014/main" id="{34052606-1806-B1FD-918E-6FE8A458671B}"/>
                    </a:ext>
                  </a:extLst>
                </p14:cNvPr>
                <p14:cNvContentPartPr/>
                <p14:nvPr/>
              </p14:nvContentPartPr>
              <p14:xfrm>
                <a:off x="1629421" y="6477190"/>
                <a:ext cx="290880" cy="118080"/>
              </p14:xfrm>
            </p:contentPart>
          </mc:Choice>
          <mc:Fallback>
            <p:pic>
              <p:nvPicPr>
                <p:cNvPr id="43" name="Ink 42">
                  <a:extLst>
                    <a:ext uri="{FF2B5EF4-FFF2-40B4-BE49-F238E27FC236}">
                      <a16:creationId xmlns:a16="http://schemas.microsoft.com/office/drawing/2014/main" id="{34052606-1806-B1FD-918E-6FE8A458671B}"/>
                    </a:ext>
                  </a:extLst>
                </p:cNvPr>
                <p:cNvPicPr/>
                <p:nvPr/>
              </p:nvPicPr>
              <p:blipFill>
                <a:blip r:embed="rId74"/>
                <a:stretch>
                  <a:fillRect/>
                </a:stretch>
              </p:blipFill>
              <p:spPr>
                <a:xfrm>
                  <a:off x="1623301" y="6471070"/>
                  <a:ext cx="30312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4" name="Ink 43">
                  <a:extLst>
                    <a:ext uri="{FF2B5EF4-FFF2-40B4-BE49-F238E27FC236}">
                      <a16:creationId xmlns:a16="http://schemas.microsoft.com/office/drawing/2014/main" id="{6F96C7D7-ABBF-FCC9-D0AA-5ACC43F8ED4C}"/>
                    </a:ext>
                  </a:extLst>
                </p14:cNvPr>
                <p14:cNvContentPartPr/>
                <p14:nvPr/>
              </p14:nvContentPartPr>
              <p14:xfrm>
                <a:off x="1725901" y="6390430"/>
                <a:ext cx="97920" cy="269280"/>
              </p14:xfrm>
            </p:contentPart>
          </mc:Choice>
          <mc:Fallback>
            <p:pic>
              <p:nvPicPr>
                <p:cNvPr id="44" name="Ink 43">
                  <a:extLst>
                    <a:ext uri="{FF2B5EF4-FFF2-40B4-BE49-F238E27FC236}">
                      <a16:creationId xmlns:a16="http://schemas.microsoft.com/office/drawing/2014/main" id="{6F96C7D7-ABBF-FCC9-D0AA-5ACC43F8ED4C}"/>
                    </a:ext>
                  </a:extLst>
                </p:cNvPr>
                <p:cNvPicPr/>
                <p:nvPr/>
              </p:nvPicPr>
              <p:blipFill>
                <a:blip r:embed="rId76"/>
                <a:stretch>
                  <a:fillRect/>
                </a:stretch>
              </p:blipFill>
              <p:spPr>
                <a:xfrm>
                  <a:off x="1719781" y="6384310"/>
                  <a:ext cx="11016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5" name="Ink 44">
                  <a:extLst>
                    <a:ext uri="{FF2B5EF4-FFF2-40B4-BE49-F238E27FC236}">
                      <a16:creationId xmlns:a16="http://schemas.microsoft.com/office/drawing/2014/main" id="{8CA0CE37-D7E9-BE78-1537-1192054A2C59}"/>
                    </a:ext>
                  </a:extLst>
                </p14:cNvPr>
                <p14:cNvContentPartPr/>
                <p14:nvPr/>
              </p14:nvContentPartPr>
              <p14:xfrm>
                <a:off x="2055661" y="6359470"/>
                <a:ext cx="211320" cy="104040"/>
              </p14:xfrm>
            </p:contentPart>
          </mc:Choice>
          <mc:Fallback>
            <p:pic>
              <p:nvPicPr>
                <p:cNvPr id="45" name="Ink 44">
                  <a:extLst>
                    <a:ext uri="{FF2B5EF4-FFF2-40B4-BE49-F238E27FC236}">
                      <a16:creationId xmlns:a16="http://schemas.microsoft.com/office/drawing/2014/main" id="{8CA0CE37-D7E9-BE78-1537-1192054A2C59}"/>
                    </a:ext>
                  </a:extLst>
                </p:cNvPr>
                <p:cNvPicPr/>
                <p:nvPr/>
              </p:nvPicPr>
              <p:blipFill>
                <a:blip r:embed="rId78"/>
                <a:stretch>
                  <a:fillRect/>
                </a:stretch>
              </p:blipFill>
              <p:spPr>
                <a:xfrm>
                  <a:off x="2049541" y="6353350"/>
                  <a:ext cx="22356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6" name="Ink 45">
                  <a:extLst>
                    <a:ext uri="{FF2B5EF4-FFF2-40B4-BE49-F238E27FC236}">
                      <a16:creationId xmlns:a16="http://schemas.microsoft.com/office/drawing/2014/main" id="{AA222C98-0541-F500-D7D5-FFC746B8BF7F}"/>
                    </a:ext>
                  </a:extLst>
                </p14:cNvPr>
                <p14:cNvContentPartPr/>
                <p14:nvPr/>
              </p14:nvContentPartPr>
              <p14:xfrm>
                <a:off x="2293621" y="6069310"/>
                <a:ext cx="191520" cy="406440"/>
              </p14:xfrm>
            </p:contentPart>
          </mc:Choice>
          <mc:Fallback>
            <p:pic>
              <p:nvPicPr>
                <p:cNvPr id="46" name="Ink 45">
                  <a:extLst>
                    <a:ext uri="{FF2B5EF4-FFF2-40B4-BE49-F238E27FC236}">
                      <a16:creationId xmlns:a16="http://schemas.microsoft.com/office/drawing/2014/main" id="{AA222C98-0541-F500-D7D5-FFC746B8BF7F}"/>
                    </a:ext>
                  </a:extLst>
                </p:cNvPr>
                <p:cNvPicPr/>
                <p:nvPr/>
              </p:nvPicPr>
              <p:blipFill>
                <a:blip r:embed="rId80"/>
                <a:stretch>
                  <a:fillRect/>
                </a:stretch>
              </p:blipFill>
              <p:spPr>
                <a:xfrm>
                  <a:off x="2287501" y="6063190"/>
                  <a:ext cx="203760" cy="4186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7" name="Ink 46">
                  <a:extLst>
                    <a:ext uri="{FF2B5EF4-FFF2-40B4-BE49-F238E27FC236}">
                      <a16:creationId xmlns:a16="http://schemas.microsoft.com/office/drawing/2014/main" id="{F11E9DC4-91EC-C106-B51D-C275CE7744ED}"/>
                    </a:ext>
                  </a:extLst>
                </p14:cNvPr>
                <p14:cNvContentPartPr/>
                <p14:nvPr/>
              </p14:nvContentPartPr>
              <p14:xfrm>
                <a:off x="2729941" y="6069310"/>
                <a:ext cx="155520" cy="347040"/>
              </p14:xfrm>
            </p:contentPart>
          </mc:Choice>
          <mc:Fallback>
            <p:pic>
              <p:nvPicPr>
                <p:cNvPr id="47" name="Ink 46">
                  <a:extLst>
                    <a:ext uri="{FF2B5EF4-FFF2-40B4-BE49-F238E27FC236}">
                      <a16:creationId xmlns:a16="http://schemas.microsoft.com/office/drawing/2014/main" id="{F11E9DC4-91EC-C106-B51D-C275CE7744ED}"/>
                    </a:ext>
                  </a:extLst>
                </p:cNvPr>
                <p:cNvPicPr/>
                <p:nvPr/>
              </p:nvPicPr>
              <p:blipFill>
                <a:blip r:embed="rId82"/>
                <a:stretch>
                  <a:fillRect/>
                </a:stretch>
              </p:blipFill>
              <p:spPr>
                <a:xfrm>
                  <a:off x="2723821" y="6063190"/>
                  <a:ext cx="167760" cy="3592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8" name="Ink 47">
                  <a:extLst>
                    <a:ext uri="{FF2B5EF4-FFF2-40B4-BE49-F238E27FC236}">
                      <a16:creationId xmlns:a16="http://schemas.microsoft.com/office/drawing/2014/main" id="{74BD817A-338E-7555-800F-0DF73D78066F}"/>
                    </a:ext>
                  </a:extLst>
                </p14:cNvPr>
                <p14:cNvContentPartPr/>
                <p14:nvPr/>
              </p14:nvContentPartPr>
              <p14:xfrm>
                <a:off x="2925061" y="5899390"/>
                <a:ext cx="351000" cy="456480"/>
              </p14:xfrm>
            </p:contentPart>
          </mc:Choice>
          <mc:Fallback>
            <p:pic>
              <p:nvPicPr>
                <p:cNvPr id="48" name="Ink 47">
                  <a:extLst>
                    <a:ext uri="{FF2B5EF4-FFF2-40B4-BE49-F238E27FC236}">
                      <a16:creationId xmlns:a16="http://schemas.microsoft.com/office/drawing/2014/main" id="{74BD817A-338E-7555-800F-0DF73D78066F}"/>
                    </a:ext>
                  </a:extLst>
                </p:cNvPr>
                <p:cNvPicPr/>
                <p:nvPr/>
              </p:nvPicPr>
              <p:blipFill>
                <a:blip r:embed="rId84"/>
                <a:stretch>
                  <a:fillRect/>
                </a:stretch>
              </p:blipFill>
              <p:spPr>
                <a:xfrm>
                  <a:off x="2918941" y="5893270"/>
                  <a:ext cx="363240" cy="4687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49" name="Ink 48">
                  <a:extLst>
                    <a:ext uri="{FF2B5EF4-FFF2-40B4-BE49-F238E27FC236}">
                      <a16:creationId xmlns:a16="http://schemas.microsoft.com/office/drawing/2014/main" id="{2293A534-8AC7-0E13-EF4C-B765F8F8DD6E}"/>
                    </a:ext>
                  </a:extLst>
                </p14:cNvPr>
                <p14:cNvContentPartPr/>
                <p14:nvPr/>
              </p14:nvContentPartPr>
              <p14:xfrm>
                <a:off x="3305221" y="6055630"/>
                <a:ext cx="401760" cy="177480"/>
              </p14:xfrm>
            </p:contentPart>
          </mc:Choice>
          <mc:Fallback>
            <p:pic>
              <p:nvPicPr>
                <p:cNvPr id="49" name="Ink 48">
                  <a:extLst>
                    <a:ext uri="{FF2B5EF4-FFF2-40B4-BE49-F238E27FC236}">
                      <a16:creationId xmlns:a16="http://schemas.microsoft.com/office/drawing/2014/main" id="{2293A534-8AC7-0E13-EF4C-B765F8F8DD6E}"/>
                    </a:ext>
                  </a:extLst>
                </p:cNvPr>
                <p:cNvPicPr/>
                <p:nvPr/>
              </p:nvPicPr>
              <p:blipFill>
                <a:blip r:embed="rId86"/>
                <a:stretch>
                  <a:fillRect/>
                </a:stretch>
              </p:blipFill>
              <p:spPr>
                <a:xfrm>
                  <a:off x="3299101" y="6049510"/>
                  <a:ext cx="41400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0" name="Ink 49">
                  <a:extLst>
                    <a:ext uri="{FF2B5EF4-FFF2-40B4-BE49-F238E27FC236}">
                      <a16:creationId xmlns:a16="http://schemas.microsoft.com/office/drawing/2014/main" id="{A003F4AC-BAFF-F74D-F092-2ADD6435565D}"/>
                    </a:ext>
                  </a:extLst>
                </p14:cNvPr>
                <p14:cNvContentPartPr/>
                <p14:nvPr/>
              </p14:nvContentPartPr>
              <p14:xfrm>
                <a:off x="2020381" y="5492590"/>
                <a:ext cx="111240" cy="489960"/>
              </p14:xfrm>
            </p:contentPart>
          </mc:Choice>
          <mc:Fallback>
            <p:pic>
              <p:nvPicPr>
                <p:cNvPr id="50" name="Ink 49">
                  <a:extLst>
                    <a:ext uri="{FF2B5EF4-FFF2-40B4-BE49-F238E27FC236}">
                      <a16:creationId xmlns:a16="http://schemas.microsoft.com/office/drawing/2014/main" id="{A003F4AC-BAFF-F74D-F092-2ADD6435565D}"/>
                    </a:ext>
                  </a:extLst>
                </p:cNvPr>
                <p:cNvPicPr/>
                <p:nvPr/>
              </p:nvPicPr>
              <p:blipFill>
                <a:blip r:embed="rId88"/>
                <a:stretch>
                  <a:fillRect/>
                </a:stretch>
              </p:blipFill>
              <p:spPr>
                <a:xfrm>
                  <a:off x="2014261" y="5486470"/>
                  <a:ext cx="123480" cy="5022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1" name="Ink 50">
                  <a:extLst>
                    <a:ext uri="{FF2B5EF4-FFF2-40B4-BE49-F238E27FC236}">
                      <a16:creationId xmlns:a16="http://schemas.microsoft.com/office/drawing/2014/main" id="{FE45EB28-1421-7C02-B012-D9100FABFC08}"/>
                    </a:ext>
                  </a:extLst>
                </p14:cNvPr>
                <p14:cNvContentPartPr/>
                <p14:nvPr/>
              </p14:nvContentPartPr>
              <p14:xfrm>
                <a:off x="1858381" y="5627590"/>
                <a:ext cx="492840" cy="244080"/>
              </p14:xfrm>
            </p:contentPart>
          </mc:Choice>
          <mc:Fallback>
            <p:pic>
              <p:nvPicPr>
                <p:cNvPr id="51" name="Ink 50">
                  <a:extLst>
                    <a:ext uri="{FF2B5EF4-FFF2-40B4-BE49-F238E27FC236}">
                      <a16:creationId xmlns:a16="http://schemas.microsoft.com/office/drawing/2014/main" id="{FE45EB28-1421-7C02-B012-D9100FABFC08}"/>
                    </a:ext>
                  </a:extLst>
                </p:cNvPr>
                <p:cNvPicPr/>
                <p:nvPr/>
              </p:nvPicPr>
              <p:blipFill>
                <a:blip r:embed="rId90"/>
                <a:stretch>
                  <a:fillRect/>
                </a:stretch>
              </p:blipFill>
              <p:spPr>
                <a:xfrm>
                  <a:off x="1852261" y="5621470"/>
                  <a:ext cx="50508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3" name="Ink 52">
                  <a:extLst>
                    <a:ext uri="{FF2B5EF4-FFF2-40B4-BE49-F238E27FC236}">
                      <a16:creationId xmlns:a16="http://schemas.microsoft.com/office/drawing/2014/main" id="{A63091B3-C47A-560A-33FE-4EE15A721C11}"/>
                    </a:ext>
                  </a:extLst>
                </p14:cNvPr>
                <p14:cNvContentPartPr/>
                <p14:nvPr/>
              </p14:nvContentPartPr>
              <p14:xfrm>
                <a:off x="2598541" y="5519230"/>
                <a:ext cx="292680" cy="270720"/>
              </p14:xfrm>
            </p:contentPart>
          </mc:Choice>
          <mc:Fallback>
            <p:pic>
              <p:nvPicPr>
                <p:cNvPr id="53" name="Ink 52">
                  <a:extLst>
                    <a:ext uri="{FF2B5EF4-FFF2-40B4-BE49-F238E27FC236}">
                      <a16:creationId xmlns:a16="http://schemas.microsoft.com/office/drawing/2014/main" id="{A63091B3-C47A-560A-33FE-4EE15A721C11}"/>
                    </a:ext>
                  </a:extLst>
                </p:cNvPr>
                <p:cNvPicPr/>
                <p:nvPr/>
              </p:nvPicPr>
              <p:blipFill>
                <a:blip r:embed="rId92"/>
                <a:stretch>
                  <a:fillRect/>
                </a:stretch>
              </p:blipFill>
              <p:spPr>
                <a:xfrm>
                  <a:off x="2592421" y="5513110"/>
                  <a:ext cx="30492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4" name="Ink 53">
                  <a:extLst>
                    <a:ext uri="{FF2B5EF4-FFF2-40B4-BE49-F238E27FC236}">
                      <a16:creationId xmlns:a16="http://schemas.microsoft.com/office/drawing/2014/main" id="{25361ADD-2AFA-8B81-69CF-2336328F15C3}"/>
                    </a:ext>
                  </a:extLst>
                </p14:cNvPr>
                <p14:cNvContentPartPr/>
                <p14:nvPr/>
              </p14:nvContentPartPr>
              <p14:xfrm>
                <a:off x="2451301" y="5364070"/>
                <a:ext cx="39240" cy="63360"/>
              </p14:xfrm>
            </p:contentPart>
          </mc:Choice>
          <mc:Fallback>
            <p:pic>
              <p:nvPicPr>
                <p:cNvPr id="54" name="Ink 53">
                  <a:extLst>
                    <a:ext uri="{FF2B5EF4-FFF2-40B4-BE49-F238E27FC236}">
                      <a16:creationId xmlns:a16="http://schemas.microsoft.com/office/drawing/2014/main" id="{25361ADD-2AFA-8B81-69CF-2336328F15C3}"/>
                    </a:ext>
                  </a:extLst>
                </p:cNvPr>
                <p:cNvPicPr/>
                <p:nvPr/>
              </p:nvPicPr>
              <p:blipFill>
                <a:blip r:embed="rId94"/>
                <a:stretch>
                  <a:fillRect/>
                </a:stretch>
              </p:blipFill>
              <p:spPr>
                <a:xfrm>
                  <a:off x="2445181" y="5357950"/>
                  <a:ext cx="51480" cy="75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5">
            <p14:nvContentPartPr>
              <p14:cNvPr id="56" name="Ink 55">
                <a:extLst>
                  <a:ext uri="{FF2B5EF4-FFF2-40B4-BE49-F238E27FC236}">
                    <a16:creationId xmlns:a16="http://schemas.microsoft.com/office/drawing/2014/main" id="{30B4AC83-8C75-D8A7-B8E6-3C94FF514188}"/>
                  </a:ext>
                </a:extLst>
              </p14:cNvPr>
              <p14:cNvContentPartPr/>
              <p14:nvPr/>
            </p14:nvContentPartPr>
            <p14:xfrm>
              <a:off x="6163261" y="6609670"/>
              <a:ext cx="673560" cy="78120"/>
            </p14:xfrm>
          </p:contentPart>
        </mc:Choice>
        <mc:Fallback>
          <p:pic>
            <p:nvPicPr>
              <p:cNvPr id="56" name="Ink 55">
                <a:extLst>
                  <a:ext uri="{FF2B5EF4-FFF2-40B4-BE49-F238E27FC236}">
                    <a16:creationId xmlns:a16="http://schemas.microsoft.com/office/drawing/2014/main" id="{30B4AC83-8C75-D8A7-B8E6-3C94FF514188}"/>
                  </a:ext>
                </a:extLst>
              </p:cNvPr>
              <p:cNvPicPr/>
              <p:nvPr/>
            </p:nvPicPr>
            <p:blipFill>
              <a:blip r:embed="rId96"/>
              <a:stretch>
                <a:fillRect/>
              </a:stretch>
            </p:blipFill>
            <p:spPr>
              <a:xfrm>
                <a:off x="6157141" y="6603550"/>
                <a:ext cx="68580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7" name="Ink 56">
                <a:extLst>
                  <a:ext uri="{FF2B5EF4-FFF2-40B4-BE49-F238E27FC236}">
                    <a16:creationId xmlns:a16="http://schemas.microsoft.com/office/drawing/2014/main" id="{F5210331-917F-BD82-A894-DE871AA0C5CF}"/>
                  </a:ext>
                </a:extLst>
              </p14:cNvPr>
              <p14:cNvContentPartPr/>
              <p14:nvPr/>
            </p14:nvContentPartPr>
            <p14:xfrm>
              <a:off x="6864181" y="5924590"/>
              <a:ext cx="710280" cy="537840"/>
            </p14:xfrm>
          </p:contentPart>
        </mc:Choice>
        <mc:Fallback>
          <p:pic>
            <p:nvPicPr>
              <p:cNvPr id="57" name="Ink 56">
                <a:extLst>
                  <a:ext uri="{FF2B5EF4-FFF2-40B4-BE49-F238E27FC236}">
                    <a16:creationId xmlns:a16="http://schemas.microsoft.com/office/drawing/2014/main" id="{F5210331-917F-BD82-A894-DE871AA0C5CF}"/>
                  </a:ext>
                </a:extLst>
              </p:cNvPr>
              <p:cNvPicPr/>
              <p:nvPr/>
            </p:nvPicPr>
            <p:blipFill>
              <a:blip r:embed="rId98"/>
              <a:stretch>
                <a:fillRect/>
              </a:stretch>
            </p:blipFill>
            <p:spPr>
              <a:xfrm>
                <a:off x="6858061" y="5918470"/>
                <a:ext cx="722520" cy="550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endParaRPr lang="en-IN"/>
          </a:p>
        </p:txBody>
      </p:sp>
      <p:pic>
        <p:nvPicPr>
          <p:cNvPr id="6" name="Content Placeholder 5"/>
          <p:cNvPicPr>
            <a:picLocks noGrp="1" noChangeAspect="1"/>
          </p:cNvPicPr>
          <p:nvPr>
            <p:ph idx="4294967295"/>
          </p:nvPr>
        </p:nvPicPr>
        <p:blipFill>
          <a:blip r:embed="rId2"/>
          <a:stretch>
            <a:fillRect/>
          </a:stretch>
        </p:blipFill>
        <p:spPr>
          <a:xfrm>
            <a:off x="458525" y="1143000"/>
            <a:ext cx="12801600" cy="5743575"/>
          </a:xfrm>
          <a:prstGeom prst="rect">
            <a:avLst/>
          </a:prstGeom>
        </p:spPr>
      </p:pic>
      <p:sp>
        <p:nvSpPr>
          <p:cNvPr id="13" name="Title 1"/>
          <p:cNvSpPr txBox="1"/>
          <p:nvPr/>
        </p:nvSpPr>
        <p:spPr>
          <a:xfrm>
            <a:off x="0" y="0"/>
            <a:ext cx="9747625" cy="1506691"/>
          </a:xfrm>
          <a:prstGeom prst="rect">
            <a:avLst/>
          </a:prstGeom>
          <a:effectLst/>
        </p:spPr>
        <p:txBody>
          <a:bodyPr vert="horz" lIns="105664" tIns="52832" rIns="105664" bIns="52832" rtlCol="0" anchor="ctr">
            <a:normAutofit fontScale="97500"/>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528320"/>
            <a:r>
              <a:rPr lang="en-US" b="1" dirty="0">
                <a:solidFill>
                  <a:schemeClr val="bg1"/>
                </a:solidFill>
                <a:latin typeface="Calibri" panose="020F0502020204030204"/>
              </a:rPr>
              <a:t>MLE for Poisson Distribution Parameter</a:t>
            </a:r>
            <a:endParaRPr lang="en-IN" b="1" dirty="0">
              <a:solidFill>
                <a:schemeClr val="bg1"/>
              </a:solidFill>
              <a:latin typeface="Calibri" panose="020F0502020204030204"/>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72D90E1-75F8-BDFF-1BAE-721C566526F8}"/>
                  </a:ext>
                </a:extLst>
              </p14:cNvPr>
              <p14:cNvContentPartPr/>
              <p14:nvPr/>
            </p14:nvContentPartPr>
            <p14:xfrm>
              <a:off x="2668381" y="4243030"/>
              <a:ext cx="3258000" cy="716040"/>
            </p14:xfrm>
          </p:contentPart>
        </mc:Choice>
        <mc:Fallback>
          <p:pic>
            <p:nvPicPr>
              <p:cNvPr id="2" name="Ink 1">
                <a:extLst>
                  <a:ext uri="{FF2B5EF4-FFF2-40B4-BE49-F238E27FC236}">
                    <a16:creationId xmlns:a16="http://schemas.microsoft.com/office/drawing/2014/main" id="{972D90E1-75F8-BDFF-1BAE-721C566526F8}"/>
                  </a:ext>
                </a:extLst>
              </p:cNvPr>
              <p:cNvPicPr/>
              <p:nvPr/>
            </p:nvPicPr>
            <p:blipFill>
              <a:blip r:embed="rId4"/>
              <a:stretch>
                <a:fillRect/>
              </a:stretch>
            </p:blipFill>
            <p:spPr>
              <a:xfrm>
                <a:off x="2662261" y="4236910"/>
                <a:ext cx="3270240" cy="728280"/>
              </a:xfrm>
              <a:prstGeom prst="rect">
                <a:avLst/>
              </a:prstGeom>
            </p:spPr>
          </p:pic>
        </mc:Fallback>
      </mc:AlternateContent>
      <p:grpSp>
        <p:nvGrpSpPr>
          <p:cNvPr id="7" name="Group 6">
            <a:extLst>
              <a:ext uri="{FF2B5EF4-FFF2-40B4-BE49-F238E27FC236}">
                <a16:creationId xmlns:a16="http://schemas.microsoft.com/office/drawing/2014/main" id="{C1E2FF3C-602E-AB8E-04E3-96A58304848E}"/>
              </a:ext>
            </a:extLst>
          </p:cNvPr>
          <p:cNvGrpSpPr/>
          <p:nvPr/>
        </p:nvGrpSpPr>
        <p:grpSpPr>
          <a:xfrm>
            <a:off x="4667821" y="5315830"/>
            <a:ext cx="1637640" cy="112680"/>
            <a:chOff x="4667821" y="5315830"/>
            <a:chExt cx="1637640" cy="11268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4D3B8A70-6847-D383-2D72-1315A51CEA5A}"/>
                    </a:ext>
                  </a:extLst>
                </p14:cNvPr>
                <p14:cNvContentPartPr/>
                <p14:nvPr/>
              </p14:nvContentPartPr>
              <p14:xfrm>
                <a:off x="4667821" y="5345350"/>
                <a:ext cx="214200" cy="83160"/>
              </p14:xfrm>
            </p:contentPart>
          </mc:Choice>
          <mc:Fallback>
            <p:pic>
              <p:nvPicPr>
                <p:cNvPr id="4" name="Ink 3">
                  <a:extLst>
                    <a:ext uri="{FF2B5EF4-FFF2-40B4-BE49-F238E27FC236}">
                      <a16:creationId xmlns:a16="http://schemas.microsoft.com/office/drawing/2014/main" id="{4D3B8A70-6847-D383-2D72-1315A51CEA5A}"/>
                    </a:ext>
                  </a:extLst>
                </p:cNvPr>
                <p:cNvPicPr/>
                <p:nvPr/>
              </p:nvPicPr>
              <p:blipFill>
                <a:blip r:embed="rId6"/>
                <a:stretch>
                  <a:fillRect/>
                </a:stretch>
              </p:blipFill>
              <p:spPr>
                <a:xfrm>
                  <a:off x="4661701" y="5339230"/>
                  <a:ext cx="22644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1F4CF7BE-5E4C-4B6A-5573-0769EA152FFD}"/>
                    </a:ext>
                  </a:extLst>
                </p14:cNvPr>
                <p14:cNvContentPartPr/>
                <p14:nvPr/>
              </p14:nvContentPartPr>
              <p14:xfrm>
                <a:off x="6049501" y="5315830"/>
                <a:ext cx="255960" cy="69840"/>
              </p14:xfrm>
            </p:contentPart>
          </mc:Choice>
          <mc:Fallback>
            <p:pic>
              <p:nvPicPr>
                <p:cNvPr id="5" name="Ink 4">
                  <a:extLst>
                    <a:ext uri="{FF2B5EF4-FFF2-40B4-BE49-F238E27FC236}">
                      <a16:creationId xmlns:a16="http://schemas.microsoft.com/office/drawing/2014/main" id="{1F4CF7BE-5E4C-4B6A-5573-0769EA152FFD}"/>
                    </a:ext>
                  </a:extLst>
                </p:cNvPr>
                <p:cNvPicPr/>
                <p:nvPr/>
              </p:nvPicPr>
              <p:blipFill>
                <a:blip r:embed="rId8"/>
                <a:stretch>
                  <a:fillRect/>
                </a:stretch>
              </p:blipFill>
              <p:spPr>
                <a:xfrm>
                  <a:off x="6043381" y="5309710"/>
                  <a:ext cx="268200" cy="82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8FE5E71A-74F0-B38F-3F16-EFACC2658E63}"/>
                  </a:ext>
                </a:extLst>
              </p14:cNvPr>
              <p14:cNvContentPartPr/>
              <p14:nvPr/>
            </p14:nvContentPartPr>
            <p14:xfrm>
              <a:off x="3697261" y="6194590"/>
              <a:ext cx="1294560" cy="711360"/>
            </p14:xfrm>
          </p:contentPart>
        </mc:Choice>
        <mc:Fallback>
          <p:pic>
            <p:nvPicPr>
              <p:cNvPr id="8" name="Ink 7">
                <a:extLst>
                  <a:ext uri="{FF2B5EF4-FFF2-40B4-BE49-F238E27FC236}">
                    <a16:creationId xmlns:a16="http://schemas.microsoft.com/office/drawing/2014/main" id="{8FE5E71A-74F0-B38F-3F16-EFACC2658E63}"/>
                  </a:ext>
                </a:extLst>
              </p:cNvPr>
              <p:cNvPicPr/>
              <p:nvPr/>
            </p:nvPicPr>
            <p:blipFill>
              <a:blip r:embed="rId10"/>
              <a:stretch>
                <a:fillRect/>
              </a:stretch>
            </p:blipFill>
            <p:spPr>
              <a:xfrm>
                <a:off x="3691141" y="6188470"/>
                <a:ext cx="1306800" cy="723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11759489" cy="883265"/>
          </a:xfrm>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0" dirty="0">
                <a:solidFill>
                  <a:schemeClr val="bg1"/>
                </a:solidFill>
              </a:rPr>
              <a:t>MLEs for Normal Distribution Parameters</a:t>
            </a:r>
            <a:endParaRPr lang="en-IN" b="0" dirty="0">
              <a:solidFill>
                <a:schemeClr val="bg1"/>
              </a:solidFill>
            </a:endParaRPr>
          </a:p>
        </p:txBody>
      </p:sp>
      <p:pic>
        <p:nvPicPr>
          <p:cNvPr id="6" name="Content Placeholder 5"/>
          <p:cNvPicPr>
            <a:picLocks noGrp="1" noChangeAspect="1"/>
          </p:cNvPicPr>
          <p:nvPr>
            <p:ph idx="4294967295"/>
          </p:nvPr>
        </p:nvPicPr>
        <p:blipFill>
          <a:blip r:embed="rId2"/>
          <a:stretch>
            <a:fillRect/>
          </a:stretch>
        </p:blipFill>
        <p:spPr>
          <a:xfrm>
            <a:off x="1250950" y="1752600"/>
            <a:ext cx="12031663" cy="4419600"/>
          </a:xfrm>
          <a:prstGeom prst="rect">
            <a:avLst/>
          </a:prstGeom>
        </p:spPr>
      </p:pic>
      <p:grpSp>
        <p:nvGrpSpPr>
          <p:cNvPr id="33" name="Group 32">
            <a:extLst>
              <a:ext uri="{FF2B5EF4-FFF2-40B4-BE49-F238E27FC236}">
                <a16:creationId xmlns:a16="http://schemas.microsoft.com/office/drawing/2014/main" id="{C47EAF07-4C62-D178-0BE1-1B8AF7F904A0}"/>
              </a:ext>
            </a:extLst>
          </p:cNvPr>
          <p:cNvGrpSpPr/>
          <p:nvPr/>
        </p:nvGrpSpPr>
        <p:grpSpPr>
          <a:xfrm>
            <a:off x="299581" y="2791870"/>
            <a:ext cx="6014160" cy="2189880"/>
            <a:chOff x="299581" y="2791870"/>
            <a:chExt cx="6014160" cy="218988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A754278-50C6-E7DA-6629-F5D95D1F9402}"/>
                    </a:ext>
                  </a:extLst>
                </p14:cNvPr>
                <p14:cNvContentPartPr/>
                <p14:nvPr/>
              </p14:nvContentPartPr>
              <p14:xfrm>
                <a:off x="4306021" y="2791870"/>
                <a:ext cx="953280" cy="567720"/>
              </p14:xfrm>
            </p:contentPart>
          </mc:Choice>
          <mc:Fallback>
            <p:pic>
              <p:nvPicPr>
                <p:cNvPr id="3" name="Ink 2">
                  <a:extLst>
                    <a:ext uri="{FF2B5EF4-FFF2-40B4-BE49-F238E27FC236}">
                      <a16:creationId xmlns:a16="http://schemas.microsoft.com/office/drawing/2014/main" id="{BA754278-50C6-E7DA-6629-F5D95D1F9402}"/>
                    </a:ext>
                  </a:extLst>
                </p:cNvPr>
                <p:cNvPicPr/>
                <p:nvPr/>
              </p:nvPicPr>
              <p:blipFill>
                <a:blip r:embed="rId4"/>
                <a:stretch>
                  <a:fillRect/>
                </a:stretch>
              </p:blipFill>
              <p:spPr>
                <a:xfrm>
                  <a:off x="4299901" y="2785750"/>
                  <a:ext cx="965520" cy="579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9D9B369-DA00-F015-3BEB-6B4C85074676}"/>
                    </a:ext>
                  </a:extLst>
                </p14:cNvPr>
                <p14:cNvContentPartPr/>
                <p14:nvPr/>
              </p14:nvContentPartPr>
              <p14:xfrm>
                <a:off x="4380181" y="3424030"/>
                <a:ext cx="204480" cy="851400"/>
              </p14:xfrm>
            </p:contentPart>
          </mc:Choice>
          <mc:Fallback>
            <p:pic>
              <p:nvPicPr>
                <p:cNvPr id="4" name="Ink 3">
                  <a:extLst>
                    <a:ext uri="{FF2B5EF4-FFF2-40B4-BE49-F238E27FC236}">
                      <a16:creationId xmlns:a16="http://schemas.microsoft.com/office/drawing/2014/main" id="{C9D9B369-DA00-F015-3BEB-6B4C85074676}"/>
                    </a:ext>
                  </a:extLst>
                </p:cNvPr>
                <p:cNvPicPr/>
                <p:nvPr/>
              </p:nvPicPr>
              <p:blipFill>
                <a:blip r:embed="rId6"/>
                <a:stretch>
                  <a:fillRect/>
                </a:stretch>
              </p:blipFill>
              <p:spPr>
                <a:xfrm>
                  <a:off x="4374061" y="3417910"/>
                  <a:ext cx="216720" cy="8636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1D176DF9-A7C1-8B21-51B4-52057EB84148}"/>
                    </a:ext>
                  </a:extLst>
                </p14:cNvPr>
                <p14:cNvContentPartPr/>
                <p14:nvPr/>
              </p14:nvContentPartPr>
              <p14:xfrm>
                <a:off x="4239061" y="3367150"/>
                <a:ext cx="466560" cy="359280"/>
              </p14:xfrm>
            </p:contentPart>
          </mc:Choice>
          <mc:Fallback>
            <p:pic>
              <p:nvPicPr>
                <p:cNvPr id="5" name="Ink 4">
                  <a:extLst>
                    <a:ext uri="{FF2B5EF4-FFF2-40B4-BE49-F238E27FC236}">
                      <a16:creationId xmlns:a16="http://schemas.microsoft.com/office/drawing/2014/main" id="{1D176DF9-A7C1-8B21-51B4-52057EB84148}"/>
                    </a:ext>
                  </a:extLst>
                </p:cNvPr>
                <p:cNvPicPr/>
                <p:nvPr/>
              </p:nvPicPr>
              <p:blipFill>
                <a:blip r:embed="rId8"/>
                <a:stretch>
                  <a:fillRect/>
                </a:stretch>
              </p:blipFill>
              <p:spPr>
                <a:xfrm>
                  <a:off x="4232941" y="3361030"/>
                  <a:ext cx="47880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6F05B17A-35EE-8A10-E24E-C15DDF476157}"/>
                    </a:ext>
                  </a:extLst>
                </p14:cNvPr>
                <p14:cNvContentPartPr/>
                <p14:nvPr/>
              </p14:nvContentPartPr>
              <p14:xfrm>
                <a:off x="3464341" y="4235830"/>
                <a:ext cx="154800" cy="745920"/>
              </p14:xfrm>
            </p:contentPart>
          </mc:Choice>
          <mc:Fallback>
            <p:pic>
              <p:nvPicPr>
                <p:cNvPr id="7" name="Ink 6">
                  <a:extLst>
                    <a:ext uri="{FF2B5EF4-FFF2-40B4-BE49-F238E27FC236}">
                      <a16:creationId xmlns:a16="http://schemas.microsoft.com/office/drawing/2014/main" id="{6F05B17A-35EE-8A10-E24E-C15DDF476157}"/>
                    </a:ext>
                  </a:extLst>
                </p:cNvPr>
                <p:cNvPicPr/>
                <p:nvPr/>
              </p:nvPicPr>
              <p:blipFill>
                <a:blip r:embed="rId10"/>
                <a:stretch>
                  <a:fillRect/>
                </a:stretch>
              </p:blipFill>
              <p:spPr>
                <a:xfrm>
                  <a:off x="3458221" y="4229710"/>
                  <a:ext cx="167040" cy="758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236FA545-0210-B268-DA0C-439F6BA0D581}"/>
                    </a:ext>
                  </a:extLst>
                </p14:cNvPr>
                <p14:cNvContentPartPr/>
                <p14:nvPr/>
              </p14:nvContentPartPr>
              <p14:xfrm>
                <a:off x="3681421" y="4353550"/>
                <a:ext cx="623520" cy="253440"/>
              </p14:xfrm>
            </p:contentPart>
          </mc:Choice>
          <mc:Fallback>
            <p:pic>
              <p:nvPicPr>
                <p:cNvPr id="8" name="Ink 7">
                  <a:extLst>
                    <a:ext uri="{FF2B5EF4-FFF2-40B4-BE49-F238E27FC236}">
                      <a16:creationId xmlns:a16="http://schemas.microsoft.com/office/drawing/2014/main" id="{236FA545-0210-B268-DA0C-439F6BA0D581}"/>
                    </a:ext>
                  </a:extLst>
                </p:cNvPr>
                <p:cNvPicPr/>
                <p:nvPr/>
              </p:nvPicPr>
              <p:blipFill>
                <a:blip r:embed="rId12"/>
                <a:stretch>
                  <a:fillRect/>
                </a:stretch>
              </p:blipFill>
              <p:spPr>
                <a:xfrm>
                  <a:off x="3675301" y="4347430"/>
                  <a:ext cx="63576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D78DEEF1-22A7-3053-E9BE-F03DED3D058C}"/>
                    </a:ext>
                  </a:extLst>
                </p14:cNvPr>
                <p14:cNvContentPartPr/>
                <p14:nvPr/>
              </p14:nvContentPartPr>
              <p14:xfrm>
                <a:off x="4312861" y="4344190"/>
                <a:ext cx="658080" cy="234000"/>
              </p14:xfrm>
            </p:contentPart>
          </mc:Choice>
          <mc:Fallback>
            <p:pic>
              <p:nvPicPr>
                <p:cNvPr id="9" name="Ink 8">
                  <a:extLst>
                    <a:ext uri="{FF2B5EF4-FFF2-40B4-BE49-F238E27FC236}">
                      <a16:creationId xmlns:a16="http://schemas.microsoft.com/office/drawing/2014/main" id="{D78DEEF1-22A7-3053-E9BE-F03DED3D058C}"/>
                    </a:ext>
                  </a:extLst>
                </p:cNvPr>
                <p:cNvPicPr/>
                <p:nvPr/>
              </p:nvPicPr>
              <p:blipFill>
                <a:blip r:embed="rId14"/>
                <a:stretch>
                  <a:fillRect/>
                </a:stretch>
              </p:blipFill>
              <p:spPr>
                <a:xfrm>
                  <a:off x="4306741" y="4338070"/>
                  <a:ext cx="67032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31843DC0-ED96-6F2C-FF1D-1F8657CF7C8D}"/>
                    </a:ext>
                  </a:extLst>
                </p14:cNvPr>
                <p14:cNvContentPartPr/>
                <p14:nvPr/>
              </p14:nvContentPartPr>
              <p14:xfrm>
                <a:off x="5138701" y="4066630"/>
                <a:ext cx="943560" cy="494280"/>
              </p14:xfrm>
            </p:contentPart>
          </mc:Choice>
          <mc:Fallback>
            <p:pic>
              <p:nvPicPr>
                <p:cNvPr id="10" name="Ink 9">
                  <a:extLst>
                    <a:ext uri="{FF2B5EF4-FFF2-40B4-BE49-F238E27FC236}">
                      <a16:creationId xmlns:a16="http://schemas.microsoft.com/office/drawing/2014/main" id="{31843DC0-ED96-6F2C-FF1D-1F8657CF7C8D}"/>
                    </a:ext>
                  </a:extLst>
                </p:cNvPr>
                <p:cNvPicPr/>
                <p:nvPr/>
              </p:nvPicPr>
              <p:blipFill>
                <a:blip r:embed="rId16"/>
                <a:stretch>
                  <a:fillRect/>
                </a:stretch>
              </p:blipFill>
              <p:spPr>
                <a:xfrm>
                  <a:off x="5132581" y="4060510"/>
                  <a:ext cx="955800" cy="5065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2D8E671E-836B-5A5D-B5AD-E6D05DDB1DE0}"/>
                    </a:ext>
                  </a:extLst>
                </p14:cNvPr>
                <p14:cNvContentPartPr/>
                <p14:nvPr/>
              </p14:nvContentPartPr>
              <p14:xfrm>
                <a:off x="6190981" y="4407190"/>
                <a:ext cx="122760" cy="183600"/>
              </p14:xfrm>
            </p:contentPart>
          </mc:Choice>
          <mc:Fallback>
            <p:pic>
              <p:nvPicPr>
                <p:cNvPr id="11" name="Ink 10">
                  <a:extLst>
                    <a:ext uri="{FF2B5EF4-FFF2-40B4-BE49-F238E27FC236}">
                      <a16:creationId xmlns:a16="http://schemas.microsoft.com/office/drawing/2014/main" id="{2D8E671E-836B-5A5D-B5AD-E6D05DDB1DE0}"/>
                    </a:ext>
                  </a:extLst>
                </p:cNvPr>
                <p:cNvPicPr/>
                <p:nvPr/>
              </p:nvPicPr>
              <p:blipFill>
                <a:blip r:embed="rId18"/>
                <a:stretch>
                  <a:fillRect/>
                </a:stretch>
              </p:blipFill>
              <p:spPr>
                <a:xfrm>
                  <a:off x="6184861" y="4401070"/>
                  <a:ext cx="13500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248EE92E-4B67-5978-BBF1-F58129ACEA1C}"/>
                    </a:ext>
                  </a:extLst>
                </p14:cNvPr>
                <p14:cNvContentPartPr/>
                <p14:nvPr/>
              </p14:nvContentPartPr>
              <p14:xfrm>
                <a:off x="5662861" y="4160950"/>
                <a:ext cx="158400" cy="23040"/>
              </p14:xfrm>
            </p:contentPart>
          </mc:Choice>
          <mc:Fallback>
            <p:pic>
              <p:nvPicPr>
                <p:cNvPr id="12" name="Ink 11">
                  <a:extLst>
                    <a:ext uri="{FF2B5EF4-FFF2-40B4-BE49-F238E27FC236}">
                      <a16:creationId xmlns:a16="http://schemas.microsoft.com/office/drawing/2014/main" id="{248EE92E-4B67-5978-BBF1-F58129ACEA1C}"/>
                    </a:ext>
                  </a:extLst>
                </p:cNvPr>
                <p:cNvPicPr/>
                <p:nvPr/>
              </p:nvPicPr>
              <p:blipFill>
                <a:blip r:embed="rId20"/>
                <a:stretch>
                  <a:fillRect/>
                </a:stretch>
              </p:blipFill>
              <p:spPr>
                <a:xfrm>
                  <a:off x="5656741" y="4154830"/>
                  <a:ext cx="1706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33067F00-E1AB-ABE3-D4AC-B14239B81B78}"/>
                    </a:ext>
                  </a:extLst>
                </p14:cNvPr>
                <p14:cNvContentPartPr/>
                <p14:nvPr/>
              </p14:nvContentPartPr>
              <p14:xfrm>
                <a:off x="3081661" y="3681790"/>
                <a:ext cx="806040" cy="453960"/>
              </p14:xfrm>
            </p:contentPart>
          </mc:Choice>
          <mc:Fallback>
            <p:pic>
              <p:nvPicPr>
                <p:cNvPr id="14" name="Ink 13">
                  <a:extLst>
                    <a:ext uri="{FF2B5EF4-FFF2-40B4-BE49-F238E27FC236}">
                      <a16:creationId xmlns:a16="http://schemas.microsoft.com/office/drawing/2014/main" id="{33067F00-E1AB-ABE3-D4AC-B14239B81B78}"/>
                    </a:ext>
                  </a:extLst>
                </p:cNvPr>
                <p:cNvPicPr/>
                <p:nvPr/>
              </p:nvPicPr>
              <p:blipFill>
                <a:blip r:embed="rId22"/>
                <a:stretch>
                  <a:fillRect/>
                </a:stretch>
              </p:blipFill>
              <p:spPr>
                <a:xfrm>
                  <a:off x="3075541" y="3675670"/>
                  <a:ext cx="818280" cy="4662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9CBCC477-C055-F083-C09A-C2525415B360}"/>
                    </a:ext>
                  </a:extLst>
                </p14:cNvPr>
                <p14:cNvContentPartPr/>
                <p14:nvPr/>
              </p14:nvContentPartPr>
              <p14:xfrm>
                <a:off x="4041061" y="3793030"/>
                <a:ext cx="28440" cy="25920"/>
              </p14:xfrm>
            </p:contentPart>
          </mc:Choice>
          <mc:Fallback>
            <p:pic>
              <p:nvPicPr>
                <p:cNvPr id="15" name="Ink 14">
                  <a:extLst>
                    <a:ext uri="{FF2B5EF4-FFF2-40B4-BE49-F238E27FC236}">
                      <a16:creationId xmlns:a16="http://schemas.microsoft.com/office/drawing/2014/main" id="{9CBCC477-C055-F083-C09A-C2525415B360}"/>
                    </a:ext>
                  </a:extLst>
                </p:cNvPr>
                <p:cNvPicPr/>
                <p:nvPr/>
              </p:nvPicPr>
              <p:blipFill>
                <a:blip r:embed="rId24"/>
                <a:stretch>
                  <a:fillRect/>
                </a:stretch>
              </p:blipFill>
              <p:spPr>
                <a:xfrm>
                  <a:off x="4034941" y="3786910"/>
                  <a:ext cx="406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2092B8D6-A39B-BD7D-ED62-229C6237D55F}"/>
                    </a:ext>
                  </a:extLst>
                </p14:cNvPr>
                <p14:cNvContentPartPr/>
                <p14:nvPr/>
              </p14:nvContentPartPr>
              <p14:xfrm>
                <a:off x="3911461" y="3858190"/>
                <a:ext cx="303840" cy="159480"/>
              </p14:xfrm>
            </p:contentPart>
          </mc:Choice>
          <mc:Fallback>
            <p:pic>
              <p:nvPicPr>
                <p:cNvPr id="16" name="Ink 15">
                  <a:extLst>
                    <a:ext uri="{FF2B5EF4-FFF2-40B4-BE49-F238E27FC236}">
                      <a16:creationId xmlns:a16="http://schemas.microsoft.com/office/drawing/2014/main" id="{2092B8D6-A39B-BD7D-ED62-229C6237D55F}"/>
                    </a:ext>
                  </a:extLst>
                </p:cNvPr>
                <p:cNvPicPr/>
                <p:nvPr/>
              </p:nvPicPr>
              <p:blipFill>
                <a:blip r:embed="rId26"/>
                <a:stretch>
                  <a:fillRect/>
                </a:stretch>
              </p:blipFill>
              <p:spPr>
                <a:xfrm>
                  <a:off x="3905341" y="3852070"/>
                  <a:ext cx="3160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B461C1C8-26A3-A46C-AAED-833D49C2A13B}"/>
                    </a:ext>
                  </a:extLst>
                </p14:cNvPr>
                <p14:cNvContentPartPr/>
                <p14:nvPr/>
              </p14:nvContentPartPr>
              <p14:xfrm>
                <a:off x="4154821" y="3850630"/>
                <a:ext cx="667800" cy="198720"/>
              </p14:xfrm>
            </p:contentPart>
          </mc:Choice>
          <mc:Fallback>
            <p:pic>
              <p:nvPicPr>
                <p:cNvPr id="17" name="Ink 16">
                  <a:extLst>
                    <a:ext uri="{FF2B5EF4-FFF2-40B4-BE49-F238E27FC236}">
                      <a16:creationId xmlns:a16="http://schemas.microsoft.com/office/drawing/2014/main" id="{B461C1C8-26A3-A46C-AAED-833D49C2A13B}"/>
                    </a:ext>
                  </a:extLst>
                </p:cNvPr>
                <p:cNvPicPr/>
                <p:nvPr/>
              </p:nvPicPr>
              <p:blipFill>
                <a:blip r:embed="rId28"/>
                <a:stretch>
                  <a:fillRect/>
                </a:stretch>
              </p:blipFill>
              <p:spPr>
                <a:xfrm>
                  <a:off x="4148701" y="3844510"/>
                  <a:ext cx="68004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B5341AEC-296B-6CFC-03F6-829471ABC53B}"/>
                    </a:ext>
                  </a:extLst>
                </p14:cNvPr>
                <p14:cNvContentPartPr/>
                <p14:nvPr/>
              </p14:nvContentPartPr>
              <p14:xfrm>
                <a:off x="4936021" y="3856030"/>
                <a:ext cx="735480" cy="161640"/>
              </p14:xfrm>
            </p:contentPart>
          </mc:Choice>
          <mc:Fallback>
            <p:pic>
              <p:nvPicPr>
                <p:cNvPr id="18" name="Ink 17">
                  <a:extLst>
                    <a:ext uri="{FF2B5EF4-FFF2-40B4-BE49-F238E27FC236}">
                      <a16:creationId xmlns:a16="http://schemas.microsoft.com/office/drawing/2014/main" id="{B5341AEC-296B-6CFC-03F6-829471ABC53B}"/>
                    </a:ext>
                  </a:extLst>
                </p:cNvPr>
                <p:cNvPicPr/>
                <p:nvPr/>
              </p:nvPicPr>
              <p:blipFill>
                <a:blip r:embed="rId30"/>
                <a:stretch>
                  <a:fillRect/>
                </a:stretch>
              </p:blipFill>
              <p:spPr>
                <a:xfrm>
                  <a:off x="4929901" y="3849910"/>
                  <a:ext cx="74772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459AC2C9-273A-33CA-9460-8284443F27E2}"/>
                    </a:ext>
                  </a:extLst>
                </p14:cNvPr>
                <p14:cNvContentPartPr/>
                <p14:nvPr/>
              </p14:nvContentPartPr>
              <p14:xfrm>
                <a:off x="2509981" y="2852350"/>
                <a:ext cx="1636920" cy="589320"/>
              </p14:xfrm>
            </p:contentPart>
          </mc:Choice>
          <mc:Fallback>
            <p:pic>
              <p:nvPicPr>
                <p:cNvPr id="20" name="Ink 19">
                  <a:extLst>
                    <a:ext uri="{FF2B5EF4-FFF2-40B4-BE49-F238E27FC236}">
                      <a16:creationId xmlns:a16="http://schemas.microsoft.com/office/drawing/2014/main" id="{459AC2C9-273A-33CA-9460-8284443F27E2}"/>
                    </a:ext>
                  </a:extLst>
                </p:cNvPr>
                <p:cNvPicPr/>
                <p:nvPr/>
              </p:nvPicPr>
              <p:blipFill>
                <a:blip r:embed="rId32"/>
                <a:stretch>
                  <a:fillRect/>
                </a:stretch>
              </p:blipFill>
              <p:spPr>
                <a:xfrm>
                  <a:off x="2503861" y="2846230"/>
                  <a:ext cx="1649160" cy="601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C542A2FE-713C-B608-01FD-6AAA1178EE07}"/>
                    </a:ext>
                  </a:extLst>
                </p14:cNvPr>
                <p14:cNvContentPartPr/>
                <p14:nvPr/>
              </p14:nvContentPartPr>
              <p14:xfrm>
                <a:off x="2328181" y="3313870"/>
                <a:ext cx="886320" cy="618840"/>
              </p14:xfrm>
            </p:contentPart>
          </mc:Choice>
          <mc:Fallback>
            <p:pic>
              <p:nvPicPr>
                <p:cNvPr id="21" name="Ink 20">
                  <a:extLst>
                    <a:ext uri="{FF2B5EF4-FFF2-40B4-BE49-F238E27FC236}">
                      <a16:creationId xmlns:a16="http://schemas.microsoft.com/office/drawing/2014/main" id="{C542A2FE-713C-B608-01FD-6AAA1178EE07}"/>
                    </a:ext>
                  </a:extLst>
                </p:cNvPr>
                <p:cNvPicPr/>
                <p:nvPr/>
              </p:nvPicPr>
              <p:blipFill>
                <a:blip r:embed="rId34"/>
                <a:stretch>
                  <a:fillRect/>
                </a:stretch>
              </p:blipFill>
              <p:spPr>
                <a:xfrm>
                  <a:off x="2322061" y="3307750"/>
                  <a:ext cx="898560" cy="6310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383CD084-8A57-B088-11A2-F677083DB86A}"/>
                    </a:ext>
                  </a:extLst>
                </p14:cNvPr>
                <p14:cNvContentPartPr/>
                <p14:nvPr/>
              </p14:nvContentPartPr>
              <p14:xfrm>
                <a:off x="2817781" y="3251590"/>
                <a:ext cx="362520" cy="466560"/>
              </p14:xfrm>
            </p:contentPart>
          </mc:Choice>
          <mc:Fallback>
            <p:pic>
              <p:nvPicPr>
                <p:cNvPr id="22" name="Ink 21">
                  <a:extLst>
                    <a:ext uri="{FF2B5EF4-FFF2-40B4-BE49-F238E27FC236}">
                      <a16:creationId xmlns:a16="http://schemas.microsoft.com/office/drawing/2014/main" id="{383CD084-8A57-B088-11A2-F677083DB86A}"/>
                    </a:ext>
                  </a:extLst>
                </p:cNvPr>
                <p:cNvPicPr/>
                <p:nvPr/>
              </p:nvPicPr>
              <p:blipFill>
                <a:blip r:embed="rId36"/>
                <a:stretch>
                  <a:fillRect/>
                </a:stretch>
              </p:blipFill>
              <p:spPr>
                <a:xfrm>
                  <a:off x="2811661" y="3245470"/>
                  <a:ext cx="37476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D7CD6846-5522-D5BB-BAAC-3CED417CC0C1}"/>
                    </a:ext>
                  </a:extLst>
                </p14:cNvPr>
                <p14:cNvContentPartPr/>
                <p14:nvPr/>
              </p14:nvContentPartPr>
              <p14:xfrm>
                <a:off x="331621" y="3958630"/>
                <a:ext cx="162360" cy="578880"/>
              </p14:xfrm>
            </p:contentPart>
          </mc:Choice>
          <mc:Fallback>
            <p:pic>
              <p:nvPicPr>
                <p:cNvPr id="23" name="Ink 22">
                  <a:extLst>
                    <a:ext uri="{FF2B5EF4-FFF2-40B4-BE49-F238E27FC236}">
                      <a16:creationId xmlns:a16="http://schemas.microsoft.com/office/drawing/2014/main" id="{D7CD6846-5522-D5BB-BAAC-3CED417CC0C1}"/>
                    </a:ext>
                  </a:extLst>
                </p:cNvPr>
                <p:cNvPicPr/>
                <p:nvPr/>
              </p:nvPicPr>
              <p:blipFill>
                <a:blip r:embed="rId38"/>
                <a:stretch>
                  <a:fillRect/>
                </a:stretch>
              </p:blipFill>
              <p:spPr>
                <a:xfrm>
                  <a:off x="325501" y="3952510"/>
                  <a:ext cx="174600" cy="5911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97C5A25F-A96F-BA7F-6998-1CBEBB47296A}"/>
                    </a:ext>
                  </a:extLst>
                </p14:cNvPr>
                <p14:cNvContentPartPr/>
                <p14:nvPr/>
              </p14:nvContentPartPr>
              <p14:xfrm>
                <a:off x="299581" y="4259230"/>
                <a:ext cx="217080" cy="241920"/>
              </p14:xfrm>
            </p:contentPart>
          </mc:Choice>
          <mc:Fallback>
            <p:pic>
              <p:nvPicPr>
                <p:cNvPr id="24" name="Ink 23">
                  <a:extLst>
                    <a:ext uri="{FF2B5EF4-FFF2-40B4-BE49-F238E27FC236}">
                      <a16:creationId xmlns:a16="http://schemas.microsoft.com/office/drawing/2014/main" id="{97C5A25F-A96F-BA7F-6998-1CBEBB47296A}"/>
                    </a:ext>
                  </a:extLst>
                </p:cNvPr>
                <p:cNvPicPr/>
                <p:nvPr/>
              </p:nvPicPr>
              <p:blipFill>
                <a:blip r:embed="rId40"/>
                <a:stretch>
                  <a:fillRect/>
                </a:stretch>
              </p:blipFill>
              <p:spPr>
                <a:xfrm>
                  <a:off x="293461" y="4253110"/>
                  <a:ext cx="22932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97C41F25-BB5B-4F26-5668-174682B64505}"/>
                    </a:ext>
                  </a:extLst>
                </p14:cNvPr>
                <p14:cNvContentPartPr/>
                <p14:nvPr/>
              </p14:nvContentPartPr>
              <p14:xfrm>
                <a:off x="504421" y="4120990"/>
                <a:ext cx="8280" cy="2880"/>
              </p14:xfrm>
            </p:contentPart>
          </mc:Choice>
          <mc:Fallback>
            <p:pic>
              <p:nvPicPr>
                <p:cNvPr id="25" name="Ink 24">
                  <a:extLst>
                    <a:ext uri="{FF2B5EF4-FFF2-40B4-BE49-F238E27FC236}">
                      <a16:creationId xmlns:a16="http://schemas.microsoft.com/office/drawing/2014/main" id="{97C41F25-BB5B-4F26-5668-174682B64505}"/>
                    </a:ext>
                  </a:extLst>
                </p:cNvPr>
                <p:cNvPicPr/>
                <p:nvPr/>
              </p:nvPicPr>
              <p:blipFill>
                <a:blip r:embed="rId42"/>
                <a:stretch>
                  <a:fillRect/>
                </a:stretch>
              </p:blipFill>
              <p:spPr>
                <a:xfrm>
                  <a:off x="498301" y="4114870"/>
                  <a:ext cx="20520" cy="15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8AD888CB-C219-68CD-CBDC-79FA06212A3E}"/>
                    </a:ext>
                  </a:extLst>
                </p14:cNvPr>
                <p14:cNvContentPartPr/>
                <p14:nvPr/>
              </p14:nvContentPartPr>
              <p14:xfrm>
                <a:off x="694141" y="4238710"/>
                <a:ext cx="187560" cy="186480"/>
              </p14:xfrm>
            </p:contentPart>
          </mc:Choice>
          <mc:Fallback>
            <p:pic>
              <p:nvPicPr>
                <p:cNvPr id="26" name="Ink 25">
                  <a:extLst>
                    <a:ext uri="{FF2B5EF4-FFF2-40B4-BE49-F238E27FC236}">
                      <a16:creationId xmlns:a16="http://schemas.microsoft.com/office/drawing/2014/main" id="{8AD888CB-C219-68CD-CBDC-79FA06212A3E}"/>
                    </a:ext>
                  </a:extLst>
                </p:cNvPr>
                <p:cNvPicPr/>
                <p:nvPr/>
              </p:nvPicPr>
              <p:blipFill>
                <a:blip r:embed="rId44"/>
                <a:stretch>
                  <a:fillRect/>
                </a:stretch>
              </p:blipFill>
              <p:spPr>
                <a:xfrm>
                  <a:off x="688021" y="4232590"/>
                  <a:ext cx="19980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7" name="Ink 26">
                  <a:extLst>
                    <a:ext uri="{FF2B5EF4-FFF2-40B4-BE49-F238E27FC236}">
                      <a16:creationId xmlns:a16="http://schemas.microsoft.com/office/drawing/2014/main" id="{D26C2289-2070-8A25-339B-6DF17CE23E22}"/>
                    </a:ext>
                  </a:extLst>
                </p14:cNvPr>
                <p14:cNvContentPartPr/>
                <p14:nvPr/>
              </p14:nvContentPartPr>
              <p14:xfrm>
                <a:off x="697741" y="4198390"/>
                <a:ext cx="142560" cy="298440"/>
              </p14:xfrm>
            </p:contentPart>
          </mc:Choice>
          <mc:Fallback>
            <p:pic>
              <p:nvPicPr>
                <p:cNvPr id="27" name="Ink 26">
                  <a:extLst>
                    <a:ext uri="{FF2B5EF4-FFF2-40B4-BE49-F238E27FC236}">
                      <a16:creationId xmlns:a16="http://schemas.microsoft.com/office/drawing/2014/main" id="{D26C2289-2070-8A25-339B-6DF17CE23E22}"/>
                    </a:ext>
                  </a:extLst>
                </p:cNvPr>
                <p:cNvPicPr/>
                <p:nvPr/>
              </p:nvPicPr>
              <p:blipFill>
                <a:blip r:embed="rId46"/>
                <a:stretch>
                  <a:fillRect/>
                </a:stretch>
              </p:blipFill>
              <p:spPr>
                <a:xfrm>
                  <a:off x="691621" y="4192270"/>
                  <a:ext cx="15480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8" name="Ink 27">
                  <a:extLst>
                    <a:ext uri="{FF2B5EF4-FFF2-40B4-BE49-F238E27FC236}">
                      <a16:creationId xmlns:a16="http://schemas.microsoft.com/office/drawing/2014/main" id="{F1D2E2ED-7D3D-2FE5-F6AD-5A362D754122}"/>
                    </a:ext>
                  </a:extLst>
                </p14:cNvPr>
                <p14:cNvContentPartPr/>
                <p14:nvPr/>
              </p14:nvContentPartPr>
              <p14:xfrm>
                <a:off x="920941" y="4293430"/>
                <a:ext cx="275400" cy="174240"/>
              </p14:xfrm>
            </p:contentPart>
          </mc:Choice>
          <mc:Fallback>
            <p:pic>
              <p:nvPicPr>
                <p:cNvPr id="28" name="Ink 27">
                  <a:extLst>
                    <a:ext uri="{FF2B5EF4-FFF2-40B4-BE49-F238E27FC236}">
                      <a16:creationId xmlns:a16="http://schemas.microsoft.com/office/drawing/2014/main" id="{F1D2E2ED-7D3D-2FE5-F6AD-5A362D754122}"/>
                    </a:ext>
                  </a:extLst>
                </p:cNvPr>
                <p:cNvPicPr/>
                <p:nvPr/>
              </p:nvPicPr>
              <p:blipFill>
                <a:blip r:embed="rId48"/>
                <a:stretch>
                  <a:fillRect/>
                </a:stretch>
              </p:blipFill>
              <p:spPr>
                <a:xfrm>
                  <a:off x="914821" y="4287310"/>
                  <a:ext cx="2876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9" name="Ink 28">
                  <a:extLst>
                    <a:ext uri="{FF2B5EF4-FFF2-40B4-BE49-F238E27FC236}">
                      <a16:creationId xmlns:a16="http://schemas.microsoft.com/office/drawing/2014/main" id="{0FAE2986-80B6-2744-8D31-8854BC9E56D2}"/>
                    </a:ext>
                  </a:extLst>
                </p14:cNvPr>
                <p14:cNvContentPartPr/>
                <p14:nvPr/>
              </p14:nvContentPartPr>
              <p14:xfrm>
                <a:off x="1247101" y="4052950"/>
                <a:ext cx="238680" cy="356040"/>
              </p14:xfrm>
            </p:contentPart>
          </mc:Choice>
          <mc:Fallback>
            <p:pic>
              <p:nvPicPr>
                <p:cNvPr id="29" name="Ink 28">
                  <a:extLst>
                    <a:ext uri="{FF2B5EF4-FFF2-40B4-BE49-F238E27FC236}">
                      <a16:creationId xmlns:a16="http://schemas.microsoft.com/office/drawing/2014/main" id="{0FAE2986-80B6-2744-8D31-8854BC9E56D2}"/>
                    </a:ext>
                  </a:extLst>
                </p:cNvPr>
                <p:cNvPicPr/>
                <p:nvPr/>
              </p:nvPicPr>
              <p:blipFill>
                <a:blip r:embed="rId50"/>
                <a:stretch>
                  <a:fillRect/>
                </a:stretch>
              </p:blipFill>
              <p:spPr>
                <a:xfrm>
                  <a:off x="1240981" y="4046830"/>
                  <a:ext cx="25092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0" name="Ink 29">
                  <a:extLst>
                    <a:ext uri="{FF2B5EF4-FFF2-40B4-BE49-F238E27FC236}">
                      <a16:creationId xmlns:a16="http://schemas.microsoft.com/office/drawing/2014/main" id="{30EC2DAD-F2D2-B9A6-EF33-8F7631E50C78}"/>
                    </a:ext>
                  </a:extLst>
                </p14:cNvPr>
                <p14:cNvContentPartPr/>
                <p14:nvPr/>
              </p14:nvContentPartPr>
              <p14:xfrm>
                <a:off x="1712581" y="4068070"/>
                <a:ext cx="166320" cy="284040"/>
              </p14:xfrm>
            </p:contentPart>
          </mc:Choice>
          <mc:Fallback>
            <p:pic>
              <p:nvPicPr>
                <p:cNvPr id="30" name="Ink 29">
                  <a:extLst>
                    <a:ext uri="{FF2B5EF4-FFF2-40B4-BE49-F238E27FC236}">
                      <a16:creationId xmlns:a16="http://schemas.microsoft.com/office/drawing/2014/main" id="{30EC2DAD-F2D2-B9A6-EF33-8F7631E50C78}"/>
                    </a:ext>
                  </a:extLst>
                </p:cNvPr>
                <p:cNvPicPr/>
                <p:nvPr/>
              </p:nvPicPr>
              <p:blipFill>
                <a:blip r:embed="rId52"/>
                <a:stretch>
                  <a:fillRect/>
                </a:stretch>
              </p:blipFill>
              <p:spPr>
                <a:xfrm>
                  <a:off x="1706461" y="4061950"/>
                  <a:ext cx="17856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1" name="Ink 30">
                  <a:extLst>
                    <a:ext uri="{FF2B5EF4-FFF2-40B4-BE49-F238E27FC236}">
                      <a16:creationId xmlns:a16="http://schemas.microsoft.com/office/drawing/2014/main" id="{9EF80E14-2072-9530-C1E1-83CDD330D190}"/>
                    </a:ext>
                  </a:extLst>
                </p14:cNvPr>
                <p14:cNvContentPartPr/>
                <p14:nvPr/>
              </p14:nvContentPartPr>
              <p14:xfrm>
                <a:off x="1912741" y="3952150"/>
                <a:ext cx="422640" cy="429840"/>
              </p14:xfrm>
            </p:contentPart>
          </mc:Choice>
          <mc:Fallback>
            <p:pic>
              <p:nvPicPr>
                <p:cNvPr id="31" name="Ink 30">
                  <a:extLst>
                    <a:ext uri="{FF2B5EF4-FFF2-40B4-BE49-F238E27FC236}">
                      <a16:creationId xmlns:a16="http://schemas.microsoft.com/office/drawing/2014/main" id="{9EF80E14-2072-9530-C1E1-83CDD330D190}"/>
                    </a:ext>
                  </a:extLst>
                </p:cNvPr>
                <p:cNvPicPr/>
                <p:nvPr/>
              </p:nvPicPr>
              <p:blipFill>
                <a:blip r:embed="rId54"/>
                <a:stretch>
                  <a:fillRect/>
                </a:stretch>
              </p:blipFill>
              <p:spPr>
                <a:xfrm>
                  <a:off x="1906621" y="3946030"/>
                  <a:ext cx="434880" cy="4420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2" name="Ink 31">
                  <a:extLst>
                    <a:ext uri="{FF2B5EF4-FFF2-40B4-BE49-F238E27FC236}">
                      <a16:creationId xmlns:a16="http://schemas.microsoft.com/office/drawing/2014/main" id="{2DB3667A-D2CF-2227-1BB5-4B1379A042DC}"/>
                    </a:ext>
                  </a:extLst>
                </p14:cNvPr>
                <p14:cNvContentPartPr/>
                <p14:nvPr/>
              </p14:nvContentPartPr>
              <p14:xfrm>
                <a:off x="2270581" y="4180750"/>
                <a:ext cx="573120" cy="93240"/>
              </p14:xfrm>
            </p:contentPart>
          </mc:Choice>
          <mc:Fallback>
            <p:pic>
              <p:nvPicPr>
                <p:cNvPr id="32" name="Ink 31">
                  <a:extLst>
                    <a:ext uri="{FF2B5EF4-FFF2-40B4-BE49-F238E27FC236}">
                      <a16:creationId xmlns:a16="http://schemas.microsoft.com/office/drawing/2014/main" id="{2DB3667A-D2CF-2227-1BB5-4B1379A042DC}"/>
                    </a:ext>
                  </a:extLst>
                </p:cNvPr>
                <p:cNvPicPr/>
                <p:nvPr/>
              </p:nvPicPr>
              <p:blipFill>
                <a:blip r:embed="rId56"/>
                <a:stretch>
                  <a:fillRect/>
                </a:stretch>
              </p:blipFill>
              <p:spPr>
                <a:xfrm>
                  <a:off x="2264461" y="4174630"/>
                  <a:ext cx="585360" cy="105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7">
            <p14:nvContentPartPr>
              <p14:cNvPr id="34" name="Ink 33">
                <a:extLst>
                  <a:ext uri="{FF2B5EF4-FFF2-40B4-BE49-F238E27FC236}">
                    <a16:creationId xmlns:a16="http://schemas.microsoft.com/office/drawing/2014/main" id="{43A6F363-0DBF-F9AC-F905-BEE0EA07FDE5}"/>
                  </a:ext>
                </a:extLst>
              </p14:cNvPr>
              <p14:cNvContentPartPr/>
              <p14:nvPr/>
            </p14:nvContentPartPr>
            <p14:xfrm>
              <a:off x="5792461" y="2488030"/>
              <a:ext cx="3185640" cy="1192320"/>
            </p14:xfrm>
          </p:contentPart>
        </mc:Choice>
        <mc:Fallback>
          <p:pic>
            <p:nvPicPr>
              <p:cNvPr id="34" name="Ink 33">
                <a:extLst>
                  <a:ext uri="{FF2B5EF4-FFF2-40B4-BE49-F238E27FC236}">
                    <a16:creationId xmlns:a16="http://schemas.microsoft.com/office/drawing/2014/main" id="{43A6F363-0DBF-F9AC-F905-BEE0EA07FDE5}"/>
                  </a:ext>
                </a:extLst>
              </p:cNvPr>
              <p:cNvPicPr/>
              <p:nvPr/>
            </p:nvPicPr>
            <p:blipFill>
              <a:blip r:embed="rId58"/>
              <a:stretch>
                <a:fillRect/>
              </a:stretch>
            </p:blipFill>
            <p:spPr>
              <a:xfrm>
                <a:off x="5786341" y="2481910"/>
                <a:ext cx="3197880" cy="12045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5" name="Ink 34">
                <a:extLst>
                  <a:ext uri="{FF2B5EF4-FFF2-40B4-BE49-F238E27FC236}">
                    <a16:creationId xmlns:a16="http://schemas.microsoft.com/office/drawing/2014/main" id="{C1E15BF9-148A-BF2C-5151-3DCDF79579CE}"/>
                  </a:ext>
                </a:extLst>
              </p14:cNvPr>
              <p14:cNvContentPartPr/>
              <p14:nvPr/>
            </p14:nvContentPartPr>
            <p14:xfrm>
              <a:off x="10117141" y="2405230"/>
              <a:ext cx="3276360" cy="1397160"/>
            </p14:xfrm>
          </p:contentPart>
        </mc:Choice>
        <mc:Fallback>
          <p:pic>
            <p:nvPicPr>
              <p:cNvPr id="35" name="Ink 34">
                <a:extLst>
                  <a:ext uri="{FF2B5EF4-FFF2-40B4-BE49-F238E27FC236}">
                    <a16:creationId xmlns:a16="http://schemas.microsoft.com/office/drawing/2014/main" id="{C1E15BF9-148A-BF2C-5151-3DCDF79579CE}"/>
                  </a:ext>
                </a:extLst>
              </p:cNvPr>
              <p:cNvPicPr/>
              <p:nvPr/>
            </p:nvPicPr>
            <p:blipFill>
              <a:blip r:embed="rId60"/>
              <a:stretch>
                <a:fillRect/>
              </a:stretch>
            </p:blipFill>
            <p:spPr>
              <a:xfrm>
                <a:off x="10111021" y="2399110"/>
                <a:ext cx="3288600" cy="1409400"/>
              </a:xfrm>
              <a:prstGeom prst="rect">
                <a:avLst/>
              </a:prstGeom>
            </p:spPr>
          </p:pic>
        </mc:Fallback>
      </mc:AlternateContent>
      <p:grpSp>
        <p:nvGrpSpPr>
          <p:cNvPr id="83" name="Group 82">
            <a:extLst>
              <a:ext uri="{FF2B5EF4-FFF2-40B4-BE49-F238E27FC236}">
                <a16:creationId xmlns:a16="http://schemas.microsoft.com/office/drawing/2014/main" id="{B6E821DC-E007-E22A-E663-FD03A426F100}"/>
              </a:ext>
            </a:extLst>
          </p:cNvPr>
          <p:cNvGrpSpPr/>
          <p:nvPr/>
        </p:nvGrpSpPr>
        <p:grpSpPr>
          <a:xfrm>
            <a:off x="2962501" y="5666830"/>
            <a:ext cx="10922400" cy="2215080"/>
            <a:chOff x="2962501" y="5666830"/>
            <a:chExt cx="10922400" cy="2215080"/>
          </a:xfrm>
        </p:grpSpPr>
        <mc:AlternateContent xmlns:mc="http://schemas.openxmlformats.org/markup-compatibility/2006">
          <mc:Choice xmlns:p14="http://schemas.microsoft.com/office/powerpoint/2010/main" Requires="p14">
            <p:contentPart p14:bwMode="auto" r:id="rId61">
              <p14:nvContentPartPr>
                <p14:cNvPr id="36" name="Ink 35">
                  <a:extLst>
                    <a:ext uri="{FF2B5EF4-FFF2-40B4-BE49-F238E27FC236}">
                      <a16:creationId xmlns:a16="http://schemas.microsoft.com/office/drawing/2014/main" id="{BF46F7A7-FF5D-C277-F35F-E8DF9AA6DBCA}"/>
                    </a:ext>
                  </a:extLst>
                </p14:cNvPr>
                <p14:cNvContentPartPr/>
                <p14:nvPr/>
              </p14:nvContentPartPr>
              <p14:xfrm>
                <a:off x="3194341" y="6350830"/>
                <a:ext cx="181080" cy="730800"/>
              </p14:xfrm>
            </p:contentPart>
          </mc:Choice>
          <mc:Fallback>
            <p:pic>
              <p:nvPicPr>
                <p:cNvPr id="36" name="Ink 35">
                  <a:extLst>
                    <a:ext uri="{FF2B5EF4-FFF2-40B4-BE49-F238E27FC236}">
                      <a16:creationId xmlns:a16="http://schemas.microsoft.com/office/drawing/2014/main" id="{BF46F7A7-FF5D-C277-F35F-E8DF9AA6DBCA}"/>
                    </a:ext>
                  </a:extLst>
                </p:cNvPr>
                <p:cNvPicPr/>
                <p:nvPr/>
              </p:nvPicPr>
              <p:blipFill>
                <a:blip r:embed="rId62"/>
                <a:stretch>
                  <a:fillRect/>
                </a:stretch>
              </p:blipFill>
              <p:spPr>
                <a:xfrm>
                  <a:off x="3188221" y="6344710"/>
                  <a:ext cx="193320" cy="743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7" name="Ink 36">
                  <a:extLst>
                    <a:ext uri="{FF2B5EF4-FFF2-40B4-BE49-F238E27FC236}">
                      <a16:creationId xmlns:a16="http://schemas.microsoft.com/office/drawing/2014/main" id="{7BEF4B4B-0940-5FE7-97F1-3362310D5661}"/>
                    </a:ext>
                  </a:extLst>
                </p14:cNvPr>
                <p14:cNvContentPartPr/>
                <p14:nvPr/>
              </p14:nvContentPartPr>
              <p14:xfrm>
                <a:off x="3465421" y="6280630"/>
                <a:ext cx="490320" cy="988560"/>
              </p14:xfrm>
            </p:contentPart>
          </mc:Choice>
          <mc:Fallback>
            <p:pic>
              <p:nvPicPr>
                <p:cNvPr id="37" name="Ink 36">
                  <a:extLst>
                    <a:ext uri="{FF2B5EF4-FFF2-40B4-BE49-F238E27FC236}">
                      <a16:creationId xmlns:a16="http://schemas.microsoft.com/office/drawing/2014/main" id="{7BEF4B4B-0940-5FE7-97F1-3362310D5661}"/>
                    </a:ext>
                  </a:extLst>
                </p:cNvPr>
                <p:cNvPicPr/>
                <p:nvPr/>
              </p:nvPicPr>
              <p:blipFill>
                <a:blip r:embed="rId64"/>
                <a:stretch>
                  <a:fillRect/>
                </a:stretch>
              </p:blipFill>
              <p:spPr>
                <a:xfrm>
                  <a:off x="3459301" y="6274510"/>
                  <a:ext cx="502560" cy="10008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8" name="Ink 37">
                  <a:extLst>
                    <a:ext uri="{FF2B5EF4-FFF2-40B4-BE49-F238E27FC236}">
                      <a16:creationId xmlns:a16="http://schemas.microsoft.com/office/drawing/2014/main" id="{05EC010A-588C-D539-9BF9-A4102D74156E}"/>
                    </a:ext>
                  </a:extLst>
                </p14:cNvPr>
                <p14:cNvContentPartPr/>
                <p14:nvPr/>
              </p14:nvContentPartPr>
              <p14:xfrm>
                <a:off x="3925861" y="6548110"/>
                <a:ext cx="222480" cy="439560"/>
              </p14:xfrm>
            </p:contentPart>
          </mc:Choice>
          <mc:Fallback>
            <p:pic>
              <p:nvPicPr>
                <p:cNvPr id="38" name="Ink 37">
                  <a:extLst>
                    <a:ext uri="{FF2B5EF4-FFF2-40B4-BE49-F238E27FC236}">
                      <a16:creationId xmlns:a16="http://schemas.microsoft.com/office/drawing/2014/main" id="{05EC010A-588C-D539-9BF9-A4102D74156E}"/>
                    </a:ext>
                  </a:extLst>
                </p:cNvPr>
                <p:cNvPicPr/>
                <p:nvPr/>
              </p:nvPicPr>
              <p:blipFill>
                <a:blip r:embed="rId66"/>
                <a:stretch>
                  <a:fillRect/>
                </a:stretch>
              </p:blipFill>
              <p:spPr>
                <a:xfrm>
                  <a:off x="3919741" y="6541990"/>
                  <a:ext cx="234720" cy="4518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0" name="Ink 39">
                  <a:extLst>
                    <a:ext uri="{FF2B5EF4-FFF2-40B4-BE49-F238E27FC236}">
                      <a16:creationId xmlns:a16="http://schemas.microsoft.com/office/drawing/2014/main" id="{26387C75-F3D8-2B48-BC36-8D4356FAA79C}"/>
                    </a:ext>
                  </a:extLst>
                </p14:cNvPr>
                <p14:cNvContentPartPr/>
                <p14:nvPr/>
              </p14:nvContentPartPr>
              <p14:xfrm>
                <a:off x="3888421" y="6573670"/>
                <a:ext cx="276840" cy="396720"/>
              </p14:xfrm>
            </p:contentPart>
          </mc:Choice>
          <mc:Fallback>
            <p:pic>
              <p:nvPicPr>
                <p:cNvPr id="40" name="Ink 39">
                  <a:extLst>
                    <a:ext uri="{FF2B5EF4-FFF2-40B4-BE49-F238E27FC236}">
                      <a16:creationId xmlns:a16="http://schemas.microsoft.com/office/drawing/2014/main" id="{26387C75-F3D8-2B48-BC36-8D4356FAA79C}"/>
                    </a:ext>
                  </a:extLst>
                </p:cNvPr>
                <p:cNvPicPr/>
                <p:nvPr/>
              </p:nvPicPr>
              <p:blipFill>
                <a:blip r:embed="rId68"/>
                <a:stretch>
                  <a:fillRect/>
                </a:stretch>
              </p:blipFill>
              <p:spPr>
                <a:xfrm>
                  <a:off x="3882301" y="6567550"/>
                  <a:ext cx="289080" cy="4089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1" name="Ink 40">
                  <a:extLst>
                    <a:ext uri="{FF2B5EF4-FFF2-40B4-BE49-F238E27FC236}">
                      <a16:creationId xmlns:a16="http://schemas.microsoft.com/office/drawing/2014/main" id="{08E28B27-0D63-98C6-806D-72936F969FB6}"/>
                    </a:ext>
                  </a:extLst>
                </p14:cNvPr>
                <p14:cNvContentPartPr/>
                <p14:nvPr/>
              </p14:nvContentPartPr>
              <p14:xfrm>
                <a:off x="4474501" y="6703270"/>
                <a:ext cx="178200" cy="20520"/>
              </p14:xfrm>
            </p:contentPart>
          </mc:Choice>
          <mc:Fallback>
            <p:pic>
              <p:nvPicPr>
                <p:cNvPr id="41" name="Ink 40">
                  <a:extLst>
                    <a:ext uri="{FF2B5EF4-FFF2-40B4-BE49-F238E27FC236}">
                      <a16:creationId xmlns:a16="http://schemas.microsoft.com/office/drawing/2014/main" id="{08E28B27-0D63-98C6-806D-72936F969FB6}"/>
                    </a:ext>
                  </a:extLst>
                </p:cNvPr>
                <p:cNvPicPr/>
                <p:nvPr/>
              </p:nvPicPr>
              <p:blipFill>
                <a:blip r:embed="rId70"/>
                <a:stretch>
                  <a:fillRect/>
                </a:stretch>
              </p:blipFill>
              <p:spPr>
                <a:xfrm>
                  <a:off x="4468381" y="6697150"/>
                  <a:ext cx="1904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2" name="Ink 41">
                  <a:extLst>
                    <a:ext uri="{FF2B5EF4-FFF2-40B4-BE49-F238E27FC236}">
                      <a16:creationId xmlns:a16="http://schemas.microsoft.com/office/drawing/2014/main" id="{27063B7C-9359-EDF9-A0F1-BAC83AF22849}"/>
                    </a:ext>
                  </a:extLst>
                </p14:cNvPr>
                <p14:cNvContentPartPr/>
                <p14:nvPr/>
              </p14:nvContentPartPr>
              <p14:xfrm>
                <a:off x="4538941" y="6738190"/>
                <a:ext cx="201240" cy="65880"/>
              </p14:xfrm>
            </p:contentPart>
          </mc:Choice>
          <mc:Fallback>
            <p:pic>
              <p:nvPicPr>
                <p:cNvPr id="42" name="Ink 41">
                  <a:extLst>
                    <a:ext uri="{FF2B5EF4-FFF2-40B4-BE49-F238E27FC236}">
                      <a16:creationId xmlns:a16="http://schemas.microsoft.com/office/drawing/2014/main" id="{27063B7C-9359-EDF9-A0F1-BAC83AF22849}"/>
                    </a:ext>
                  </a:extLst>
                </p:cNvPr>
                <p:cNvPicPr/>
                <p:nvPr/>
              </p:nvPicPr>
              <p:blipFill>
                <a:blip r:embed="rId72"/>
                <a:stretch>
                  <a:fillRect/>
                </a:stretch>
              </p:blipFill>
              <p:spPr>
                <a:xfrm>
                  <a:off x="4532821" y="6732070"/>
                  <a:ext cx="21348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3" name="Ink 42">
                  <a:extLst>
                    <a:ext uri="{FF2B5EF4-FFF2-40B4-BE49-F238E27FC236}">
                      <a16:creationId xmlns:a16="http://schemas.microsoft.com/office/drawing/2014/main" id="{E1ABB931-FC7A-FCCB-3044-F4072C176DA3}"/>
                    </a:ext>
                  </a:extLst>
                </p14:cNvPr>
                <p14:cNvContentPartPr/>
                <p14:nvPr/>
              </p14:nvContentPartPr>
              <p14:xfrm>
                <a:off x="4999021" y="6632350"/>
                <a:ext cx="106920" cy="218520"/>
              </p14:xfrm>
            </p:contentPart>
          </mc:Choice>
          <mc:Fallback>
            <p:pic>
              <p:nvPicPr>
                <p:cNvPr id="43" name="Ink 42">
                  <a:extLst>
                    <a:ext uri="{FF2B5EF4-FFF2-40B4-BE49-F238E27FC236}">
                      <a16:creationId xmlns:a16="http://schemas.microsoft.com/office/drawing/2014/main" id="{E1ABB931-FC7A-FCCB-3044-F4072C176DA3}"/>
                    </a:ext>
                  </a:extLst>
                </p:cNvPr>
                <p:cNvPicPr/>
                <p:nvPr/>
              </p:nvPicPr>
              <p:blipFill>
                <a:blip r:embed="rId74"/>
                <a:stretch>
                  <a:fillRect/>
                </a:stretch>
              </p:blipFill>
              <p:spPr>
                <a:xfrm>
                  <a:off x="4992901" y="6626230"/>
                  <a:ext cx="11916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4" name="Ink 43">
                  <a:extLst>
                    <a:ext uri="{FF2B5EF4-FFF2-40B4-BE49-F238E27FC236}">
                      <a16:creationId xmlns:a16="http://schemas.microsoft.com/office/drawing/2014/main" id="{F7627BFB-FA90-59AD-0531-89B203A864FE}"/>
                    </a:ext>
                  </a:extLst>
                </p14:cNvPr>
                <p14:cNvContentPartPr/>
                <p14:nvPr/>
              </p14:nvContentPartPr>
              <p14:xfrm>
                <a:off x="5127181" y="6616150"/>
                <a:ext cx="200160" cy="121320"/>
              </p14:xfrm>
            </p:contentPart>
          </mc:Choice>
          <mc:Fallback>
            <p:pic>
              <p:nvPicPr>
                <p:cNvPr id="44" name="Ink 43">
                  <a:extLst>
                    <a:ext uri="{FF2B5EF4-FFF2-40B4-BE49-F238E27FC236}">
                      <a16:creationId xmlns:a16="http://schemas.microsoft.com/office/drawing/2014/main" id="{F7627BFB-FA90-59AD-0531-89B203A864FE}"/>
                    </a:ext>
                  </a:extLst>
                </p:cNvPr>
                <p:cNvPicPr/>
                <p:nvPr/>
              </p:nvPicPr>
              <p:blipFill>
                <a:blip r:embed="rId76"/>
                <a:stretch>
                  <a:fillRect/>
                </a:stretch>
              </p:blipFill>
              <p:spPr>
                <a:xfrm>
                  <a:off x="5121061" y="6610030"/>
                  <a:ext cx="2124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5" name="Ink 44">
                  <a:extLst>
                    <a:ext uri="{FF2B5EF4-FFF2-40B4-BE49-F238E27FC236}">
                      <a16:creationId xmlns:a16="http://schemas.microsoft.com/office/drawing/2014/main" id="{3EB84A9B-70BF-12BB-ABF0-206706764185}"/>
                    </a:ext>
                  </a:extLst>
                </p14:cNvPr>
                <p14:cNvContentPartPr/>
                <p14:nvPr/>
              </p14:nvContentPartPr>
              <p14:xfrm>
                <a:off x="5440021" y="6815950"/>
                <a:ext cx="28800" cy="149400"/>
              </p14:xfrm>
            </p:contentPart>
          </mc:Choice>
          <mc:Fallback>
            <p:pic>
              <p:nvPicPr>
                <p:cNvPr id="45" name="Ink 44">
                  <a:extLst>
                    <a:ext uri="{FF2B5EF4-FFF2-40B4-BE49-F238E27FC236}">
                      <a16:creationId xmlns:a16="http://schemas.microsoft.com/office/drawing/2014/main" id="{3EB84A9B-70BF-12BB-ABF0-206706764185}"/>
                    </a:ext>
                  </a:extLst>
                </p:cNvPr>
                <p:cNvPicPr/>
                <p:nvPr/>
              </p:nvPicPr>
              <p:blipFill>
                <a:blip r:embed="rId78"/>
                <a:stretch>
                  <a:fillRect/>
                </a:stretch>
              </p:blipFill>
              <p:spPr>
                <a:xfrm>
                  <a:off x="5433901" y="6809830"/>
                  <a:ext cx="410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7" name="Ink 46">
                  <a:extLst>
                    <a:ext uri="{FF2B5EF4-FFF2-40B4-BE49-F238E27FC236}">
                      <a16:creationId xmlns:a16="http://schemas.microsoft.com/office/drawing/2014/main" id="{FE24DFDD-DD2A-6D4F-A5CF-AF09DBC2F836}"/>
                    </a:ext>
                  </a:extLst>
                </p14:cNvPr>
                <p14:cNvContentPartPr/>
                <p14:nvPr/>
              </p14:nvContentPartPr>
              <p14:xfrm>
                <a:off x="5806141" y="6568270"/>
                <a:ext cx="15120" cy="20520"/>
              </p14:xfrm>
            </p:contentPart>
          </mc:Choice>
          <mc:Fallback>
            <p:pic>
              <p:nvPicPr>
                <p:cNvPr id="47" name="Ink 46">
                  <a:extLst>
                    <a:ext uri="{FF2B5EF4-FFF2-40B4-BE49-F238E27FC236}">
                      <a16:creationId xmlns:a16="http://schemas.microsoft.com/office/drawing/2014/main" id="{FE24DFDD-DD2A-6D4F-A5CF-AF09DBC2F836}"/>
                    </a:ext>
                  </a:extLst>
                </p:cNvPr>
                <p:cNvPicPr/>
                <p:nvPr/>
              </p:nvPicPr>
              <p:blipFill>
                <a:blip r:embed="rId80"/>
                <a:stretch>
                  <a:fillRect/>
                </a:stretch>
              </p:blipFill>
              <p:spPr>
                <a:xfrm>
                  <a:off x="5800021" y="6562150"/>
                  <a:ext cx="273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97C6E7E0-2361-F6A2-BCF4-8B8377CA9D4E}"/>
                    </a:ext>
                  </a:extLst>
                </p14:cNvPr>
                <p14:cNvContentPartPr/>
                <p14:nvPr/>
              </p14:nvContentPartPr>
              <p14:xfrm>
                <a:off x="5658901" y="6738190"/>
                <a:ext cx="141480" cy="309600"/>
              </p14:xfrm>
            </p:contentPart>
          </mc:Choice>
          <mc:Fallback>
            <p:pic>
              <p:nvPicPr>
                <p:cNvPr id="48" name="Ink 47">
                  <a:extLst>
                    <a:ext uri="{FF2B5EF4-FFF2-40B4-BE49-F238E27FC236}">
                      <a16:creationId xmlns:a16="http://schemas.microsoft.com/office/drawing/2014/main" id="{97C6E7E0-2361-F6A2-BCF4-8B8377CA9D4E}"/>
                    </a:ext>
                  </a:extLst>
                </p:cNvPr>
                <p:cNvPicPr/>
                <p:nvPr/>
              </p:nvPicPr>
              <p:blipFill>
                <a:blip r:embed="rId82"/>
                <a:stretch>
                  <a:fillRect/>
                </a:stretch>
              </p:blipFill>
              <p:spPr>
                <a:xfrm>
                  <a:off x="5652781" y="6732070"/>
                  <a:ext cx="15372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9" name="Ink 48">
                  <a:extLst>
                    <a:ext uri="{FF2B5EF4-FFF2-40B4-BE49-F238E27FC236}">
                      <a16:creationId xmlns:a16="http://schemas.microsoft.com/office/drawing/2014/main" id="{D9443FE9-D42B-D133-69C0-29E987D5FA68}"/>
                    </a:ext>
                  </a:extLst>
                </p14:cNvPr>
                <p14:cNvContentPartPr/>
                <p14:nvPr/>
              </p14:nvContentPartPr>
              <p14:xfrm>
                <a:off x="6074341" y="6481870"/>
                <a:ext cx="395640" cy="305280"/>
              </p14:xfrm>
            </p:contentPart>
          </mc:Choice>
          <mc:Fallback>
            <p:pic>
              <p:nvPicPr>
                <p:cNvPr id="49" name="Ink 48">
                  <a:extLst>
                    <a:ext uri="{FF2B5EF4-FFF2-40B4-BE49-F238E27FC236}">
                      <a16:creationId xmlns:a16="http://schemas.microsoft.com/office/drawing/2014/main" id="{D9443FE9-D42B-D133-69C0-29E987D5FA68}"/>
                    </a:ext>
                  </a:extLst>
                </p:cNvPr>
                <p:cNvPicPr/>
                <p:nvPr/>
              </p:nvPicPr>
              <p:blipFill>
                <a:blip r:embed="rId84"/>
                <a:stretch>
                  <a:fillRect/>
                </a:stretch>
              </p:blipFill>
              <p:spPr>
                <a:xfrm>
                  <a:off x="6068221" y="6475750"/>
                  <a:ext cx="40788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0" name="Ink 49">
                  <a:extLst>
                    <a:ext uri="{FF2B5EF4-FFF2-40B4-BE49-F238E27FC236}">
                      <a16:creationId xmlns:a16="http://schemas.microsoft.com/office/drawing/2014/main" id="{D907E547-4800-883A-1448-775BF4C6B226}"/>
                    </a:ext>
                  </a:extLst>
                </p14:cNvPr>
                <p14:cNvContentPartPr/>
                <p14:nvPr/>
              </p14:nvContentPartPr>
              <p14:xfrm>
                <a:off x="6480061" y="6825310"/>
                <a:ext cx="94680" cy="287640"/>
              </p14:xfrm>
            </p:contentPart>
          </mc:Choice>
          <mc:Fallback>
            <p:pic>
              <p:nvPicPr>
                <p:cNvPr id="50" name="Ink 49">
                  <a:extLst>
                    <a:ext uri="{FF2B5EF4-FFF2-40B4-BE49-F238E27FC236}">
                      <a16:creationId xmlns:a16="http://schemas.microsoft.com/office/drawing/2014/main" id="{D907E547-4800-883A-1448-775BF4C6B226}"/>
                    </a:ext>
                  </a:extLst>
                </p:cNvPr>
                <p:cNvPicPr/>
                <p:nvPr/>
              </p:nvPicPr>
              <p:blipFill>
                <a:blip r:embed="rId86"/>
                <a:stretch>
                  <a:fillRect/>
                </a:stretch>
              </p:blipFill>
              <p:spPr>
                <a:xfrm>
                  <a:off x="6473941" y="6819190"/>
                  <a:ext cx="10692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1" name="Ink 50">
                  <a:extLst>
                    <a:ext uri="{FF2B5EF4-FFF2-40B4-BE49-F238E27FC236}">
                      <a16:creationId xmlns:a16="http://schemas.microsoft.com/office/drawing/2014/main" id="{178A08A3-286E-166E-28D0-7E8491FB3946}"/>
                    </a:ext>
                  </a:extLst>
                </p14:cNvPr>
                <p14:cNvContentPartPr/>
                <p14:nvPr/>
              </p14:nvContentPartPr>
              <p14:xfrm>
                <a:off x="6785701" y="6579070"/>
                <a:ext cx="293040" cy="208440"/>
              </p14:xfrm>
            </p:contentPart>
          </mc:Choice>
          <mc:Fallback>
            <p:pic>
              <p:nvPicPr>
                <p:cNvPr id="51" name="Ink 50">
                  <a:extLst>
                    <a:ext uri="{FF2B5EF4-FFF2-40B4-BE49-F238E27FC236}">
                      <a16:creationId xmlns:a16="http://schemas.microsoft.com/office/drawing/2014/main" id="{178A08A3-286E-166E-28D0-7E8491FB3946}"/>
                    </a:ext>
                  </a:extLst>
                </p:cNvPr>
                <p:cNvPicPr/>
                <p:nvPr/>
              </p:nvPicPr>
              <p:blipFill>
                <a:blip r:embed="rId88"/>
                <a:stretch>
                  <a:fillRect/>
                </a:stretch>
              </p:blipFill>
              <p:spPr>
                <a:xfrm>
                  <a:off x="6779581" y="6572950"/>
                  <a:ext cx="30528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2" name="Ink 51">
                  <a:extLst>
                    <a:ext uri="{FF2B5EF4-FFF2-40B4-BE49-F238E27FC236}">
                      <a16:creationId xmlns:a16="http://schemas.microsoft.com/office/drawing/2014/main" id="{03C38D94-E722-BA7E-7F85-24B74B951C6A}"/>
                    </a:ext>
                  </a:extLst>
                </p14:cNvPr>
                <p14:cNvContentPartPr/>
                <p14:nvPr/>
              </p14:nvContentPartPr>
              <p14:xfrm>
                <a:off x="7132021" y="6392950"/>
                <a:ext cx="328680" cy="184680"/>
              </p14:xfrm>
            </p:contentPart>
          </mc:Choice>
          <mc:Fallback>
            <p:pic>
              <p:nvPicPr>
                <p:cNvPr id="52" name="Ink 51">
                  <a:extLst>
                    <a:ext uri="{FF2B5EF4-FFF2-40B4-BE49-F238E27FC236}">
                      <a16:creationId xmlns:a16="http://schemas.microsoft.com/office/drawing/2014/main" id="{03C38D94-E722-BA7E-7F85-24B74B951C6A}"/>
                    </a:ext>
                  </a:extLst>
                </p:cNvPr>
                <p:cNvPicPr/>
                <p:nvPr/>
              </p:nvPicPr>
              <p:blipFill>
                <a:blip r:embed="rId90"/>
                <a:stretch>
                  <a:fillRect/>
                </a:stretch>
              </p:blipFill>
              <p:spPr>
                <a:xfrm>
                  <a:off x="7125901" y="6386830"/>
                  <a:ext cx="34092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3" name="Ink 52">
                  <a:extLst>
                    <a:ext uri="{FF2B5EF4-FFF2-40B4-BE49-F238E27FC236}">
                      <a16:creationId xmlns:a16="http://schemas.microsoft.com/office/drawing/2014/main" id="{5C1C5F89-27C6-3D83-8DA1-9B827616A4B0}"/>
                    </a:ext>
                  </a:extLst>
                </p14:cNvPr>
                <p14:cNvContentPartPr/>
                <p14:nvPr/>
              </p14:nvContentPartPr>
              <p14:xfrm>
                <a:off x="7187101" y="6034390"/>
                <a:ext cx="233280" cy="1212840"/>
              </p14:xfrm>
            </p:contentPart>
          </mc:Choice>
          <mc:Fallback>
            <p:pic>
              <p:nvPicPr>
                <p:cNvPr id="53" name="Ink 52">
                  <a:extLst>
                    <a:ext uri="{FF2B5EF4-FFF2-40B4-BE49-F238E27FC236}">
                      <a16:creationId xmlns:a16="http://schemas.microsoft.com/office/drawing/2014/main" id="{5C1C5F89-27C6-3D83-8DA1-9B827616A4B0}"/>
                    </a:ext>
                  </a:extLst>
                </p:cNvPr>
                <p:cNvPicPr/>
                <p:nvPr/>
              </p:nvPicPr>
              <p:blipFill>
                <a:blip r:embed="rId92"/>
                <a:stretch>
                  <a:fillRect/>
                </a:stretch>
              </p:blipFill>
              <p:spPr>
                <a:xfrm>
                  <a:off x="7180981" y="6028270"/>
                  <a:ext cx="245520" cy="12250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4" name="Ink 53">
                  <a:extLst>
                    <a:ext uri="{FF2B5EF4-FFF2-40B4-BE49-F238E27FC236}">
                      <a16:creationId xmlns:a16="http://schemas.microsoft.com/office/drawing/2014/main" id="{40CDFF98-FD68-92F6-FF17-0E6048090B0F}"/>
                    </a:ext>
                  </a:extLst>
                </p14:cNvPr>
                <p14:cNvContentPartPr/>
                <p14:nvPr/>
              </p14:nvContentPartPr>
              <p14:xfrm>
                <a:off x="7913581" y="6685990"/>
                <a:ext cx="86040" cy="27000"/>
              </p14:xfrm>
            </p:contentPart>
          </mc:Choice>
          <mc:Fallback>
            <p:pic>
              <p:nvPicPr>
                <p:cNvPr id="54" name="Ink 53">
                  <a:extLst>
                    <a:ext uri="{FF2B5EF4-FFF2-40B4-BE49-F238E27FC236}">
                      <a16:creationId xmlns:a16="http://schemas.microsoft.com/office/drawing/2014/main" id="{40CDFF98-FD68-92F6-FF17-0E6048090B0F}"/>
                    </a:ext>
                  </a:extLst>
                </p:cNvPr>
                <p:cNvPicPr/>
                <p:nvPr/>
              </p:nvPicPr>
              <p:blipFill>
                <a:blip r:embed="rId94"/>
                <a:stretch>
                  <a:fillRect/>
                </a:stretch>
              </p:blipFill>
              <p:spPr>
                <a:xfrm>
                  <a:off x="7907461" y="6679870"/>
                  <a:ext cx="982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5" name="Ink 54">
                  <a:extLst>
                    <a:ext uri="{FF2B5EF4-FFF2-40B4-BE49-F238E27FC236}">
                      <a16:creationId xmlns:a16="http://schemas.microsoft.com/office/drawing/2014/main" id="{7A6EACD4-5EEF-35D7-1E63-99C67F1E20B2}"/>
                    </a:ext>
                  </a:extLst>
                </p14:cNvPr>
                <p14:cNvContentPartPr/>
                <p14:nvPr/>
              </p14:nvContentPartPr>
              <p14:xfrm>
                <a:off x="7812061" y="6774550"/>
                <a:ext cx="222480" cy="37800"/>
              </p14:xfrm>
            </p:contentPart>
          </mc:Choice>
          <mc:Fallback>
            <p:pic>
              <p:nvPicPr>
                <p:cNvPr id="55" name="Ink 54">
                  <a:extLst>
                    <a:ext uri="{FF2B5EF4-FFF2-40B4-BE49-F238E27FC236}">
                      <a16:creationId xmlns:a16="http://schemas.microsoft.com/office/drawing/2014/main" id="{7A6EACD4-5EEF-35D7-1E63-99C67F1E20B2}"/>
                    </a:ext>
                  </a:extLst>
                </p:cNvPr>
                <p:cNvPicPr/>
                <p:nvPr/>
              </p:nvPicPr>
              <p:blipFill>
                <a:blip r:embed="rId96"/>
                <a:stretch>
                  <a:fillRect/>
                </a:stretch>
              </p:blipFill>
              <p:spPr>
                <a:xfrm>
                  <a:off x="7805941" y="6768430"/>
                  <a:ext cx="23472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6" name="Ink 55">
                  <a:extLst>
                    <a:ext uri="{FF2B5EF4-FFF2-40B4-BE49-F238E27FC236}">
                      <a16:creationId xmlns:a16="http://schemas.microsoft.com/office/drawing/2014/main" id="{D45F77F8-6458-0EA9-418D-27C170C06484}"/>
                    </a:ext>
                  </a:extLst>
                </p14:cNvPr>
                <p14:cNvContentPartPr/>
                <p14:nvPr/>
              </p14:nvContentPartPr>
              <p14:xfrm>
                <a:off x="8712061" y="6327790"/>
                <a:ext cx="66600" cy="191520"/>
              </p14:xfrm>
            </p:contentPart>
          </mc:Choice>
          <mc:Fallback>
            <p:pic>
              <p:nvPicPr>
                <p:cNvPr id="56" name="Ink 55">
                  <a:extLst>
                    <a:ext uri="{FF2B5EF4-FFF2-40B4-BE49-F238E27FC236}">
                      <a16:creationId xmlns:a16="http://schemas.microsoft.com/office/drawing/2014/main" id="{D45F77F8-6458-0EA9-418D-27C170C06484}"/>
                    </a:ext>
                  </a:extLst>
                </p:cNvPr>
                <p:cNvPicPr/>
                <p:nvPr/>
              </p:nvPicPr>
              <p:blipFill>
                <a:blip r:embed="rId98"/>
                <a:stretch>
                  <a:fillRect/>
                </a:stretch>
              </p:blipFill>
              <p:spPr>
                <a:xfrm>
                  <a:off x="8705941" y="6321670"/>
                  <a:ext cx="7884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7" name="Ink 56">
                  <a:extLst>
                    <a:ext uri="{FF2B5EF4-FFF2-40B4-BE49-F238E27FC236}">
                      <a16:creationId xmlns:a16="http://schemas.microsoft.com/office/drawing/2014/main" id="{96CF6E15-754B-14D4-E288-8EE393151DDD}"/>
                    </a:ext>
                  </a:extLst>
                </p14:cNvPr>
                <p14:cNvContentPartPr/>
                <p14:nvPr/>
              </p14:nvContentPartPr>
              <p14:xfrm>
                <a:off x="8202661" y="6679870"/>
                <a:ext cx="1515240" cy="44280"/>
              </p14:xfrm>
            </p:contentPart>
          </mc:Choice>
          <mc:Fallback>
            <p:pic>
              <p:nvPicPr>
                <p:cNvPr id="57" name="Ink 56">
                  <a:extLst>
                    <a:ext uri="{FF2B5EF4-FFF2-40B4-BE49-F238E27FC236}">
                      <a16:creationId xmlns:a16="http://schemas.microsoft.com/office/drawing/2014/main" id="{96CF6E15-754B-14D4-E288-8EE393151DDD}"/>
                    </a:ext>
                  </a:extLst>
                </p:cNvPr>
                <p:cNvPicPr/>
                <p:nvPr/>
              </p:nvPicPr>
              <p:blipFill>
                <a:blip r:embed="rId100"/>
                <a:stretch>
                  <a:fillRect/>
                </a:stretch>
              </p:blipFill>
              <p:spPr>
                <a:xfrm>
                  <a:off x="8196541" y="6673750"/>
                  <a:ext cx="152748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8" name="Ink 57">
                  <a:extLst>
                    <a:ext uri="{FF2B5EF4-FFF2-40B4-BE49-F238E27FC236}">
                      <a16:creationId xmlns:a16="http://schemas.microsoft.com/office/drawing/2014/main" id="{B879439D-B66B-6445-3A84-A7DDCE2F38D7}"/>
                    </a:ext>
                  </a:extLst>
                </p14:cNvPr>
                <p14:cNvContentPartPr/>
                <p14:nvPr/>
              </p14:nvContentPartPr>
              <p14:xfrm>
                <a:off x="8062261" y="6858790"/>
                <a:ext cx="1710360" cy="705240"/>
              </p14:xfrm>
            </p:contentPart>
          </mc:Choice>
          <mc:Fallback>
            <p:pic>
              <p:nvPicPr>
                <p:cNvPr id="58" name="Ink 57">
                  <a:extLst>
                    <a:ext uri="{FF2B5EF4-FFF2-40B4-BE49-F238E27FC236}">
                      <a16:creationId xmlns:a16="http://schemas.microsoft.com/office/drawing/2014/main" id="{B879439D-B66B-6445-3A84-A7DDCE2F38D7}"/>
                    </a:ext>
                  </a:extLst>
                </p:cNvPr>
                <p:cNvPicPr/>
                <p:nvPr/>
              </p:nvPicPr>
              <p:blipFill>
                <a:blip r:embed="rId102"/>
                <a:stretch>
                  <a:fillRect/>
                </a:stretch>
              </p:blipFill>
              <p:spPr>
                <a:xfrm>
                  <a:off x="8056141" y="6852670"/>
                  <a:ext cx="1722600" cy="7174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59" name="Ink 58">
                  <a:extLst>
                    <a:ext uri="{FF2B5EF4-FFF2-40B4-BE49-F238E27FC236}">
                      <a16:creationId xmlns:a16="http://schemas.microsoft.com/office/drawing/2014/main" id="{8D1B3557-279F-BE67-325A-9C8A0E71197A}"/>
                    </a:ext>
                  </a:extLst>
                </p14:cNvPr>
                <p14:cNvContentPartPr/>
                <p14:nvPr/>
              </p14:nvContentPartPr>
              <p14:xfrm>
                <a:off x="8262781" y="7179550"/>
                <a:ext cx="356400" cy="231120"/>
              </p14:xfrm>
            </p:contentPart>
          </mc:Choice>
          <mc:Fallback>
            <p:pic>
              <p:nvPicPr>
                <p:cNvPr id="59" name="Ink 58">
                  <a:extLst>
                    <a:ext uri="{FF2B5EF4-FFF2-40B4-BE49-F238E27FC236}">
                      <a16:creationId xmlns:a16="http://schemas.microsoft.com/office/drawing/2014/main" id="{8D1B3557-279F-BE67-325A-9C8A0E71197A}"/>
                    </a:ext>
                  </a:extLst>
                </p:cNvPr>
                <p:cNvPicPr/>
                <p:nvPr/>
              </p:nvPicPr>
              <p:blipFill>
                <a:blip r:embed="rId104"/>
                <a:stretch>
                  <a:fillRect/>
                </a:stretch>
              </p:blipFill>
              <p:spPr>
                <a:xfrm>
                  <a:off x="8256661" y="7173430"/>
                  <a:ext cx="36864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0" name="Ink 59">
                  <a:extLst>
                    <a:ext uri="{FF2B5EF4-FFF2-40B4-BE49-F238E27FC236}">
                      <a16:creationId xmlns:a16="http://schemas.microsoft.com/office/drawing/2014/main" id="{28207124-557C-DB02-AA68-DCD378925E15}"/>
                    </a:ext>
                  </a:extLst>
                </p14:cNvPr>
                <p14:cNvContentPartPr/>
                <p14:nvPr/>
              </p14:nvContentPartPr>
              <p14:xfrm>
                <a:off x="8736181" y="7185310"/>
                <a:ext cx="20880" cy="183600"/>
              </p14:xfrm>
            </p:contentPart>
          </mc:Choice>
          <mc:Fallback>
            <p:pic>
              <p:nvPicPr>
                <p:cNvPr id="60" name="Ink 59">
                  <a:extLst>
                    <a:ext uri="{FF2B5EF4-FFF2-40B4-BE49-F238E27FC236}">
                      <a16:creationId xmlns:a16="http://schemas.microsoft.com/office/drawing/2014/main" id="{28207124-557C-DB02-AA68-DCD378925E15}"/>
                    </a:ext>
                  </a:extLst>
                </p:cNvPr>
                <p:cNvPicPr/>
                <p:nvPr/>
              </p:nvPicPr>
              <p:blipFill>
                <a:blip r:embed="rId106"/>
                <a:stretch>
                  <a:fillRect/>
                </a:stretch>
              </p:blipFill>
              <p:spPr>
                <a:xfrm>
                  <a:off x="8730061" y="7179190"/>
                  <a:ext cx="331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1" name="Ink 60">
                  <a:extLst>
                    <a:ext uri="{FF2B5EF4-FFF2-40B4-BE49-F238E27FC236}">
                      <a16:creationId xmlns:a16="http://schemas.microsoft.com/office/drawing/2014/main" id="{4D6C89B1-FCBB-C85C-412C-B132CCF99434}"/>
                    </a:ext>
                  </a:extLst>
                </p14:cNvPr>
                <p14:cNvContentPartPr/>
                <p14:nvPr/>
              </p14:nvContentPartPr>
              <p14:xfrm>
                <a:off x="8859661" y="7185310"/>
                <a:ext cx="24480" cy="199800"/>
              </p14:xfrm>
            </p:contentPart>
          </mc:Choice>
          <mc:Fallback>
            <p:pic>
              <p:nvPicPr>
                <p:cNvPr id="61" name="Ink 60">
                  <a:extLst>
                    <a:ext uri="{FF2B5EF4-FFF2-40B4-BE49-F238E27FC236}">
                      <a16:creationId xmlns:a16="http://schemas.microsoft.com/office/drawing/2014/main" id="{4D6C89B1-FCBB-C85C-412C-B132CCF99434}"/>
                    </a:ext>
                  </a:extLst>
                </p:cNvPr>
                <p:cNvPicPr/>
                <p:nvPr/>
              </p:nvPicPr>
              <p:blipFill>
                <a:blip r:embed="rId108"/>
                <a:stretch>
                  <a:fillRect/>
                </a:stretch>
              </p:blipFill>
              <p:spPr>
                <a:xfrm>
                  <a:off x="8853541" y="7179190"/>
                  <a:ext cx="3672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2" name="Ink 61">
                  <a:extLst>
                    <a:ext uri="{FF2B5EF4-FFF2-40B4-BE49-F238E27FC236}">
                      <a16:creationId xmlns:a16="http://schemas.microsoft.com/office/drawing/2014/main" id="{751CF2E4-D335-6AFA-AB2E-E942E22E0881}"/>
                    </a:ext>
                  </a:extLst>
                </p14:cNvPr>
                <p14:cNvContentPartPr/>
                <p14:nvPr/>
              </p14:nvContentPartPr>
              <p14:xfrm>
                <a:off x="8645461" y="7063270"/>
                <a:ext cx="556920" cy="78120"/>
              </p14:xfrm>
            </p:contentPart>
          </mc:Choice>
          <mc:Fallback>
            <p:pic>
              <p:nvPicPr>
                <p:cNvPr id="62" name="Ink 61">
                  <a:extLst>
                    <a:ext uri="{FF2B5EF4-FFF2-40B4-BE49-F238E27FC236}">
                      <a16:creationId xmlns:a16="http://schemas.microsoft.com/office/drawing/2014/main" id="{751CF2E4-D335-6AFA-AB2E-E942E22E0881}"/>
                    </a:ext>
                  </a:extLst>
                </p:cNvPr>
                <p:cNvPicPr/>
                <p:nvPr/>
              </p:nvPicPr>
              <p:blipFill>
                <a:blip r:embed="rId110"/>
                <a:stretch>
                  <a:fillRect/>
                </a:stretch>
              </p:blipFill>
              <p:spPr>
                <a:xfrm>
                  <a:off x="8639341" y="7057150"/>
                  <a:ext cx="56916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3" name="Ink 62">
                  <a:extLst>
                    <a:ext uri="{FF2B5EF4-FFF2-40B4-BE49-F238E27FC236}">
                      <a16:creationId xmlns:a16="http://schemas.microsoft.com/office/drawing/2014/main" id="{08684017-CC17-8311-9514-7A298BBFC75E}"/>
                    </a:ext>
                  </a:extLst>
                </p14:cNvPr>
                <p14:cNvContentPartPr/>
                <p14:nvPr/>
              </p14:nvContentPartPr>
              <p14:xfrm>
                <a:off x="9159181" y="7172350"/>
                <a:ext cx="328320" cy="229680"/>
              </p14:xfrm>
            </p:contentPart>
          </mc:Choice>
          <mc:Fallback>
            <p:pic>
              <p:nvPicPr>
                <p:cNvPr id="63" name="Ink 62">
                  <a:extLst>
                    <a:ext uri="{FF2B5EF4-FFF2-40B4-BE49-F238E27FC236}">
                      <a16:creationId xmlns:a16="http://schemas.microsoft.com/office/drawing/2014/main" id="{08684017-CC17-8311-9514-7A298BBFC75E}"/>
                    </a:ext>
                  </a:extLst>
                </p:cNvPr>
                <p:cNvPicPr/>
                <p:nvPr/>
              </p:nvPicPr>
              <p:blipFill>
                <a:blip r:embed="rId112"/>
                <a:stretch>
                  <a:fillRect/>
                </a:stretch>
              </p:blipFill>
              <p:spPr>
                <a:xfrm>
                  <a:off x="9153061" y="7166230"/>
                  <a:ext cx="34056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4" name="Ink 63">
                  <a:extLst>
                    <a:ext uri="{FF2B5EF4-FFF2-40B4-BE49-F238E27FC236}">
                      <a16:creationId xmlns:a16="http://schemas.microsoft.com/office/drawing/2014/main" id="{CF0FE073-3522-7760-D439-8BFB5A3FB0B5}"/>
                    </a:ext>
                  </a:extLst>
                </p14:cNvPr>
                <p14:cNvContentPartPr/>
                <p14:nvPr/>
              </p14:nvContentPartPr>
              <p14:xfrm>
                <a:off x="9596941" y="6971110"/>
                <a:ext cx="300240" cy="131400"/>
              </p14:xfrm>
            </p:contentPart>
          </mc:Choice>
          <mc:Fallback>
            <p:pic>
              <p:nvPicPr>
                <p:cNvPr id="64" name="Ink 63">
                  <a:extLst>
                    <a:ext uri="{FF2B5EF4-FFF2-40B4-BE49-F238E27FC236}">
                      <a16:creationId xmlns:a16="http://schemas.microsoft.com/office/drawing/2014/main" id="{CF0FE073-3522-7760-D439-8BFB5A3FB0B5}"/>
                    </a:ext>
                  </a:extLst>
                </p:cNvPr>
                <p:cNvPicPr/>
                <p:nvPr/>
              </p:nvPicPr>
              <p:blipFill>
                <a:blip r:embed="rId114"/>
                <a:stretch>
                  <a:fillRect/>
                </a:stretch>
              </p:blipFill>
              <p:spPr>
                <a:xfrm>
                  <a:off x="9590821" y="6964990"/>
                  <a:ext cx="31248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6" name="Ink 65">
                  <a:extLst>
                    <a:ext uri="{FF2B5EF4-FFF2-40B4-BE49-F238E27FC236}">
                      <a16:creationId xmlns:a16="http://schemas.microsoft.com/office/drawing/2014/main" id="{686BC39B-DE19-4B3B-8A0E-FE71F2ADD5E4}"/>
                    </a:ext>
                  </a:extLst>
                </p14:cNvPr>
                <p14:cNvContentPartPr/>
                <p14:nvPr/>
              </p14:nvContentPartPr>
              <p14:xfrm>
                <a:off x="9919861" y="6642430"/>
                <a:ext cx="375840" cy="252000"/>
              </p14:xfrm>
            </p:contentPart>
          </mc:Choice>
          <mc:Fallback>
            <p:pic>
              <p:nvPicPr>
                <p:cNvPr id="66" name="Ink 65">
                  <a:extLst>
                    <a:ext uri="{FF2B5EF4-FFF2-40B4-BE49-F238E27FC236}">
                      <a16:creationId xmlns:a16="http://schemas.microsoft.com/office/drawing/2014/main" id="{686BC39B-DE19-4B3B-8A0E-FE71F2ADD5E4}"/>
                    </a:ext>
                  </a:extLst>
                </p:cNvPr>
                <p:cNvPicPr/>
                <p:nvPr/>
              </p:nvPicPr>
              <p:blipFill>
                <a:blip r:embed="rId116"/>
                <a:stretch>
                  <a:fillRect/>
                </a:stretch>
              </p:blipFill>
              <p:spPr>
                <a:xfrm>
                  <a:off x="9913741" y="6636310"/>
                  <a:ext cx="38808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7" name="Ink 66">
                  <a:extLst>
                    <a:ext uri="{FF2B5EF4-FFF2-40B4-BE49-F238E27FC236}">
                      <a16:creationId xmlns:a16="http://schemas.microsoft.com/office/drawing/2014/main" id="{AD61EB4A-9447-0525-5F02-F99D11E753F9}"/>
                    </a:ext>
                  </a:extLst>
                </p14:cNvPr>
                <p14:cNvContentPartPr/>
                <p14:nvPr/>
              </p14:nvContentPartPr>
              <p14:xfrm>
                <a:off x="10221901" y="6288550"/>
                <a:ext cx="268920" cy="41760"/>
              </p14:xfrm>
            </p:contentPart>
          </mc:Choice>
          <mc:Fallback>
            <p:pic>
              <p:nvPicPr>
                <p:cNvPr id="67" name="Ink 66">
                  <a:extLst>
                    <a:ext uri="{FF2B5EF4-FFF2-40B4-BE49-F238E27FC236}">
                      <a16:creationId xmlns:a16="http://schemas.microsoft.com/office/drawing/2014/main" id="{AD61EB4A-9447-0525-5F02-F99D11E753F9}"/>
                    </a:ext>
                  </a:extLst>
                </p:cNvPr>
                <p:cNvPicPr/>
                <p:nvPr/>
              </p:nvPicPr>
              <p:blipFill>
                <a:blip r:embed="rId118"/>
                <a:stretch>
                  <a:fillRect/>
                </a:stretch>
              </p:blipFill>
              <p:spPr>
                <a:xfrm>
                  <a:off x="10215781" y="6282430"/>
                  <a:ext cx="28116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8" name="Ink 67">
                  <a:extLst>
                    <a:ext uri="{FF2B5EF4-FFF2-40B4-BE49-F238E27FC236}">
                      <a16:creationId xmlns:a16="http://schemas.microsoft.com/office/drawing/2014/main" id="{29CE430D-06E4-2F83-AF80-CA2AF7EFE860}"/>
                    </a:ext>
                  </a:extLst>
                </p14:cNvPr>
                <p14:cNvContentPartPr/>
                <p14:nvPr/>
              </p14:nvContentPartPr>
              <p14:xfrm>
                <a:off x="10649581" y="5897590"/>
                <a:ext cx="348840" cy="865080"/>
              </p14:xfrm>
            </p:contentPart>
          </mc:Choice>
          <mc:Fallback>
            <p:pic>
              <p:nvPicPr>
                <p:cNvPr id="68" name="Ink 67">
                  <a:extLst>
                    <a:ext uri="{FF2B5EF4-FFF2-40B4-BE49-F238E27FC236}">
                      <a16:creationId xmlns:a16="http://schemas.microsoft.com/office/drawing/2014/main" id="{29CE430D-06E4-2F83-AF80-CA2AF7EFE860}"/>
                    </a:ext>
                  </a:extLst>
                </p:cNvPr>
                <p:cNvPicPr/>
                <p:nvPr/>
              </p:nvPicPr>
              <p:blipFill>
                <a:blip r:embed="rId120"/>
                <a:stretch>
                  <a:fillRect/>
                </a:stretch>
              </p:blipFill>
              <p:spPr>
                <a:xfrm>
                  <a:off x="10643461" y="5891470"/>
                  <a:ext cx="361080" cy="8773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69" name="Ink 68">
                  <a:extLst>
                    <a:ext uri="{FF2B5EF4-FFF2-40B4-BE49-F238E27FC236}">
                      <a16:creationId xmlns:a16="http://schemas.microsoft.com/office/drawing/2014/main" id="{22B78356-5DA5-FC65-8D02-0EC98193A297}"/>
                    </a:ext>
                  </a:extLst>
                </p14:cNvPr>
                <p14:cNvContentPartPr/>
                <p14:nvPr/>
              </p14:nvContentPartPr>
              <p14:xfrm>
                <a:off x="10892221" y="6117190"/>
                <a:ext cx="122760" cy="253080"/>
              </p14:xfrm>
            </p:contentPart>
          </mc:Choice>
          <mc:Fallback>
            <p:pic>
              <p:nvPicPr>
                <p:cNvPr id="69" name="Ink 68">
                  <a:extLst>
                    <a:ext uri="{FF2B5EF4-FFF2-40B4-BE49-F238E27FC236}">
                      <a16:creationId xmlns:a16="http://schemas.microsoft.com/office/drawing/2014/main" id="{22B78356-5DA5-FC65-8D02-0EC98193A297}"/>
                    </a:ext>
                  </a:extLst>
                </p:cNvPr>
                <p:cNvPicPr/>
                <p:nvPr/>
              </p:nvPicPr>
              <p:blipFill>
                <a:blip r:embed="rId122"/>
                <a:stretch>
                  <a:fillRect/>
                </a:stretch>
              </p:blipFill>
              <p:spPr>
                <a:xfrm>
                  <a:off x="10886101" y="6111070"/>
                  <a:ext cx="13500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0" name="Ink 69">
                  <a:extLst>
                    <a:ext uri="{FF2B5EF4-FFF2-40B4-BE49-F238E27FC236}">
                      <a16:creationId xmlns:a16="http://schemas.microsoft.com/office/drawing/2014/main" id="{72E50E3D-EB39-5B88-8324-28052D12AF07}"/>
                    </a:ext>
                  </a:extLst>
                </p14:cNvPr>
                <p14:cNvContentPartPr/>
                <p14:nvPr/>
              </p14:nvContentPartPr>
              <p14:xfrm>
                <a:off x="11056381" y="6097390"/>
                <a:ext cx="240480" cy="180720"/>
              </p14:xfrm>
            </p:contentPart>
          </mc:Choice>
          <mc:Fallback>
            <p:pic>
              <p:nvPicPr>
                <p:cNvPr id="70" name="Ink 69">
                  <a:extLst>
                    <a:ext uri="{FF2B5EF4-FFF2-40B4-BE49-F238E27FC236}">
                      <a16:creationId xmlns:a16="http://schemas.microsoft.com/office/drawing/2014/main" id="{72E50E3D-EB39-5B88-8324-28052D12AF07}"/>
                    </a:ext>
                  </a:extLst>
                </p:cNvPr>
                <p:cNvPicPr/>
                <p:nvPr/>
              </p:nvPicPr>
              <p:blipFill>
                <a:blip r:embed="rId124"/>
                <a:stretch>
                  <a:fillRect/>
                </a:stretch>
              </p:blipFill>
              <p:spPr>
                <a:xfrm>
                  <a:off x="11050261" y="6091270"/>
                  <a:ext cx="25272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1" name="Ink 70">
                  <a:extLst>
                    <a:ext uri="{FF2B5EF4-FFF2-40B4-BE49-F238E27FC236}">
                      <a16:creationId xmlns:a16="http://schemas.microsoft.com/office/drawing/2014/main" id="{B8A99623-2D2D-85E3-5446-5C43BDD20481}"/>
                    </a:ext>
                  </a:extLst>
                </p14:cNvPr>
                <p14:cNvContentPartPr/>
                <p14:nvPr/>
              </p14:nvContentPartPr>
              <p14:xfrm>
                <a:off x="11288941" y="6371710"/>
                <a:ext cx="33120" cy="259920"/>
              </p14:xfrm>
            </p:contentPart>
          </mc:Choice>
          <mc:Fallback>
            <p:pic>
              <p:nvPicPr>
                <p:cNvPr id="71" name="Ink 70">
                  <a:extLst>
                    <a:ext uri="{FF2B5EF4-FFF2-40B4-BE49-F238E27FC236}">
                      <a16:creationId xmlns:a16="http://schemas.microsoft.com/office/drawing/2014/main" id="{B8A99623-2D2D-85E3-5446-5C43BDD20481}"/>
                    </a:ext>
                  </a:extLst>
                </p:cNvPr>
                <p:cNvPicPr/>
                <p:nvPr/>
              </p:nvPicPr>
              <p:blipFill>
                <a:blip r:embed="rId126"/>
                <a:stretch>
                  <a:fillRect/>
                </a:stretch>
              </p:blipFill>
              <p:spPr>
                <a:xfrm>
                  <a:off x="11282821" y="6365590"/>
                  <a:ext cx="4536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2" name="Ink 71">
                  <a:extLst>
                    <a:ext uri="{FF2B5EF4-FFF2-40B4-BE49-F238E27FC236}">
                      <a16:creationId xmlns:a16="http://schemas.microsoft.com/office/drawing/2014/main" id="{0ABDC21E-E984-39E5-B47F-17E1B0804185}"/>
                    </a:ext>
                  </a:extLst>
                </p14:cNvPr>
                <p14:cNvContentPartPr/>
                <p14:nvPr/>
              </p14:nvContentPartPr>
              <p14:xfrm>
                <a:off x="11482621" y="6269830"/>
                <a:ext cx="188640" cy="15480"/>
              </p14:xfrm>
            </p:contentPart>
          </mc:Choice>
          <mc:Fallback>
            <p:pic>
              <p:nvPicPr>
                <p:cNvPr id="72" name="Ink 71">
                  <a:extLst>
                    <a:ext uri="{FF2B5EF4-FFF2-40B4-BE49-F238E27FC236}">
                      <a16:creationId xmlns:a16="http://schemas.microsoft.com/office/drawing/2014/main" id="{0ABDC21E-E984-39E5-B47F-17E1B0804185}"/>
                    </a:ext>
                  </a:extLst>
                </p:cNvPr>
                <p:cNvPicPr/>
                <p:nvPr/>
              </p:nvPicPr>
              <p:blipFill>
                <a:blip r:embed="rId128"/>
                <a:stretch>
                  <a:fillRect/>
                </a:stretch>
              </p:blipFill>
              <p:spPr>
                <a:xfrm>
                  <a:off x="11476501" y="6263710"/>
                  <a:ext cx="2008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3" name="Ink 72">
                  <a:extLst>
                    <a:ext uri="{FF2B5EF4-FFF2-40B4-BE49-F238E27FC236}">
                      <a16:creationId xmlns:a16="http://schemas.microsoft.com/office/drawing/2014/main" id="{00B7A943-4069-5D37-3BC0-6DF6838817F0}"/>
                    </a:ext>
                  </a:extLst>
                </p14:cNvPr>
                <p14:cNvContentPartPr/>
                <p14:nvPr/>
              </p14:nvContentPartPr>
              <p14:xfrm>
                <a:off x="11877181" y="6091270"/>
                <a:ext cx="338760" cy="270000"/>
              </p14:xfrm>
            </p:contentPart>
          </mc:Choice>
          <mc:Fallback>
            <p:pic>
              <p:nvPicPr>
                <p:cNvPr id="73" name="Ink 72">
                  <a:extLst>
                    <a:ext uri="{FF2B5EF4-FFF2-40B4-BE49-F238E27FC236}">
                      <a16:creationId xmlns:a16="http://schemas.microsoft.com/office/drawing/2014/main" id="{00B7A943-4069-5D37-3BC0-6DF6838817F0}"/>
                    </a:ext>
                  </a:extLst>
                </p:cNvPr>
                <p:cNvPicPr/>
                <p:nvPr/>
              </p:nvPicPr>
              <p:blipFill>
                <a:blip r:embed="rId130"/>
                <a:stretch>
                  <a:fillRect/>
                </a:stretch>
              </p:blipFill>
              <p:spPr>
                <a:xfrm>
                  <a:off x="11871061" y="6085150"/>
                  <a:ext cx="35100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4" name="Ink 73">
                  <a:extLst>
                    <a:ext uri="{FF2B5EF4-FFF2-40B4-BE49-F238E27FC236}">
                      <a16:creationId xmlns:a16="http://schemas.microsoft.com/office/drawing/2014/main" id="{DA599F03-43BF-514F-B387-120C2887BD48}"/>
                    </a:ext>
                  </a:extLst>
                </p14:cNvPr>
                <p14:cNvContentPartPr/>
                <p14:nvPr/>
              </p14:nvContentPartPr>
              <p14:xfrm>
                <a:off x="12078061" y="5911270"/>
                <a:ext cx="211680" cy="847440"/>
              </p14:xfrm>
            </p:contentPart>
          </mc:Choice>
          <mc:Fallback>
            <p:pic>
              <p:nvPicPr>
                <p:cNvPr id="74" name="Ink 73">
                  <a:extLst>
                    <a:ext uri="{FF2B5EF4-FFF2-40B4-BE49-F238E27FC236}">
                      <a16:creationId xmlns:a16="http://schemas.microsoft.com/office/drawing/2014/main" id="{DA599F03-43BF-514F-B387-120C2887BD48}"/>
                    </a:ext>
                  </a:extLst>
                </p:cNvPr>
                <p:cNvPicPr/>
                <p:nvPr/>
              </p:nvPicPr>
              <p:blipFill>
                <a:blip r:embed="rId132"/>
                <a:stretch>
                  <a:fillRect/>
                </a:stretch>
              </p:blipFill>
              <p:spPr>
                <a:xfrm>
                  <a:off x="12071941" y="5905150"/>
                  <a:ext cx="223920" cy="8596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5" name="Ink 74">
                  <a:extLst>
                    <a:ext uri="{FF2B5EF4-FFF2-40B4-BE49-F238E27FC236}">
                      <a16:creationId xmlns:a16="http://schemas.microsoft.com/office/drawing/2014/main" id="{D4D2D362-BFE9-3247-0D69-73B3F1F59E9A}"/>
                    </a:ext>
                  </a:extLst>
                </p14:cNvPr>
                <p14:cNvContentPartPr/>
                <p14:nvPr/>
              </p14:nvContentPartPr>
              <p14:xfrm>
                <a:off x="12357781" y="5705350"/>
                <a:ext cx="295200" cy="133920"/>
              </p14:xfrm>
            </p:contentPart>
          </mc:Choice>
          <mc:Fallback>
            <p:pic>
              <p:nvPicPr>
                <p:cNvPr id="75" name="Ink 74">
                  <a:extLst>
                    <a:ext uri="{FF2B5EF4-FFF2-40B4-BE49-F238E27FC236}">
                      <a16:creationId xmlns:a16="http://schemas.microsoft.com/office/drawing/2014/main" id="{D4D2D362-BFE9-3247-0D69-73B3F1F59E9A}"/>
                    </a:ext>
                  </a:extLst>
                </p:cNvPr>
                <p:cNvPicPr/>
                <p:nvPr/>
              </p:nvPicPr>
              <p:blipFill>
                <a:blip r:embed="rId134"/>
                <a:stretch>
                  <a:fillRect/>
                </a:stretch>
              </p:blipFill>
              <p:spPr>
                <a:xfrm>
                  <a:off x="12351661" y="5699230"/>
                  <a:ext cx="3074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6" name="Ink 75">
                  <a:extLst>
                    <a:ext uri="{FF2B5EF4-FFF2-40B4-BE49-F238E27FC236}">
                      <a16:creationId xmlns:a16="http://schemas.microsoft.com/office/drawing/2014/main" id="{EB4590C4-B1ED-FB5E-3360-CD910C1E612C}"/>
                    </a:ext>
                  </a:extLst>
                </p14:cNvPr>
                <p14:cNvContentPartPr/>
                <p14:nvPr/>
              </p14:nvContentPartPr>
              <p14:xfrm>
                <a:off x="12343021" y="5784190"/>
                <a:ext cx="459000" cy="1065600"/>
              </p14:xfrm>
            </p:contentPart>
          </mc:Choice>
          <mc:Fallback>
            <p:pic>
              <p:nvPicPr>
                <p:cNvPr id="76" name="Ink 75">
                  <a:extLst>
                    <a:ext uri="{FF2B5EF4-FFF2-40B4-BE49-F238E27FC236}">
                      <a16:creationId xmlns:a16="http://schemas.microsoft.com/office/drawing/2014/main" id="{EB4590C4-B1ED-FB5E-3360-CD910C1E612C}"/>
                    </a:ext>
                  </a:extLst>
                </p:cNvPr>
                <p:cNvPicPr/>
                <p:nvPr/>
              </p:nvPicPr>
              <p:blipFill>
                <a:blip r:embed="rId136"/>
                <a:stretch>
                  <a:fillRect/>
                </a:stretch>
              </p:blipFill>
              <p:spPr>
                <a:xfrm>
                  <a:off x="12336901" y="5778070"/>
                  <a:ext cx="471240" cy="10778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7" name="Ink 76">
                  <a:extLst>
                    <a:ext uri="{FF2B5EF4-FFF2-40B4-BE49-F238E27FC236}">
                      <a16:creationId xmlns:a16="http://schemas.microsoft.com/office/drawing/2014/main" id="{D049724E-9BF0-85EA-35A5-23423F84723E}"/>
                    </a:ext>
                  </a:extLst>
                </p14:cNvPr>
                <p14:cNvContentPartPr/>
                <p14:nvPr/>
              </p14:nvContentPartPr>
              <p14:xfrm>
                <a:off x="12714901" y="6144550"/>
                <a:ext cx="258120" cy="354600"/>
              </p14:xfrm>
            </p:contentPart>
          </mc:Choice>
          <mc:Fallback>
            <p:pic>
              <p:nvPicPr>
                <p:cNvPr id="77" name="Ink 76">
                  <a:extLst>
                    <a:ext uri="{FF2B5EF4-FFF2-40B4-BE49-F238E27FC236}">
                      <a16:creationId xmlns:a16="http://schemas.microsoft.com/office/drawing/2014/main" id="{D049724E-9BF0-85EA-35A5-23423F84723E}"/>
                    </a:ext>
                  </a:extLst>
                </p:cNvPr>
                <p:cNvPicPr/>
                <p:nvPr/>
              </p:nvPicPr>
              <p:blipFill>
                <a:blip r:embed="rId138"/>
                <a:stretch>
                  <a:fillRect/>
                </a:stretch>
              </p:blipFill>
              <p:spPr>
                <a:xfrm>
                  <a:off x="12708781" y="6138430"/>
                  <a:ext cx="27036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78" name="Ink 77">
                  <a:extLst>
                    <a:ext uri="{FF2B5EF4-FFF2-40B4-BE49-F238E27FC236}">
                      <a16:creationId xmlns:a16="http://schemas.microsoft.com/office/drawing/2014/main" id="{286E63BD-5D01-6920-4F06-40059A4C80AE}"/>
                    </a:ext>
                  </a:extLst>
                </p14:cNvPr>
                <p14:cNvContentPartPr/>
                <p14:nvPr/>
              </p14:nvContentPartPr>
              <p14:xfrm>
                <a:off x="13163101" y="6349030"/>
                <a:ext cx="28440" cy="11160"/>
              </p14:xfrm>
            </p:contentPart>
          </mc:Choice>
          <mc:Fallback>
            <p:pic>
              <p:nvPicPr>
                <p:cNvPr id="78" name="Ink 77">
                  <a:extLst>
                    <a:ext uri="{FF2B5EF4-FFF2-40B4-BE49-F238E27FC236}">
                      <a16:creationId xmlns:a16="http://schemas.microsoft.com/office/drawing/2014/main" id="{286E63BD-5D01-6920-4F06-40059A4C80AE}"/>
                    </a:ext>
                  </a:extLst>
                </p:cNvPr>
                <p:cNvPicPr/>
                <p:nvPr/>
              </p:nvPicPr>
              <p:blipFill>
                <a:blip r:embed="rId140"/>
                <a:stretch>
                  <a:fillRect/>
                </a:stretch>
              </p:blipFill>
              <p:spPr>
                <a:xfrm>
                  <a:off x="13156981" y="6342910"/>
                  <a:ext cx="406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79" name="Ink 78">
                  <a:extLst>
                    <a:ext uri="{FF2B5EF4-FFF2-40B4-BE49-F238E27FC236}">
                      <a16:creationId xmlns:a16="http://schemas.microsoft.com/office/drawing/2014/main" id="{E2C358F4-58E2-E81A-655A-A657EAB08CC3}"/>
                    </a:ext>
                  </a:extLst>
                </p14:cNvPr>
                <p14:cNvContentPartPr/>
                <p14:nvPr/>
              </p14:nvContentPartPr>
              <p14:xfrm>
                <a:off x="13039621" y="6356950"/>
                <a:ext cx="160920" cy="154080"/>
              </p14:xfrm>
            </p:contentPart>
          </mc:Choice>
          <mc:Fallback>
            <p:pic>
              <p:nvPicPr>
                <p:cNvPr id="79" name="Ink 78">
                  <a:extLst>
                    <a:ext uri="{FF2B5EF4-FFF2-40B4-BE49-F238E27FC236}">
                      <a16:creationId xmlns:a16="http://schemas.microsoft.com/office/drawing/2014/main" id="{E2C358F4-58E2-E81A-655A-A657EAB08CC3}"/>
                    </a:ext>
                  </a:extLst>
                </p:cNvPr>
                <p:cNvPicPr/>
                <p:nvPr/>
              </p:nvPicPr>
              <p:blipFill>
                <a:blip r:embed="rId142"/>
                <a:stretch>
                  <a:fillRect/>
                </a:stretch>
              </p:blipFill>
              <p:spPr>
                <a:xfrm>
                  <a:off x="13033501" y="6350830"/>
                  <a:ext cx="1731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0" name="Ink 79">
                  <a:extLst>
                    <a:ext uri="{FF2B5EF4-FFF2-40B4-BE49-F238E27FC236}">
                      <a16:creationId xmlns:a16="http://schemas.microsoft.com/office/drawing/2014/main" id="{1A0B40F3-4565-0229-4557-C864F7EC20B8}"/>
                    </a:ext>
                  </a:extLst>
                </p14:cNvPr>
                <p14:cNvContentPartPr/>
                <p14:nvPr/>
              </p14:nvContentPartPr>
              <p14:xfrm>
                <a:off x="13310341" y="6085510"/>
                <a:ext cx="296640" cy="138240"/>
              </p14:xfrm>
            </p:contentPart>
          </mc:Choice>
          <mc:Fallback>
            <p:pic>
              <p:nvPicPr>
                <p:cNvPr id="80" name="Ink 79">
                  <a:extLst>
                    <a:ext uri="{FF2B5EF4-FFF2-40B4-BE49-F238E27FC236}">
                      <a16:creationId xmlns:a16="http://schemas.microsoft.com/office/drawing/2014/main" id="{1A0B40F3-4565-0229-4557-C864F7EC20B8}"/>
                    </a:ext>
                  </a:extLst>
                </p:cNvPr>
                <p:cNvPicPr/>
                <p:nvPr/>
              </p:nvPicPr>
              <p:blipFill>
                <a:blip r:embed="rId144"/>
                <a:stretch>
                  <a:fillRect/>
                </a:stretch>
              </p:blipFill>
              <p:spPr>
                <a:xfrm>
                  <a:off x="13304221" y="6079390"/>
                  <a:ext cx="3088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2" name="Ink 81">
                  <a:extLst>
                    <a:ext uri="{FF2B5EF4-FFF2-40B4-BE49-F238E27FC236}">
                      <a16:creationId xmlns:a16="http://schemas.microsoft.com/office/drawing/2014/main" id="{CB43FCDB-0E31-11A9-2A17-CFB9FFA0B7DE}"/>
                    </a:ext>
                  </a:extLst>
                </p14:cNvPr>
                <p14:cNvContentPartPr/>
                <p14:nvPr/>
              </p14:nvContentPartPr>
              <p14:xfrm>
                <a:off x="2962501" y="5666830"/>
                <a:ext cx="10922400" cy="2215080"/>
              </p14:xfrm>
            </p:contentPart>
          </mc:Choice>
          <mc:Fallback>
            <p:pic>
              <p:nvPicPr>
                <p:cNvPr id="82" name="Ink 81">
                  <a:extLst>
                    <a:ext uri="{FF2B5EF4-FFF2-40B4-BE49-F238E27FC236}">
                      <a16:creationId xmlns:a16="http://schemas.microsoft.com/office/drawing/2014/main" id="{CB43FCDB-0E31-11A9-2A17-CFB9FFA0B7DE}"/>
                    </a:ext>
                  </a:extLst>
                </p:cNvPr>
                <p:cNvPicPr/>
                <p:nvPr/>
              </p:nvPicPr>
              <p:blipFill>
                <a:blip r:embed="rId146"/>
                <a:stretch>
                  <a:fillRect/>
                </a:stretch>
              </p:blipFill>
              <p:spPr>
                <a:xfrm>
                  <a:off x="2956381" y="5660710"/>
                  <a:ext cx="10934640" cy="222732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5546"/>
            <a:ext cx="11736917" cy="883265"/>
          </a:xfrm>
          <a:prstGeom prst="rect">
            <a:avLst/>
          </a:prstGeom>
          <a:effectLst/>
        </p:spPr>
        <p:txBody>
          <a:bodyPr vert="horz" lIns="105664" tIns="52832" rIns="105664" bIns="52832"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bg1"/>
                </a:solidFill>
              </a:rPr>
              <a:t>MLEs for Normal Distribution Parameters</a:t>
            </a:r>
            <a:endParaRPr lang="en-IN" dirty="0">
              <a:solidFill>
                <a:schemeClr val="bg1"/>
              </a:solidFill>
            </a:endParaRPr>
          </a:p>
        </p:txBody>
      </p:sp>
      <p:pic>
        <p:nvPicPr>
          <p:cNvPr id="5" name="Content Placeholder 4"/>
          <p:cNvPicPr>
            <a:picLocks noGrp="1" noChangeAspect="1"/>
          </p:cNvPicPr>
          <p:nvPr>
            <p:ph idx="4294967295"/>
          </p:nvPr>
        </p:nvPicPr>
        <p:blipFill>
          <a:blip r:embed="rId2"/>
          <a:stretch>
            <a:fillRect/>
          </a:stretch>
        </p:blipFill>
        <p:spPr>
          <a:xfrm>
            <a:off x="869950" y="1524000"/>
            <a:ext cx="12238038" cy="556260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17943A9-716B-5D4D-AD48-A46AE29F7231}"/>
                  </a:ext>
                </a:extLst>
              </p14:cNvPr>
              <p14:cNvContentPartPr/>
              <p14:nvPr/>
            </p14:nvContentPartPr>
            <p14:xfrm>
              <a:off x="1618981" y="2652910"/>
              <a:ext cx="5058720" cy="720"/>
            </p14:xfrm>
          </p:contentPart>
        </mc:Choice>
        <mc:Fallback>
          <p:pic>
            <p:nvPicPr>
              <p:cNvPr id="4" name="Ink 3">
                <a:extLst>
                  <a:ext uri="{FF2B5EF4-FFF2-40B4-BE49-F238E27FC236}">
                    <a16:creationId xmlns:a16="http://schemas.microsoft.com/office/drawing/2014/main" id="{617943A9-716B-5D4D-AD48-A46AE29F7231}"/>
                  </a:ext>
                </a:extLst>
              </p:cNvPr>
              <p:cNvPicPr/>
              <p:nvPr/>
            </p:nvPicPr>
            <p:blipFill>
              <a:blip r:embed="rId4"/>
              <a:stretch>
                <a:fillRect/>
              </a:stretch>
            </p:blipFill>
            <p:spPr>
              <a:xfrm>
                <a:off x="1612861" y="2640670"/>
                <a:ext cx="5070960" cy="25200"/>
              </a:xfrm>
              <a:prstGeom prst="rect">
                <a:avLst/>
              </a:prstGeom>
            </p:spPr>
          </p:pic>
        </mc:Fallback>
      </mc:AlternateContent>
      <p:grpSp>
        <p:nvGrpSpPr>
          <p:cNvPr id="39" name="Group 38">
            <a:extLst>
              <a:ext uri="{FF2B5EF4-FFF2-40B4-BE49-F238E27FC236}">
                <a16:creationId xmlns:a16="http://schemas.microsoft.com/office/drawing/2014/main" id="{5F82089A-5CEB-BC9F-4C07-03E3E2366E15}"/>
              </a:ext>
            </a:extLst>
          </p:cNvPr>
          <p:cNvGrpSpPr/>
          <p:nvPr/>
        </p:nvGrpSpPr>
        <p:grpSpPr>
          <a:xfrm>
            <a:off x="1618981" y="2074750"/>
            <a:ext cx="10674360" cy="3681360"/>
            <a:chOff x="1618981" y="2074750"/>
            <a:chExt cx="10674360" cy="3681360"/>
          </a:xfrm>
        </p:grpSpPr>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9B623F3F-B348-761D-1A75-400125BB4D8C}"/>
                    </a:ext>
                  </a:extLst>
                </p14:cNvPr>
                <p14:cNvContentPartPr/>
                <p14:nvPr/>
              </p14:nvContentPartPr>
              <p14:xfrm>
                <a:off x="4891021" y="2074750"/>
                <a:ext cx="453600" cy="630360"/>
              </p14:xfrm>
            </p:contentPart>
          </mc:Choice>
          <mc:Fallback>
            <p:pic>
              <p:nvPicPr>
                <p:cNvPr id="6" name="Ink 5">
                  <a:extLst>
                    <a:ext uri="{FF2B5EF4-FFF2-40B4-BE49-F238E27FC236}">
                      <a16:creationId xmlns:a16="http://schemas.microsoft.com/office/drawing/2014/main" id="{9B623F3F-B348-761D-1A75-400125BB4D8C}"/>
                    </a:ext>
                  </a:extLst>
                </p:cNvPr>
                <p:cNvPicPr/>
                <p:nvPr/>
              </p:nvPicPr>
              <p:blipFill>
                <a:blip r:embed="rId6"/>
                <a:stretch>
                  <a:fillRect/>
                </a:stretch>
              </p:blipFill>
              <p:spPr>
                <a:xfrm>
                  <a:off x="4884901" y="2068630"/>
                  <a:ext cx="465840" cy="64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D3E5E9B7-9FDF-D7CB-95D5-6B207487403C}"/>
                    </a:ext>
                  </a:extLst>
                </p14:cNvPr>
                <p14:cNvContentPartPr/>
                <p14:nvPr/>
              </p14:nvContentPartPr>
              <p14:xfrm>
                <a:off x="5867701" y="2110030"/>
                <a:ext cx="530280" cy="613080"/>
              </p14:xfrm>
            </p:contentPart>
          </mc:Choice>
          <mc:Fallback>
            <p:pic>
              <p:nvPicPr>
                <p:cNvPr id="7" name="Ink 6">
                  <a:extLst>
                    <a:ext uri="{FF2B5EF4-FFF2-40B4-BE49-F238E27FC236}">
                      <a16:creationId xmlns:a16="http://schemas.microsoft.com/office/drawing/2014/main" id="{D3E5E9B7-9FDF-D7CB-95D5-6B207487403C}"/>
                    </a:ext>
                  </a:extLst>
                </p:cNvPr>
                <p:cNvPicPr/>
                <p:nvPr/>
              </p:nvPicPr>
              <p:blipFill>
                <a:blip r:embed="rId8"/>
                <a:stretch>
                  <a:fillRect/>
                </a:stretch>
              </p:blipFill>
              <p:spPr>
                <a:xfrm>
                  <a:off x="5861581" y="2103910"/>
                  <a:ext cx="542520" cy="625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39528DA0-B598-9C07-D0C1-466C707BCC1B}"/>
                    </a:ext>
                  </a:extLst>
                </p14:cNvPr>
                <p14:cNvContentPartPr/>
                <p14:nvPr/>
              </p14:nvContentPartPr>
              <p14:xfrm>
                <a:off x="9224341" y="2646070"/>
                <a:ext cx="143280" cy="591480"/>
              </p14:xfrm>
            </p:contentPart>
          </mc:Choice>
          <mc:Fallback>
            <p:pic>
              <p:nvPicPr>
                <p:cNvPr id="8" name="Ink 7">
                  <a:extLst>
                    <a:ext uri="{FF2B5EF4-FFF2-40B4-BE49-F238E27FC236}">
                      <a16:creationId xmlns:a16="http://schemas.microsoft.com/office/drawing/2014/main" id="{39528DA0-B598-9C07-D0C1-466C707BCC1B}"/>
                    </a:ext>
                  </a:extLst>
                </p:cNvPr>
                <p:cNvPicPr/>
                <p:nvPr/>
              </p:nvPicPr>
              <p:blipFill>
                <a:blip r:embed="rId10"/>
                <a:stretch>
                  <a:fillRect/>
                </a:stretch>
              </p:blipFill>
              <p:spPr>
                <a:xfrm>
                  <a:off x="9218221" y="2639950"/>
                  <a:ext cx="155520" cy="603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782A20C0-ED6B-2F5B-DD39-41CEB5321B8E}"/>
                    </a:ext>
                  </a:extLst>
                </p14:cNvPr>
                <p14:cNvContentPartPr/>
                <p14:nvPr/>
              </p14:nvContentPartPr>
              <p14:xfrm>
                <a:off x="9628981" y="2633830"/>
                <a:ext cx="192960" cy="476280"/>
              </p14:xfrm>
            </p:contentPart>
          </mc:Choice>
          <mc:Fallback>
            <p:pic>
              <p:nvPicPr>
                <p:cNvPr id="9" name="Ink 8">
                  <a:extLst>
                    <a:ext uri="{FF2B5EF4-FFF2-40B4-BE49-F238E27FC236}">
                      <a16:creationId xmlns:a16="http://schemas.microsoft.com/office/drawing/2014/main" id="{782A20C0-ED6B-2F5B-DD39-41CEB5321B8E}"/>
                    </a:ext>
                  </a:extLst>
                </p:cNvPr>
                <p:cNvPicPr/>
                <p:nvPr/>
              </p:nvPicPr>
              <p:blipFill>
                <a:blip r:embed="rId12"/>
                <a:stretch>
                  <a:fillRect/>
                </a:stretch>
              </p:blipFill>
              <p:spPr>
                <a:xfrm>
                  <a:off x="9622861" y="2627710"/>
                  <a:ext cx="205200" cy="488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E5F6240F-C4FF-1473-F814-E97F7EDCB0D4}"/>
                    </a:ext>
                  </a:extLst>
                </p14:cNvPr>
                <p14:cNvContentPartPr/>
                <p14:nvPr/>
              </p14:nvContentPartPr>
              <p14:xfrm>
                <a:off x="9865861" y="2869270"/>
                <a:ext cx="155880" cy="233640"/>
              </p14:xfrm>
            </p:contentPart>
          </mc:Choice>
          <mc:Fallback>
            <p:pic>
              <p:nvPicPr>
                <p:cNvPr id="10" name="Ink 9">
                  <a:extLst>
                    <a:ext uri="{FF2B5EF4-FFF2-40B4-BE49-F238E27FC236}">
                      <a16:creationId xmlns:a16="http://schemas.microsoft.com/office/drawing/2014/main" id="{E5F6240F-C4FF-1473-F814-E97F7EDCB0D4}"/>
                    </a:ext>
                  </a:extLst>
                </p:cNvPr>
                <p:cNvPicPr/>
                <p:nvPr/>
              </p:nvPicPr>
              <p:blipFill>
                <a:blip r:embed="rId14"/>
                <a:stretch>
                  <a:fillRect/>
                </a:stretch>
              </p:blipFill>
              <p:spPr>
                <a:xfrm>
                  <a:off x="9859741" y="2863150"/>
                  <a:ext cx="16812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2F76DB1D-860A-28BE-993D-2A5E15F2F1F6}"/>
                    </a:ext>
                  </a:extLst>
                </p14:cNvPr>
                <p14:cNvContentPartPr/>
                <p14:nvPr/>
              </p14:nvContentPartPr>
              <p14:xfrm>
                <a:off x="10324861" y="2631670"/>
                <a:ext cx="221400" cy="540720"/>
              </p14:xfrm>
            </p:contentPart>
          </mc:Choice>
          <mc:Fallback>
            <p:pic>
              <p:nvPicPr>
                <p:cNvPr id="11" name="Ink 10">
                  <a:extLst>
                    <a:ext uri="{FF2B5EF4-FFF2-40B4-BE49-F238E27FC236}">
                      <a16:creationId xmlns:a16="http://schemas.microsoft.com/office/drawing/2014/main" id="{2F76DB1D-860A-28BE-993D-2A5E15F2F1F6}"/>
                    </a:ext>
                  </a:extLst>
                </p:cNvPr>
                <p:cNvPicPr/>
                <p:nvPr/>
              </p:nvPicPr>
              <p:blipFill>
                <a:blip r:embed="rId16"/>
                <a:stretch>
                  <a:fillRect/>
                </a:stretch>
              </p:blipFill>
              <p:spPr>
                <a:xfrm>
                  <a:off x="10318741" y="2625550"/>
                  <a:ext cx="233640" cy="5529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EE0FECC2-B2F3-9245-EE56-8F2F9BFE0B5B}"/>
                    </a:ext>
                  </a:extLst>
                </p14:cNvPr>
                <p14:cNvContentPartPr/>
                <p14:nvPr/>
              </p14:nvContentPartPr>
              <p14:xfrm>
                <a:off x="10461301" y="2761270"/>
                <a:ext cx="202320" cy="30960"/>
              </p14:xfrm>
            </p:contentPart>
          </mc:Choice>
          <mc:Fallback>
            <p:pic>
              <p:nvPicPr>
                <p:cNvPr id="12" name="Ink 11">
                  <a:extLst>
                    <a:ext uri="{FF2B5EF4-FFF2-40B4-BE49-F238E27FC236}">
                      <a16:creationId xmlns:a16="http://schemas.microsoft.com/office/drawing/2014/main" id="{EE0FECC2-B2F3-9245-EE56-8F2F9BFE0B5B}"/>
                    </a:ext>
                  </a:extLst>
                </p:cNvPr>
                <p:cNvPicPr/>
                <p:nvPr/>
              </p:nvPicPr>
              <p:blipFill>
                <a:blip r:embed="rId18"/>
                <a:stretch>
                  <a:fillRect/>
                </a:stretch>
              </p:blipFill>
              <p:spPr>
                <a:xfrm>
                  <a:off x="10455181" y="2755150"/>
                  <a:ext cx="21456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0BCC2608-A591-2F27-C886-66F33F71F93A}"/>
                    </a:ext>
                  </a:extLst>
                </p14:cNvPr>
                <p14:cNvContentPartPr/>
                <p14:nvPr/>
              </p14:nvContentPartPr>
              <p14:xfrm>
                <a:off x="8749861" y="3246910"/>
                <a:ext cx="2067840" cy="92880"/>
              </p14:xfrm>
            </p:contentPart>
          </mc:Choice>
          <mc:Fallback>
            <p:pic>
              <p:nvPicPr>
                <p:cNvPr id="13" name="Ink 12">
                  <a:extLst>
                    <a:ext uri="{FF2B5EF4-FFF2-40B4-BE49-F238E27FC236}">
                      <a16:creationId xmlns:a16="http://schemas.microsoft.com/office/drawing/2014/main" id="{0BCC2608-A591-2F27-C886-66F33F71F93A}"/>
                    </a:ext>
                  </a:extLst>
                </p:cNvPr>
                <p:cNvPicPr/>
                <p:nvPr/>
              </p:nvPicPr>
              <p:blipFill>
                <a:blip r:embed="rId20"/>
                <a:stretch>
                  <a:fillRect/>
                </a:stretch>
              </p:blipFill>
              <p:spPr>
                <a:xfrm>
                  <a:off x="8743741" y="3240790"/>
                  <a:ext cx="208008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9FF9C03A-FD36-A81B-E15E-BF78BCF4FE9C}"/>
                    </a:ext>
                  </a:extLst>
                </p14:cNvPr>
                <p14:cNvContentPartPr/>
                <p14:nvPr/>
              </p14:nvContentPartPr>
              <p14:xfrm>
                <a:off x="9510901" y="3355270"/>
                <a:ext cx="118080" cy="534960"/>
              </p14:xfrm>
            </p:contentPart>
          </mc:Choice>
          <mc:Fallback>
            <p:pic>
              <p:nvPicPr>
                <p:cNvPr id="14" name="Ink 13">
                  <a:extLst>
                    <a:ext uri="{FF2B5EF4-FFF2-40B4-BE49-F238E27FC236}">
                      <a16:creationId xmlns:a16="http://schemas.microsoft.com/office/drawing/2014/main" id="{9FF9C03A-FD36-A81B-E15E-BF78BCF4FE9C}"/>
                    </a:ext>
                  </a:extLst>
                </p:cNvPr>
                <p:cNvPicPr/>
                <p:nvPr/>
              </p:nvPicPr>
              <p:blipFill>
                <a:blip r:embed="rId22"/>
                <a:stretch>
                  <a:fillRect/>
                </a:stretch>
              </p:blipFill>
              <p:spPr>
                <a:xfrm>
                  <a:off x="9504781" y="3349150"/>
                  <a:ext cx="130320" cy="5472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10EA752B-DF1A-744E-ECD5-4993D82F4194}"/>
                    </a:ext>
                  </a:extLst>
                </p14:cNvPr>
                <p14:cNvContentPartPr/>
                <p14:nvPr/>
              </p14:nvContentPartPr>
              <p14:xfrm>
                <a:off x="9741661" y="3489190"/>
                <a:ext cx="549000" cy="371160"/>
              </p14:xfrm>
            </p:contentPart>
          </mc:Choice>
          <mc:Fallback>
            <p:pic>
              <p:nvPicPr>
                <p:cNvPr id="16" name="Ink 15">
                  <a:extLst>
                    <a:ext uri="{FF2B5EF4-FFF2-40B4-BE49-F238E27FC236}">
                      <a16:creationId xmlns:a16="http://schemas.microsoft.com/office/drawing/2014/main" id="{10EA752B-DF1A-744E-ECD5-4993D82F4194}"/>
                    </a:ext>
                  </a:extLst>
                </p:cNvPr>
                <p:cNvPicPr/>
                <p:nvPr/>
              </p:nvPicPr>
              <p:blipFill>
                <a:blip r:embed="rId24"/>
                <a:stretch>
                  <a:fillRect/>
                </a:stretch>
              </p:blipFill>
              <p:spPr>
                <a:xfrm>
                  <a:off x="9735541" y="3483070"/>
                  <a:ext cx="561240" cy="383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8A356F78-8E9E-4D8E-0A3E-25C228B0951B}"/>
                    </a:ext>
                  </a:extLst>
                </p14:cNvPr>
                <p14:cNvContentPartPr/>
                <p14:nvPr/>
              </p14:nvContentPartPr>
              <p14:xfrm>
                <a:off x="11135941" y="3289750"/>
                <a:ext cx="158400" cy="20520"/>
              </p14:xfrm>
            </p:contentPart>
          </mc:Choice>
          <mc:Fallback>
            <p:pic>
              <p:nvPicPr>
                <p:cNvPr id="17" name="Ink 16">
                  <a:extLst>
                    <a:ext uri="{FF2B5EF4-FFF2-40B4-BE49-F238E27FC236}">
                      <a16:creationId xmlns:a16="http://schemas.microsoft.com/office/drawing/2014/main" id="{8A356F78-8E9E-4D8E-0A3E-25C228B0951B}"/>
                    </a:ext>
                  </a:extLst>
                </p:cNvPr>
                <p:cNvPicPr/>
                <p:nvPr/>
              </p:nvPicPr>
              <p:blipFill>
                <a:blip r:embed="rId26"/>
                <a:stretch>
                  <a:fillRect/>
                </a:stretch>
              </p:blipFill>
              <p:spPr>
                <a:xfrm>
                  <a:off x="11129821" y="3283630"/>
                  <a:ext cx="1706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C00B41C3-0779-86B5-E4B5-A4BB31E4F1F4}"/>
                    </a:ext>
                  </a:extLst>
                </p14:cNvPr>
                <p14:cNvContentPartPr/>
                <p14:nvPr/>
              </p14:nvContentPartPr>
              <p14:xfrm>
                <a:off x="11169421" y="3332590"/>
                <a:ext cx="265320" cy="75240"/>
              </p14:xfrm>
            </p:contentPart>
          </mc:Choice>
          <mc:Fallback>
            <p:pic>
              <p:nvPicPr>
                <p:cNvPr id="18" name="Ink 17">
                  <a:extLst>
                    <a:ext uri="{FF2B5EF4-FFF2-40B4-BE49-F238E27FC236}">
                      <a16:creationId xmlns:a16="http://schemas.microsoft.com/office/drawing/2014/main" id="{C00B41C3-0779-86B5-E4B5-A4BB31E4F1F4}"/>
                    </a:ext>
                  </a:extLst>
                </p:cNvPr>
                <p:cNvPicPr/>
                <p:nvPr/>
              </p:nvPicPr>
              <p:blipFill>
                <a:blip r:embed="rId28"/>
                <a:stretch>
                  <a:fillRect/>
                </a:stretch>
              </p:blipFill>
              <p:spPr>
                <a:xfrm>
                  <a:off x="11163301" y="3326470"/>
                  <a:ext cx="27756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B6AC370F-AEA2-4A67-C8AD-F39C94A025BB}"/>
                    </a:ext>
                  </a:extLst>
                </p14:cNvPr>
                <p14:cNvContentPartPr/>
                <p14:nvPr/>
              </p14:nvContentPartPr>
              <p14:xfrm>
                <a:off x="11733901" y="3019750"/>
                <a:ext cx="351720" cy="260640"/>
              </p14:xfrm>
            </p:contentPart>
          </mc:Choice>
          <mc:Fallback>
            <p:pic>
              <p:nvPicPr>
                <p:cNvPr id="20" name="Ink 19">
                  <a:extLst>
                    <a:ext uri="{FF2B5EF4-FFF2-40B4-BE49-F238E27FC236}">
                      <a16:creationId xmlns:a16="http://schemas.microsoft.com/office/drawing/2014/main" id="{B6AC370F-AEA2-4A67-C8AD-F39C94A025BB}"/>
                    </a:ext>
                  </a:extLst>
                </p:cNvPr>
                <p:cNvPicPr/>
                <p:nvPr/>
              </p:nvPicPr>
              <p:blipFill>
                <a:blip r:embed="rId30"/>
                <a:stretch>
                  <a:fillRect/>
                </a:stretch>
              </p:blipFill>
              <p:spPr>
                <a:xfrm>
                  <a:off x="11727781" y="3013630"/>
                  <a:ext cx="36396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4CF6C043-E083-97D8-DA15-F33B7F38E060}"/>
                    </a:ext>
                  </a:extLst>
                </p14:cNvPr>
                <p14:cNvContentPartPr/>
                <p14:nvPr/>
              </p14:nvContentPartPr>
              <p14:xfrm>
                <a:off x="9329101" y="4186510"/>
                <a:ext cx="140760" cy="523440"/>
              </p14:xfrm>
            </p:contentPart>
          </mc:Choice>
          <mc:Fallback>
            <p:pic>
              <p:nvPicPr>
                <p:cNvPr id="21" name="Ink 20">
                  <a:extLst>
                    <a:ext uri="{FF2B5EF4-FFF2-40B4-BE49-F238E27FC236}">
                      <a16:creationId xmlns:a16="http://schemas.microsoft.com/office/drawing/2014/main" id="{4CF6C043-E083-97D8-DA15-F33B7F38E060}"/>
                    </a:ext>
                  </a:extLst>
                </p:cNvPr>
                <p:cNvPicPr/>
                <p:nvPr/>
              </p:nvPicPr>
              <p:blipFill>
                <a:blip r:embed="rId32"/>
                <a:stretch>
                  <a:fillRect/>
                </a:stretch>
              </p:blipFill>
              <p:spPr>
                <a:xfrm>
                  <a:off x="9322981" y="4180390"/>
                  <a:ext cx="153000" cy="5356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FF48D31E-020E-1633-EDDD-72D0F802752F}"/>
                    </a:ext>
                  </a:extLst>
                </p14:cNvPr>
                <p14:cNvContentPartPr/>
                <p14:nvPr/>
              </p14:nvContentPartPr>
              <p14:xfrm>
                <a:off x="9780181" y="4206310"/>
                <a:ext cx="229320" cy="505080"/>
              </p14:xfrm>
            </p:contentPart>
          </mc:Choice>
          <mc:Fallback>
            <p:pic>
              <p:nvPicPr>
                <p:cNvPr id="23" name="Ink 22">
                  <a:extLst>
                    <a:ext uri="{FF2B5EF4-FFF2-40B4-BE49-F238E27FC236}">
                      <a16:creationId xmlns:a16="http://schemas.microsoft.com/office/drawing/2014/main" id="{FF48D31E-020E-1633-EDDD-72D0F802752F}"/>
                    </a:ext>
                  </a:extLst>
                </p:cNvPr>
                <p:cNvPicPr/>
                <p:nvPr/>
              </p:nvPicPr>
              <p:blipFill>
                <a:blip r:embed="rId34"/>
                <a:stretch>
                  <a:fillRect/>
                </a:stretch>
              </p:blipFill>
              <p:spPr>
                <a:xfrm>
                  <a:off x="9774061" y="4200190"/>
                  <a:ext cx="241560" cy="5173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8818CB42-91FA-4641-79E7-99DB4496429D}"/>
                    </a:ext>
                  </a:extLst>
                </p14:cNvPr>
                <p14:cNvContentPartPr/>
                <p14:nvPr/>
              </p14:nvContentPartPr>
              <p14:xfrm>
                <a:off x="10065301" y="4432750"/>
                <a:ext cx="271440" cy="170280"/>
              </p14:xfrm>
            </p:contentPart>
          </mc:Choice>
          <mc:Fallback>
            <p:pic>
              <p:nvPicPr>
                <p:cNvPr id="24" name="Ink 23">
                  <a:extLst>
                    <a:ext uri="{FF2B5EF4-FFF2-40B4-BE49-F238E27FC236}">
                      <a16:creationId xmlns:a16="http://schemas.microsoft.com/office/drawing/2014/main" id="{8818CB42-91FA-4641-79E7-99DB4496429D}"/>
                    </a:ext>
                  </a:extLst>
                </p:cNvPr>
                <p:cNvPicPr/>
                <p:nvPr/>
              </p:nvPicPr>
              <p:blipFill>
                <a:blip r:embed="rId36"/>
                <a:stretch>
                  <a:fillRect/>
                </a:stretch>
              </p:blipFill>
              <p:spPr>
                <a:xfrm>
                  <a:off x="10059181" y="4426630"/>
                  <a:ext cx="2836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C3F0F9CE-9651-E563-F497-9B4F1B52B361}"/>
                    </a:ext>
                  </a:extLst>
                </p14:cNvPr>
                <p14:cNvContentPartPr/>
                <p14:nvPr/>
              </p14:nvContentPartPr>
              <p14:xfrm>
                <a:off x="10567141" y="4177510"/>
                <a:ext cx="218520" cy="509760"/>
              </p14:xfrm>
            </p:contentPart>
          </mc:Choice>
          <mc:Fallback>
            <p:pic>
              <p:nvPicPr>
                <p:cNvPr id="25" name="Ink 24">
                  <a:extLst>
                    <a:ext uri="{FF2B5EF4-FFF2-40B4-BE49-F238E27FC236}">
                      <a16:creationId xmlns:a16="http://schemas.microsoft.com/office/drawing/2014/main" id="{C3F0F9CE-9651-E563-F497-9B4F1B52B361}"/>
                    </a:ext>
                  </a:extLst>
                </p:cNvPr>
                <p:cNvPicPr/>
                <p:nvPr/>
              </p:nvPicPr>
              <p:blipFill>
                <a:blip r:embed="rId38"/>
                <a:stretch>
                  <a:fillRect/>
                </a:stretch>
              </p:blipFill>
              <p:spPr>
                <a:xfrm>
                  <a:off x="10561021" y="4171390"/>
                  <a:ext cx="230760" cy="522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668F79BA-34C6-9DE0-F5DF-305AB39BFC1E}"/>
                    </a:ext>
                  </a:extLst>
                </p14:cNvPr>
                <p14:cNvContentPartPr/>
                <p14:nvPr/>
              </p14:nvContentPartPr>
              <p14:xfrm>
                <a:off x="10639501" y="4367230"/>
                <a:ext cx="195840" cy="56520"/>
              </p14:xfrm>
            </p:contentPart>
          </mc:Choice>
          <mc:Fallback>
            <p:pic>
              <p:nvPicPr>
                <p:cNvPr id="26" name="Ink 25">
                  <a:extLst>
                    <a:ext uri="{FF2B5EF4-FFF2-40B4-BE49-F238E27FC236}">
                      <a16:creationId xmlns:a16="http://schemas.microsoft.com/office/drawing/2014/main" id="{668F79BA-34C6-9DE0-F5DF-305AB39BFC1E}"/>
                    </a:ext>
                  </a:extLst>
                </p:cNvPr>
                <p:cNvPicPr/>
                <p:nvPr/>
              </p:nvPicPr>
              <p:blipFill>
                <a:blip r:embed="rId40"/>
                <a:stretch>
                  <a:fillRect/>
                </a:stretch>
              </p:blipFill>
              <p:spPr>
                <a:xfrm>
                  <a:off x="10633381" y="4361110"/>
                  <a:ext cx="20808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DFEED24E-217F-7FAA-91C0-D50F967BA9E7}"/>
                    </a:ext>
                  </a:extLst>
                </p14:cNvPr>
                <p14:cNvContentPartPr/>
                <p14:nvPr/>
              </p14:nvContentPartPr>
              <p14:xfrm>
                <a:off x="8693701" y="4696270"/>
                <a:ext cx="2313720" cy="72720"/>
              </p14:xfrm>
            </p:contentPart>
          </mc:Choice>
          <mc:Fallback>
            <p:pic>
              <p:nvPicPr>
                <p:cNvPr id="27" name="Ink 26">
                  <a:extLst>
                    <a:ext uri="{FF2B5EF4-FFF2-40B4-BE49-F238E27FC236}">
                      <a16:creationId xmlns:a16="http://schemas.microsoft.com/office/drawing/2014/main" id="{DFEED24E-217F-7FAA-91C0-D50F967BA9E7}"/>
                    </a:ext>
                  </a:extLst>
                </p:cNvPr>
                <p:cNvPicPr/>
                <p:nvPr/>
              </p:nvPicPr>
              <p:blipFill>
                <a:blip r:embed="rId42"/>
                <a:stretch>
                  <a:fillRect/>
                </a:stretch>
              </p:blipFill>
              <p:spPr>
                <a:xfrm>
                  <a:off x="8687581" y="4690150"/>
                  <a:ext cx="232596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52D79902-FA6E-5E00-303D-F2B508BBC902}"/>
                    </a:ext>
                  </a:extLst>
                </p14:cNvPr>
                <p14:cNvContentPartPr/>
                <p14:nvPr/>
              </p14:nvContentPartPr>
              <p14:xfrm>
                <a:off x="9336301" y="4880950"/>
                <a:ext cx="175680" cy="609840"/>
              </p14:xfrm>
            </p:contentPart>
          </mc:Choice>
          <mc:Fallback>
            <p:pic>
              <p:nvPicPr>
                <p:cNvPr id="28" name="Ink 27">
                  <a:extLst>
                    <a:ext uri="{FF2B5EF4-FFF2-40B4-BE49-F238E27FC236}">
                      <a16:creationId xmlns:a16="http://schemas.microsoft.com/office/drawing/2014/main" id="{52D79902-FA6E-5E00-303D-F2B508BBC902}"/>
                    </a:ext>
                  </a:extLst>
                </p:cNvPr>
                <p:cNvPicPr/>
                <p:nvPr/>
              </p:nvPicPr>
              <p:blipFill>
                <a:blip r:embed="rId44"/>
                <a:stretch>
                  <a:fillRect/>
                </a:stretch>
              </p:blipFill>
              <p:spPr>
                <a:xfrm>
                  <a:off x="9330181" y="4874830"/>
                  <a:ext cx="187920" cy="6220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F1F9FC0B-D700-CAAF-23B5-394BE518D0EC}"/>
                    </a:ext>
                  </a:extLst>
                </p14:cNvPr>
                <p14:cNvContentPartPr/>
                <p14:nvPr/>
              </p14:nvContentPartPr>
              <p14:xfrm>
                <a:off x="9720061" y="5103070"/>
                <a:ext cx="381240" cy="267120"/>
              </p14:xfrm>
            </p:contentPart>
          </mc:Choice>
          <mc:Fallback>
            <p:pic>
              <p:nvPicPr>
                <p:cNvPr id="29" name="Ink 28">
                  <a:extLst>
                    <a:ext uri="{FF2B5EF4-FFF2-40B4-BE49-F238E27FC236}">
                      <a16:creationId xmlns:a16="http://schemas.microsoft.com/office/drawing/2014/main" id="{F1F9FC0B-D700-CAAF-23B5-394BE518D0EC}"/>
                    </a:ext>
                  </a:extLst>
                </p:cNvPr>
                <p:cNvPicPr/>
                <p:nvPr/>
              </p:nvPicPr>
              <p:blipFill>
                <a:blip r:embed="rId46"/>
                <a:stretch>
                  <a:fillRect/>
                </a:stretch>
              </p:blipFill>
              <p:spPr>
                <a:xfrm>
                  <a:off x="9713941" y="5096950"/>
                  <a:ext cx="3934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F42D2F07-24B6-5920-B729-D4E022BD0F00}"/>
                    </a:ext>
                  </a:extLst>
                </p14:cNvPr>
                <p14:cNvContentPartPr/>
                <p14:nvPr/>
              </p14:nvContentPartPr>
              <p14:xfrm>
                <a:off x="10164301" y="4994710"/>
                <a:ext cx="349560" cy="154800"/>
              </p14:xfrm>
            </p:contentPart>
          </mc:Choice>
          <mc:Fallback>
            <p:pic>
              <p:nvPicPr>
                <p:cNvPr id="31" name="Ink 30">
                  <a:extLst>
                    <a:ext uri="{FF2B5EF4-FFF2-40B4-BE49-F238E27FC236}">
                      <a16:creationId xmlns:a16="http://schemas.microsoft.com/office/drawing/2014/main" id="{F42D2F07-24B6-5920-B729-D4E022BD0F00}"/>
                    </a:ext>
                  </a:extLst>
                </p:cNvPr>
                <p:cNvPicPr/>
                <p:nvPr/>
              </p:nvPicPr>
              <p:blipFill>
                <a:blip r:embed="rId48"/>
                <a:stretch>
                  <a:fillRect/>
                </a:stretch>
              </p:blipFill>
              <p:spPr>
                <a:xfrm>
                  <a:off x="10158181" y="4988590"/>
                  <a:ext cx="3618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A5FBE8EA-5157-7EE2-16DD-5F265750B298}"/>
                    </a:ext>
                  </a:extLst>
                </p14:cNvPr>
                <p14:cNvContentPartPr/>
                <p14:nvPr/>
              </p14:nvContentPartPr>
              <p14:xfrm>
                <a:off x="11449141" y="4702390"/>
                <a:ext cx="97920" cy="22320"/>
              </p14:xfrm>
            </p:contentPart>
          </mc:Choice>
          <mc:Fallback>
            <p:pic>
              <p:nvPicPr>
                <p:cNvPr id="32" name="Ink 31">
                  <a:extLst>
                    <a:ext uri="{FF2B5EF4-FFF2-40B4-BE49-F238E27FC236}">
                      <a16:creationId xmlns:a16="http://schemas.microsoft.com/office/drawing/2014/main" id="{A5FBE8EA-5157-7EE2-16DD-5F265750B298}"/>
                    </a:ext>
                  </a:extLst>
                </p:cNvPr>
                <p:cNvPicPr/>
                <p:nvPr/>
              </p:nvPicPr>
              <p:blipFill>
                <a:blip r:embed="rId50"/>
                <a:stretch>
                  <a:fillRect/>
                </a:stretch>
              </p:blipFill>
              <p:spPr>
                <a:xfrm>
                  <a:off x="11443021" y="4696270"/>
                  <a:ext cx="11016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10E192E1-7EB1-9FF4-7471-616806E79EC8}"/>
                    </a:ext>
                  </a:extLst>
                </p14:cNvPr>
                <p14:cNvContentPartPr/>
                <p14:nvPr/>
              </p14:nvContentPartPr>
              <p14:xfrm>
                <a:off x="11458501" y="4804630"/>
                <a:ext cx="210600" cy="20520"/>
              </p14:xfrm>
            </p:contentPart>
          </mc:Choice>
          <mc:Fallback>
            <p:pic>
              <p:nvPicPr>
                <p:cNvPr id="33" name="Ink 32">
                  <a:extLst>
                    <a:ext uri="{FF2B5EF4-FFF2-40B4-BE49-F238E27FC236}">
                      <a16:creationId xmlns:a16="http://schemas.microsoft.com/office/drawing/2014/main" id="{10E192E1-7EB1-9FF4-7471-616806E79EC8}"/>
                    </a:ext>
                  </a:extLst>
                </p:cNvPr>
                <p:cNvPicPr/>
                <p:nvPr/>
              </p:nvPicPr>
              <p:blipFill>
                <a:blip r:embed="rId52"/>
                <a:stretch>
                  <a:fillRect/>
                </a:stretch>
              </p:blipFill>
              <p:spPr>
                <a:xfrm>
                  <a:off x="11452381" y="4798510"/>
                  <a:ext cx="2228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278EB7BB-F3A5-9CE1-BC48-F83F77F5CA6A}"/>
                    </a:ext>
                  </a:extLst>
                </p14:cNvPr>
                <p14:cNvContentPartPr/>
                <p14:nvPr/>
              </p14:nvContentPartPr>
              <p14:xfrm>
                <a:off x="11948461" y="4396750"/>
                <a:ext cx="344880" cy="353880"/>
              </p14:xfrm>
            </p:contentPart>
          </mc:Choice>
          <mc:Fallback>
            <p:pic>
              <p:nvPicPr>
                <p:cNvPr id="34" name="Ink 33">
                  <a:extLst>
                    <a:ext uri="{FF2B5EF4-FFF2-40B4-BE49-F238E27FC236}">
                      <a16:creationId xmlns:a16="http://schemas.microsoft.com/office/drawing/2014/main" id="{278EB7BB-F3A5-9CE1-BC48-F83F77F5CA6A}"/>
                    </a:ext>
                  </a:extLst>
                </p:cNvPr>
                <p:cNvPicPr/>
                <p:nvPr/>
              </p:nvPicPr>
              <p:blipFill>
                <a:blip r:embed="rId54"/>
                <a:stretch>
                  <a:fillRect/>
                </a:stretch>
              </p:blipFill>
              <p:spPr>
                <a:xfrm>
                  <a:off x="11942341" y="4390630"/>
                  <a:ext cx="35712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7" name="Ink 36">
                  <a:extLst>
                    <a:ext uri="{FF2B5EF4-FFF2-40B4-BE49-F238E27FC236}">
                      <a16:creationId xmlns:a16="http://schemas.microsoft.com/office/drawing/2014/main" id="{39574130-9B46-120E-CCA7-D4E649161ACD}"/>
                    </a:ext>
                  </a:extLst>
                </p14:cNvPr>
                <p14:cNvContentPartPr/>
                <p14:nvPr/>
              </p14:nvContentPartPr>
              <p14:xfrm>
                <a:off x="1618981" y="4097950"/>
                <a:ext cx="6524280" cy="151200"/>
              </p14:xfrm>
            </p:contentPart>
          </mc:Choice>
          <mc:Fallback>
            <p:pic>
              <p:nvPicPr>
                <p:cNvPr id="37" name="Ink 36">
                  <a:extLst>
                    <a:ext uri="{FF2B5EF4-FFF2-40B4-BE49-F238E27FC236}">
                      <a16:creationId xmlns:a16="http://schemas.microsoft.com/office/drawing/2014/main" id="{39574130-9B46-120E-CCA7-D4E649161ACD}"/>
                    </a:ext>
                  </a:extLst>
                </p:cNvPr>
                <p:cNvPicPr/>
                <p:nvPr/>
              </p:nvPicPr>
              <p:blipFill>
                <a:blip r:embed="rId56"/>
                <a:stretch>
                  <a:fillRect/>
                </a:stretch>
              </p:blipFill>
              <p:spPr>
                <a:xfrm>
                  <a:off x="1612861" y="4091830"/>
                  <a:ext cx="653652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8" name="Ink 37">
                  <a:extLst>
                    <a:ext uri="{FF2B5EF4-FFF2-40B4-BE49-F238E27FC236}">
                      <a16:creationId xmlns:a16="http://schemas.microsoft.com/office/drawing/2014/main" id="{E219D21C-A5FA-F073-3771-EEF58E79EE88}"/>
                    </a:ext>
                  </a:extLst>
                </p14:cNvPr>
                <p14:cNvContentPartPr/>
                <p14:nvPr/>
              </p14:nvContentPartPr>
              <p14:xfrm>
                <a:off x="3279661" y="4662430"/>
                <a:ext cx="1645560" cy="1093680"/>
              </p14:xfrm>
            </p:contentPart>
          </mc:Choice>
          <mc:Fallback>
            <p:pic>
              <p:nvPicPr>
                <p:cNvPr id="38" name="Ink 37">
                  <a:extLst>
                    <a:ext uri="{FF2B5EF4-FFF2-40B4-BE49-F238E27FC236}">
                      <a16:creationId xmlns:a16="http://schemas.microsoft.com/office/drawing/2014/main" id="{E219D21C-A5FA-F073-3771-EEF58E79EE88}"/>
                    </a:ext>
                  </a:extLst>
                </p:cNvPr>
                <p:cNvPicPr/>
                <p:nvPr/>
              </p:nvPicPr>
              <p:blipFill>
                <a:blip r:embed="rId58"/>
                <a:stretch>
                  <a:fillRect/>
                </a:stretch>
              </p:blipFill>
              <p:spPr>
                <a:xfrm>
                  <a:off x="3273541" y="4656310"/>
                  <a:ext cx="1657800" cy="1105920"/>
                </a:xfrm>
                <a:prstGeom prst="rect">
                  <a:avLst/>
                </a:prstGeom>
              </p:spPr>
            </p:pic>
          </mc:Fallback>
        </mc:AlternateContent>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1464766" y="3559823"/>
            <a:ext cx="178401" cy="833320"/>
          </a:xfrm>
          <a:prstGeom prst="rect">
            <a:avLst/>
          </a:prstGeom>
        </p:spPr>
      </p:pic>
      <p:graphicFrame>
        <p:nvGraphicFramePr>
          <p:cNvPr id="4" name="object 4"/>
          <p:cNvGraphicFramePr>
            <a:graphicFrameLocks noGrp="1"/>
          </p:cNvGraphicFramePr>
          <p:nvPr/>
        </p:nvGraphicFramePr>
        <p:xfrm>
          <a:off x="405705" y="2271560"/>
          <a:ext cx="2259356" cy="2796319"/>
        </p:xfrm>
        <a:graphic>
          <a:graphicData uri="http://schemas.openxmlformats.org/drawingml/2006/table">
            <a:tbl>
              <a:tblPr firstRow="1" bandRow="1">
                <a:tableStyleId>{2D5ABB26-0587-4C30-8999-92F81FD0307C}</a:tableStyleId>
              </a:tblPr>
              <a:tblGrid>
                <a:gridCol w="1129678">
                  <a:extLst>
                    <a:ext uri="{9D8B030D-6E8A-4147-A177-3AD203B41FA5}">
                      <a16:colId xmlns:a16="http://schemas.microsoft.com/office/drawing/2014/main" val="20000"/>
                    </a:ext>
                  </a:extLst>
                </a:gridCol>
                <a:gridCol w="1129678">
                  <a:extLst>
                    <a:ext uri="{9D8B030D-6E8A-4147-A177-3AD203B41FA5}">
                      <a16:colId xmlns:a16="http://schemas.microsoft.com/office/drawing/2014/main" val="20001"/>
                    </a:ext>
                  </a:extLst>
                </a:gridCol>
              </a:tblGrid>
              <a:tr h="1307687">
                <a:tc gridSpan="2">
                  <a:txBody>
                    <a:bodyPr/>
                    <a:lstStyle/>
                    <a:p>
                      <a:pPr marL="130810" marR="116840" algn="ctr">
                        <a:lnSpc>
                          <a:spcPts val="2160"/>
                        </a:lnSpc>
                        <a:spcBef>
                          <a:spcPts val="60"/>
                        </a:spcBef>
                      </a:pPr>
                      <a:endParaRPr lang="en-US" sz="2800" spc="-30" dirty="0">
                        <a:latin typeface="Calibri" panose="020F0502020204030204"/>
                        <a:cs typeface="Calibri" panose="020F0502020204030204"/>
                      </a:endParaRPr>
                    </a:p>
                    <a:p>
                      <a:pPr marL="130810" marR="116840" algn="ctr">
                        <a:lnSpc>
                          <a:spcPts val="2160"/>
                        </a:lnSpc>
                        <a:spcBef>
                          <a:spcPts val="60"/>
                        </a:spcBef>
                      </a:pPr>
                      <a:r>
                        <a:rPr sz="2800" spc="-30" dirty="0">
                          <a:latin typeface="Calibri" panose="020F0502020204030204"/>
                          <a:cs typeface="Calibri" panose="020F0502020204030204"/>
                        </a:rPr>
                        <a:t>Tests</a:t>
                      </a:r>
                      <a:r>
                        <a:rPr sz="2800" spc="-60" dirty="0">
                          <a:latin typeface="Calibri" panose="020F0502020204030204"/>
                          <a:cs typeface="Calibri" panose="020F0502020204030204"/>
                        </a:rPr>
                        <a:t> </a:t>
                      </a:r>
                      <a:r>
                        <a:rPr sz="2800" dirty="0">
                          <a:latin typeface="Calibri" panose="020F0502020204030204"/>
                          <a:cs typeface="Calibri" panose="020F0502020204030204"/>
                        </a:rPr>
                        <a:t>for</a:t>
                      </a:r>
                      <a:r>
                        <a:rPr sz="2800" spc="-50" dirty="0">
                          <a:latin typeface="Calibri" panose="020F0502020204030204"/>
                          <a:cs typeface="Calibri" panose="020F0502020204030204"/>
                        </a:rPr>
                        <a:t> </a:t>
                      </a:r>
                      <a:r>
                        <a:rPr sz="2800" spc="-35" dirty="0">
                          <a:latin typeface="Calibri" panose="020F0502020204030204"/>
                          <a:cs typeface="Calibri" panose="020F0502020204030204"/>
                        </a:rPr>
                        <a:t>Two </a:t>
                      </a:r>
                      <a:r>
                        <a:rPr sz="2800" spc="-10" dirty="0">
                          <a:latin typeface="Calibri" panose="020F0502020204030204"/>
                          <a:cs typeface="Calibri" panose="020F0502020204030204"/>
                        </a:rPr>
                        <a:t>Population Variances</a:t>
                      </a:r>
                      <a:endParaRPr sz="2800" dirty="0">
                        <a:latin typeface="Calibri" panose="020F0502020204030204"/>
                        <a:cs typeface="Calibri" panose="020F0502020204030204"/>
                      </a:endParaRPr>
                    </a:p>
                  </a:txBody>
                  <a:tcPr marL="0" marR="0" marT="11737"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lang="en-US"/>
                    </a:p>
                  </a:txBody>
                  <a:tcPr marL="0" marR="0" marT="0" marB="0"/>
                </a:tc>
                <a:extLst>
                  <a:ext uri="{0D108BD9-81ED-4DB2-BD59-A6C34878D82A}">
                    <a16:rowId xmlns:a16="http://schemas.microsoft.com/office/drawing/2014/main" val="10000"/>
                  </a:ext>
                </a:extLst>
              </a:tr>
              <a:tr h="702259">
                <a:tc>
                  <a:txBody>
                    <a:bodyPr/>
                    <a:lstStyle/>
                    <a:p>
                      <a:pPr>
                        <a:lnSpc>
                          <a:spcPct val="100000"/>
                        </a:lnSpc>
                      </a:pPr>
                      <a:endParaRPr sz="2900">
                        <a:latin typeface="Times New Roman" panose="02020603050405020304"/>
                        <a:cs typeface="Times New Roman" panose="02020603050405020304"/>
                      </a:endParaRPr>
                    </a:p>
                  </a:txBody>
                  <a:tcPr marL="0" marR="0" marT="0" marB="0">
                    <a:lnR w="381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900">
                        <a:latin typeface="Times New Roman" panose="02020603050405020304"/>
                        <a:cs typeface="Times New Roman" panose="02020603050405020304"/>
                      </a:endParaRPr>
                    </a:p>
                  </a:txBody>
                  <a:tcPr marL="0" marR="0" marT="0" marB="0">
                    <a:lnL w="38100">
                      <a:solidFill>
                        <a:srgbClr val="000000"/>
                      </a:solidFill>
                      <a:prstDash val="solid"/>
                    </a:lnL>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786373">
                <a:tc gridSpan="2">
                  <a:txBody>
                    <a:bodyPr/>
                    <a:lstStyle/>
                    <a:p>
                      <a:pPr marL="70485">
                        <a:lnSpc>
                          <a:spcPct val="100000"/>
                        </a:lnSpc>
                        <a:spcBef>
                          <a:spcPts val="815"/>
                        </a:spcBef>
                      </a:pPr>
                      <a:r>
                        <a:rPr sz="2800" dirty="0">
                          <a:latin typeface="Calibri" panose="020F0502020204030204"/>
                          <a:cs typeface="Calibri" panose="020F0502020204030204"/>
                        </a:rPr>
                        <a:t>F</a:t>
                      </a:r>
                      <a:r>
                        <a:rPr sz="2800" spc="360" dirty="0">
                          <a:latin typeface="Calibri" panose="020F0502020204030204"/>
                          <a:cs typeface="Calibri" panose="020F0502020204030204"/>
                        </a:rPr>
                        <a:t> </a:t>
                      </a:r>
                      <a:r>
                        <a:rPr sz="2800" dirty="0">
                          <a:latin typeface="Calibri" panose="020F0502020204030204"/>
                          <a:cs typeface="Calibri" panose="020F0502020204030204"/>
                        </a:rPr>
                        <a:t>test</a:t>
                      </a:r>
                      <a:r>
                        <a:rPr sz="2800" spc="-20" dirty="0">
                          <a:latin typeface="Calibri" panose="020F0502020204030204"/>
                          <a:cs typeface="Calibri" panose="020F0502020204030204"/>
                        </a:rPr>
                        <a:t> </a:t>
                      </a:r>
                      <a:r>
                        <a:rPr sz="2800" spc="-10" dirty="0">
                          <a:latin typeface="Calibri" panose="020F0502020204030204"/>
                          <a:cs typeface="Calibri" panose="020F0502020204030204"/>
                        </a:rPr>
                        <a:t>statistic</a:t>
                      </a:r>
                      <a:endParaRPr sz="2800" dirty="0">
                        <a:latin typeface="Calibri" panose="020F0502020204030204"/>
                        <a:cs typeface="Calibri" panose="020F0502020204030204"/>
                      </a:endParaRPr>
                    </a:p>
                  </a:txBody>
                  <a:tcPr marL="0" marR="0" marT="159426"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lang="en-US"/>
                    </a:p>
                  </a:txBody>
                  <a:tcPr marL="0" marR="0" marT="0" marB="0"/>
                </a:tc>
                <a:extLst>
                  <a:ext uri="{0D108BD9-81ED-4DB2-BD59-A6C34878D82A}">
                    <a16:rowId xmlns:a16="http://schemas.microsoft.com/office/drawing/2014/main" val="10002"/>
                  </a:ext>
                </a:extLst>
              </a:tr>
            </a:tbl>
          </a:graphicData>
        </a:graphic>
      </p:graphicFrame>
      <p:sp>
        <p:nvSpPr>
          <p:cNvPr id="5" name="object 5"/>
          <p:cNvSpPr txBox="1"/>
          <p:nvPr/>
        </p:nvSpPr>
        <p:spPr>
          <a:xfrm>
            <a:off x="565150" y="1410155"/>
            <a:ext cx="8628590" cy="494845"/>
          </a:xfrm>
          <a:prstGeom prst="rect">
            <a:avLst/>
          </a:prstGeom>
        </p:spPr>
        <p:txBody>
          <a:bodyPr vert="horz" wrap="square" lIns="0" tIns="20540" rIns="0" bIns="0" rtlCol="0">
            <a:spAutoFit/>
          </a:bodyPr>
          <a:lstStyle/>
          <a:p>
            <a:pPr marL="19685">
              <a:spcBef>
                <a:spcPts val="160"/>
              </a:spcBef>
            </a:pPr>
            <a:r>
              <a:rPr sz="3080" dirty="0">
                <a:solidFill>
                  <a:srgbClr val="800080"/>
                </a:solidFill>
                <a:latin typeface="Calibri" panose="020F0502020204030204"/>
                <a:cs typeface="Calibri" panose="020F0502020204030204"/>
              </a:rPr>
              <a:t>Goal:</a:t>
            </a:r>
            <a:r>
              <a:rPr sz="3080" spc="-54" dirty="0">
                <a:solidFill>
                  <a:srgbClr val="800080"/>
                </a:solidFill>
                <a:latin typeface="Calibri" panose="020F0502020204030204"/>
                <a:cs typeface="Calibri" panose="020F0502020204030204"/>
              </a:rPr>
              <a:t> </a:t>
            </a:r>
            <a:r>
              <a:rPr sz="3080" spc="-77" dirty="0">
                <a:latin typeface="Calibri" panose="020F0502020204030204"/>
                <a:cs typeface="Calibri" panose="020F0502020204030204"/>
              </a:rPr>
              <a:t>Test</a:t>
            </a:r>
            <a:r>
              <a:rPr sz="3080" spc="-39" dirty="0">
                <a:latin typeface="Calibri" panose="020F0502020204030204"/>
                <a:cs typeface="Calibri" panose="020F0502020204030204"/>
              </a:rPr>
              <a:t> </a:t>
            </a:r>
            <a:r>
              <a:rPr sz="3080" spc="-15" dirty="0">
                <a:latin typeface="Calibri" panose="020F0502020204030204"/>
                <a:cs typeface="Calibri" panose="020F0502020204030204"/>
              </a:rPr>
              <a:t>hypotheses</a:t>
            </a:r>
            <a:r>
              <a:rPr sz="3080" spc="-77" dirty="0">
                <a:latin typeface="Calibri" panose="020F0502020204030204"/>
                <a:cs typeface="Calibri" panose="020F0502020204030204"/>
              </a:rPr>
              <a:t> </a:t>
            </a:r>
            <a:r>
              <a:rPr sz="3080" dirty="0">
                <a:latin typeface="Calibri" panose="020F0502020204030204"/>
                <a:cs typeface="Calibri" panose="020F0502020204030204"/>
              </a:rPr>
              <a:t>about</a:t>
            </a:r>
            <a:r>
              <a:rPr sz="3080" spc="-85" dirty="0">
                <a:latin typeface="Calibri" panose="020F0502020204030204"/>
                <a:cs typeface="Calibri" panose="020F0502020204030204"/>
              </a:rPr>
              <a:t> </a:t>
            </a:r>
            <a:r>
              <a:rPr sz="3080" dirty="0">
                <a:latin typeface="Calibri" panose="020F0502020204030204"/>
                <a:cs typeface="Calibri" panose="020F0502020204030204"/>
              </a:rPr>
              <a:t>two</a:t>
            </a:r>
            <a:r>
              <a:rPr sz="3080" spc="-54" dirty="0">
                <a:latin typeface="Calibri" panose="020F0502020204030204"/>
                <a:cs typeface="Calibri" panose="020F0502020204030204"/>
              </a:rPr>
              <a:t> </a:t>
            </a:r>
            <a:r>
              <a:rPr sz="3080" dirty="0">
                <a:latin typeface="Calibri" panose="020F0502020204030204"/>
                <a:cs typeface="Calibri" panose="020F0502020204030204"/>
              </a:rPr>
              <a:t>population</a:t>
            </a:r>
            <a:r>
              <a:rPr sz="3080" spc="-85" dirty="0">
                <a:latin typeface="Calibri" panose="020F0502020204030204"/>
                <a:cs typeface="Calibri" panose="020F0502020204030204"/>
              </a:rPr>
              <a:t> </a:t>
            </a:r>
            <a:r>
              <a:rPr sz="3080" spc="-15" dirty="0">
                <a:latin typeface="Calibri" panose="020F0502020204030204"/>
                <a:cs typeface="Calibri" panose="020F0502020204030204"/>
              </a:rPr>
              <a:t>variances</a:t>
            </a:r>
            <a:endParaRPr sz="3080" dirty="0">
              <a:latin typeface="Calibri" panose="020F0502020204030204"/>
              <a:cs typeface="Calibri" panose="020F0502020204030204"/>
            </a:endParaRPr>
          </a:p>
        </p:txBody>
      </p:sp>
      <p:sp>
        <p:nvSpPr>
          <p:cNvPr id="6" name="object 6"/>
          <p:cNvSpPr txBox="1"/>
          <p:nvPr/>
        </p:nvSpPr>
        <p:spPr>
          <a:xfrm>
            <a:off x="7005766" y="4951978"/>
            <a:ext cx="2967482" cy="902820"/>
          </a:xfrm>
          <a:prstGeom prst="rect">
            <a:avLst/>
          </a:prstGeom>
          <a:solidFill>
            <a:srgbClr val="FFFFFF"/>
          </a:solidFill>
        </p:spPr>
        <p:txBody>
          <a:bodyPr vert="horz" wrap="square" lIns="0" tIns="48904" rIns="0" bIns="0" rtlCol="0">
            <a:spAutoFit/>
          </a:bodyPr>
          <a:lstStyle/>
          <a:p>
            <a:pPr marL="141605" marR="1104265">
              <a:spcBef>
                <a:spcPts val="385"/>
              </a:spcBef>
            </a:pPr>
            <a:r>
              <a:rPr sz="2775" dirty="0">
                <a:latin typeface="Calibri" panose="020F0502020204030204"/>
                <a:cs typeface="Calibri" panose="020F0502020204030204"/>
              </a:rPr>
              <a:t>H</a:t>
            </a:r>
            <a:r>
              <a:rPr sz="2775" baseline="-21000" dirty="0">
                <a:latin typeface="Calibri" panose="020F0502020204030204"/>
                <a:cs typeface="Calibri" panose="020F0502020204030204"/>
              </a:rPr>
              <a:t>0</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dirty="0">
                <a:latin typeface="Calibri" panose="020F0502020204030204"/>
                <a:cs typeface="Calibri" panose="020F0502020204030204"/>
              </a:rPr>
              <a:t>σ</a:t>
            </a:r>
            <a:r>
              <a:rPr sz="2775" baseline="-21000" dirty="0">
                <a:latin typeface="Calibri" panose="020F0502020204030204"/>
                <a:cs typeface="Calibri" panose="020F0502020204030204"/>
              </a:rPr>
              <a:t>1</a:t>
            </a:r>
            <a:r>
              <a:rPr sz="2775" baseline="25000" dirty="0">
                <a:latin typeface="Calibri" panose="020F0502020204030204"/>
                <a:cs typeface="Calibri" panose="020F0502020204030204"/>
              </a:rPr>
              <a:t>2</a:t>
            </a:r>
            <a:r>
              <a:rPr sz="2775" spc="276" baseline="25000" dirty="0">
                <a:latin typeface="Calibri" panose="020F0502020204030204"/>
                <a:cs typeface="Calibri" panose="020F0502020204030204"/>
              </a:rPr>
              <a:t> </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spc="-39" dirty="0">
                <a:latin typeface="Calibri" panose="020F0502020204030204"/>
                <a:cs typeface="Calibri" panose="020F0502020204030204"/>
              </a:rPr>
              <a:t>σ</a:t>
            </a:r>
            <a:r>
              <a:rPr sz="2775" spc="-57" baseline="-21000" dirty="0">
                <a:latin typeface="Calibri" panose="020F0502020204030204"/>
                <a:cs typeface="Calibri" panose="020F0502020204030204"/>
              </a:rPr>
              <a:t>2</a:t>
            </a:r>
            <a:r>
              <a:rPr sz="2775" spc="-57" baseline="25000" dirty="0">
                <a:latin typeface="Calibri" panose="020F0502020204030204"/>
                <a:cs typeface="Calibri" panose="020F0502020204030204"/>
              </a:rPr>
              <a:t>2 </a:t>
            </a:r>
            <a:r>
              <a:rPr sz="2775" dirty="0">
                <a:latin typeface="Calibri" panose="020F0502020204030204"/>
                <a:cs typeface="Calibri" panose="020F0502020204030204"/>
              </a:rPr>
              <a:t>H</a:t>
            </a:r>
            <a:r>
              <a:rPr sz="2775" baseline="-21000" dirty="0">
                <a:latin typeface="Calibri" panose="020F0502020204030204"/>
                <a:cs typeface="Calibri" panose="020F0502020204030204"/>
              </a:rPr>
              <a:t>1</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dirty="0">
                <a:latin typeface="Calibri" panose="020F0502020204030204"/>
                <a:cs typeface="Calibri" panose="020F0502020204030204"/>
              </a:rPr>
              <a:t>σ</a:t>
            </a:r>
            <a:r>
              <a:rPr sz="2775" baseline="-21000" dirty="0">
                <a:latin typeface="Calibri" panose="020F0502020204030204"/>
                <a:cs typeface="Calibri" panose="020F0502020204030204"/>
              </a:rPr>
              <a:t>1</a:t>
            </a:r>
            <a:r>
              <a:rPr sz="2775" baseline="25000" dirty="0">
                <a:latin typeface="Calibri" panose="020F0502020204030204"/>
                <a:cs typeface="Calibri" panose="020F0502020204030204"/>
              </a:rPr>
              <a:t>2</a:t>
            </a:r>
            <a:r>
              <a:rPr sz="2775" spc="276" baseline="25000" dirty="0">
                <a:latin typeface="Calibri" panose="020F0502020204030204"/>
                <a:cs typeface="Calibri" panose="020F0502020204030204"/>
              </a:rPr>
              <a:t> </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spc="-39" dirty="0">
                <a:latin typeface="Calibri" panose="020F0502020204030204"/>
                <a:cs typeface="Calibri" panose="020F0502020204030204"/>
              </a:rPr>
              <a:t>σ</a:t>
            </a:r>
            <a:r>
              <a:rPr sz="2775" spc="-57" baseline="-21000" dirty="0">
                <a:latin typeface="Calibri" panose="020F0502020204030204"/>
                <a:cs typeface="Calibri" panose="020F0502020204030204"/>
              </a:rPr>
              <a:t>2</a:t>
            </a:r>
            <a:r>
              <a:rPr sz="2775" spc="-57" baseline="25000" dirty="0">
                <a:latin typeface="Calibri" panose="020F0502020204030204"/>
                <a:cs typeface="Calibri" panose="020F0502020204030204"/>
              </a:rPr>
              <a:t>2</a:t>
            </a:r>
            <a:endParaRPr sz="2775" baseline="25000" dirty="0">
              <a:latin typeface="Calibri" panose="020F0502020204030204"/>
              <a:cs typeface="Calibri" panose="020F0502020204030204"/>
            </a:endParaRPr>
          </a:p>
        </p:txBody>
      </p:sp>
      <p:sp>
        <p:nvSpPr>
          <p:cNvPr id="7" name="object 7"/>
          <p:cNvSpPr txBox="1"/>
          <p:nvPr/>
        </p:nvSpPr>
        <p:spPr>
          <a:xfrm>
            <a:off x="10413578" y="5220598"/>
            <a:ext cx="1999188" cy="493857"/>
          </a:xfrm>
          <a:prstGeom prst="rect">
            <a:avLst/>
          </a:prstGeom>
        </p:spPr>
        <p:txBody>
          <a:bodyPr vert="horz" wrap="square" lIns="0" tIns="19562" rIns="0" bIns="0" rtlCol="0">
            <a:spAutoFit/>
          </a:bodyPr>
          <a:lstStyle/>
          <a:p>
            <a:pPr marL="19685">
              <a:spcBef>
                <a:spcPts val="155"/>
              </a:spcBef>
            </a:pPr>
            <a:r>
              <a:rPr sz="3080" spc="-62" dirty="0">
                <a:latin typeface="Calibri" panose="020F0502020204030204"/>
                <a:cs typeface="Calibri" panose="020F0502020204030204"/>
              </a:rPr>
              <a:t>Two-</a:t>
            </a:r>
            <a:r>
              <a:rPr sz="3080" dirty="0">
                <a:latin typeface="Calibri" panose="020F0502020204030204"/>
                <a:cs typeface="Calibri" panose="020F0502020204030204"/>
              </a:rPr>
              <a:t>tail</a:t>
            </a:r>
            <a:r>
              <a:rPr sz="3080" spc="-23" dirty="0">
                <a:latin typeface="Calibri" panose="020F0502020204030204"/>
                <a:cs typeface="Calibri" panose="020F0502020204030204"/>
              </a:rPr>
              <a:t> </a:t>
            </a:r>
            <a:r>
              <a:rPr sz="3080" spc="-31" dirty="0">
                <a:latin typeface="Calibri" panose="020F0502020204030204"/>
                <a:cs typeface="Calibri" panose="020F0502020204030204"/>
              </a:rPr>
              <a:t>test</a:t>
            </a:r>
            <a:endParaRPr sz="3080">
              <a:latin typeface="Calibri" panose="020F0502020204030204"/>
              <a:cs typeface="Calibri" panose="020F0502020204030204"/>
            </a:endParaRPr>
          </a:p>
        </p:txBody>
      </p:sp>
      <p:sp>
        <p:nvSpPr>
          <p:cNvPr id="8" name="object 8"/>
          <p:cNvSpPr txBox="1"/>
          <p:nvPr/>
        </p:nvSpPr>
        <p:spPr>
          <a:xfrm>
            <a:off x="10371912" y="2901775"/>
            <a:ext cx="1650015" cy="2031586"/>
          </a:xfrm>
          <a:prstGeom prst="rect">
            <a:avLst/>
          </a:prstGeom>
        </p:spPr>
        <p:txBody>
          <a:bodyPr vert="horz" wrap="square" lIns="0" tIns="19562" rIns="0" bIns="0" rtlCol="0">
            <a:spAutoFit/>
          </a:bodyPr>
          <a:lstStyle/>
          <a:p>
            <a:pPr marL="19685" marR="26670">
              <a:spcBef>
                <a:spcPts val="155"/>
              </a:spcBef>
            </a:pPr>
            <a:r>
              <a:rPr sz="3080" spc="-31" dirty="0">
                <a:latin typeface="Calibri" panose="020F0502020204030204"/>
                <a:cs typeface="Calibri" panose="020F0502020204030204"/>
              </a:rPr>
              <a:t>Lower-tail test</a:t>
            </a:r>
            <a:endParaRPr sz="3080" dirty="0">
              <a:latin typeface="Calibri" panose="020F0502020204030204"/>
              <a:cs typeface="Calibri" panose="020F0502020204030204"/>
            </a:endParaRPr>
          </a:p>
          <a:p>
            <a:pPr marL="19685" marR="7620">
              <a:spcBef>
                <a:spcPts val="865"/>
              </a:spcBef>
            </a:pPr>
            <a:r>
              <a:rPr sz="3080" spc="-31" dirty="0">
                <a:latin typeface="Calibri" panose="020F0502020204030204"/>
                <a:cs typeface="Calibri" panose="020F0502020204030204"/>
              </a:rPr>
              <a:t>Upper-tail test</a:t>
            </a:r>
            <a:endParaRPr sz="3080" dirty="0">
              <a:latin typeface="Calibri" panose="020F0502020204030204"/>
              <a:cs typeface="Calibri" panose="020F0502020204030204"/>
            </a:endParaRPr>
          </a:p>
        </p:txBody>
      </p:sp>
      <p:sp>
        <p:nvSpPr>
          <p:cNvPr id="9" name="object 9"/>
          <p:cNvSpPr txBox="1"/>
          <p:nvPr/>
        </p:nvSpPr>
        <p:spPr>
          <a:xfrm>
            <a:off x="6963905" y="2685775"/>
            <a:ext cx="2967482" cy="916507"/>
          </a:xfrm>
          <a:prstGeom prst="rect">
            <a:avLst/>
          </a:prstGeom>
          <a:solidFill>
            <a:srgbClr val="FFFFFF"/>
          </a:solidFill>
        </p:spPr>
        <p:txBody>
          <a:bodyPr vert="horz" wrap="square" lIns="0" tIns="69443" rIns="0" bIns="0" rtlCol="0">
            <a:spAutoFit/>
          </a:bodyPr>
          <a:lstStyle/>
          <a:p>
            <a:pPr marL="141605" marR="1088390">
              <a:lnSpc>
                <a:spcPts val="3295"/>
              </a:lnSpc>
              <a:spcBef>
                <a:spcPts val="545"/>
              </a:spcBef>
            </a:pPr>
            <a:r>
              <a:rPr sz="2775" dirty="0">
                <a:latin typeface="Calibri" panose="020F0502020204030204"/>
                <a:cs typeface="Calibri" panose="020F0502020204030204"/>
              </a:rPr>
              <a:t>H</a:t>
            </a:r>
            <a:r>
              <a:rPr sz="2775" baseline="-21000" dirty="0">
                <a:latin typeface="Calibri" panose="020F0502020204030204"/>
                <a:cs typeface="Calibri" panose="020F0502020204030204"/>
              </a:rPr>
              <a:t>0</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lang="el-GR" sz="2775" dirty="0">
                <a:cs typeface="Calibri" panose="020F0502020204030204"/>
              </a:rPr>
              <a:t>σ</a:t>
            </a:r>
            <a:r>
              <a:rPr lang="el-GR" sz="2775" baseline="-21000" dirty="0">
                <a:cs typeface="Calibri" panose="020F0502020204030204"/>
              </a:rPr>
              <a:t>1</a:t>
            </a:r>
            <a:r>
              <a:rPr lang="el-GR" sz="2775" baseline="25000" dirty="0">
                <a:cs typeface="Calibri" panose="020F0502020204030204"/>
              </a:rPr>
              <a:t>2</a:t>
            </a:r>
            <a:r>
              <a:rPr lang="el-GR" sz="2775" spc="276" baseline="25000" dirty="0">
                <a:cs typeface="Calibri" panose="020F0502020204030204"/>
              </a:rPr>
              <a:t> </a:t>
            </a:r>
            <a:r>
              <a:rPr lang="el-GR" sz="2775" dirty="0">
                <a:cs typeface="Calibri" panose="020F0502020204030204"/>
              </a:rPr>
              <a:t>=</a:t>
            </a:r>
            <a:r>
              <a:rPr lang="el-GR" sz="2775" spc="-8" dirty="0">
                <a:cs typeface="Calibri" panose="020F0502020204030204"/>
              </a:rPr>
              <a:t> </a:t>
            </a:r>
            <a:r>
              <a:rPr lang="el-GR" sz="2775" spc="-39" dirty="0">
                <a:cs typeface="Calibri" panose="020F0502020204030204"/>
              </a:rPr>
              <a:t>σ</a:t>
            </a:r>
            <a:r>
              <a:rPr lang="el-GR" sz="2775" spc="-57" baseline="-21000" dirty="0">
                <a:cs typeface="Calibri" panose="020F0502020204030204"/>
              </a:rPr>
              <a:t>2</a:t>
            </a:r>
            <a:r>
              <a:rPr lang="el-GR" sz="2775" spc="-57" baseline="25000" dirty="0">
                <a:cs typeface="Calibri" panose="020F0502020204030204"/>
              </a:rPr>
              <a:t>2 </a:t>
            </a:r>
            <a:r>
              <a:rPr sz="2775" dirty="0">
                <a:latin typeface="Calibri" panose="020F0502020204030204"/>
                <a:cs typeface="Calibri" panose="020F0502020204030204"/>
              </a:rPr>
              <a:t>H</a:t>
            </a:r>
            <a:r>
              <a:rPr sz="2775" baseline="-21000" dirty="0">
                <a:latin typeface="Calibri" panose="020F0502020204030204"/>
                <a:cs typeface="Calibri" panose="020F0502020204030204"/>
              </a:rPr>
              <a:t>1</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dirty="0">
                <a:latin typeface="Calibri" panose="020F0502020204030204"/>
                <a:cs typeface="Calibri" panose="020F0502020204030204"/>
              </a:rPr>
              <a:t>σ</a:t>
            </a:r>
            <a:r>
              <a:rPr sz="2775" baseline="-21000" dirty="0">
                <a:latin typeface="Calibri" panose="020F0502020204030204"/>
                <a:cs typeface="Calibri" panose="020F0502020204030204"/>
              </a:rPr>
              <a:t>1</a:t>
            </a:r>
            <a:r>
              <a:rPr sz="2775" baseline="25000" dirty="0">
                <a:latin typeface="Calibri" panose="020F0502020204030204"/>
                <a:cs typeface="Calibri" panose="020F0502020204030204"/>
              </a:rPr>
              <a:t>2</a:t>
            </a:r>
            <a:r>
              <a:rPr sz="2775" spc="265" baseline="25000" dirty="0">
                <a:latin typeface="Calibri" panose="020F0502020204030204"/>
                <a:cs typeface="Calibri" panose="020F0502020204030204"/>
              </a:rPr>
              <a:t> </a:t>
            </a:r>
            <a:r>
              <a:rPr sz="2775" dirty="0">
                <a:latin typeface="Calibri" panose="020F0502020204030204"/>
                <a:cs typeface="Calibri" panose="020F0502020204030204"/>
              </a:rPr>
              <a:t>&lt;</a:t>
            </a:r>
            <a:r>
              <a:rPr sz="2775" spc="-8" dirty="0">
                <a:latin typeface="Calibri" panose="020F0502020204030204"/>
                <a:cs typeface="Calibri" panose="020F0502020204030204"/>
              </a:rPr>
              <a:t> </a:t>
            </a:r>
            <a:r>
              <a:rPr sz="2775" spc="-39" dirty="0">
                <a:latin typeface="Calibri" panose="020F0502020204030204"/>
                <a:cs typeface="Calibri" panose="020F0502020204030204"/>
              </a:rPr>
              <a:t>σ</a:t>
            </a:r>
            <a:r>
              <a:rPr sz="2775" spc="-57" baseline="-21000" dirty="0">
                <a:latin typeface="Calibri" panose="020F0502020204030204"/>
                <a:cs typeface="Calibri" panose="020F0502020204030204"/>
              </a:rPr>
              <a:t>2</a:t>
            </a:r>
            <a:r>
              <a:rPr sz="2775" spc="-57" baseline="25000" dirty="0">
                <a:latin typeface="Calibri" panose="020F0502020204030204"/>
                <a:cs typeface="Calibri" panose="020F0502020204030204"/>
              </a:rPr>
              <a:t>2</a:t>
            </a:r>
            <a:endParaRPr sz="2775" baseline="25000" dirty="0">
              <a:latin typeface="Calibri" panose="020F0502020204030204"/>
              <a:cs typeface="Calibri" panose="020F0502020204030204"/>
            </a:endParaRPr>
          </a:p>
        </p:txBody>
      </p:sp>
      <p:sp>
        <p:nvSpPr>
          <p:cNvPr id="10" name="object 10"/>
          <p:cNvSpPr txBox="1"/>
          <p:nvPr/>
        </p:nvSpPr>
        <p:spPr>
          <a:xfrm>
            <a:off x="6963905" y="3843230"/>
            <a:ext cx="2967482" cy="901833"/>
          </a:xfrm>
          <a:prstGeom prst="rect">
            <a:avLst/>
          </a:prstGeom>
          <a:solidFill>
            <a:srgbClr val="FFFFFF"/>
          </a:solidFill>
        </p:spPr>
        <p:txBody>
          <a:bodyPr vert="horz" wrap="square" lIns="0" tIns="47926" rIns="0" bIns="0" rtlCol="0">
            <a:spAutoFit/>
          </a:bodyPr>
          <a:lstStyle/>
          <a:p>
            <a:pPr marL="141605">
              <a:spcBef>
                <a:spcPts val="375"/>
              </a:spcBef>
            </a:pPr>
            <a:r>
              <a:rPr sz="2775" dirty="0">
                <a:latin typeface="Calibri" panose="020F0502020204030204"/>
                <a:cs typeface="Calibri" panose="020F0502020204030204"/>
              </a:rPr>
              <a:t>H</a:t>
            </a:r>
            <a:r>
              <a:rPr sz="2775" baseline="-21000" dirty="0">
                <a:latin typeface="Calibri" panose="020F0502020204030204"/>
                <a:cs typeface="Calibri" panose="020F0502020204030204"/>
              </a:rPr>
              <a:t>0</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lang="el-GR" sz="2775" dirty="0">
                <a:cs typeface="Calibri" panose="020F0502020204030204"/>
              </a:rPr>
              <a:t>σ</a:t>
            </a:r>
            <a:r>
              <a:rPr lang="el-GR" sz="2775" baseline="-21000" dirty="0">
                <a:cs typeface="Calibri" panose="020F0502020204030204"/>
              </a:rPr>
              <a:t>1</a:t>
            </a:r>
            <a:r>
              <a:rPr lang="el-GR" sz="2775" baseline="25000" dirty="0">
                <a:cs typeface="Calibri" panose="020F0502020204030204"/>
              </a:rPr>
              <a:t>2</a:t>
            </a:r>
            <a:r>
              <a:rPr lang="el-GR" sz="2775" spc="276" baseline="25000" dirty="0">
                <a:cs typeface="Calibri" panose="020F0502020204030204"/>
              </a:rPr>
              <a:t> </a:t>
            </a:r>
            <a:r>
              <a:rPr lang="el-GR" sz="2775" dirty="0">
                <a:cs typeface="Calibri" panose="020F0502020204030204"/>
              </a:rPr>
              <a:t>=</a:t>
            </a:r>
            <a:r>
              <a:rPr lang="el-GR" sz="2775" spc="-8" dirty="0">
                <a:cs typeface="Calibri" panose="020F0502020204030204"/>
              </a:rPr>
              <a:t> </a:t>
            </a:r>
            <a:r>
              <a:rPr lang="el-GR" sz="2775" spc="-39" dirty="0">
                <a:cs typeface="Calibri" panose="020F0502020204030204"/>
              </a:rPr>
              <a:t>σ</a:t>
            </a:r>
            <a:r>
              <a:rPr lang="el-GR" sz="2775" spc="-57" baseline="-21000" dirty="0">
                <a:cs typeface="Calibri" panose="020F0502020204030204"/>
              </a:rPr>
              <a:t>2</a:t>
            </a:r>
            <a:r>
              <a:rPr lang="el-GR" sz="2775" spc="-57" baseline="25000" dirty="0">
                <a:cs typeface="Calibri" panose="020F0502020204030204"/>
              </a:rPr>
              <a:t>2 </a:t>
            </a:r>
            <a:endParaRPr sz="2775" baseline="25000" dirty="0">
              <a:latin typeface="Calibri" panose="020F0502020204030204"/>
              <a:cs typeface="Calibri" panose="020F0502020204030204"/>
            </a:endParaRPr>
          </a:p>
          <a:p>
            <a:pPr marL="141605"/>
            <a:r>
              <a:rPr sz="2775" dirty="0">
                <a:latin typeface="Calibri" panose="020F0502020204030204"/>
                <a:cs typeface="Calibri" panose="020F0502020204030204"/>
              </a:rPr>
              <a:t>H</a:t>
            </a:r>
            <a:r>
              <a:rPr sz="2775" baseline="-21000" dirty="0">
                <a:latin typeface="Calibri" panose="020F0502020204030204"/>
                <a:cs typeface="Calibri" panose="020F0502020204030204"/>
              </a:rPr>
              <a:t>1</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dirty="0">
                <a:latin typeface="Calibri" panose="020F0502020204030204"/>
                <a:cs typeface="Calibri" panose="020F0502020204030204"/>
              </a:rPr>
              <a:t>σ</a:t>
            </a:r>
            <a:r>
              <a:rPr sz="2775" baseline="-21000" dirty="0">
                <a:latin typeface="Calibri" panose="020F0502020204030204"/>
                <a:cs typeface="Calibri" panose="020F0502020204030204"/>
              </a:rPr>
              <a:t>1</a:t>
            </a:r>
            <a:r>
              <a:rPr sz="2775" baseline="25000" dirty="0">
                <a:latin typeface="Calibri" panose="020F0502020204030204"/>
                <a:cs typeface="Calibri" panose="020F0502020204030204"/>
              </a:rPr>
              <a:t>2</a:t>
            </a:r>
            <a:r>
              <a:rPr sz="2775" spc="265" baseline="25000" dirty="0">
                <a:latin typeface="Calibri" panose="020F0502020204030204"/>
                <a:cs typeface="Calibri" panose="020F0502020204030204"/>
              </a:rPr>
              <a:t> </a:t>
            </a:r>
            <a:r>
              <a:rPr sz="2775" dirty="0">
                <a:latin typeface="Calibri" panose="020F0502020204030204"/>
                <a:cs typeface="Calibri" panose="020F0502020204030204"/>
              </a:rPr>
              <a:t>&gt;</a:t>
            </a:r>
            <a:r>
              <a:rPr sz="2775" spc="-8" dirty="0">
                <a:latin typeface="Calibri" panose="020F0502020204030204"/>
                <a:cs typeface="Calibri" panose="020F0502020204030204"/>
              </a:rPr>
              <a:t> </a:t>
            </a:r>
            <a:r>
              <a:rPr sz="2775" spc="-39" dirty="0">
                <a:latin typeface="Calibri" panose="020F0502020204030204"/>
                <a:cs typeface="Calibri" panose="020F0502020204030204"/>
              </a:rPr>
              <a:t>σ</a:t>
            </a:r>
            <a:r>
              <a:rPr sz="2775" spc="-57" baseline="-21000" dirty="0">
                <a:latin typeface="Calibri" panose="020F0502020204030204"/>
                <a:cs typeface="Calibri" panose="020F0502020204030204"/>
              </a:rPr>
              <a:t>2</a:t>
            </a:r>
            <a:r>
              <a:rPr sz="2775" spc="-57" baseline="25000" dirty="0">
                <a:latin typeface="Calibri" panose="020F0502020204030204"/>
                <a:cs typeface="Calibri" panose="020F0502020204030204"/>
              </a:rPr>
              <a:t>2</a:t>
            </a:r>
            <a:endParaRPr sz="2775" baseline="25000" dirty="0">
              <a:latin typeface="Calibri" panose="020F0502020204030204"/>
              <a:cs typeface="Calibri" panose="020F0502020204030204"/>
            </a:endParaRPr>
          </a:p>
        </p:txBody>
      </p:sp>
      <p:sp>
        <p:nvSpPr>
          <p:cNvPr id="11" name="object 11"/>
          <p:cNvSpPr txBox="1"/>
          <p:nvPr/>
        </p:nvSpPr>
        <p:spPr>
          <a:xfrm>
            <a:off x="5450232" y="5985297"/>
            <a:ext cx="6323264" cy="920458"/>
          </a:xfrm>
          <a:prstGeom prst="rect">
            <a:avLst/>
          </a:prstGeom>
        </p:spPr>
        <p:txBody>
          <a:bodyPr vert="horz" wrap="square" lIns="0" tIns="73356" rIns="0" bIns="0" rtlCol="0">
            <a:spAutoFit/>
          </a:bodyPr>
          <a:lstStyle/>
          <a:p>
            <a:pPr marL="19685" marR="7620">
              <a:lnSpc>
                <a:spcPts val="3325"/>
              </a:lnSpc>
              <a:spcBef>
                <a:spcPts val="580"/>
              </a:spcBef>
            </a:pPr>
            <a:r>
              <a:rPr sz="3080" dirty="0">
                <a:latin typeface="Calibri" panose="020F0502020204030204"/>
                <a:cs typeface="Calibri" panose="020F0502020204030204"/>
              </a:rPr>
              <a:t>The</a:t>
            </a:r>
            <a:r>
              <a:rPr sz="3080" spc="-54" dirty="0">
                <a:latin typeface="Calibri" panose="020F0502020204030204"/>
                <a:cs typeface="Calibri" panose="020F0502020204030204"/>
              </a:rPr>
              <a:t> </a:t>
            </a:r>
            <a:r>
              <a:rPr sz="3080" dirty="0">
                <a:latin typeface="Calibri" panose="020F0502020204030204"/>
                <a:cs typeface="Calibri" panose="020F0502020204030204"/>
              </a:rPr>
              <a:t>two</a:t>
            </a:r>
            <a:r>
              <a:rPr sz="3080" spc="-62" dirty="0">
                <a:latin typeface="Calibri" panose="020F0502020204030204"/>
                <a:cs typeface="Calibri" panose="020F0502020204030204"/>
              </a:rPr>
              <a:t> </a:t>
            </a:r>
            <a:r>
              <a:rPr sz="3080" spc="-15" dirty="0">
                <a:latin typeface="Calibri" panose="020F0502020204030204"/>
                <a:cs typeface="Calibri" panose="020F0502020204030204"/>
              </a:rPr>
              <a:t>populations</a:t>
            </a:r>
            <a:r>
              <a:rPr sz="3080" spc="-77" dirty="0">
                <a:latin typeface="Calibri" panose="020F0502020204030204"/>
                <a:cs typeface="Calibri" panose="020F0502020204030204"/>
              </a:rPr>
              <a:t> </a:t>
            </a:r>
            <a:r>
              <a:rPr sz="3080" dirty="0">
                <a:latin typeface="Calibri" panose="020F0502020204030204"/>
                <a:cs typeface="Calibri" panose="020F0502020204030204"/>
              </a:rPr>
              <a:t>are</a:t>
            </a:r>
            <a:r>
              <a:rPr sz="3080" spc="-54" dirty="0">
                <a:latin typeface="Calibri" panose="020F0502020204030204"/>
                <a:cs typeface="Calibri" panose="020F0502020204030204"/>
              </a:rPr>
              <a:t> </a:t>
            </a:r>
            <a:r>
              <a:rPr sz="3080" dirty="0">
                <a:latin typeface="Calibri" panose="020F0502020204030204"/>
                <a:cs typeface="Calibri" panose="020F0502020204030204"/>
              </a:rPr>
              <a:t>assumed</a:t>
            </a:r>
            <a:r>
              <a:rPr sz="3080" spc="-31" dirty="0">
                <a:latin typeface="Calibri" panose="020F0502020204030204"/>
                <a:cs typeface="Calibri" panose="020F0502020204030204"/>
              </a:rPr>
              <a:t> </a:t>
            </a:r>
            <a:r>
              <a:rPr sz="3080" dirty="0">
                <a:latin typeface="Calibri" panose="020F0502020204030204"/>
                <a:cs typeface="Calibri" panose="020F0502020204030204"/>
              </a:rPr>
              <a:t>to</a:t>
            </a:r>
            <a:r>
              <a:rPr sz="3080" spc="-46" dirty="0">
                <a:latin typeface="Calibri" panose="020F0502020204030204"/>
                <a:cs typeface="Calibri" panose="020F0502020204030204"/>
              </a:rPr>
              <a:t> </a:t>
            </a:r>
            <a:r>
              <a:rPr sz="3080" spc="-39" dirty="0">
                <a:latin typeface="Calibri" panose="020F0502020204030204"/>
                <a:cs typeface="Calibri" panose="020F0502020204030204"/>
              </a:rPr>
              <a:t>be </a:t>
            </a:r>
            <a:r>
              <a:rPr sz="3080" dirty="0">
                <a:latin typeface="Calibri" panose="020F0502020204030204"/>
                <a:cs typeface="Calibri" panose="020F0502020204030204"/>
              </a:rPr>
              <a:t>independent</a:t>
            </a:r>
            <a:r>
              <a:rPr sz="3080" spc="-62" dirty="0">
                <a:latin typeface="Calibri" panose="020F0502020204030204"/>
                <a:cs typeface="Calibri" panose="020F0502020204030204"/>
              </a:rPr>
              <a:t> </a:t>
            </a:r>
            <a:r>
              <a:rPr sz="3080" dirty="0">
                <a:latin typeface="Calibri" panose="020F0502020204030204"/>
                <a:cs typeface="Calibri" panose="020F0502020204030204"/>
              </a:rPr>
              <a:t>and</a:t>
            </a:r>
            <a:r>
              <a:rPr sz="3080" spc="-69" dirty="0">
                <a:latin typeface="Calibri" panose="020F0502020204030204"/>
                <a:cs typeface="Calibri" panose="020F0502020204030204"/>
              </a:rPr>
              <a:t> </a:t>
            </a:r>
            <a:r>
              <a:rPr sz="3080" dirty="0">
                <a:latin typeface="Calibri" panose="020F0502020204030204"/>
                <a:cs typeface="Calibri" panose="020F0502020204030204"/>
              </a:rPr>
              <a:t>normally</a:t>
            </a:r>
            <a:r>
              <a:rPr sz="3080" spc="-46" dirty="0">
                <a:latin typeface="Calibri" panose="020F0502020204030204"/>
                <a:cs typeface="Calibri" panose="020F0502020204030204"/>
              </a:rPr>
              <a:t> </a:t>
            </a:r>
            <a:r>
              <a:rPr sz="3080" spc="-15" dirty="0">
                <a:latin typeface="Calibri" panose="020F0502020204030204"/>
                <a:cs typeface="Calibri" panose="020F0502020204030204"/>
              </a:rPr>
              <a:t>distributed</a:t>
            </a:r>
            <a:endParaRPr sz="3080">
              <a:latin typeface="Calibri" panose="020F0502020204030204"/>
              <a:cs typeface="Calibri" panose="020F0502020204030204"/>
            </a:endParaRPr>
          </a:p>
        </p:txBody>
      </p:sp>
      <p:sp>
        <p:nvSpPr>
          <p:cNvPr id="13" name="Title 1"/>
          <p:cNvSpPr txBox="1"/>
          <p:nvPr/>
        </p:nvSpPr>
        <p:spPr>
          <a:xfrm>
            <a:off x="425423" y="30780"/>
            <a:ext cx="10619336" cy="1012815"/>
          </a:xfrm>
          <a:prstGeom prst="rect">
            <a:avLst/>
          </a:prstGeom>
        </p:spPr>
        <p:txBody>
          <a:bodyPr vert="horz" wrap="square" lIns="105664" tIns="52832" rIns="105664" bIns="52832" rtlCol="0" anchor="t">
            <a:normAutofit fontScale="92500" lnSpcReduction="10000"/>
          </a:bodyPr>
          <a:lstStyle>
            <a:lvl1pPr algn="l" defTabSz="457200" rtl="0" eaLnBrk="1" latinLnBrk="0" hangingPunct="1">
              <a:spcBef>
                <a:spcPct val="0"/>
              </a:spcBef>
              <a:buNone/>
              <a:defRPr sz="3600" b="1" i="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solidFill>
                <a:srgbClr val="00B0F0"/>
              </a:solidFill>
              <a:cs typeface="Calibri" panose="020F0502020204030204"/>
            </a:endParaRPr>
          </a:p>
          <a:p>
            <a:r>
              <a:rPr lang="en-US" dirty="0">
                <a:solidFill>
                  <a:schemeClr val="bg1"/>
                </a:solidFill>
                <a:cs typeface="Calibri" panose="020F0502020204030204"/>
              </a:rPr>
              <a:t>Hypothesis</a:t>
            </a:r>
            <a:r>
              <a:rPr lang="en-US" spc="-169" dirty="0">
                <a:solidFill>
                  <a:schemeClr val="bg1"/>
                </a:solidFill>
                <a:cs typeface="Calibri" panose="020F0502020204030204"/>
              </a:rPr>
              <a:t> </a:t>
            </a:r>
            <a:r>
              <a:rPr lang="en-US" spc="-62" dirty="0">
                <a:solidFill>
                  <a:schemeClr val="bg1"/>
                </a:solidFill>
                <a:cs typeface="Calibri" panose="020F0502020204030204"/>
              </a:rPr>
              <a:t>Tests</a:t>
            </a:r>
            <a:r>
              <a:rPr lang="en-US" spc="-162" dirty="0">
                <a:solidFill>
                  <a:schemeClr val="bg1"/>
                </a:solidFill>
                <a:cs typeface="Calibri" panose="020F0502020204030204"/>
              </a:rPr>
              <a:t> </a:t>
            </a:r>
            <a:r>
              <a:rPr lang="en-US" dirty="0">
                <a:solidFill>
                  <a:schemeClr val="bg1"/>
                </a:solidFill>
                <a:cs typeface="Calibri" panose="020F0502020204030204"/>
              </a:rPr>
              <a:t>for</a:t>
            </a:r>
            <a:r>
              <a:rPr lang="en-US" spc="-169" dirty="0">
                <a:solidFill>
                  <a:schemeClr val="bg1"/>
                </a:solidFill>
                <a:cs typeface="Calibri" panose="020F0502020204030204"/>
              </a:rPr>
              <a:t> </a:t>
            </a:r>
            <a:r>
              <a:rPr lang="en-US" dirty="0">
                <a:solidFill>
                  <a:schemeClr val="bg1"/>
                </a:solidFill>
                <a:cs typeface="Calibri" panose="020F0502020204030204"/>
              </a:rPr>
              <a:t>Two</a:t>
            </a:r>
            <a:r>
              <a:rPr lang="en-US" spc="-169" dirty="0">
                <a:solidFill>
                  <a:schemeClr val="bg1"/>
                </a:solidFill>
                <a:cs typeface="Calibri" panose="020F0502020204030204"/>
              </a:rPr>
              <a:t> </a:t>
            </a:r>
            <a:r>
              <a:rPr lang="en-US" spc="-15" dirty="0">
                <a:solidFill>
                  <a:schemeClr val="bg1"/>
                </a:solidFill>
                <a:cs typeface="Calibri" panose="020F0502020204030204"/>
              </a:rPr>
              <a:t>Variances</a:t>
            </a:r>
            <a:endParaRPr lang="en-US" dirty="0">
              <a:solidFill>
                <a:schemeClr val="bg1"/>
              </a:solidFill>
            </a:endParaRPr>
          </a:p>
        </p:txBody>
      </p:sp>
      <p:grpSp>
        <p:nvGrpSpPr>
          <p:cNvPr id="16" name="Group 15">
            <a:extLst>
              <a:ext uri="{FF2B5EF4-FFF2-40B4-BE49-F238E27FC236}">
                <a16:creationId xmlns:a16="http://schemas.microsoft.com/office/drawing/2014/main" id="{C5D496DC-DE77-5D20-8662-BBC1F983AC02}"/>
              </a:ext>
            </a:extLst>
          </p:cNvPr>
          <p:cNvGrpSpPr/>
          <p:nvPr/>
        </p:nvGrpSpPr>
        <p:grpSpPr>
          <a:xfrm>
            <a:off x="6963901" y="2596750"/>
            <a:ext cx="2131920" cy="2366280"/>
            <a:chOff x="6963901" y="2596750"/>
            <a:chExt cx="2131920" cy="236628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A554D40-95A3-4258-DD73-562D556D221E}"/>
                    </a:ext>
                  </a:extLst>
                </p14:cNvPr>
                <p14:cNvContentPartPr/>
                <p14:nvPr/>
              </p14:nvContentPartPr>
              <p14:xfrm>
                <a:off x="7002421" y="3221710"/>
                <a:ext cx="1730520" cy="80640"/>
              </p14:xfrm>
            </p:contentPart>
          </mc:Choice>
          <mc:Fallback>
            <p:pic>
              <p:nvPicPr>
                <p:cNvPr id="2" name="Ink 1">
                  <a:extLst>
                    <a:ext uri="{FF2B5EF4-FFF2-40B4-BE49-F238E27FC236}">
                      <a16:creationId xmlns:a16="http://schemas.microsoft.com/office/drawing/2014/main" id="{1A554D40-95A3-4258-DD73-562D556D221E}"/>
                    </a:ext>
                  </a:extLst>
                </p:cNvPr>
                <p:cNvPicPr/>
                <p:nvPr/>
              </p:nvPicPr>
              <p:blipFill>
                <a:blip r:embed="rId5"/>
                <a:stretch>
                  <a:fillRect/>
                </a:stretch>
              </p:blipFill>
              <p:spPr>
                <a:xfrm>
                  <a:off x="6996301" y="3215590"/>
                  <a:ext cx="174276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 name="Ink 11">
                  <a:extLst>
                    <a:ext uri="{FF2B5EF4-FFF2-40B4-BE49-F238E27FC236}">
                      <a16:creationId xmlns:a16="http://schemas.microsoft.com/office/drawing/2014/main" id="{FE988AE4-9518-8D03-F09E-F71C75C196E3}"/>
                    </a:ext>
                  </a:extLst>
                </p14:cNvPr>
                <p14:cNvContentPartPr/>
                <p14:nvPr/>
              </p14:nvContentPartPr>
              <p14:xfrm>
                <a:off x="6963901" y="3733990"/>
                <a:ext cx="1838520" cy="27720"/>
              </p14:xfrm>
            </p:contentPart>
          </mc:Choice>
          <mc:Fallback>
            <p:pic>
              <p:nvPicPr>
                <p:cNvPr id="12" name="Ink 11">
                  <a:extLst>
                    <a:ext uri="{FF2B5EF4-FFF2-40B4-BE49-F238E27FC236}">
                      <a16:creationId xmlns:a16="http://schemas.microsoft.com/office/drawing/2014/main" id="{FE988AE4-9518-8D03-F09E-F71C75C196E3}"/>
                    </a:ext>
                  </a:extLst>
                </p:cNvPr>
                <p:cNvPicPr/>
                <p:nvPr/>
              </p:nvPicPr>
              <p:blipFill>
                <a:blip r:embed="rId7"/>
                <a:stretch>
                  <a:fillRect/>
                </a:stretch>
              </p:blipFill>
              <p:spPr>
                <a:xfrm>
                  <a:off x="6957781" y="3727870"/>
                  <a:ext cx="18507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19C537D9-4622-950B-0C39-283F13017DF2}"/>
                    </a:ext>
                  </a:extLst>
                </p14:cNvPr>
                <p14:cNvContentPartPr/>
                <p14:nvPr/>
              </p14:nvContentPartPr>
              <p14:xfrm>
                <a:off x="8992501" y="2596750"/>
                <a:ext cx="103320" cy="1412280"/>
              </p14:xfrm>
            </p:contentPart>
          </mc:Choice>
          <mc:Fallback>
            <p:pic>
              <p:nvPicPr>
                <p:cNvPr id="14" name="Ink 13">
                  <a:extLst>
                    <a:ext uri="{FF2B5EF4-FFF2-40B4-BE49-F238E27FC236}">
                      <a16:creationId xmlns:a16="http://schemas.microsoft.com/office/drawing/2014/main" id="{19C537D9-4622-950B-0C39-283F13017DF2}"/>
                    </a:ext>
                  </a:extLst>
                </p:cNvPr>
                <p:cNvPicPr/>
                <p:nvPr/>
              </p:nvPicPr>
              <p:blipFill>
                <a:blip r:embed="rId9"/>
                <a:stretch>
                  <a:fillRect/>
                </a:stretch>
              </p:blipFill>
              <p:spPr>
                <a:xfrm>
                  <a:off x="8986381" y="2590630"/>
                  <a:ext cx="115560" cy="1424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C8741486-8088-81A4-9FC2-1C3C10CC5EC4}"/>
                    </a:ext>
                  </a:extLst>
                </p14:cNvPr>
                <p14:cNvContentPartPr/>
                <p14:nvPr/>
              </p14:nvContentPartPr>
              <p14:xfrm>
                <a:off x="8759221" y="3810310"/>
                <a:ext cx="60480" cy="1152720"/>
              </p14:xfrm>
            </p:contentPart>
          </mc:Choice>
          <mc:Fallback>
            <p:pic>
              <p:nvPicPr>
                <p:cNvPr id="15" name="Ink 14">
                  <a:extLst>
                    <a:ext uri="{FF2B5EF4-FFF2-40B4-BE49-F238E27FC236}">
                      <a16:creationId xmlns:a16="http://schemas.microsoft.com/office/drawing/2014/main" id="{C8741486-8088-81A4-9FC2-1C3C10CC5EC4}"/>
                    </a:ext>
                  </a:extLst>
                </p:cNvPr>
                <p:cNvPicPr/>
                <p:nvPr/>
              </p:nvPicPr>
              <p:blipFill>
                <a:blip r:embed="rId11"/>
                <a:stretch>
                  <a:fillRect/>
                </a:stretch>
              </p:blipFill>
              <p:spPr>
                <a:xfrm>
                  <a:off x="8753101" y="3804190"/>
                  <a:ext cx="72720" cy="1164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17" name="Ink 16">
                <a:extLst>
                  <a:ext uri="{FF2B5EF4-FFF2-40B4-BE49-F238E27FC236}">
                    <a16:creationId xmlns:a16="http://schemas.microsoft.com/office/drawing/2014/main" id="{0CC738CF-C691-CC8E-3374-09C8DE41F34A}"/>
                  </a:ext>
                </a:extLst>
              </p14:cNvPr>
              <p14:cNvContentPartPr/>
              <p14:nvPr/>
            </p14:nvContentPartPr>
            <p14:xfrm>
              <a:off x="7049221" y="5323390"/>
              <a:ext cx="1735920" cy="78840"/>
            </p14:xfrm>
          </p:contentPart>
        </mc:Choice>
        <mc:Fallback>
          <p:pic>
            <p:nvPicPr>
              <p:cNvPr id="17" name="Ink 16">
                <a:extLst>
                  <a:ext uri="{FF2B5EF4-FFF2-40B4-BE49-F238E27FC236}">
                    <a16:creationId xmlns:a16="http://schemas.microsoft.com/office/drawing/2014/main" id="{0CC738CF-C691-CC8E-3374-09C8DE41F34A}"/>
                  </a:ext>
                </a:extLst>
              </p:cNvPr>
              <p:cNvPicPr/>
              <p:nvPr/>
            </p:nvPicPr>
            <p:blipFill>
              <a:blip r:embed="rId13"/>
              <a:stretch>
                <a:fillRect/>
              </a:stretch>
            </p:blipFill>
            <p:spPr>
              <a:xfrm>
                <a:off x="7043101" y="5317270"/>
                <a:ext cx="1748160" cy="91080"/>
              </a:xfrm>
              <a:prstGeom prst="rect">
                <a:avLst/>
              </a:prstGeom>
            </p:spPr>
          </p:pic>
        </mc:Fallback>
      </mc:AlternateContent>
      <p:grpSp>
        <p:nvGrpSpPr>
          <p:cNvPr id="23" name="Group 22">
            <a:extLst>
              <a:ext uri="{FF2B5EF4-FFF2-40B4-BE49-F238E27FC236}">
                <a16:creationId xmlns:a16="http://schemas.microsoft.com/office/drawing/2014/main" id="{E94EBDD3-F6B6-5F55-52C6-69D046D9099E}"/>
              </a:ext>
            </a:extLst>
          </p:cNvPr>
          <p:cNvGrpSpPr/>
          <p:nvPr/>
        </p:nvGrpSpPr>
        <p:grpSpPr>
          <a:xfrm>
            <a:off x="5150221" y="5896510"/>
            <a:ext cx="6615000" cy="1310400"/>
            <a:chOff x="5150221" y="5896510"/>
            <a:chExt cx="6615000" cy="1310400"/>
          </a:xfrm>
        </p:grpSpPr>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04035FFD-5736-347C-92FB-F25E69602FC0}"/>
                    </a:ext>
                  </a:extLst>
                </p14:cNvPr>
                <p14:cNvContentPartPr/>
                <p14:nvPr/>
              </p14:nvContentPartPr>
              <p14:xfrm>
                <a:off x="5150221" y="5896510"/>
                <a:ext cx="67320" cy="1310400"/>
              </p14:xfrm>
            </p:contentPart>
          </mc:Choice>
          <mc:Fallback>
            <p:pic>
              <p:nvPicPr>
                <p:cNvPr id="20" name="Ink 19">
                  <a:extLst>
                    <a:ext uri="{FF2B5EF4-FFF2-40B4-BE49-F238E27FC236}">
                      <a16:creationId xmlns:a16="http://schemas.microsoft.com/office/drawing/2014/main" id="{04035FFD-5736-347C-92FB-F25E69602FC0}"/>
                    </a:ext>
                  </a:extLst>
                </p:cNvPr>
                <p:cNvPicPr/>
                <p:nvPr/>
              </p:nvPicPr>
              <p:blipFill>
                <a:blip r:embed="rId15"/>
                <a:stretch>
                  <a:fillRect/>
                </a:stretch>
              </p:blipFill>
              <p:spPr>
                <a:xfrm>
                  <a:off x="5144101" y="5890390"/>
                  <a:ext cx="79560" cy="1322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Ink 17">
                  <a:extLst>
                    <a:ext uri="{FF2B5EF4-FFF2-40B4-BE49-F238E27FC236}">
                      <a16:creationId xmlns:a16="http://schemas.microsoft.com/office/drawing/2014/main" id="{96DA3067-B88C-E8AC-B04F-399B3EC3C6B3}"/>
                    </a:ext>
                  </a:extLst>
                </p14:cNvPr>
                <p14:cNvContentPartPr/>
                <p14:nvPr/>
              </p14:nvContentPartPr>
              <p14:xfrm>
                <a:off x="5466301" y="6402310"/>
                <a:ext cx="6298920" cy="86760"/>
              </p14:xfrm>
            </p:contentPart>
          </mc:Choice>
          <mc:Fallback>
            <p:pic>
              <p:nvPicPr>
                <p:cNvPr id="18" name="Ink 17">
                  <a:extLst>
                    <a:ext uri="{FF2B5EF4-FFF2-40B4-BE49-F238E27FC236}">
                      <a16:creationId xmlns:a16="http://schemas.microsoft.com/office/drawing/2014/main" id="{96DA3067-B88C-E8AC-B04F-399B3EC3C6B3}"/>
                    </a:ext>
                  </a:extLst>
                </p:cNvPr>
                <p:cNvPicPr/>
                <p:nvPr/>
              </p:nvPicPr>
              <p:blipFill>
                <a:blip r:embed="rId17"/>
                <a:stretch>
                  <a:fillRect/>
                </a:stretch>
              </p:blipFill>
              <p:spPr>
                <a:xfrm>
                  <a:off x="5460181" y="6396190"/>
                  <a:ext cx="631116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29B3FCD4-884C-94E2-006A-16C2265FE8D6}"/>
                    </a:ext>
                  </a:extLst>
                </p14:cNvPr>
                <p14:cNvContentPartPr/>
                <p14:nvPr/>
              </p14:nvContentPartPr>
              <p14:xfrm>
                <a:off x="5447581" y="6886870"/>
                <a:ext cx="6069960" cy="73080"/>
              </p14:xfrm>
            </p:contentPart>
          </mc:Choice>
          <mc:Fallback>
            <p:pic>
              <p:nvPicPr>
                <p:cNvPr id="19" name="Ink 18">
                  <a:extLst>
                    <a:ext uri="{FF2B5EF4-FFF2-40B4-BE49-F238E27FC236}">
                      <a16:creationId xmlns:a16="http://schemas.microsoft.com/office/drawing/2014/main" id="{29B3FCD4-884C-94E2-006A-16C2265FE8D6}"/>
                    </a:ext>
                  </a:extLst>
                </p:cNvPr>
                <p:cNvPicPr/>
                <p:nvPr/>
              </p:nvPicPr>
              <p:blipFill>
                <a:blip r:embed="rId19"/>
                <a:stretch>
                  <a:fillRect/>
                </a:stretch>
              </p:blipFill>
              <p:spPr>
                <a:xfrm>
                  <a:off x="5441461" y="6880750"/>
                  <a:ext cx="6082200" cy="85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21" name="Ink 20">
                <a:extLst>
                  <a:ext uri="{FF2B5EF4-FFF2-40B4-BE49-F238E27FC236}">
                    <a16:creationId xmlns:a16="http://schemas.microsoft.com/office/drawing/2014/main" id="{8CF1FE70-A792-D7B0-47FA-38E95501A251}"/>
                  </a:ext>
                </a:extLst>
              </p14:cNvPr>
              <p14:cNvContentPartPr/>
              <p14:nvPr/>
            </p14:nvContentPartPr>
            <p14:xfrm>
              <a:off x="5172901" y="5891110"/>
              <a:ext cx="6686280" cy="1314360"/>
            </p14:xfrm>
          </p:contentPart>
        </mc:Choice>
        <mc:Fallback>
          <p:pic>
            <p:nvPicPr>
              <p:cNvPr id="21" name="Ink 20">
                <a:extLst>
                  <a:ext uri="{FF2B5EF4-FFF2-40B4-BE49-F238E27FC236}">
                    <a16:creationId xmlns:a16="http://schemas.microsoft.com/office/drawing/2014/main" id="{8CF1FE70-A792-D7B0-47FA-38E95501A251}"/>
                  </a:ext>
                </a:extLst>
              </p:cNvPr>
              <p:cNvPicPr/>
              <p:nvPr/>
            </p:nvPicPr>
            <p:blipFill>
              <a:blip r:embed="rId21"/>
              <a:stretch>
                <a:fillRect/>
              </a:stretch>
            </p:blipFill>
            <p:spPr>
              <a:xfrm>
                <a:off x="5166781" y="5884990"/>
                <a:ext cx="6698520" cy="13266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07342" y="1403443"/>
            <a:ext cx="7927975" cy="898525"/>
            <a:chOff x="1007342" y="1403443"/>
            <a:chExt cx="7927975" cy="898525"/>
          </a:xfrm>
        </p:grpSpPr>
        <p:pic>
          <p:nvPicPr>
            <p:cNvPr id="3" name="object 3"/>
            <p:cNvPicPr/>
            <p:nvPr/>
          </p:nvPicPr>
          <p:blipFill>
            <a:blip r:embed="rId2" cstate="print"/>
            <a:stretch>
              <a:fillRect/>
            </a:stretch>
          </p:blipFill>
          <p:spPr>
            <a:xfrm>
              <a:off x="1007342" y="1403443"/>
              <a:ext cx="7927879" cy="897944"/>
            </a:xfrm>
            <a:prstGeom prst="rect">
              <a:avLst/>
            </a:prstGeom>
          </p:spPr>
        </p:pic>
        <p:sp>
          <p:nvSpPr>
            <p:cNvPr id="4" name="object 4"/>
            <p:cNvSpPr/>
            <p:nvPr/>
          </p:nvSpPr>
          <p:spPr>
            <a:xfrm>
              <a:off x="1075943" y="1417320"/>
              <a:ext cx="7840980" cy="820419"/>
            </a:xfrm>
            <a:custGeom>
              <a:avLst/>
              <a:gdLst/>
              <a:ahLst/>
              <a:cxnLst/>
              <a:rect l="l" t="t" r="r" b="b"/>
              <a:pathLst>
                <a:path w="7840980" h="820419">
                  <a:moveTo>
                    <a:pt x="7840980" y="0"/>
                  </a:moveTo>
                  <a:lnTo>
                    <a:pt x="0" y="0"/>
                  </a:lnTo>
                  <a:lnTo>
                    <a:pt x="0" y="819911"/>
                  </a:lnTo>
                  <a:lnTo>
                    <a:pt x="7840980" y="819911"/>
                  </a:lnTo>
                  <a:lnTo>
                    <a:pt x="7840980"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075943" y="1417320"/>
              <a:ext cx="7840980" cy="820419"/>
            </a:xfrm>
            <a:custGeom>
              <a:avLst/>
              <a:gdLst/>
              <a:ahLst/>
              <a:cxnLst/>
              <a:rect l="l" t="t" r="r" b="b"/>
              <a:pathLst>
                <a:path w="7840980" h="820419">
                  <a:moveTo>
                    <a:pt x="0" y="819911"/>
                  </a:moveTo>
                  <a:lnTo>
                    <a:pt x="7840980" y="819911"/>
                  </a:lnTo>
                  <a:lnTo>
                    <a:pt x="7840980" y="0"/>
                  </a:lnTo>
                  <a:lnTo>
                    <a:pt x="0" y="0"/>
                  </a:lnTo>
                  <a:lnTo>
                    <a:pt x="0" y="819911"/>
                  </a:lnTo>
                  <a:close/>
                </a:path>
              </a:pathLst>
            </a:custGeom>
            <a:ln w="12700">
              <a:solidFill>
                <a:srgbClr val="00AFE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object 6"/>
          <p:cNvSpPr txBox="1"/>
          <p:nvPr/>
        </p:nvSpPr>
        <p:spPr>
          <a:xfrm>
            <a:off x="1180591" y="1567941"/>
            <a:ext cx="7084059" cy="51371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defRPr/>
            </a:pP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State</a:t>
            </a:r>
            <a:r>
              <a:rPr kumimoji="0" sz="3200" b="1" i="0" u="none" strike="noStrike" kern="1200" cap="none" spc="-25"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null</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and</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alternative</a:t>
            </a:r>
            <a:r>
              <a:rPr kumimoji="0" sz="3200" b="1" i="0" u="none" strike="noStrike" kern="1200" cap="none" spc="-3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hypothesis</a:t>
            </a:r>
            <a:endParaRPr kumimoji="0" sz="3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endParaRPr>
          </a:p>
        </p:txBody>
      </p:sp>
      <p:grpSp>
        <p:nvGrpSpPr>
          <p:cNvPr id="7" name="object 7"/>
          <p:cNvGrpSpPr/>
          <p:nvPr/>
        </p:nvGrpSpPr>
        <p:grpSpPr>
          <a:xfrm>
            <a:off x="323088" y="1367028"/>
            <a:ext cx="815975" cy="1012190"/>
            <a:chOff x="323088" y="1367028"/>
            <a:chExt cx="815975" cy="1012190"/>
          </a:xfrm>
        </p:grpSpPr>
        <p:pic>
          <p:nvPicPr>
            <p:cNvPr id="8" name="object 8"/>
            <p:cNvPicPr/>
            <p:nvPr/>
          </p:nvPicPr>
          <p:blipFill>
            <a:blip r:embed="rId3" cstate="print"/>
            <a:stretch>
              <a:fillRect/>
            </a:stretch>
          </p:blipFill>
          <p:spPr>
            <a:xfrm>
              <a:off x="341376" y="1367028"/>
              <a:ext cx="778776" cy="946403"/>
            </a:xfrm>
            <a:prstGeom prst="rect">
              <a:avLst/>
            </a:prstGeom>
          </p:spPr>
        </p:pic>
        <p:pic>
          <p:nvPicPr>
            <p:cNvPr id="9" name="object 9"/>
            <p:cNvPicPr/>
            <p:nvPr/>
          </p:nvPicPr>
          <p:blipFill>
            <a:blip r:embed="rId4" cstate="print"/>
            <a:stretch>
              <a:fillRect/>
            </a:stretch>
          </p:blipFill>
          <p:spPr>
            <a:xfrm>
              <a:off x="323088" y="1423416"/>
              <a:ext cx="815352" cy="955548"/>
            </a:xfrm>
            <a:prstGeom prst="rect">
              <a:avLst/>
            </a:prstGeom>
          </p:spPr>
        </p:pic>
      </p:grpSp>
      <p:sp>
        <p:nvSpPr>
          <p:cNvPr id="10" name="object 10"/>
          <p:cNvSpPr txBox="1"/>
          <p:nvPr/>
        </p:nvSpPr>
        <p:spPr>
          <a:xfrm>
            <a:off x="422148" y="1392936"/>
            <a:ext cx="676910" cy="844550"/>
          </a:xfrm>
          <a:prstGeom prst="rect">
            <a:avLst/>
          </a:prstGeom>
          <a:solidFill>
            <a:srgbClr val="171717"/>
          </a:solidFill>
        </p:spPr>
        <p:txBody>
          <a:bodyPr vert="horz" wrap="square" lIns="0" tIns="166370" rIns="0" bIns="0" rtlCol="0">
            <a:spAutoFit/>
          </a:bodyPr>
          <a:lstStyle/>
          <a:p>
            <a:pPr marL="224790" marR="0" lvl="0" indent="0" algn="l" defTabSz="914400" rtl="0" eaLnBrk="1" fontAlgn="auto" latinLnBrk="0" hangingPunct="1">
              <a:lnSpc>
                <a:spcPct val="100000"/>
              </a:lnSpc>
              <a:spcBef>
                <a:spcPts val="1310"/>
              </a:spcBef>
              <a:spcAft>
                <a:spcPts val="0"/>
              </a:spcAft>
              <a:buClrTx/>
              <a:buSzTx/>
              <a:buFontTx/>
              <a:buNone/>
              <a:defRPr/>
            </a:pPr>
            <a:r>
              <a:rPr kumimoji="0" sz="32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rPr>
              <a:t>1</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11" name="object 11"/>
          <p:cNvGrpSpPr/>
          <p:nvPr/>
        </p:nvGrpSpPr>
        <p:grpSpPr>
          <a:xfrm>
            <a:off x="993647" y="2371331"/>
            <a:ext cx="7957184" cy="934719"/>
            <a:chOff x="993647" y="2371331"/>
            <a:chExt cx="7957184" cy="934719"/>
          </a:xfrm>
        </p:grpSpPr>
        <p:pic>
          <p:nvPicPr>
            <p:cNvPr id="12" name="object 12"/>
            <p:cNvPicPr/>
            <p:nvPr/>
          </p:nvPicPr>
          <p:blipFill>
            <a:blip r:embed="rId5" cstate="print"/>
            <a:stretch>
              <a:fillRect/>
            </a:stretch>
          </p:blipFill>
          <p:spPr>
            <a:xfrm>
              <a:off x="993647" y="2371331"/>
              <a:ext cx="7956804" cy="934224"/>
            </a:xfrm>
            <a:prstGeom prst="rect">
              <a:avLst/>
            </a:prstGeom>
          </p:spPr>
        </p:pic>
        <p:sp>
          <p:nvSpPr>
            <p:cNvPr id="13" name="object 13"/>
            <p:cNvSpPr/>
            <p:nvPr/>
          </p:nvSpPr>
          <p:spPr>
            <a:xfrm>
              <a:off x="1080515" y="2403348"/>
              <a:ext cx="7842884" cy="820419"/>
            </a:xfrm>
            <a:custGeom>
              <a:avLst/>
              <a:gdLst/>
              <a:ahLst/>
              <a:cxnLst/>
              <a:rect l="l" t="t" r="r" b="b"/>
              <a:pathLst>
                <a:path w="7842884" h="820419">
                  <a:moveTo>
                    <a:pt x="7842504" y="0"/>
                  </a:moveTo>
                  <a:lnTo>
                    <a:pt x="0" y="0"/>
                  </a:lnTo>
                  <a:lnTo>
                    <a:pt x="0" y="819912"/>
                  </a:lnTo>
                  <a:lnTo>
                    <a:pt x="7842504" y="819912"/>
                  </a:lnTo>
                  <a:lnTo>
                    <a:pt x="78425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1080515" y="2403348"/>
              <a:ext cx="7842884" cy="820419"/>
            </a:xfrm>
            <a:custGeom>
              <a:avLst/>
              <a:gdLst/>
              <a:ahLst/>
              <a:cxnLst/>
              <a:rect l="l" t="t" r="r" b="b"/>
              <a:pathLst>
                <a:path w="7842884" h="820419">
                  <a:moveTo>
                    <a:pt x="0" y="819912"/>
                  </a:moveTo>
                  <a:lnTo>
                    <a:pt x="7842504" y="819912"/>
                  </a:lnTo>
                  <a:lnTo>
                    <a:pt x="7842504" y="0"/>
                  </a:lnTo>
                  <a:lnTo>
                    <a:pt x="0" y="0"/>
                  </a:lnTo>
                  <a:lnTo>
                    <a:pt x="0" y="819912"/>
                  </a:lnTo>
                  <a:close/>
                </a:path>
              </a:pathLst>
            </a:custGeom>
            <a:ln w="12700">
              <a:solidFill>
                <a:srgbClr val="00AFE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 name="object 15"/>
          <p:cNvSpPr txBox="1"/>
          <p:nvPr/>
        </p:nvSpPr>
        <p:spPr>
          <a:xfrm>
            <a:off x="1185773" y="2553462"/>
            <a:ext cx="6744970" cy="51371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defRPr/>
            </a:pP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Specify</a:t>
            </a:r>
            <a:r>
              <a:rPr kumimoji="0" sz="3200" b="1" i="0" u="none" strike="noStrike" kern="1200" cap="none" spc="-35"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the</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level</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of</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significance</a:t>
            </a:r>
            <a:r>
              <a:rPr kumimoji="0" sz="3200" b="1" i="0" u="none" strike="noStrike" kern="1200" cap="none" spc="-4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15" normalizeH="0" baseline="0" noProof="0" dirty="0">
                <a:ln>
                  <a:noFill/>
                </a:ln>
                <a:solidFill>
                  <a:prstClr val="black"/>
                </a:solidFill>
                <a:effectLst/>
                <a:uLnTx/>
                <a:uFillTx/>
                <a:latin typeface="Arial" panose="020B0604020202020204"/>
                <a:ea typeface="+mn-ea"/>
                <a:cs typeface="Arial" panose="020B0604020202020204"/>
              </a:rPr>
              <a:t>‘α’</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16" name="object 16"/>
          <p:cNvGrpSpPr/>
          <p:nvPr/>
        </p:nvGrpSpPr>
        <p:grpSpPr>
          <a:xfrm>
            <a:off x="329184" y="2351544"/>
            <a:ext cx="815975" cy="1012190"/>
            <a:chOff x="329184" y="2351544"/>
            <a:chExt cx="815975" cy="1012190"/>
          </a:xfrm>
        </p:grpSpPr>
        <p:pic>
          <p:nvPicPr>
            <p:cNvPr id="17" name="object 17"/>
            <p:cNvPicPr/>
            <p:nvPr/>
          </p:nvPicPr>
          <p:blipFill>
            <a:blip r:embed="rId6" cstate="print"/>
            <a:stretch>
              <a:fillRect/>
            </a:stretch>
          </p:blipFill>
          <p:spPr>
            <a:xfrm>
              <a:off x="345948" y="2351544"/>
              <a:ext cx="778776" cy="947915"/>
            </a:xfrm>
            <a:prstGeom prst="rect">
              <a:avLst/>
            </a:prstGeom>
          </p:spPr>
        </p:pic>
        <p:pic>
          <p:nvPicPr>
            <p:cNvPr id="18" name="object 18"/>
            <p:cNvPicPr/>
            <p:nvPr/>
          </p:nvPicPr>
          <p:blipFill>
            <a:blip r:embed="rId7" cstate="print"/>
            <a:stretch>
              <a:fillRect/>
            </a:stretch>
          </p:blipFill>
          <p:spPr>
            <a:xfrm>
              <a:off x="329184" y="2407920"/>
              <a:ext cx="815352" cy="955548"/>
            </a:xfrm>
            <a:prstGeom prst="rect">
              <a:avLst/>
            </a:prstGeom>
          </p:spPr>
        </p:pic>
      </p:grpSp>
      <p:sp>
        <p:nvSpPr>
          <p:cNvPr id="19" name="object 19"/>
          <p:cNvSpPr txBox="1"/>
          <p:nvPr/>
        </p:nvSpPr>
        <p:spPr>
          <a:xfrm>
            <a:off x="426719" y="2377440"/>
            <a:ext cx="676910" cy="845819"/>
          </a:xfrm>
          <a:prstGeom prst="rect">
            <a:avLst/>
          </a:prstGeom>
          <a:solidFill>
            <a:srgbClr val="171717"/>
          </a:solidFill>
        </p:spPr>
        <p:txBody>
          <a:bodyPr vert="horz" wrap="square" lIns="0" tIns="167640" rIns="0" bIns="0" rtlCol="0">
            <a:spAutoFit/>
          </a:bodyPr>
          <a:lstStyle/>
          <a:p>
            <a:pPr marL="225425" marR="0" lvl="0" indent="0" algn="l" defTabSz="914400" rtl="0" eaLnBrk="1" fontAlgn="auto" latinLnBrk="0" hangingPunct="1">
              <a:lnSpc>
                <a:spcPct val="100000"/>
              </a:lnSpc>
              <a:spcBef>
                <a:spcPts val="1320"/>
              </a:spcBef>
              <a:spcAft>
                <a:spcPts val="0"/>
              </a:spcAft>
              <a:buClrTx/>
              <a:buSzTx/>
              <a:buFontTx/>
              <a:buNone/>
              <a:defRPr/>
            </a:pPr>
            <a:r>
              <a:rPr kumimoji="0" sz="32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rPr>
              <a:t>2</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20" name="object 20"/>
          <p:cNvGrpSpPr/>
          <p:nvPr/>
        </p:nvGrpSpPr>
        <p:grpSpPr>
          <a:xfrm>
            <a:off x="1001250" y="3390739"/>
            <a:ext cx="7929880" cy="898525"/>
            <a:chOff x="1001250" y="3390739"/>
            <a:chExt cx="7929880" cy="898525"/>
          </a:xfrm>
        </p:grpSpPr>
        <p:pic>
          <p:nvPicPr>
            <p:cNvPr id="21" name="object 21"/>
            <p:cNvPicPr/>
            <p:nvPr/>
          </p:nvPicPr>
          <p:blipFill>
            <a:blip r:embed="rId2" cstate="print"/>
            <a:stretch>
              <a:fillRect/>
            </a:stretch>
          </p:blipFill>
          <p:spPr>
            <a:xfrm>
              <a:off x="1001250" y="3390739"/>
              <a:ext cx="7929398" cy="897944"/>
            </a:xfrm>
            <a:prstGeom prst="rect">
              <a:avLst/>
            </a:prstGeom>
          </p:spPr>
        </p:pic>
        <p:sp>
          <p:nvSpPr>
            <p:cNvPr id="22" name="object 22"/>
            <p:cNvSpPr/>
            <p:nvPr/>
          </p:nvSpPr>
          <p:spPr>
            <a:xfrm>
              <a:off x="1069848" y="3404616"/>
              <a:ext cx="7842884" cy="820419"/>
            </a:xfrm>
            <a:custGeom>
              <a:avLst/>
              <a:gdLst/>
              <a:ahLst/>
              <a:cxnLst/>
              <a:rect l="l" t="t" r="r" b="b"/>
              <a:pathLst>
                <a:path w="7842884" h="820420">
                  <a:moveTo>
                    <a:pt x="7842504" y="0"/>
                  </a:moveTo>
                  <a:lnTo>
                    <a:pt x="0" y="0"/>
                  </a:lnTo>
                  <a:lnTo>
                    <a:pt x="0" y="819912"/>
                  </a:lnTo>
                  <a:lnTo>
                    <a:pt x="7842504" y="819912"/>
                  </a:lnTo>
                  <a:lnTo>
                    <a:pt x="78425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3"/>
            <p:cNvSpPr/>
            <p:nvPr/>
          </p:nvSpPr>
          <p:spPr>
            <a:xfrm>
              <a:off x="1069848" y="3404616"/>
              <a:ext cx="7842884" cy="820419"/>
            </a:xfrm>
            <a:custGeom>
              <a:avLst/>
              <a:gdLst/>
              <a:ahLst/>
              <a:cxnLst/>
              <a:rect l="l" t="t" r="r" b="b"/>
              <a:pathLst>
                <a:path w="7842884" h="820420">
                  <a:moveTo>
                    <a:pt x="0" y="819912"/>
                  </a:moveTo>
                  <a:lnTo>
                    <a:pt x="7842504" y="819912"/>
                  </a:lnTo>
                  <a:lnTo>
                    <a:pt x="7842504" y="0"/>
                  </a:lnTo>
                  <a:lnTo>
                    <a:pt x="0" y="0"/>
                  </a:lnTo>
                  <a:lnTo>
                    <a:pt x="0" y="819912"/>
                  </a:lnTo>
                  <a:close/>
                </a:path>
              </a:pathLst>
            </a:custGeom>
            <a:ln w="12700">
              <a:solidFill>
                <a:srgbClr val="00AFE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 name="object 24"/>
          <p:cNvSpPr txBox="1"/>
          <p:nvPr/>
        </p:nvSpPr>
        <p:spPr>
          <a:xfrm>
            <a:off x="1175105" y="3554679"/>
            <a:ext cx="4584700" cy="51435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defRPr/>
            </a:pP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Fisher’s</a:t>
            </a:r>
            <a:r>
              <a:rPr kumimoji="0" sz="3200" b="1" i="0" u="none" strike="noStrike" kern="1200" cap="none" spc="-45"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F</a:t>
            </a:r>
            <a:r>
              <a:rPr kumimoji="0" sz="3200" b="1" i="0" u="none" strike="noStrike" kern="1200" cap="none" spc="-35"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Distribution</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25" name="object 25"/>
          <p:cNvGrpSpPr/>
          <p:nvPr/>
        </p:nvGrpSpPr>
        <p:grpSpPr>
          <a:xfrm>
            <a:off x="316991" y="3354324"/>
            <a:ext cx="815975" cy="1010919"/>
            <a:chOff x="316991" y="3354324"/>
            <a:chExt cx="815975" cy="1010919"/>
          </a:xfrm>
        </p:grpSpPr>
        <p:pic>
          <p:nvPicPr>
            <p:cNvPr id="26" name="object 26"/>
            <p:cNvPicPr/>
            <p:nvPr/>
          </p:nvPicPr>
          <p:blipFill>
            <a:blip r:embed="rId3" cstate="print"/>
            <a:stretch>
              <a:fillRect/>
            </a:stretch>
          </p:blipFill>
          <p:spPr>
            <a:xfrm>
              <a:off x="335279" y="3354324"/>
              <a:ext cx="778776" cy="946403"/>
            </a:xfrm>
            <a:prstGeom prst="rect">
              <a:avLst/>
            </a:prstGeom>
          </p:spPr>
        </p:pic>
        <p:pic>
          <p:nvPicPr>
            <p:cNvPr id="27" name="object 27"/>
            <p:cNvPicPr/>
            <p:nvPr/>
          </p:nvPicPr>
          <p:blipFill>
            <a:blip r:embed="rId8" cstate="print"/>
            <a:stretch>
              <a:fillRect/>
            </a:stretch>
          </p:blipFill>
          <p:spPr>
            <a:xfrm>
              <a:off x="316991" y="3409188"/>
              <a:ext cx="815352" cy="955548"/>
            </a:xfrm>
            <a:prstGeom prst="rect">
              <a:avLst/>
            </a:prstGeom>
          </p:spPr>
        </p:pic>
      </p:grpSp>
      <p:sp>
        <p:nvSpPr>
          <p:cNvPr id="28" name="object 28"/>
          <p:cNvSpPr txBox="1"/>
          <p:nvPr/>
        </p:nvSpPr>
        <p:spPr>
          <a:xfrm>
            <a:off x="416051" y="3380232"/>
            <a:ext cx="676910" cy="844550"/>
          </a:xfrm>
          <a:prstGeom prst="rect">
            <a:avLst/>
          </a:prstGeom>
          <a:solidFill>
            <a:srgbClr val="171717"/>
          </a:solidFill>
        </p:spPr>
        <p:txBody>
          <a:bodyPr vert="horz" wrap="square" lIns="0" tIns="167005" rIns="0" bIns="0" rtlCol="0">
            <a:spAutoFit/>
          </a:bodyPr>
          <a:lstStyle/>
          <a:p>
            <a:pPr marL="225425" marR="0" lvl="0" indent="0" algn="l" defTabSz="914400" rtl="0" eaLnBrk="1" fontAlgn="auto" latinLnBrk="0" hangingPunct="1">
              <a:lnSpc>
                <a:spcPct val="100000"/>
              </a:lnSpc>
              <a:spcBef>
                <a:spcPts val="1315"/>
              </a:spcBef>
              <a:spcAft>
                <a:spcPts val="0"/>
              </a:spcAft>
              <a:buClrTx/>
              <a:buSzTx/>
              <a:buFontTx/>
              <a:buNone/>
              <a:defRPr/>
            </a:pPr>
            <a:r>
              <a:rPr kumimoji="0" sz="32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rPr>
              <a:t>3</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29" name="object 29"/>
          <p:cNvGrpSpPr/>
          <p:nvPr/>
        </p:nvGrpSpPr>
        <p:grpSpPr>
          <a:xfrm>
            <a:off x="1007342" y="4408771"/>
            <a:ext cx="7927975" cy="898525"/>
            <a:chOff x="1007342" y="4408771"/>
            <a:chExt cx="7927975" cy="898525"/>
          </a:xfrm>
        </p:grpSpPr>
        <p:pic>
          <p:nvPicPr>
            <p:cNvPr id="30" name="object 30"/>
            <p:cNvPicPr/>
            <p:nvPr/>
          </p:nvPicPr>
          <p:blipFill>
            <a:blip r:embed="rId2" cstate="print"/>
            <a:stretch>
              <a:fillRect/>
            </a:stretch>
          </p:blipFill>
          <p:spPr>
            <a:xfrm>
              <a:off x="1007342" y="4408771"/>
              <a:ext cx="7927879" cy="897944"/>
            </a:xfrm>
            <a:prstGeom prst="rect">
              <a:avLst/>
            </a:prstGeom>
          </p:spPr>
        </p:pic>
        <p:sp>
          <p:nvSpPr>
            <p:cNvPr id="31" name="object 31"/>
            <p:cNvSpPr/>
            <p:nvPr/>
          </p:nvSpPr>
          <p:spPr>
            <a:xfrm>
              <a:off x="1075943" y="4422648"/>
              <a:ext cx="7840980" cy="820419"/>
            </a:xfrm>
            <a:custGeom>
              <a:avLst/>
              <a:gdLst/>
              <a:ahLst/>
              <a:cxnLst/>
              <a:rect l="l" t="t" r="r" b="b"/>
              <a:pathLst>
                <a:path w="7840980" h="820420">
                  <a:moveTo>
                    <a:pt x="7840980" y="0"/>
                  </a:moveTo>
                  <a:lnTo>
                    <a:pt x="0" y="0"/>
                  </a:lnTo>
                  <a:lnTo>
                    <a:pt x="0" y="819911"/>
                  </a:lnTo>
                  <a:lnTo>
                    <a:pt x="7840980" y="819911"/>
                  </a:lnTo>
                  <a:lnTo>
                    <a:pt x="7840980"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1075943" y="4422648"/>
              <a:ext cx="7840980" cy="820419"/>
            </a:xfrm>
            <a:custGeom>
              <a:avLst/>
              <a:gdLst/>
              <a:ahLst/>
              <a:cxnLst/>
              <a:rect l="l" t="t" r="r" b="b"/>
              <a:pathLst>
                <a:path w="7840980" h="820420">
                  <a:moveTo>
                    <a:pt x="0" y="819911"/>
                  </a:moveTo>
                  <a:lnTo>
                    <a:pt x="7840980" y="819911"/>
                  </a:lnTo>
                  <a:lnTo>
                    <a:pt x="7840980" y="0"/>
                  </a:lnTo>
                  <a:lnTo>
                    <a:pt x="0" y="0"/>
                  </a:lnTo>
                  <a:lnTo>
                    <a:pt x="0" y="819911"/>
                  </a:lnTo>
                  <a:close/>
                </a:path>
              </a:pathLst>
            </a:custGeom>
            <a:ln w="12700">
              <a:solidFill>
                <a:srgbClr val="00AFE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3" name="object 33"/>
          <p:cNvSpPr txBox="1"/>
          <p:nvPr/>
        </p:nvSpPr>
        <p:spPr>
          <a:xfrm>
            <a:off x="1180591" y="4572711"/>
            <a:ext cx="4987290" cy="51435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defRPr/>
            </a:pP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Compute</a:t>
            </a:r>
            <a:r>
              <a:rPr kumimoji="0" sz="3200" b="1" i="0" u="none" strike="noStrike" kern="1200" cap="none" spc="-5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the</a:t>
            </a:r>
            <a:r>
              <a:rPr kumimoji="0" sz="3200" b="1" i="0" u="none" strike="noStrike" kern="1200" cap="none" spc="-3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test</a:t>
            </a:r>
            <a:r>
              <a:rPr kumimoji="0" sz="32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statistic</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34" name="object 34"/>
          <p:cNvGrpSpPr/>
          <p:nvPr/>
        </p:nvGrpSpPr>
        <p:grpSpPr>
          <a:xfrm>
            <a:off x="323088" y="4370844"/>
            <a:ext cx="815975" cy="1012190"/>
            <a:chOff x="323088" y="4370844"/>
            <a:chExt cx="815975" cy="1012190"/>
          </a:xfrm>
        </p:grpSpPr>
        <p:pic>
          <p:nvPicPr>
            <p:cNvPr id="35" name="object 35"/>
            <p:cNvPicPr/>
            <p:nvPr/>
          </p:nvPicPr>
          <p:blipFill>
            <a:blip r:embed="rId6" cstate="print"/>
            <a:stretch>
              <a:fillRect/>
            </a:stretch>
          </p:blipFill>
          <p:spPr>
            <a:xfrm>
              <a:off x="341376" y="4370844"/>
              <a:ext cx="778776" cy="947915"/>
            </a:xfrm>
            <a:prstGeom prst="rect">
              <a:avLst/>
            </a:prstGeom>
          </p:spPr>
        </p:pic>
        <p:pic>
          <p:nvPicPr>
            <p:cNvPr id="36" name="object 36"/>
            <p:cNvPicPr/>
            <p:nvPr/>
          </p:nvPicPr>
          <p:blipFill>
            <a:blip r:embed="rId9" cstate="print"/>
            <a:stretch>
              <a:fillRect/>
            </a:stretch>
          </p:blipFill>
          <p:spPr>
            <a:xfrm>
              <a:off x="323088" y="4427220"/>
              <a:ext cx="815352" cy="955548"/>
            </a:xfrm>
            <a:prstGeom prst="rect">
              <a:avLst/>
            </a:prstGeom>
          </p:spPr>
        </p:pic>
      </p:grpSp>
      <p:sp>
        <p:nvSpPr>
          <p:cNvPr id="37" name="object 37"/>
          <p:cNvSpPr txBox="1"/>
          <p:nvPr/>
        </p:nvSpPr>
        <p:spPr>
          <a:xfrm>
            <a:off x="422148" y="4396740"/>
            <a:ext cx="676910" cy="845819"/>
          </a:xfrm>
          <a:prstGeom prst="rect">
            <a:avLst/>
          </a:prstGeom>
          <a:solidFill>
            <a:srgbClr val="171717"/>
          </a:solidFill>
        </p:spPr>
        <p:txBody>
          <a:bodyPr vert="horz" wrap="square" lIns="0" tIns="168275" rIns="0" bIns="0" rtlCol="0">
            <a:spAutoFit/>
          </a:bodyPr>
          <a:lstStyle/>
          <a:p>
            <a:pPr marL="224790" marR="0" lvl="0" indent="0" algn="l" defTabSz="914400" rtl="0" eaLnBrk="1" fontAlgn="auto" latinLnBrk="0" hangingPunct="1">
              <a:lnSpc>
                <a:spcPct val="100000"/>
              </a:lnSpc>
              <a:spcBef>
                <a:spcPts val="1325"/>
              </a:spcBef>
              <a:spcAft>
                <a:spcPts val="0"/>
              </a:spcAft>
              <a:buClrTx/>
              <a:buSzTx/>
              <a:buFontTx/>
              <a:buNone/>
              <a:defRPr/>
            </a:pPr>
            <a:r>
              <a:rPr kumimoji="0" sz="32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rPr>
              <a:t>4</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38" name="object 38"/>
          <p:cNvGrpSpPr/>
          <p:nvPr/>
        </p:nvGrpSpPr>
        <p:grpSpPr>
          <a:xfrm>
            <a:off x="993647" y="5375135"/>
            <a:ext cx="7957184" cy="934719"/>
            <a:chOff x="993647" y="5375135"/>
            <a:chExt cx="7957184" cy="934719"/>
          </a:xfrm>
        </p:grpSpPr>
        <p:pic>
          <p:nvPicPr>
            <p:cNvPr id="39" name="object 39"/>
            <p:cNvPicPr/>
            <p:nvPr/>
          </p:nvPicPr>
          <p:blipFill>
            <a:blip r:embed="rId5" cstate="print"/>
            <a:stretch>
              <a:fillRect/>
            </a:stretch>
          </p:blipFill>
          <p:spPr>
            <a:xfrm>
              <a:off x="993647" y="5375135"/>
              <a:ext cx="7956804" cy="934224"/>
            </a:xfrm>
            <a:prstGeom prst="rect">
              <a:avLst/>
            </a:prstGeom>
          </p:spPr>
        </p:pic>
        <p:sp>
          <p:nvSpPr>
            <p:cNvPr id="40" name="object 40"/>
            <p:cNvSpPr/>
            <p:nvPr/>
          </p:nvSpPr>
          <p:spPr>
            <a:xfrm>
              <a:off x="1080515" y="5407152"/>
              <a:ext cx="7842884" cy="820419"/>
            </a:xfrm>
            <a:custGeom>
              <a:avLst/>
              <a:gdLst/>
              <a:ahLst/>
              <a:cxnLst/>
              <a:rect l="l" t="t" r="r" b="b"/>
              <a:pathLst>
                <a:path w="7842884" h="820420">
                  <a:moveTo>
                    <a:pt x="7842504" y="0"/>
                  </a:moveTo>
                  <a:lnTo>
                    <a:pt x="0" y="0"/>
                  </a:lnTo>
                  <a:lnTo>
                    <a:pt x="0" y="819912"/>
                  </a:lnTo>
                  <a:lnTo>
                    <a:pt x="7842504" y="819912"/>
                  </a:lnTo>
                  <a:lnTo>
                    <a:pt x="78425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1080515" y="5407152"/>
              <a:ext cx="7842884" cy="820419"/>
            </a:xfrm>
            <a:custGeom>
              <a:avLst/>
              <a:gdLst/>
              <a:ahLst/>
              <a:cxnLst/>
              <a:rect l="l" t="t" r="r" b="b"/>
              <a:pathLst>
                <a:path w="7842884" h="820420">
                  <a:moveTo>
                    <a:pt x="0" y="819912"/>
                  </a:moveTo>
                  <a:lnTo>
                    <a:pt x="7842504" y="819912"/>
                  </a:lnTo>
                  <a:lnTo>
                    <a:pt x="7842504" y="0"/>
                  </a:lnTo>
                  <a:lnTo>
                    <a:pt x="0" y="0"/>
                  </a:lnTo>
                  <a:lnTo>
                    <a:pt x="0" y="819912"/>
                  </a:lnTo>
                  <a:close/>
                </a:path>
              </a:pathLst>
            </a:custGeom>
            <a:ln w="12700">
              <a:solidFill>
                <a:srgbClr val="00AFE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2" name="object 42"/>
          <p:cNvSpPr txBox="1"/>
          <p:nvPr/>
        </p:nvSpPr>
        <p:spPr>
          <a:xfrm>
            <a:off x="1185773" y="5550789"/>
            <a:ext cx="7645400" cy="48260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sz="30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Define</a:t>
            </a:r>
            <a:r>
              <a:rPr kumimoji="0" sz="30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 </a:t>
            </a:r>
            <a:r>
              <a:rPr kumimoji="0" sz="30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the</a:t>
            </a:r>
            <a:r>
              <a:rPr kumimoji="0" sz="30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 </a:t>
            </a:r>
            <a:r>
              <a:rPr kumimoji="0" sz="30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critical</a:t>
            </a:r>
            <a:r>
              <a:rPr kumimoji="0" sz="3000" b="1" i="0" u="none" strike="noStrike" kern="1200" cap="none" spc="10" normalizeH="0" baseline="0" noProof="0" dirty="0">
                <a:ln>
                  <a:noFill/>
                </a:ln>
                <a:solidFill>
                  <a:prstClr val="black"/>
                </a:solidFill>
                <a:effectLst/>
                <a:uLnTx/>
                <a:uFillTx/>
                <a:latin typeface="Arial" panose="020B0604020202020204"/>
                <a:ea typeface="+mn-ea"/>
                <a:cs typeface="Arial" panose="020B0604020202020204"/>
              </a:rPr>
              <a:t> </a:t>
            </a:r>
            <a:r>
              <a:rPr kumimoji="0" sz="30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region/</a:t>
            </a:r>
            <a:r>
              <a:rPr kumimoji="0" sz="30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 </a:t>
            </a:r>
            <a:r>
              <a:rPr kumimoji="0" sz="30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rejection</a:t>
            </a:r>
            <a:r>
              <a:rPr kumimoji="0" sz="3000" b="1" i="0" u="none" strike="noStrike" kern="1200" cap="none" spc="10" normalizeH="0" baseline="0" noProof="0" dirty="0">
                <a:ln>
                  <a:noFill/>
                </a:ln>
                <a:solidFill>
                  <a:prstClr val="black"/>
                </a:solidFill>
                <a:effectLst/>
                <a:uLnTx/>
                <a:uFillTx/>
                <a:latin typeface="Arial" panose="020B0604020202020204"/>
                <a:ea typeface="+mn-ea"/>
                <a:cs typeface="Arial" panose="020B0604020202020204"/>
              </a:rPr>
              <a:t> </a:t>
            </a:r>
            <a:r>
              <a:rPr kumimoji="0" sz="30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criteria</a:t>
            </a:r>
            <a:endParaRPr kumimoji="0" sz="30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43" name="object 43"/>
          <p:cNvGrpSpPr/>
          <p:nvPr/>
        </p:nvGrpSpPr>
        <p:grpSpPr>
          <a:xfrm>
            <a:off x="329184" y="5356860"/>
            <a:ext cx="815975" cy="1012190"/>
            <a:chOff x="329184" y="5356860"/>
            <a:chExt cx="815975" cy="1012190"/>
          </a:xfrm>
        </p:grpSpPr>
        <p:pic>
          <p:nvPicPr>
            <p:cNvPr id="44" name="object 44"/>
            <p:cNvPicPr/>
            <p:nvPr/>
          </p:nvPicPr>
          <p:blipFill>
            <a:blip r:embed="rId3" cstate="print"/>
            <a:stretch>
              <a:fillRect/>
            </a:stretch>
          </p:blipFill>
          <p:spPr>
            <a:xfrm>
              <a:off x="345948" y="5356860"/>
              <a:ext cx="778776" cy="946403"/>
            </a:xfrm>
            <a:prstGeom prst="rect">
              <a:avLst/>
            </a:prstGeom>
          </p:spPr>
        </p:pic>
        <p:pic>
          <p:nvPicPr>
            <p:cNvPr id="45" name="object 45"/>
            <p:cNvPicPr/>
            <p:nvPr/>
          </p:nvPicPr>
          <p:blipFill>
            <a:blip r:embed="rId10" cstate="print"/>
            <a:stretch>
              <a:fillRect/>
            </a:stretch>
          </p:blipFill>
          <p:spPr>
            <a:xfrm>
              <a:off x="329184" y="5413248"/>
              <a:ext cx="815352" cy="955547"/>
            </a:xfrm>
            <a:prstGeom prst="rect">
              <a:avLst/>
            </a:prstGeom>
          </p:spPr>
        </p:pic>
      </p:grpSp>
      <p:sp>
        <p:nvSpPr>
          <p:cNvPr id="46" name="object 46"/>
          <p:cNvSpPr txBox="1"/>
          <p:nvPr/>
        </p:nvSpPr>
        <p:spPr>
          <a:xfrm>
            <a:off x="426719" y="5382768"/>
            <a:ext cx="676910" cy="844550"/>
          </a:xfrm>
          <a:prstGeom prst="rect">
            <a:avLst/>
          </a:prstGeom>
          <a:solidFill>
            <a:srgbClr val="171717"/>
          </a:solidFill>
        </p:spPr>
        <p:txBody>
          <a:bodyPr vert="horz" wrap="square" lIns="0" tIns="167640" rIns="0" bIns="0" rtlCol="0">
            <a:spAutoFit/>
          </a:bodyPr>
          <a:lstStyle/>
          <a:p>
            <a:pPr marL="225425" marR="0" lvl="0" indent="0" algn="l" defTabSz="914400" rtl="0" eaLnBrk="1" fontAlgn="auto" latinLnBrk="0" hangingPunct="1">
              <a:lnSpc>
                <a:spcPct val="100000"/>
              </a:lnSpc>
              <a:spcBef>
                <a:spcPts val="1320"/>
              </a:spcBef>
              <a:spcAft>
                <a:spcPts val="0"/>
              </a:spcAft>
              <a:buClrTx/>
              <a:buSzTx/>
              <a:buFontTx/>
              <a:buNone/>
              <a:defRPr/>
            </a:pPr>
            <a:r>
              <a:rPr kumimoji="0" sz="32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rPr>
              <a:t>5</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47" name="object 47"/>
          <p:cNvGrpSpPr/>
          <p:nvPr/>
        </p:nvGrpSpPr>
        <p:grpSpPr>
          <a:xfrm>
            <a:off x="1001250" y="6411320"/>
            <a:ext cx="7929880" cy="898525"/>
            <a:chOff x="1001250" y="6411320"/>
            <a:chExt cx="7929880" cy="898525"/>
          </a:xfrm>
        </p:grpSpPr>
        <p:pic>
          <p:nvPicPr>
            <p:cNvPr id="48" name="object 48"/>
            <p:cNvPicPr/>
            <p:nvPr/>
          </p:nvPicPr>
          <p:blipFill>
            <a:blip r:embed="rId2" cstate="print"/>
            <a:stretch>
              <a:fillRect/>
            </a:stretch>
          </p:blipFill>
          <p:spPr>
            <a:xfrm>
              <a:off x="1001250" y="6411320"/>
              <a:ext cx="7929398" cy="897944"/>
            </a:xfrm>
            <a:prstGeom prst="rect">
              <a:avLst/>
            </a:prstGeom>
          </p:spPr>
        </p:pic>
        <p:sp>
          <p:nvSpPr>
            <p:cNvPr id="49" name="object 49"/>
            <p:cNvSpPr/>
            <p:nvPr/>
          </p:nvSpPr>
          <p:spPr>
            <a:xfrm>
              <a:off x="1069848" y="6425184"/>
              <a:ext cx="7842884" cy="820419"/>
            </a:xfrm>
            <a:custGeom>
              <a:avLst/>
              <a:gdLst/>
              <a:ahLst/>
              <a:cxnLst/>
              <a:rect l="l" t="t" r="r" b="b"/>
              <a:pathLst>
                <a:path w="7842884" h="820420">
                  <a:moveTo>
                    <a:pt x="7842504" y="0"/>
                  </a:moveTo>
                  <a:lnTo>
                    <a:pt x="0" y="0"/>
                  </a:lnTo>
                  <a:lnTo>
                    <a:pt x="0" y="819912"/>
                  </a:lnTo>
                  <a:lnTo>
                    <a:pt x="7842504" y="819912"/>
                  </a:lnTo>
                  <a:lnTo>
                    <a:pt x="78425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bject 50"/>
            <p:cNvSpPr/>
            <p:nvPr/>
          </p:nvSpPr>
          <p:spPr>
            <a:xfrm>
              <a:off x="1069848" y="6425184"/>
              <a:ext cx="7842884" cy="820419"/>
            </a:xfrm>
            <a:custGeom>
              <a:avLst/>
              <a:gdLst/>
              <a:ahLst/>
              <a:cxnLst/>
              <a:rect l="l" t="t" r="r" b="b"/>
              <a:pathLst>
                <a:path w="7842884" h="820420">
                  <a:moveTo>
                    <a:pt x="0" y="819912"/>
                  </a:moveTo>
                  <a:lnTo>
                    <a:pt x="7842504" y="819912"/>
                  </a:lnTo>
                  <a:lnTo>
                    <a:pt x="7842504" y="0"/>
                  </a:lnTo>
                  <a:lnTo>
                    <a:pt x="0" y="0"/>
                  </a:lnTo>
                  <a:lnTo>
                    <a:pt x="0" y="819912"/>
                  </a:lnTo>
                  <a:close/>
                </a:path>
              </a:pathLst>
            </a:custGeom>
            <a:ln w="12700">
              <a:solidFill>
                <a:srgbClr val="00AFE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1" name="object 51"/>
          <p:cNvSpPr txBox="1"/>
          <p:nvPr/>
        </p:nvSpPr>
        <p:spPr>
          <a:xfrm>
            <a:off x="1175105" y="6576466"/>
            <a:ext cx="2239010" cy="51371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Concl</a:t>
            </a:r>
            <a:r>
              <a:rPr kumimoji="0" sz="3200" b="1" i="0" u="none" strike="noStrike" kern="1200" cap="none" spc="-10" normalizeH="0" baseline="0" noProof="0" dirty="0">
                <a:ln>
                  <a:noFill/>
                </a:ln>
                <a:solidFill>
                  <a:prstClr val="black"/>
                </a:solidFill>
                <a:effectLst/>
                <a:uLnTx/>
                <a:uFillTx/>
                <a:latin typeface="Arial" panose="020B0604020202020204"/>
                <a:ea typeface="+mn-ea"/>
                <a:cs typeface="Arial" panose="020B0604020202020204"/>
              </a:rPr>
              <a:t>u</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si</a:t>
            </a:r>
            <a:r>
              <a:rPr kumimoji="0" sz="3200" b="1" i="0" u="none" strike="noStrike" kern="1200" cap="none" spc="-10" normalizeH="0" baseline="0" noProof="0" dirty="0">
                <a:ln>
                  <a:noFill/>
                </a:ln>
                <a:solidFill>
                  <a:prstClr val="black"/>
                </a:solidFill>
                <a:effectLst/>
                <a:uLnTx/>
                <a:uFillTx/>
                <a:latin typeface="Arial" panose="020B0604020202020204"/>
                <a:ea typeface="+mn-ea"/>
                <a:cs typeface="Arial" panose="020B0604020202020204"/>
              </a:rPr>
              <a:t>o</a:t>
            </a:r>
            <a:r>
              <a:rPr kumimoji="0"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n</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52" name="object 52"/>
          <p:cNvGrpSpPr/>
          <p:nvPr/>
        </p:nvGrpSpPr>
        <p:grpSpPr>
          <a:xfrm>
            <a:off x="316991" y="6374892"/>
            <a:ext cx="815975" cy="1010919"/>
            <a:chOff x="316991" y="6374892"/>
            <a:chExt cx="815975" cy="1010919"/>
          </a:xfrm>
        </p:grpSpPr>
        <p:pic>
          <p:nvPicPr>
            <p:cNvPr id="53" name="object 53"/>
            <p:cNvPicPr/>
            <p:nvPr/>
          </p:nvPicPr>
          <p:blipFill>
            <a:blip r:embed="rId3" cstate="print"/>
            <a:stretch>
              <a:fillRect/>
            </a:stretch>
          </p:blipFill>
          <p:spPr>
            <a:xfrm>
              <a:off x="335279" y="6374892"/>
              <a:ext cx="778776" cy="946404"/>
            </a:xfrm>
            <a:prstGeom prst="rect">
              <a:avLst/>
            </a:prstGeom>
          </p:spPr>
        </p:pic>
        <p:pic>
          <p:nvPicPr>
            <p:cNvPr id="54" name="object 54"/>
            <p:cNvPicPr/>
            <p:nvPr/>
          </p:nvPicPr>
          <p:blipFill>
            <a:blip r:embed="rId11" cstate="print"/>
            <a:stretch>
              <a:fillRect/>
            </a:stretch>
          </p:blipFill>
          <p:spPr>
            <a:xfrm>
              <a:off x="316991" y="6429756"/>
              <a:ext cx="815352" cy="955547"/>
            </a:xfrm>
            <a:prstGeom prst="rect">
              <a:avLst/>
            </a:prstGeom>
          </p:spPr>
        </p:pic>
      </p:grpSp>
      <p:sp>
        <p:nvSpPr>
          <p:cNvPr id="55" name="object 55"/>
          <p:cNvSpPr txBox="1"/>
          <p:nvPr/>
        </p:nvSpPr>
        <p:spPr>
          <a:xfrm>
            <a:off x="416051" y="6400800"/>
            <a:ext cx="676910" cy="844550"/>
          </a:xfrm>
          <a:prstGeom prst="rect">
            <a:avLst/>
          </a:prstGeom>
          <a:solidFill>
            <a:srgbClr val="171717"/>
          </a:solidFill>
        </p:spPr>
        <p:txBody>
          <a:bodyPr vert="horz" wrap="square" lIns="0" tIns="167640" rIns="0" bIns="0" rtlCol="0">
            <a:spAutoFit/>
          </a:bodyPr>
          <a:lstStyle/>
          <a:p>
            <a:pPr marL="225425" marR="0" lvl="0" indent="0" algn="l" defTabSz="914400" rtl="0" eaLnBrk="1" fontAlgn="auto" latinLnBrk="0" hangingPunct="1">
              <a:lnSpc>
                <a:spcPct val="100000"/>
              </a:lnSpc>
              <a:spcBef>
                <a:spcPts val="1320"/>
              </a:spcBef>
              <a:spcAft>
                <a:spcPts val="0"/>
              </a:spcAft>
              <a:buClrTx/>
              <a:buSzTx/>
              <a:buFontTx/>
              <a:buNone/>
              <a:defRPr/>
            </a:pPr>
            <a:r>
              <a:rPr kumimoji="0" sz="32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rPr>
              <a:t>6</a:t>
            </a:r>
            <a:endParaRPr kumimoji="0" sz="3200" b="0" i="0" u="none" strike="noStrike" kern="1200" cap="none" spc="0" normalizeH="0" baseline="0" noProof="0">
              <a:ln>
                <a:noFill/>
              </a:ln>
              <a:solidFill>
                <a:prstClr val="black"/>
              </a:solidFill>
              <a:effectLst/>
              <a:uLnTx/>
              <a:uFillTx/>
              <a:latin typeface="Arial" panose="020B0604020202020204"/>
              <a:ea typeface="+mn-ea"/>
              <a:cs typeface="Arial" panose="020B0604020202020204"/>
            </a:endParaRPr>
          </a:p>
        </p:txBody>
      </p:sp>
      <p:grpSp>
        <p:nvGrpSpPr>
          <p:cNvPr id="56" name="object 56"/>
          <p:cNvGrpSpPr/>
          <p:nvPr/>
        </p:nvGrpSpPr>
        <p:grpSpPr>
          <a:xfrm>
            <a:off x="8998966" y="1578610"/>
            <a:ext cx="730885" cy="497840"/>
            <a:chOff x="8998966" y="1578610"/>
            <a:chExt cx="730885" cy="497840"/>
          </a:xfrm>
        </p:grpSpPr>
        <p:sp>
          <p:nvSpPr>
            <p:cNvPr id="57" name="object 57"/>
            <p:cNvSpPr/>
            <p:nvPr/>
          </p:nvSpPr>
          <p:spPr>
            <a:xfrm>
              <a:off x="9005316" y="1584960"/>
              <a:ext cx="718185" cy="485140"/>
            </a:xfrm>
            <a:custGeom>
              <a:avLst/>
              <a:gdLst/>
              <a:ahLst/>
              <a:cxnLst/>
              <a:rect l="l" t="t" r="r" b="b"/>
              <a:pathLst>
                <a:path w="718184" h="485139">
                  <a:moveTo>
                    <a:pt x="475487" y="0"/>
                  </a:moveTo>
                  <a:lnTo>
                    <a:pt x="475487" y="121157"/>
                  </a:lnTo>
                  <a:lnTo>
                    <a:pt x="0" y="121157"/>
                  </a:lnTo>
                  <a:lnTo>
                    <a:pt x="0" y="363473"/>
                  </a:lnTo>
                  <a:lnTo>
                    <a:pt x="475487" y="363473"/>
                  </a:lnTo>
                  <a:lnTo>
                    <a:pt x="475487" y="484631"/>
                  </a:lnTo>
                  <a:lnTo>
                    <a:pt x="717803" y="242315"/>
                  </a:lnTo>
                  <a:lnTo>
                    <a:pt x="475487" y="0"/>
                  </a:lnTo>
                  <a:close/>
                </a:path>
              </a:pathLst>
            </a:custGeom>
            <a:solidFill>
              <a:srgbClr val="5B9BD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9005316" y="1584960"/>
              <a:ext cx="718185" cy="485140"/>
            </a:xfrm>
            <a:custGeom>
              <a:avLst/>
              <a:gdLst/>
              <a:ahLst/>
              <a:cxnLst/>
              <a:rect l="l" t="t" r="r" b="b"/>
              <a:pathLst>
                <a:path w="718184" h="485139">
                  <a:moveTo>
                    <a:pt x="0" y="121157"/>
                  </a:moveTo>
                  <a:lnTo>
                    <a:pt x="475487" y="121157"/>
                  </a:lnTo>
                  <a:lnTo>
                    <a:pt x="475487" y="0"/>
                  </a:lnTo>
                  <a:lnTo>
                    <a:pt x="717803" y="242315"/>
                  </a:lnTo>
                  <a:lnTo>
                    <a:pt x="475487" y="484631"/>
                  </a:lnTo>
                  <a:lnTo>
                    <a:pt x="475487" y="363473"/>
                  </a:lnTo>
                  <a:lnTo>
                    <a:pt x="0" y="363473"/>
                  </a:lnTo>
                  <a:lnTo>
                    <a:pt x="0" y="121157"/>
                  </a:lnTo>
                  <a:close/>
                </a:path>
              </a:pathLst>
            </a:custGeom>
            <a:ln w="12700">
              <a:solidFill>
                <a:srgbClr val="41709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 name="object 59"/>
          <p:cNvGrpSpPr/>
          <p:nvPr/>
        </p:nvGrpSpPr>
        <p:grpSpPr>
          <a:xfrm>
            <a:off x="9020302" y="4654042"/>
            <a:ext cx="591820" cy="497840"/>
            <a:chOff x="9020302" y="4654042"/>
            <a:chExt cx="591820" cy="497840"/>
          </a:xfrm>
        </p:grpSpPr>
        <p:sp>
          <p:nvSpPr>
            <p:cNvPr id="60" name="object 60"/>
            <p:cNvSpPr/>
            <p:nvPr/>
          </p:nvSpPr>
          <p:spPr>
            <a:xfrm>
              <a:off x="9026652" y="4660392"/>
              <a:ext cx="579120" cy="485140"/>
            </a:xfrm>
            <a:custGeom>
              <a:avLst/>
              <a:gdLst/>
              <a:ahLst/>
              <a:cxnLst/>
              <a:rect l="l" t="t" r="r" b="b"/>
              <a:pathLst>
                <a:path w="579120" h="485139">
                  <a:moveTo>
                    <a:pt x="336803" y="0"/>
                  </a:moveTo>
                  <a:lnTo>
                    <a:pt x="336803" y="121158"/>
                  </a:lnTo>
                  <a:lnTo>
                    <a:pt x="0" y="121158"/>
                  </a:lnTo>
                  <a:lnTo>
                    <a:pt x="0" y="363474"/>
                  </a:lnTo>
                  <a:lnTo>
                    <a:pt x="336803" y="363474"/>
                  </a:lnTo>
                  <a:lnTo>
                    <a:pt x="336803" y="484631"/>
                  </a:lnTo>
                  <a:lnTo>
                    <a:pt x="579120" y="242316"/>
                  </a:lnTo>
                  <a:lnTo>
                    <a:pt x="336803" y="0"/>
                  </a:lnTo>
                  <a:close/>
                </a:path>
              </a:pathLst>
            </a:custGeom>
            <a:solidFill>
              <a:srgbClr val="5B9BD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bject 61"/>
            <p:cNvSpPr/>
            <p:nvPr/>
          </p:nvSpPr>
          <p:spPr>
            <a:xfrm>
              <a:off x="9026652" y="4660392"/>
              <a:ext cx="579120" cy="485140"/>
            </a:xfrm>
            <a:custGeom>
              <a:avLst/>
              <a:gdLst/>
              <a:ahLst/>
              <a:cxnLst/>
              <a:rect l="l" t="t" r="r" b="b"/>
              <a:pathLst>
                <a:path w="579120" h="485139">
                  <a:moveTo>
                    <a:pt x="0" y="121158"/>
                  </a:moveTo>
                  <a:lnTo>
                    <a:pt x="336803" y="121158"/>
                  </a:lnTo>
                  <a:lnTo>
                    <a:pt x="336803" y="0"/>
                  </a:lnTo>
                  <a:lnTo>
                    <a:pt x="579120" y="242316"/>
                  </a:lnTo>
                  <a:lnTo>
                    <a:pt x="336803" y="484631"/>
                  </a:lnTo>
                  <a:lnTo>
                    <a:pt x="336803" y="363474"/>
                  </a:lnTo>
                  <a:lnTo>
                    <a:pt x="0" y="363474"/>
                  </a:lnTo>
                  <a:lnTo>
                    <a:pt x="0" y="121158"/>
                  </a:lnTo>
                  <a:close/>
                </a:path>
              </a:pathLst>
            </a:custGeom>
            <a:ln w="12700">
              <a:solidFill>
                <a:srgbClr val="41709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62" name="object 62"/>
          <p:cNvPicPr/>
          <p:nvPr/>
        </p:nvPicPr>
        <p:blipFill>
          <a:blip r:embed="rId12" cstate="print"/>
          <a:stretch>
            <a:fillRect/>
          </a:stretch>
        </p:blipFill>
        <p:spPr>
          <a:xfrm>
            <a:off x="9811511" y="1386840"/>
            <a:ext cx="3913632" cy="2077212"/>
          </a:xfrm>
          <a:prstGeom prst="rect">
            <a:avLst/>
          </a:prstGeom>
        </p:spPr>
      </p:pic>
      <p:pic>
        <p:nvPicPr>
          <p:cNvPr id="63" name="object 63"/>
          <p:cNvPicPr/>
          <p:nvPr/>
        </p:nvPicPr>
        <p:blipFill>
          <a:blip r:embed="rId13" cstate="print"/>
          <a:stretch>
            <a:fillRect/>
          </a:stretch>
        </p:blipFill>
        <p:spPr>
          <a:xfrm>
            <a:off x="9805416" y="4500372"/>
            <a:ext cx="4049268" cy="1952243"/>
          </a:xfrm>
          <a:prstGeom prst="rect">
            <a:avLst/>
          </a:prstGeom>
        </p:spPr>
      </p:pic>
      <p:sp>
        <p:nvSpPr>
          <p:cNvPr id="64" name="object 64"/>
          <p:cNvSpPr txBox="1"/>
          <p:nvPr/>
        </p:nvSpPr>
        <p:spPr>
          <a:xfrm>
            <a:off x="62356" y="77332"/>
            <a:ext cx="12211050" cy="505267"/>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5736590" algn="l"/>
              </a:tabLst>
              <a:defRPr/>
            </a:pPr>
            <a:r>
              <a:rPr kumimoji="0" sz="3200" b="1" i="0" u="none" strike="noStrike" kern="1200" cap="none" spc="-40" normalizeH="0" baseline="0" noProof="0" dirty="0">
                <a:ln>
                  <a:noFill/>
                </a:ln>
                <a:solidFill>
                  <a:srgbClr val="FF0000"/>
                </a:solidFill>
                <a:effectLst/>
                <a:uLnTx/>
                <a:uFillTx/>
                <a:latin typeface="Arial" panose="020B0604020202020204"/>
                <a:ea typeface="+mn-ea"/>
                <a:cs typeface="Arial" panose="020B0604020202020204"/>
              </a:rPr>
              <a:t>Testing</a:t>
            </a:r>
            <a:r>
              <a:rPr kumimoji="0" sz="3200" b="1" i="0" u="none" strike="noStrike" kern="1200" cap="none" spc="0" normalizeH="0" baseline="0" noProof="0" dirty="0">
                <a:ln>
                  <a:noFill/>
                </a:ln>
                <a:solidFill>
                  <a:srgbClr val="FF0000"/>
                </a:solidFill>
                <a:effectLst/>
                <a:uLnTx/>
                <a:uFillTx/>
                <a:latin typeface="Arial" panose="020B0604020202020204"/>
                <a:ea typeface="+mn-ea"/>
                <a:cs typeface="Arial" panose="020B0604020202020204"/>
              </a:rPr>
              <a:t> of</a:t>
            </a:r>
            <a:r>
              <a:rPr kumimoji="0" sz="3200" b="1" i="0" u="none" strike="noStrike" kern="1200" cap="none" spc="5" normalizeH="0" baseline="0" noProof="0" dirty="0">
                <a:ln>
                  <a:noFill/>
                </a:ln>
                <a:solidFill>
                  <a:srgbClr val="FF0000"/>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srgbClr val="FF0000"/>
                </a:solidFill>
                <a:effectLst/>
                <a:uLnTx/>
                <a:uFillTx/>
                <a:latin typeface="Arial" panose="020B0604020202020204"/>
                <a:ea typeface="+mn-ea"/>
                <a:cs typeface="Arial" panose="020B0604020202020204"/>
              </a:rPr>
              <a:t>Hypothesis</a:t>
            </a:r>
            <a:r>
              <a:rPr kumimoji="0" lang="en-US" sz="3200" b="1" i="0" u="none" strike="noStrike" kern="1200" cap="none" spc="0" normalizeH="0" noProof="0" dirty="0">
                <a:ln>
                  <a:noFill/>
                </a:ln>
                <a:solidFill>
                  <a:srgbClr val="FF0000"/>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srgbClr val="0000FF"/>
                </a:solidFill>
                <a:effectLst/>
                <a:uLnTx/>
                <a:uFillTx/>
                <a:latin typeface="Arial" panose="020B0604020202020204"/>
                <a:ea typeface="+mn-ea"/>
                <a:cs typeface="Arial" panose="020B0604020202020204"/>
              </a:rPr>
              <a:t>Ratio</a:t>
            </a:r>
            <a:r>
              <a:rPr kumimoji="0" sz="3200" b="1" i="0" u="none" strike="noStrike" kern="1200" cap="none" spc="-20" normalizeH="0" baseline="0" noProof="0" dirty="0">
                <a:ln>
                  <a:noFill/>
                </a:ln>
                <a:solidFill>
                  <a:srgbClr val="0000FF"/>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srgbClr val="0000FF"/>
                </a:solidFill>
                <a:effectLst/>
                <a:uLnTx/>
                <a:uFillTx/>
                <a:latin typeface="Arial" panose="020B0604020202020204"/>
                <a:ea typeface="+mn-ea"/>
                <a:cs typeface="Arial" panose="020B0604020202020204"/>
              </a:rPr>
              <a:t>of</a:t>
            </a:r>
            <a:r>
              <a:rPr kumimoji="0" sz="3200" b="1" i="0" u="none" strike="noStrike" kern="1200" cap="none" spc="-5" normalizeH="0" baseline="0" noProof="0" dirty="0">
                <a:ln>
                  <a:noFill/>
                </a:ln>
                <a:solidFill>
                  <a:srgbClr val="0000FF"/>
                </a:solidFill>
                <a:effectLst/>
                <a:uLnTx/>
                <a:uFillTx/>
                <a:latin typeface="Arial" panose="020B0604020202020204"/>
                <a:ea typeface="+mn-ea"/>
                <a:cs typeface="Arial" panose="020B0604020202020204"/>
              </a:rPr>
              <a:t> </a:t>
            </a:r>
            <a:r>
              <a:rPr kumimoji="0" sz="3200" b="1" i="0" u="none" strike="noStrike" kern="1200" cap="none" spc="0" normalizeH="0" baseline="0" noProof="0" dirty="0">
                <a:ln>
                  <a:noFill/>
                </a:ln>
                <a:solidFill>
                  <a:srgbClr val="0000FF"/>
                </a:solidFill>
                <a:effectLst/>
                <a:uLnTx/>
                <a:uFillTx/>
                <a:latin typeface="Arial" panose="020B0604020202020204"/>
                <a:ea typeface="+mn-ea"/>
                <a:cs typeface="Arial" panose="020B0604020202020204"/>
              </a:rPr>
              <a:t>two</a:t>
            </a:r>
            <a:r>
              <a:rPr kumimoji="0" sz="3200" b="1" i="0" u="none" strike="noStrike" kern="1200" cap="none" spc="-10" normalizeH="0" baseline="0" noProof="0" dirty="0">
                <a:ln>
                  <a:noFill/>
                </a:ln>
                <a:solidFill>
                  <a:srgbClr val="0000FF"/>
                </a:solidFill>
                <a:effectLst/>
                <a:uLnTx/>
                <a:uFillTx/>
                <a:latin typeface="Arial" panose="020B0604020202020204"/>
                <a:ea typeface="+mn-ea"/>
                <a:cs typeface="Arial" panose="020B0604020202020204"/>
              </a:rPr>
              <a:t> </a:t>
            </a:r>
            <a:r>
              <a:rPr kumimoji="0" sz="3200" b="1" i="0" u="none" strike="noStrike" kern="1200" cap="none" spc="-30" normalizeH="0" baseline="0" noProof="0" dirty="0">
                <a:ln>
                  <a:noFill/>
                </a:ln>
                <a:solidFill>
                  <a:srgbClr val="0000FF"/>
                </a:solidFill>
                <a:effectLst/>
                <a:uLnTx/>
                <a:uFillTx/>
                <a:latin typeface="Arial" panose="020B0604020202020204"/>
                <a:ea typeface="+mn-ea"/>
                <a:cs typeface="Arial" panose="020B0604020202020204"/>
              </a:rPr>
              <a:t>Variance</a:t>
            </a:r>
            <a:r>
              <a:rPr kumimoji="0" sz="3200" b="1" i="0" u="none" strike="noStrike" kern="1200" cap="none" spc="-5" normalizeH="0" baseline="0" noProof="0" dirty="0">
                <a:ln>
                  <a:noFill/>
                </a:ln>
                <a:solidFill>
                  <a:srgbClr val="0000FF"/>
                </a:solidFill>
                <a:effectLst/>
                <a:uLnTx/>
                <a:uFillTx/>
                <a:latin typeface="Arial" panose="020B0604020202020204"/>
                <a:ea typeface="+mn-ea"/>
                <a:cs typeface="Arial" panose="020B0604020202020204"/>
              </a:rPr>
              <a:t> (</a:t>
            </a:r>
            <a:r>
              <a:rPr kumimoji="0" sz="3200" b="1" i="0" u="none" strike="noStrike" kern="1200" cap="none" spc="-5" normalizeH="0" baseline="0" noProof="0" dirty="0">
                <a:ln>
                  <a:noFill/>
                </a:ln>
                <a:solidFill>
                  <a:srgbClr val="0000FF"/>
                </a:solidFill>
                <a:effectLst/>
                <a:uLnTx/>
                <a:uFillTx/>
                <a:latin typeface="Times New Roman" panose="02020603050405020304"/>
                <a:ea typeface="+mn-ea"/>
                <a:cs typeface="Times New Roman" panose="02020603050405020304"/>
              </a:rPr>
              <a:t>F</a:t>
            </a:r>
            <a:r>
              <a:rPr kumimoji="0" sz="3200" b="1" i="0" u="none" strike="noStrike" kern="1200" cap="none" spc="-145" normalizeH="0" baseline="0" noProof="0" dirty="0">
                <a:ln>
                  <a:noFill/>
                </a:ln>
                <a:solidFill>
                  <a:srgbClr val="0000FF"/>
                </a:solidFill>
                <a:effectLst/>
                <a:uLnTx/>
                <a:uFillTx/>
                <a:latin typeface="Times New Roman" panose="02020603050405020304"/>
                <a:ea typeface="+mn-ea"/>
                <a:cs typeface="Times New Roman" panose="02020603050405020304"/>
              </a:rPr>
              <a:t> </a:t>
            </a:r>
            <a:r>
              <a:rPr kumimoji="0" sz="3200" b="1" i="0" u="none" strike="noStrike" kern="1200" cap="none" spc="0" normalizeH="0" baseline="0" noProof="0" dirty="0">
                <a:ln>
                  <a:noFill/>
                </a:ln>
                <a:solidFill>
                  <a:srgbClr val="0000FF"/>
                </a:solidFill>
                <a:effectLst/>
                <a:uLnTx/>
                <a:uFillTx/>
                <a:latin typeface="Times New Roman" panose="02020603050405020304"/>
                <a:ea typeface="+mn-ea"/>
                <a:cs typeface="Times New Roman" panose="02020603050405020304"/>
              </a:rPr>
              <a:t>–</a:t>
            </a:r>
            <a:r>
              <a:rPr kumimoji="0" sz="3200" b="1" i="0" u="none" strike="noStrike" kern="1200" cap="none" spc="-10" normalizeH="0" baseline="0" noProof="0" dirty="0">
                <a:ln>
                  <a:noFill/>
                </a:ln>
                <a:solidFill>
                  <a:srgbClr val="0000FF"/>
                </a:solidFill>
                <a:effectLst/>
                <a:uLnTx/>
                <a:uFillTx/>
                <a:latin typeface="Times New Roman" panose="02020603050405020304"/>
                <a:ea typeface="+mn-ea"/>
                <a:cs typeface="Times New Roman" panose="02020603050405020304"/>
              </a:rPr>
              <a:t> </a:t>
            </a:r>
            <a:r>
              <a:rPr kumimoji="0" sz="3200" b="1" i="0" u="none" strike="noStrike" kern="1200" cap="none" spc="0" normalizeH="0" baseline="0" noProof="0" dirty="0">
                <a:ln>
                  <a:noFill/>
                </a:ln>
                <a:solidFill>
                  <a:srgbClr val="0000FF"/>
                </a:solidFill>
                <a:effectLst/>
                <a:uLnTx/>
                <a:uFillTx/>
                <a:latin typeface="Times New Roman" panose="02020603050405020304"/>
                <a:ea typeface="+mn-ea"/>
                <a:cs typeface="Times New Roman" panose="02020603050405020304"/>
              </a:rPr>
              <a:t>test)</a:t>
            </a:r>
            <a:endParaRPr kumimoji="0" sz="32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grpSp>
        <p:nvGrpSpPr>
          <p:cNvPr id="65" name="object 65"/>
          <p:cNvGrpSpPr/>
          <p:nvPr/>
        </p:nvGrpSpPr>
        <p:grpSpPr>
          <a:xfrm>
            <a:off x="4282985" y="167690"/>
            <a:ext cx="550545" cy="398145"/>
            <a:chOff x="5448172" y="705485"/>
            <a:chExt cx="550545" cy="398145"/>
          </a:xfrm>
        </p:grpSpPr>
        <p:pic>
          <p:nvPicPr>
            <p:cNvPr id="66" name="object 66"/>
            <p:cNvPicPr/>
            <p:nvPr/>
          </p:nvPicPr>
          <p:blipFill>
            <a:blip r:embed="rId14" cstate="print"/>
            <a:stretch>
              <a:fillRect/>
            </a:stretch>
          </p:blipFill>
          <p:spPr>
            <a:xfrm>
              <a:off x="5451347" y="708660"/>
              <a:ext cx="544067" cy="391668"/>
            </a:xfrm>
            <a:prstGeom prst="rect">
              <a:avLst/>
            </a:prstGeom>
          </p:spPr>
        </p:pic>
        <p:sp>
          <p:nvSpPr>
            <p:cNvPr id="67" name="object 67"/>
            <p:cNvSpPr/>
            <p:nvPr/>
          </p:nvSpPr>
          <p:spPr>
            <a:xfrm>
              <a:off x="5451347" y="708660"/>
              <a:ext cx="544195" cy="391795"/>
            </a:xfrm>
            <a:custGeom>
              <a:avLst/>
              <a:gdLst/>
              <a:ahLst/>
              <a:cxnLst/>
              <a:rect l="l" t="t" r="r" b="b"/>
              <a:pathLst>
                <a:path w="544195" h="391794">
                  <a:moveTo>
                    <a:pt x="0" y="97917"/>
                  </a:moveTo>
                  <a:lnTo>
                    <a:pt x="348234" y="97917"/>
                  </a:lnTo>
                  <a:lnTo>
                    <a:pt x="348234" y="0"/>
                  </a:lnTo>
                  <a:lnTo>
                    <a:pt x="544067" y="195834"/>
                  </a:lnTo>
                  <a:lnTo>
                    <a:pt x="348234" y="391668"/>
                  </a:lnTo>
                  <a:lnTo>
                    <a:pt x="348234" y="293750"/>
                  </a:lnTo>
                  <a:lnTo>
                    <a:pt x="0" y="293750"/>
                  </a:lnTo>
                  <a:lnTo>
                    <a:pt x="0" y="97917"/>
                  </a:lnTo>
                  <a:close/>
                </a:path>
              </a:pathLst>
            </a:custGeom>
            <a:ln w="6350">
              <a:solidFill>
                <a:srgbClr val="40404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9" name="object 69"/>
          <p:cNvSpPr/>
          <p:nvPr/>
        </p:nvSpPr>
        <p:spPr>
          <a:xfrm>
            <a:off x="0" y="1201293"/>
            <a:ext cx="14080490" cy="19050"/>
          </a:xfrm>
          <a:custGeom>
            <a:avLst/>
            <a:gdLst/>
            <a:ahLst/>
            <a:cxnLst/>
            <a:rect l="l" t="t" r="r" b="b"/>
            <a:pathLst>
              <a:path w="14080490" h="19050">
                <a:moveTo>
                  <a:pt x="0" y="0"/>
                </a:moveTo>
                <a:lnTo>
                  <a:pt x="0" y="19050"/>
                </a:lnTo>
                <a:lnTo>
                  <a:pt x="14080235" y="19050"/>
                </a:lnTo>
                <a:lnTo>
                  <a:pt x="14080235" y="0"/>
                </a:lnTo>
                <a:lnTo>
                  <a:pt x="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3" name="TextBox 72"/>
              <p:cNvSpPr txBox="1"/>
              <p:nvPr/>
            </p:nvSpPr>
            <p:spPr>
              <a:xfrm>
                <a:off x="9364408" y="6529826"/>
                <a:ext cx="4255589" cy="959109"/>
              </a:xfrm>
              <a:prstGeom prst="rect">
                <a:avLst/>
              </a:prstGeom>
              <a:noFill/>
            </p:spPr>
            <p:txBody>
              <a:bodyPr wrap="none" rtlCol="0">
                <a:spAutoFit/>
              </a:bodyPr>
              <a:lstStyle/>
              <a:p>
                <a:r>
                  <a:rPr lang="en-US" sz="2800" dirty="0"/>
                  <a:t>Note : </a:t>
                </a:r>
                <a14:m>
                  <m:oMath xmlns:m="http://schemas.openxmlformats.org/officeDocument/2006/math">
                    <m:sSubSup>
                      <m:sSubSupPr>
                        <m:ctrlPr>
                          <a:rPr lang="en-US" sz="2800" i="1" smtClean="0">
                            <a:latin typeface="Cambria Math" panose="02040503050406030204" pitchFamily="18" charset="0"/>
                          </a:rPr>
                        </m:ctrlPr>
                      </m:sSubSupPr>
                      <m:e>
                        <m:r>
                          <a:rPr lang="en-US" sz="2800" b="0" i="1" smtClean="0">
                            <a:latin typeface="Cambria Math" panose="02040503050406030204" pitchFamily="18" charset="0"/>
                          </a:rPr>
                          <m:t>𝑠</m:t>
                        </m:r>
                      </m:e>
                      <m:sub>
                        <m:r>
                          <a:rPr lang="en-US" sz="2800" b="0" i="1" smtClean="0">
                            <a:latin typeface="Cambria Math" panose="02040503050406030204" pitchFamily="18" charset="0"/>
                          </a:rPr>
                          <m:t>1</m:t>
                        </m:r>
                      </m:sub>
                      <m:sup>
                        <m:r>
                          <a:rPr lang="en-US" sz="2800" b="0" i="1" smtClean="0">
                            <a:latin typeface="Cambria Math" panose="02040503050406030204" pitchFamily="18" charset="0"/>
                          </a:rPr>
                          <m:t>2</m:t>
                        </m:r>
                      </m:sup>
                    </m:sSubSup>
                  </m:oMath>
                </a14:m>
                <a:r>
                  <a:rPr lang="en-US" sz="2800" dirty="0"/>
                  <a:t>is the larger of the </a:t>
                </a:r>
              </a:p>
              <a:p>
                <a:r>
                  <a:rPr lang="en-US" sz="2800" dirty="0"/>
                  <a:t>           two sample variances</a:t>
                </a:r>
              </a:p>
            </p:txBody>
          </p:sp>
        </mc:Choice>
        <mc:Fallback xmlns="">
          <p:sp>
            <p:nvSpPr>
              <p:cNvPr id="73" name="TextBox 72"/>
              <p:cNvSpPr txBox="1">
                <a:spLocks noRot="1" noChangeAspect="1" noMove="1" noResize="1" noEditPoints="1" noAdjustHandles="1" noChangeArrowheads="1" noChangeShapeType="1" noTextEdit="1"/>
              </p:cNvSpPr>
              <p:nvPr/>
            </p:nvSpPr>
            <p:spPr>
              <a:xfrm>
                <a:off x="9364408" y="6529826"/>
                <a:ext cx="4255589" cy="959109"/>
              </a:xfrm>
              <a:prstGeom prst="rect">
                <a:avLst/>
              </a:prstGeom>
              <a:blipFill rotWithShape="1">
                <a:blip r:embed="rId15"/>
                <a:stretch>
                  <a:fillRect l="-1" t="-13" r="-271" b="40"/>
                </a:stretch>
              </a:blipFill>
            </p:spPr>
            <p:txBody>
              <a:bodyPr/>
              <a:lstStyle/>
              <a:p>
                <a:r>
                  <a:rPr lang="en-US" altLang="en-US">
                    <a:noFill/>
                  </a:rPr>
                  <a:t> </a:t>
                </a:r>
              </a:p>
            </p:txBody>
          </p:sp>
        </mc:Fallback>
      </mc:AlternateContent>
      <mc:AlternateContent xmlns:mc="http://schemas.openxmlformats.org/markup-compatibility/2006">
        <mc:Choice xmlns:p14="http://schemas.microsoft.com/office/powerpoint/2010/main" Requires="p14">
          <p:contentPart p14:bwMode="auto" r:id="rId16">
            <p14:nvContentPartPr>
              <p14:cNvPr id="68" name="Ink 67">
                <a:extLst>
                  <a:ext uri="{FF2B5EF4-FFF2-40B4-BE49-F238E27FC236}">
                    <a16:creationId xmlns:a16="http://schemas.microsoft.com/office/drawing/2014/main" id="{72E78412-C648-18E9-7CF5-EDB0B004EF8B}"/>
                  </a:ext>
                </a:extLst>
              </p14:cNvPr>
              <p14:cNvContentPartPr/>
              <p14:nvPr/>
            </p14:nvContentPartPr>
            <p14:xfrm>
              <a:off x="1254661" y="2111839"/>
              <a:ext cx="7208280" cy="79200"/>
            </p14:xfrm>
          </p:contentPart>
        </mc:Choice>
        <mc:Fallback>
          <p:pic>
            <p:nvPicPr>
              <p:cNvPr id="68" name="Ink 67">
                <a:extLst>
                  <a:ext uri="{FF2B5EF4-FFF2-40B4-BE49-F238E27FC236}">
                    <a16:creationId xmlns:a16="http://schemas.microsoft.com/office/drawing/2014/main" id="{72E78412-C648-18E9-7CF5-EDB0B004EF8B}"/>
                  </a:ext>
                </a:extLst>
              </p:cNvPr>
              <p:cNvPicPr/>
              <p:nvPr/>
            </p:nvPicPr>
            <p:blipFill>
              <a:blip r:embed="rId17"/>
              <a:stretch>
                <a:fillRect/>
              </a:stretch>
            </p:blipFill>
            <p:spPr>
              <a:xfrm>
                <a:off x="1248541" y="2105719"/>
                <a:ext cx="722052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0" name="Ink 69">
                <a:extLst>
                  <a:ext uri="{FF2B5EF4-FFF2-40B4-BE49-F238E27FC236}">
                    <a16:creationId xmlns:a16="http://schemas.microsoft.com/office/drawing/2014/main" id="{88E8F04D-2788-648B-D1A9-3FC4C2C912EE}"/>
                  </a:ext>
                </a:extLst>
              </p14:cNvPr>
              <p14:cNvContentPartPr/>
              <p14:nvPr/>
            </p14:nvContentPartPr>
            <p14:xfrm>
              <a:off x="9737341" y="1427479"/>
              <a:ext cx="4053600" cy="672840"/>
            </p14:xfrm>
          </p:contentPart>
        </mc:Choice>
        <mc:Fallback>
          <p:pic>
            <p:nvPicPr>
              <p:cNvPr id="70" name="Ink 69">
                <a:extLst>
                  <a:ext uri="{FF2B5EF4-FFF2-40B4-BE49-F238E27FC236}">
                    <a16:creationId xmlns:a16="http://schemas.microsoft.com/office/drawing/2014/main" id="{88E8F04D-2788-648B-D1A9-3FC4C2C912EE}"/>
                  </a:ext>
                </a:extLst>
              </p:cNvPr>
              <p:cNvPicPr/>
              <p:nvPr/>
            </p:nvPicPr>
            <p:blipFill>
              <a:blip r:embed="rId19"/>
              <a:stretch>
                <a:fillRect/>
              </a:stretch>
            </p:blipFill>
            <p:spPr>
              <a:xfrm>
                <a:off x="9731221" y="1421359"/>
                <a:ext cx="4065840" cy="685080"/>
              </a:xfrm>
              <a:prstGeom prst="rect">
                <a:avLst/>
              </a:prstGeom>
            </p:spPr>
          </p:pic>
        </mc:Fallback>
      </mc:AlternateContent>
      <p:grpSp>
        <p:nvGrpSpPr>
          <p:cNvPr id="74" name="Group 73">
            <a:extLst>
              <a:ext uri="{FF2B5EF4-FFF2-40B4-BE49-F238E27FC236}">
                <a16:creationId xmlns:a16="http://schemas.microsoft.com/office/drawing/2014/main" id="{50D34D3A-1804-BEBB-49E3-6563E3398C9A}"/>
              </a:ext>
            </a:extLst>
          </p:cNvPr>
          <p:cNvGrpSpPr/>
          <p:nvPr/>
        </p:nvGrpSpPr>
        <p:grpSpPr>
          <a:xfrm>
            <a:off x="10927141" y="2054239"/>
            <a:ext cx="2663280" cy="1305360"/>
            <a:chOff x="10927141" y="2054239"/>
            <a:chExt cx="2663280" cy="1305360"/>
          </a:xfrm>
        </p:grpSpPr>
        <mc:AlternateContent xmlns:mc="http://schemas.openxmlformats.org/markup-compatibility/2006">
          <mc:Choice xmlns:p14="http://schemas.microsoft.com/office/powerpoint/2010/main" Requires="p14">
            <p:contentPart p14:bwMode="auto" r:id="rId20">
              <p14:nvContentPartPr>
                <p14:cNvPr id="71" name="Ink 70">
                  <a:extLst>
                    <a:ext uri="{FF2B5EF4-FFF2-40B4-BE49-F238E27FC236}">
                      <a16:creationId xmlns:a16="http://schemas.microsoft.com/office/drawing/2014/main" id="{E2AC23D0-AED5-5E5D-D66F-31570845D4AE}"/>
                    </a:ext>
                  </a:extLst>
                </p14:cNvPr>
                <p14:cNvContentPartPr/>
                <p14:nvPr/>
              </p14:nvContentPartPr>
              <p14:xfrm>
                <a:off x="10927141" y="2054239"/>
                <a:ext cx="2663280" cy="689400"/>
              </p14:xfrm>
            </p:contentPart>
          </mc:Choice>
          <mc:Fallback>
            <p:pic>
              <p:nvPicPr>
                <p:cNvPr id="71" name="Ink 70">
                  <a:extLst>
                    <a:ext uri="{FF2B5EF4-FFF2-40B4-BE49-F238E27FC236}">
                      <a16:creationId xmlns:a16="http://schemas.microsoft.com/office/drawing/2014/main" id="{E2AC23D0-AED5-5E5D-D66F-31570845D4AE}"/>
                    </a:ext>
                  </a:extLst>
                </p:cNvPr>
                <p:cNvPicPr/>
                <p:nvPr/>
              </p:nvPicPr>
              <p:blipFill>
                <a:blip r:embed="rId21"/>
                <a:stretch>
                  <a:fillRect/>
                </a:stretch>
              </p:blipFill>
              <p:spPr>
                <a:xfrm>
                  <a:off x="10921021" y="2048119"/>
                  <a:ext cx="2675520" cy="701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72" name="Ink 71">
                  <a:extLst>
                    <a:ext uri="{FF2B5EF4-FFF2-40B4-BE49-F238E27FC236}">
                      <a16:creationId xmlns:a16="http://schemas.microsoft.com/office/drawing/2014/main" id="{B98779A7-2F73-2861-6BA8-56D4A11DE405}"/>
                    </a:ext>
                  </a:extLst>
                </p14:cNvPr>
                <p14:cNvContentPartPr/>
                <p14:nvPr/>
              </p14:nvContentPartPr>
              <p14:xfrm>
                <a:off x="10985461" y="2675239"/>
                <a:ext cx="2463840" cy="684360"/>
              </p14:xfrm>
            </p:contentPart>
          </mc:Choice>
          <mc:Fallback>
            <p:pic>
              <p:nvPicPr>
                <p:cNvPr id="72" name="Ink 71">
                  <a:extLst>
                    <a:ext uri="{FF2B5EF4-FFF2-40B4-BE49-F238E27FC236}">
                      <a16:creationId xmlns:a16="http://schemas.microsoft.com/office/drawing/2014/main" id="{B98779A7-2F73-2861-6BA8-56D4A11DE405}"/>
                    </a:ext>
                  </a:extLst>
                </p:cNvPr>
                <p:cNvPicPr/>
                <p:nvPr/>
              </p:nvPicPr>
              <p:blipFill>
                <a:blip r:embed="rId23"/>
                <a:stretch>
                  <a:fillRect/>
                </a:stretch>
              </p:blipFill>
              <p:spPr>
                <a:xfrm>
                  <a:off x="10979341" y="2669119"/>
                  <a:ext cx="2476080" cy="696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76" name="Ink 75">
                <a:extLst>
                  <a:ext uri="{FF2B5EF4-FFF2-40B4-BE49-F238E27FC236}">
                    <a16:creationId xmlns:a16="http://schemas.microsoft.com/office/drawing/2014/main" id="{A31E2D58-2CAE-BA11-36EB-ECE994D0D733}"/>
                  </a:ext>
                </a:extLst>
              </p14:cNvPr>
              <p14:cNvContentPartPr/>
              <p14:nvPr/>
            </p14:nvContentPartPr>
            <p14:xfrm>
              <a:off x="-53917" y="3466864"/>
              <a:ext cx="6438556" cy="785190"/>
            </p14:xfrm>
          </p:contentPart>
        </mc:Choice>
        <mc:Fallback>
          <p:pic>
            <p:nvPicPr>
              <p:cNvPr id="76" name="Ink 75">
                <a:extLst>
                  <a:ext uri="{FF2B5EF4-FFF2-40B4-BE49-F238E27FC236}">
                    <a16:creationId xmlns:a16="http://schemas.microsoft.com/office/drawing/2014/main" id="{A31E2D58-2CAE-BA11-36EB-ECE994D0D733}"/>
                  </a:ext>
                </a:extLst>
              </p:cNvPr>
              <p:cNvPicPr/>
              <p:nvPr/>
            </p:nvPicPr>
            <p:blipFill>
              <a:blip r:embed="rId25"/>
              <a:stretch>
                <a:fillRect/>
              </a:stretch>
            </p:blipFill>
            <p:spPr>
              <a:xfrm>
                <a:off x="-60037" y="3460744"/>
                <a:ext cx="6450796" cy="797430"/>
              </a:xfrm>
              <a:prstGeom prst="rect">
                <a:avLst/>
              </a:prstGeom>
            </p:spPr>
          </p:pic>
        </mc:Fallback>
      </mc:AlternateContent>
      <p:grpSp>
        <p:nvGrpSpPr>
          <p:cNvPr id="93" name="Group 92">
            <a:extLst>
              <a:ext uri="{FF2B5EF4-FFF2-40B4-BE49-F238E27FC236}">
                <a16:creationId xmlns:a16="http://schemas.microsoft.com/office/drawing/2014/main" id="{7FC904FA-6474-1538-9211-905DA8CD8C35}"/>
              </a:ext>
            </a:extLst>
          </p:cNvPr>
          <p:cNvGrpSpPr/>
          <p:nvPr/>
        </p:nvGrpSpPr>
        <p:grpSpPr>
          <a:xfrm>
            <a:off x="10612861" y="3919759"/>
            <a:ext cx="2925360" cy="2320200"/>
            <a:chOff x="10612861" y="3919759"/>
            <a:chExt cx="2925360" cy="2320200"/>
          </a:xfrm>
        </p:grpSpPr>
        <mc:AlternateContent xmlns:mc="http://schemas.openxmlformats.org/markup-compatibility/2006">
          <mc:Choice xmlns:p14="http://schemas.microsoft.com/office/powerpoint/2010/main" Requires="p14">
            <p:contentPart p14:bwMode="auto" r:id="rId26">
              <p14:nvContentPartPr>
                <p14:cNvPr id="77" name="Ink 76">
                  <a:extLst>
                    <a:ext uri="{FF2B5EF4-FFF2-40B4-BE49-F238E27FC236}">
                      <a16:creationId xmlns:a16="http://schemas.microsoft.com/office/drawing/2014/main" id="{B5236056-B220-2E79-84F3-F05AA09557B9}"/>
                    </a:ext>
                  </a:extLst>
                </p14:cNvPr>
                <p14:cNvContentPartPr/>
                <p14:nvPr/>
              </p14:nvContentPartPr>
              <p14:xfrm>
                <a:off x="10612861" y="4715359"/>
                <a:ext cx="843840" cy="750600"/>
              </p14:xfrm>
            </p:contentPart>
          </mc:Choice>
          <mc:Fallback>
            <p:pic>
              <p:nvPicPr>
                <p:cNvPr id="77" name="Ink 76">
                  <a:extLst>
                    <a:ext uri="{FF2B5EF4-FFF2-40B4-BE49-F238E27FC236}">
                      <a16:creationId xmlns:a16="http://schemas.microsoft.com/office/drawing/2014/main" id="{B5236056-B220-2E79-84F3-F05AA09557B9}"/>
                    </a:ext>
                  </a:extLst>
                </p:cNvPr>
                <p:cNvPicPr/>
                <p:nvPr/>
              </p:nvPicPr>
              <p:blipFill>
                <a:blip r:embed="rId27"/>
                <a:stretch>
                  <a:fillRect/>
                </a:stretch>
              </p:blipFill>
              <p:spPr>
                <a:xfrm>
                  <a:off x="10606741" y="4709239"/>
                  <a:ext cx="856080" cy="762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78" name="Ink 77">
                  <a:extLst>
                    <a:ext uri="{FF2B5EF4-FFF2-40B4-BE49-F238E27FC236}">
                      <a16:creationId xmlns:a16="http://schemas.microsoft.com/office/drawing/2014/main" id="{C05C6F20-A3BF-975B-DD09-884E485F274E}"/>
                    </a:ext>
                  </a:extLst>
                </p14:cNvPr>
                <p14:cNvContentPartPr/>
                <p14:nvPr/>
              </p14:nvContentPartPr>
              <p14:xfrm>
                <a:off x="10650301" y="5484319"/>
                <a:ext cx="799200" cy="755640"/>
              </p14:xfrm>
            </p:contentPart>
          </mc:Choice>
          <mc:Fallback>
            <p:pic>
              <p:nvPicPr>
                <p:cNvPr id="78" name="Ink 77">
                  <a:extLst>
                    <a:ext uri="{FF2B5EF4-FFF2-40B4-BE49-F238E27FC236}">
                      <a16:creationId xmlns:a16="http://schemas.microsoft.com/office/drawing/2014/main" id="{C05C6F20-A3BF-975B-DD09-884E485F274E}"/>
                    </a:ext>
                  </a:extLst>
                </p:cNvPr>
                <p:cNvPicPr/>
                <p:nvPr/>
              </p:nvPicPr>
              <p:blipFill>
                <a:blip r:embed="rId29"/>
                <a:stretch>
                  <a:fillRect/>
                </a:stretch>
              </p:blipFill>
              <p:spPr>
                <a:xfrm>
                  <a:off x="10644181" y="5478199"/>
                  <a:ext cx="811440" cy="767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79" name="Ink 78">
                  <a:extLst>
                    <a:ext uri="{FF2B5EF4-FFF2-40B4-BE49-F238E27FC236}">
                      <a16:creationId xmlns:a16="http://schemas.microsoft.com/office/drawing/2014/main" id="{7859F2DE-0477-DA4A-7922-C7AB36297B1E}"/>
                    </a:ext>
                  </a:extLst>
                </p14:cNvPr>
                <p14:cNvContentPartPr/>
                <p14:nvPr/>
              </p14:nvContentPartPr>
              <p14:xfrm>
                <a:off x="11348701" y="4523119"/>
                <a:ext cx="379440" cy="179640"/>
              </p14:xfrm>
            </p:contentPart>
          </mc:Choice>
          <mc:Fallback>
            <p:pic>
              <p:nvPicPr>
                <p:cNvPr id="79" name="Ink 78">
                  <a:extLst>
                    <a:ext uri="{FF2B5EF4-FFF2-40B4-BE49-F238E27FC236}">
                      <a16:creationId xmlns:a16="http://schemas.microsoft.com/office/drawing/2014/main" id="{7859F2DE-0477-DA4A-7922-C7AB36297B1E}"/>
                    </a:ext>
                  </a:extLst>
                </p:cNvPr>
                <p:cNvPicPr/>
                <p:nvPr/>
              </p:nvPicPr>
              <p:blipFill>
                <a:blip r:embed="rId31"/>
                <a:stretch>
                  <a:fillRect/>
                </a:stretch>
              </p:blipFill>
              <p:spPr>
                <a:xfrm>
                  <a:off x="11342581" y="4516999"/>
                  <a:ext cx="39168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0" name="Ink 79">
                  <a:extLst>
                    <a:ext uri="{FF2B5EF4-FFF2-40B4-BE49-F238E27FC236}">
                      <a16:creationId xmlns:a16="http://schemas.microsoft.com/office/drawing/2014/main" id="{02DEB068-B69C-632D-6309-25EC9887C0D2}"/>
                    </a:ext>
                  </a:extLst>
                </p14:cNvPr>
                <p14:cNvContentPartPr/>
                <p14:nvPr/>
              </p14:nvContentPartPr>
              <p14:xfrm>
                <a:off x="11567941" y="4365799"/>
                <a:ext cx="217080" cy="406800"/>
              </p14:xfrm>
            </p:contentPart>
          </mc:Choice>
          <mc:Fallback>
            <p:pic>
              <p:nvPicPr>
                <p:cNvPr id="80" name="Ink 79">
                  <a:extLst>
                    <a:ext uri="{FF2B5EF4-FFF2-40B4-BE49-F238E27FC236}">
                      <a16:creationId xmlns:a16="http://schemas.microsoft.com/office/drawing/2014/main" id="{02DEB068-B69C-632D-6309-25EC9887C0D2}"/>
                    </a:ext>
                  </a:extLst>
                </p:cNvPr>
                <p:cNvPicPr/>
                <p:nvPr/>
              </p:nvPicPr>
              <p:blipFill>
                <a:blip r:embed="rId33"/>
                <a:stretch>
                  <a:fillRect/>
                </a:stretch>
              </p:blipFill>
              <p:spPr>
                <a:xfrm>
                  <a:off x="11561821" y="4359679"/>
                  <a:ext cx="229320" cy="419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1" name="Ink 80">
                  <a:extLst>
                    <a:ext uri="{FF2B5EF4-FFF2-40B4-BE49-F238E27FC236}">
                      <a16:creationId xmlns:a16="http://schemas.microsoft.com/office/drawing/2014/main" id="{537015C8-F628-3032-FCC2-E455D5ADEAA2}"/>
                    </a:ext>
                  </a:extLst>
                </p14:cNvPr>
                <p14:cNvContentPartPr/>
                <p14:nvPr/>
              </p14:nvContentPartPr>
              <p14:xfrm>
                <a:off x="11966821" y="4317559"/>
                <a:ext cx="182520" cy="344880"/>
              </p14:xfrm>
            </p:contentPart>
          </mc:Choice>
          <mc:Fallback>
            <p:pic>
              <p:nvPicPr>
                <p:cNvPr id="81" name="Ink 80">
                  <a:extLst>
                    <a:ext uri="{FF2B5EF4-FFF2-40B4-BE49-F238E27FC236}">
                      <a16:creationId xmlns:a16="http://schemas.microsoft.com/office/drawing/2014/main" id="{537015C8-F628-3032-FCC2-E455D5ADEAA2}"/>
                    </a:ext>
                  </a:extLst>
                </p:cNvPr>
                <p:cNvPicPr/>
                <p:nvPr/>
              </p:nvPicPr>
              <p:blipFill>
                <a:blip r:embed="rId35"/>
                <a:stretch>
                  <a:fillRect/>
                </a:stretch>
              </p:blipFill>
              <p:spPr>
                <a:xfrm>
                  <a:off x="11960701" y="4311439"/>
                  <a:ext cx="19476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2" name="Ink 81">
                  <a:extLst>
                    <a:ext uri="{FF2B5EF4-FFF2-40B4-BE49-F238E27FC236}">
                      <a16:creationId xmlns:a16="http://schemas.microsoft.com/office/drawing/2014/main" id="{2134EDC6-EB38-11C6-7C0A-24426E27A373}"/>
                    </a:ext>
                  </a:extLst>
                </p14:cNvPr>
                <p14:cNvContentPartPr/>
                <p14:nvPr/>
              </p14:nvContentPartPr>
              <p14:xfrm>
                <a:off x="12178141" y="3919759"/>
                <a:ext cx="824760" cy="768960"/>
              </p14:xfrm>
            </p:contentPart>
          </mc:Choice>
          <mc:Fallback>
            <p:pic>
              <p:nvPicPr>
                <p:cNvPr id="82" name="Ink 81">
                  <a:extLst>
                    <a:ext uri="{FF2B5EF4-FFF2-40B4-BE49-F238E27FC236}">
                      <a16:creationId xmlns:a16="http://schemas.microsoft.com/office/drawing/2014/main" id="{2134EDC6-EB38-11C6-7C0A-24426E27A373}"/>
                    </a:ext>
                  </a:extLst>
                </p:cNvPr>
                <p:cNvPicPr/>
                <p:nvPr/>
              </p:nvPicPr>
              <p:blipFill>
                <a:blip r:embed="rId37"/>
                <a:stretch>
                  <a:fillRect/>
                </a:stretch>
              </p:blipFill>
              <p:spPr>
                <a:xfrm>
                  <a:off x="12172021" y="3913639"/>
                  <a:ext cx="837000" cy="781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83" name="Ink 82">
                  <a:extLst>
                    <a:ext uri="{FF2B5EF4-FFF2-40B4-BE49-F238E27FC236}">
                      <a16:creationId xmlns:a16="http://schemas.microsoft.com/office/drawing/2014/main" id="{C3A8F388-9C5F-D067-F81D-CF6E3C6A696E}"/>
                    </a:ext>
                  </a:extLst>
                </p14:cNvPr>
                <p14:cNvContentPartPr/>
                <p14:nvPr/>
              </p14:nvContentPartPr>
              <p14:xfrm>
                <a:off x="13015141" y="3983839"/>
                <a:ext cx="68040" cy="364680"/>
              </p14:xfrm>
            </p:contentPart>
          </mc:Choice>
          <mc:Fallback>
            <p:pic>
              <p:nvPicPr>
                <p:cNvPr id="83" name="Ink 82">
                  <a:extLst>
                    <a:ext uri="{FF2B5EF4-FFF2-40B4-BE49-F238E27FC236}">
                      <a16:creationId xmlns:a16="http://schemas.microsoft.com/office/drawing/2014/main" id="{C3A8F388-9C5F-D067-F81D-CF6E3C6A696E}"/>
                    </a:ext>
                  </a:extLst>
                </p:cNvPr>
                <p:cNvPicPr/>
                <p:nvPr/>
              </p:nvPicPr>
              <p:blipFill>
                <a:blip r:embed="rId39"/>
                <a:stretch>
                  <a:fillRect/>
                </a:stretch>
              </p:blipFill>
              <p:spPr>
                <a:xfrm>
                  <a:off x="13009021" y="3977719"/>
                  <a:ext cx="8028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4" name="Ink 83">
                  <a:extLst>
                    <a:ext uri="{FF2B5EF4-FFF2-40B4-BE49-F238E27FC236}">
                      <a16:creationId xmlns:a16="http://schemas.microsoft.com/office/drawing/2014/main" id="{DCFA48D2-F190-8C08-717B-2F9EE0DE829E}"/>
                    </a:ext>
                  </a:extLst>
                </p14:cNvPr>
                <p14:cNvContentPartPr/>
                <p14:nvPr/>
              </p14:nvContentPartPr>
              <p14:xfrm>
                <a:off x="13115581" y="4148359"/>
                <a:ext cx="185760" cy="105840"/>
              </p14:xfrm>
            </p:contentPart>
          </mc:Choice>
          <mc:Fallback>
            <p:pic>
              <p:nvPicPr>
                <p:cNvPr id="84" name="Ink 83">
                  <a:extLst>
                    <a:ext uri="{FF2B5EF4-FFF2-40B4-BE49-F238E27FC236}">
                      <a16:creationId xmlns:a16="http://schemas.microsoft.com/office/drawing/2014/main" id="{DCFA48D2-F190-8C08-717B-2F9EE0DE829E}"/>
                    </a:ext>
                  </a:extLst>
                </p:cNvPr>
                <p:cNvPicPr/>
                <p:nvPr/>
              </p:nvPicPr>
              <p:blipFill>
                <a:blip r:embed="rId41"/>
                <a:stretch>
                  <a:fillRect/>
                </a:stretch>
              </p:blipFill>
              <p:spPr>
                <a:xfrm>
                  <a:off x="13109461" y="4142239"/>
                  <a:ext cx="19800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85" name="Ink 84">
                  <a:extLst>
                    <a:ext uri="{FF2B5EF4-FFF2-40B4-BE49-F238E27FC236}">
                      <a16:creationId xmlns:a16="http://schemas.microsoft.com/office/drawing/2014/main" id="{5189699A-257C-BFB6-5983-C88B0DCD69D4}"/>
                    </a:ext>
                  </a:extLst>
                </p14:cNvPr>
                <p14:cNvContentPartPr/>
                <p14:nvPr/>
              </p14:nvContentPartPr>
              <p14:xfrm>
                <a:off x="11859901" y="4820119"/>
                <a:ext cx="161280" cy="203760"/>
              </p14:xfrm>
            </p:contentPart>
          </mc:Choice>
          <mc:Fallback>
            <p:pic>
              <p:nvPicPr>
                <p:cNvPr id="85" name="Ink 84">
                  <a:extLst>
                    <a:ext uri="{FF2B5EF4-FFF2-40B4-BE49-F238E27FC236}">
                      <a16:creationId xmlns:a16="http://schemas.microsoft.com/office/drawing/2014/main" id="{5189699A-257C-BFB6-5983-C88B0DCD69D4}"/>
                    </a:ext>
                  </a:extLst>
                </p:cNvPr>
                <p:cNvPicPr/>
                <p:nvPr/>
              </p:nvPicPr>
              <p:blipFill>
                <a:blip r:embed="rId43"/>
                <a:stretch>
                  <a:fillRect/>
                </a:stretch>
              </p:blipFill>
              <p:spPr>
                <a:xfrm>
                  <a:off x="11853781" y="4813999"/>
                  <a:ext cx="173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86" name="Ink 85">
                  <a:extLst>
                    <a:ext uri="{FF2B5EF4-FFF2-40B4-BE49-F238E27FC236}">
                      <a16:creationId xmlns:a16="http://schemas.microsoft.com/office/drawing/2014/main" id="{C518184B-E6FB-4CB2-79D4-0344D97AF2C2}"/>
                    </a:ext>
                  </a:extLst>
                </p14:cNvPr>
                <p14:cNvContentPartPr/>
                <p14:nvPr/>
              </p14:nvContentPartPr>
              <p14:xfrm>
                <a:off x="12080581" y="4820119"/>
                <a:ext cx="476640" cy="177120"/>
              </p14:xfrm>
            </p:contentPart>
          </mc:Choice>
          <mc:Fallback>
            <p:pic>
              <p:nvPicPr>
                <p:cNvPr id="86" name="Ink 85">
                  <a:extLst>
                    <a:ext uri="{FF2B5EF4-FFF2-40B4-BE49-F238E27FC236}">
                      <a16:creationId xmlns:a16="http://schemas.microsoft.com/office/drawing/2014/main" id="{C518184B-E6FB-4CB2-79D4-0344D97AF2C2}"/>
                    </a:ext>
                  </a:extLst>
                </p:cNvPr>
                <p:cNvPicPr/>
                <p:nvPr/>
              </p:nvPicPr>
              <p:blipFill>
                <a:blip r:embed="rId45"/>
                <a:stretch>
                  <a:fillRect/>
                </a:stretch>
              </p:blipFill>
              <p:spPr>
                <a:xfrm>
                  <a:off x="12074461" y="4813999"/>
                  <a:ext cx="4888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87" name="Ink 86">
                  <a:extLst>
                    <a:ext uri="{FF2B5EF4-FFF2-40B4-BE49-F238E27FC236}">
                      <a16:creationId xmlns:a16="http://schemas.microsoft.com/office/drawing/2014/main" id="{E7D19511-A3FA-B9D6-031D-71FFAD837619}"/>
                    </a:ext>
                  </a:extLst>
                </p14:cNvPr>
                <p14:cNvContentPartPr/>
                <p14:nvPr/>
              </p14:nvContentPartPr>
              <p14:xfrm>
                <a:off x="12523381" y="4457599"/>
                <a:ext cx="79200" cy="24480"/>
              </p14:xfrm>
            </p:contentPart>
          </mc:Choice>
          <mc:Fallback>
            <p:pic>
              <p:nvPicPr>
                <p:cNvPr id="87" name="Ink 86">
                  <a:extLst>
                    <a:ext uri="{FF2B5EF4-FFF2-40B4-BE49-F238E27FC236}">
                      <a16:creationId xmlns:a16="http://schemas.microsoft.com/office/drawing/2014/main" id="{E7D19511-A3FA-B9D6-031D-71FFAD837619}"/>
                    </a:ext>
                  </a:extLst>
                </p:cNvPr>
                <p:cNvPicPr/>
                <p:nvPr/>
              </p:nvPicPr>
              <p:blipFill>
                <a:blip r:embed="rId47"/>
                <a:stretch>
                  <a:fillRect/>
                </a:stretch>
              </p:blipFill>
              <p:spPr>
                <a:xfrm>
                  <a:off x="12517261" y="4451479"/>
                  <a:ext cx="9144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88" name="Ink 87">
                  <a:extLst>
                    <a:ext uri="{FF2B5EF4-FFF2-40B4-BE49-F238E27FC236}">
                      <a16:creationId xmlns:a16="http://schemas.microsoft.com/office/drawing/2014/main" id="{E092B14C-FA7A-A461-6B3E-EB007298BFE5}"/>
                    </a:ext>
                  </a:extLst>
                </p14:cNvPr>
                <p14:cNvContentPartPr/>
                <p14:nvPr/>
              </p14:nvContentPartPr>
              <p14:xfrm>
                <a:off x="12646501" y="4631839"/>
                <a:ext cx="416520" cy="210240"/>
              </p14:xfrm>
            </p:contentPart>
          </mc:Choice>
          <mc:Fallback>
            <p:pic>
              <p:nvPicPr>
                <p:cNvPr id="88" name="Ink 87">
                  <a:extLst>
                    <a:ext uri="{FF2B5EF4-FFF2-40B4-BE49-F238E27FC236}">
                      <a16:creationId xmlns:a16="http://schemas.microsoft.com/office/drawing/2014/main" id="{E092B14C-FA7A-A461-6B3E-EB007298BFE5}"/>
                    </a:ext>
                  </a:extLst>
                </p:cNvPr>
                <p:cNvPicPr/>
                <p:nvPr/>
              </p:nvPicPr>
              <p:blipFill>
                <a:blip r:embed="rId49"/>
                <a:stretch>
                  <a:fillRect/>
                </a:stretch>
              </p:blipFill>
              <p:spPr>
                <a:xfrm>
                  <a:off x="12640381" y="4625719"/>
                  <a:ext cx="42876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89" name="Ink 88">
                  <a:extLst>
                    <a:ext uri="{FF2B5EF4-FFF2-40B4-BE49-F238E27FC236}">
                      <a16:creationId xmlns:a16="http://schemas.microsoft.com/office/drawing/2014/main" id="{087EABE1-7B4A-258E-7CE8-1F1748348DF0}"/>
                    </a:ext>
                  </a:extLst>
                </p14:cNvPr>
                <p14:cNvContentPartPr/>
                <p14:nvPr/>
              </p14:nvContentPartPr>
              <p14:xfrm>
                <a:off x="13169581" y="4547599"/>
                <a:ext cx="100800" cy="113760"/>
              </p14:xfrm>
            </p:contentPart>
          </mc:Choice>
          <mc:Fallback>
            <p:pic>
              <p:nvPicPr>
                <p:cNvPr id="89" name="Ink 88">
                  <a:extLst>
                    <a:ext uri="{FF2B5EF4-FFF2-40B4-BE49-F238E27FC236}">
                      <a16:creationId xmlns:a16="http://schemas.microsoft.com/office/drawing/2014/main" id="{087EABE1-7B4A-258E-7CE8-1F1748348DF0}"/>
                    </a:ext>
                  </a:extLst>
                </p:cNvPr>
                <p:cNvPicPr/>
                <p:nvPr/>
              </p:nvPicPr>
              <p:blipFill>
                <a:blip r:embed="rId51"/>
                <a:stretch>
                  <a:fillRect/>
                </a:stretch>
              </p:blipFill>
              <p:spPr>
                <a:xfrm>
                  <a:off x="13163461" y="4541479"/>
                  <a:ext cx="11304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90" name="Ink 89">
                  <a:extLst>
                    <a:ext uri="{FF2B5EF4-FFF2-40B4-BE49-F238E27FC236}">
                      <a16:creationId xmlns:a16="http://schemas.microsoft.com/office/drawing/2014/main" id="{A000A07F-B0CC-0BC9-07AC-DFD45688C592}"/>
                    </a:ext>
                  </a:extLst>
                </p14:cNvPr>
                <p14:cNvContentPartPr/>
                <p14:nvPr/>
              </p14:nvContentPartPr>
              <p14:xfrm>
                <a:off x="13327621" y="4520599"/>
                <a:ext cx="210600" cy="64080"/>
              </p14:xfrm>
            </p:contentPart>
          </mc:Choice>
          <mc:Fallback>
            <p:pic>
              <p:nvPicPr>
                <p:cNvPr id="90" name="Ink 89">
                  <a:extLst>
                    <a:ext uri="{FF2B5EF4-FFF2-40B4-BE49-F238E27FC236}">
                      <a16:creationId xmlns:a16="http://schemas.microsoft.com/office/drawing/2014/main" id="{A000A07F-B0CC-0BC9-07AC-DFD45688C592}"/>
                    </a:ext>
                  </a:extLst>
                </p:cNvPr>
                <p:cNvPicPr/>
                <p:nvPr/>
              </p:nvPicPr>
              <p:blipFill>
                <a:blip r:embed="rId53"/>
                <a:stretch>
                  <a:fillRect/>
                </a:stretch>
              </p:blipFill>
              <p:spPr>
                <a:xfrm>
                  <a:off x="13321501" y="4514479"/>
                  <a:ext cx="2228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91" name="Ink 90">
                  <a:extLst>
                    <a:ext uri="{FF2B5EF4-FFF2-40B4-BE49-F238E27FC236}">
                      <a16:creationId xmlns:a16="http://schemas.microsoft.com/office/drawing/2014/main" id="{F0B11475-3494-837F-9C37-9ABB2A391837}"/>
                    </a:ext>
                  </a:extLst>
                </p14:cNvPr>
                <p14:cNvContentPartPr/>
                <p14:nvPr/>
              </p14:nvContentPartPr>
              <p14:xfrm>
                <a:off x="13102981" y="4527079"/>
                <a:ext cx="282600" cy="138960"/>
              </p14:xfrm>
            </p:contentPart>
          </mc:Choice>
          <mc:Fallback>
            <p:pic>
              <p:nvPicPr>
                <p:cNvPr id="91" name="Ink 90">
                  <a:extLst>
                    <a:ext uri="{FF2B5EF4-FFF2-40B4-BE49-F238E27FC236}">
                      <a16:creationId xmlns:a16="http://schemas.microsoft.com/office/drawing/2014/main" id="{F0B11475-3494-837F-9C37-9ABB2A391837}"/>
                    </a:ext>
                  </a:extLst>
                </p:cNvPr>
                <p:cNvPicPr/>
                <p:nvPr/>
              </p:nvPicPr>
              <p:blipFill>
                <a:blip r:embed="rId55"/>
                <a:stretch>
                  <a:fillRect/>
                </a:stretch>
              </p:blipFill>
              <p:spPr>
                <a:xfrm>
                  <a:off x="13096861" y="4520959"/>
                  <a:ext cx="2948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92" name="Ink 91">
                  <a:extLst>
                    <a:ext uri="{FF2B5EF4-FFF2-40B4-BE49-F238E27FC236}">
                      <a16:creationId xmlns:a16="http://schemas.microsoft.com/office/drawing/2014/main" id="{353F3AD5-6E99-2A14-10A5-5B6AE3336382}"/>
                    </a:ext>
                  </a:extLst>
                </p14:cNvPr>
                <p14:cNvContentPartPr/>
                <p14:nvPr/>
              </p14:nvContentPartPr>
              <p14:xfrm>
                <a:off x="13246261" y="4431679"/>
                <a:ext cx="270360" cy="190800"/>
              </p14:xfrm>
            </p:contentPart>
          </mc:Choice>
          <mc:Fallback>
            <p:pic>
              <p:nvPicPr>
                <p:cNvPr id="92" name="Ink 91">
                  <a:extLst>
                    <a:ext uri="{FF2B5EF4-FFF2-40B4-BE49-F238E27FC236}">
                      <a16:creationId xmlns:a16="http://schemas.microsoft.com/office/drawing/2014/main" id="{353F3AD5-6E99-2A14-10A5-5B6AE3336382}"/>
                    </a:ext>
                  </a:extLst>
                </p:cNvPr>
                <p:cNvPicPr/>
                <p:nvPr/>
              </p:nvPicPr>
              <p:blipFill>
                <a:blip r:embed="rId57"/>
                <a:stretch>
                  <a:fillRect/>
                </a:stretch>
              </p:blipFill>
              <p:spPr>
                <a:xfrm>
                  <a:off x="13240141" y="4425559"/>
                  <a:ext cx="282600" cy="203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8">
            <p14:nvContentPartPr>
              <p14:cNvPr id="94" name="Ink 93">
                <a:extLst>
                  <a:ext uri="{FF2B5EF4-FFF2-40B4-BE49-F238E27FC236}">
                    <a16:creationId xmlns:a16="http://schemas.microsoft.com/office/drawing/2014/main" id="{4F7F2D76-52BC-5EB3-F0D8-845A4D328A63}"/>
                  </a:ext>
                </a:extLst>
              </p14:cNvPr>
              <p14:cNvContentPartPr/>
              <p14:nvPr/>
            </p14:nvContentPartPr>
            <p14:xfrm>
              <a:off x="12020461" y="5826679"/>
              <a:ext cx="1710720" cy="124920"/>
            </p14:xfrm>
          </p:contentPart>
        </mc:Choice>
        <mc:Fallback>
          <p:pic>
            <p:nvPicPr>
              <p:cNvPr id="94" name="Ink 93">
                <a:extLst>
                  <a:ext uri="{FF2B5EF4-FFF2-40B4-BE49-F238E27FC236}">
                    <a16:creationId xmlns:a16="http://schemas.microsoft.com/office/drawing/2014/main" id="{4F7F2D76-52BC-5EB3-F0D8-845A4D328A63}"/>
                  </a:ext>
                </a:extLst>
              </p:cNvPr>
              <p:cNvPicPr/>
              <p:nvPr/>
            </p:nvPicPr>
            <p:blipFill>
              <a:blip r:embed="rId59"/>
              <a:stretch>
                <a:fillRect/>
              </a:stretch>
            </p:blipFill>
            <p:spPr>
              <a:xfrm>
                <a:off x="12014341" y="5820559"/>
                <a:ext cx="172296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95" name="Ink 94">
                <a:extLst>
                  <a:ext uri="{FF2B5EF4-FFF2-40B4-BE49-F238E27FC236}">
                    <a16:creationId xmlns:a16="http://schemas.microsoft.com/office/drawing/2014/main" id="{6A265D98-7CD2-C03C-F700-62F4A65EAB7C}"/>
                  </a:ext>
                </a:extLst>
              </p14:cNvPr>
              <p14:cNvContentPartPr/>
              <p14:nvPr/>
            </p14:nvContentPartPr>
            <p14:xfrm>
              <a:off x="853981" y="5338519"/>
              <a:ext cx="8417520" cy="916560"/>
            </p14:xfrm>
          </p:contentPart>
        </mc:Choice>
        <mc:Fallback>
          <p:pic>
            <p:nvPicPr>
              <p:cNvPr id="95" name="Ink 94">
                <a:extLst>
                  <a:ext uri="{FF2B5EF4-FFF2-40B4-BE49-F238E27FC236}">
                    <a16:creationId xmlns:a16="http://schemas.microsoft.com/office/drawing/2014/main" id="{6A265D98-7CD2-C03C-F700-62F4A65EAB7C}"/>
                  </a:ext>
                </a:extLst>
              </p:cNvPr>
              <p:cNvPicPr/>
              <p:nvPr/>
            </p:nvPicPr>
            <p:blipFill>
              <a:blip r:embed="rId61"/>
              <a:stretch>
                <a:fillRect/>
              </a:stretch>
            </p:blipFill>
            <p:spPr>
              <a:xfrm>
                <a:off x="847861" y="5332399"/>
                <a:ext cx="8429760" cy="9288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425423" y="152400"/>
            <a:ext cx="10619336" cy="838200"/>
          </a:xfrm>
          <a:prstGeom prst="rect">
            <a:avLst/>
          </a:prstGeom>
        </p:spPr>
        <p:txBody>
          <a:bodyPr vert="horz" wrap="square" lIns="105664" tIns="52832" rIns="105664" bIns="52832" rtlCol="0" anchor="t">
            <a:normAutofit fontScale="70000" lnSpcReduction="20000"/>
          </a:bodyPr>
          <a:lstStyle>
            <a:lvl1pPr algn="l" defTabSz="457200" rtl="0" eaLnBrk="1" latinLnBrk="0" hangingPunct="1">
              <a:spcBef>
                <a:spcPct val="0"/>
              </a:spcBef>
              <a:buNone/>
              <a:defRPr sz="3600" b="1" i="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solidFill>
                <a:srgbClr val="00B0F0"/>
              </a:solidFill>
              <a:cs typeface="Calibri" panose="020F0502020204030204"/>
            </a:endParaRPr>
          </a:p>
          <a:p>
            <a:r>
              <a:rPr lang="en-US" sz="4600" dirty="0">
                <a:solidFill>
                  <a:schemeClr val="bg1"/>
                </a:solidFill>
                <a:latin typeface="+mn-lt"/>
                <a:cs typeface="Calibri" panose="020F0502020204030204"/>
              </a:rPr>
              <a:t>Decision</a:t>
            </a:r>
            <a:r>
              <a:rPr lang="en-US" sz="4600" spc="-92" dirty="0">
                <a:solidFill>
                  <a:schemeClr val="bg1"/>
                </a:solidFill>
                <a:latin typeface="+mn-lt"/>
                <a:cs typeface="Calibri" panose="020F0502020204030204"/>
              </a:rPr>
              <a:t> </a:t>
            </a:r>
            <a:r>
              <a:rPr lang="en-US" sz="4600" dirty="0">
                <a:solidFill>
                  <a:schemeClr val="bg1"/>
                </a:solidFill>
                <a:latin typeface="+mn-lt"/>
                <a:cs typeface="Calibri" panose="020F0502020204030204"/>
              </a:rPr>
              <a:t>Rules:</a:t>
            </a:r>
            <a:r>
              <a:rPr lang="en-US" sz="4600" spc="-85" dirty="0">
                <a:solidFill>
                  <a:schemeClr val="bg1"/>
                </a:solidFill>
                <a:latin typeface="+mn-lt"/>
                <a:cs typeface="Calibri" panose="020F0502020204030204"/>
              </a:rPr>
              <a:t> </a:t>
            </a:r>
            <a:r>
              <a:rPr lang="en-US" sz="4600" dirty="0">
                <a:solidFill>
                  <a:schemeClr val="bg1"/>
                </a:solidFill>
                <a:latin typeface="+mn-lt"/>
                <a:cs typeface="Calibri" panose="020F0502020204030204"/>
              </a:rPr>
              <a:t>Two</a:t>
            </a:r>
            <a:r>
              <a:rPr lang="en-US" sz="4600" spc="-100" dirty="0">
                <a:solidFill>
                  <a:schemeClr val="bg1"/>
                </a:solidFill>
                <a:latin typeface="+mn-lt"/>
                <a:cs typeface="Calibri" panose="020F0502020204030204"/>
              </a:rPr>
              <a:t> </a:t>
            </a:r>
            <a:r>
              <a:rPr lang="en-US" sz="4600" spc="-15" dirty="0">
                <a:solidFill>
                  <a:schemeClr val="bg1"/>
                </a:solidFill>
                <a:latin typeface="+mn-lt"/>
                <a:cs typeface="Calibri" panose="020F0502020204030204"/>
              </a:rPr>
              <a:t>Variances</a:t>
            </a:r>
            <a:endParaRPr lang="en-US" sz="4600" dirty="0">
              <a:solidFill>
                <a:schemeClr val="bg1"/>
              </a:solidFill>
              <a:latin typeface="+mn-lt"/>
            </a:endParaRPr>
          </a:p>
        </p:txBody>
      </p:sp>
      <p:pic>
        <p:nvPicPr>
          <p:cNvPr id="11" name="Picture 10"/>
          <p:cNvPicPr>
            <a:picLocks noChangeAspect="1"/>
          </p:cNvPicPr>
          <p:nvPr/>
        </p:nvPicPr>
        <p:blipFill>
          <a:blip r:embed="rId2"/>
          <a:stretch>
            <a:fillRect/>
          </a:stretch>
        </p:blipFill>
        <p:spPr>
          <a:xfrm>
            <a:off x="717550" y="1676400"/>
            <a:ext cx="10797654" cy="3732308"/>
          </a:xfrm>
          <a:prstGeom prst="rect">
            <a:avLst/>
          </a:prstGeom>
        </p:spPr>
      </p:pic>
      <p:sp>
        <p:nvSpPr>
          <p:cNvPr id="3" name="Text Placeholder 2"/>
          <p:cNvSpPr>
            <a:spLocks noGrp="1"/>
          </p:cNvSpPr>
          <p:nvPr>
            <p:ph type="body" sz="quarter" idx="13"/>
          </p:nvPr>
        </p:nvSpPr>
        <p:spPr>
          <a:xfrm>
            <a:off x="990867" y="1849122"/>
            <a:ext cx="11736917" cy="4094478"/>
          </a:xfrm>
        </p:spPr>
        <p:txBody>
          <a:bodyPr/>
          <a:lstStyle/>
          <a:p>
            <a:endParaRPr lang="en-IN"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3136BAC-B74E-2D68-1F37-8AB65B82F38B}"/>
                  </a:ext>
                </a:extLst>
              </p14:cNvPr>
              <p14:cNvContentPartPr/>
              <p14:nvPr/>
            </p14:nvContentPartPr>
            <p14:xfrm>
              <a:off x="2988061" y="2927230"/>
              <a:ext cx="2252520" cy="467640"/>
            </p14:xfrm>
          </p:contentPart>
        </mc:Choice>
        <mc:Fallback>
          <p:pic>
            <p:nvPicPr>
              <p:cNvPr id="2" name="Ink 1">
                <a:extLst>
                  <a:ext uri="{FF2B5EF4-FFF2-40B4-BE49-F238E27FC236}">
                    <a16:creationId xmlns:a16="http://schemas.microsoft.com/office/drawing/2014/main" id="{73136BAC-B74E-2D68-1F37-8AB65B82F38B}"/>
                  </a:ext>
                </a:extLst>
              </p:cNvPr>
              <p:cNvPicPr/>
              <p:nvPr/>
            </p:nvPicPr>
            <p:blipFill>
              <a:blip r:embed="rId4"/>
              <a:stretch>
                <a:fillRect/>
              </a:stretch>
            </p:blipFill>
            <p:spPr>
              <a:xfrm>
                <a:off x="2981941" y="2921110"/>
                <a:ext cx="2264760" cy="479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68EEFCDA-EA9E-F7A7-48C7-E7725205B1D8}"/>
                  </a:ext>
                </a:extLst>
              </p14:cNvPr>
              <p14:cNvContentPartPr/>
              <p14:nvPr/>
            </p14:nvContentPartPr>
            <p14:xfrm>
              <a:off x="3145381" y="4135750"/>
              <a:ext cx="298440" cy="646560"/>
            </p14:xfrm>
          </p:contentPart>
        </mc:Choice>
        <mc:Fallback>
          <p:pic>
            <p:nvPicPr>
              <p:cNvPr id="4" name="Ink 3">
                <a:extLst>
                  <a:ext uri="{FF2B5EF4-FFF2-40B4-BE49-F238E27FC236}">
                    <a16:creationId xmlns:a16="http://schemas.microsoft.com/office/drawing/2014/main" id="{68EEFCDA-EA9E-F7A7-48C7-E7725205B1D8}"/>
                  </a:ext>
                </a:extLst>
              </p:cNvPr>
              <p:cNvPicPr/>
              <p:nvPr/>
            </p:nvPicPr>
            <p:blipFill>
              <a:blip r:embed="rId6"/>
              <a:stretch>
                <a:fillRect/>
              </a:stretch>
            </p:blipFill>
            <p:spPr>
              <a:xfrm>
                <a:off x="3139261" y="4129630"/>
                <a:ext cx="310680" cy="658800"/>
              </a:xfrm>
              <a:prstGeom prst="rect">
                <a:avLst/>
              </a:prstGeom>
            </p:spPr>
          </p:pic>
        </mc:Fallback>
      </mc:AlternateContent>
      <p:grpSp>
        <p:nvGrpSpPr>
          <p:cNvPr id="22" name="Group 21">
            <a:extLst>
              <a:ext uri="{FF2B5EF4-FFF2-40B4-BE49-F238E27FC236}">
                <a16:creationId xmlns:a16="http://schemas.microsoft.com/office/drawing/2014/main" id="{B6B185DB-0C8A-C996-737D-2308C76A0B83}"/>
              </a:ext>
            </a:extLst>
          </p:cNvPr>
          <p:cNvGrpSpPr/>
          <p:nvPr/>
        </p:nvGrpSpPr>
        <p:grpSpPr>
          <a:xfrm>
            <a:off x="1505221" y="3500710"/>
            <a:ext cx="5588280" cy="2534400"/>
            <a:chOff x="1505221" y="3500710"/>
            <a:chExt cx="5588280" cy="253440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8F94D733-ABA2-3E5A-D101-FD1382C77559}"/>
                    </a:ext>
                  </a:extLst>
                </p14:cNvPr>
                <p14:cNvContentPartPr/>
                <p14:nvPr/>
              </p14:nvContentPartPr>
              <p14:xfrm>
                <a:off x="1989421" y="3521230"/>
                <a:ext cx="76680" cy="1578600"/>
              </p14:xfrm>
            </p:contentPart>
          </mc:Choice>
          <mc:Fallback>
            <p:pic>
              <p:nvPicPr>
                <p:cNvPr id="5" name="Ink 4">
                  <a:extLst>
                    <a:ext uri="{FF2B5EF4-FFF2-40B4-BE49-F238E27FC236}">
                      <a16:creationId xmlns:a16="http://schemas.microsoft.com/office/drawing/2014/main" id="{8F94D733-ABA2-3E5A-D101-FD1382C77559}"/>
                    </a:ext>
                  </a:extLst>
                </p:cNvPr>
                <p:cNvPicPr/>
                <p:nvPr/>
              </p:nvPicPr>
              <p:blipFill>
                <a:blip r:embed="rId8"/>
                <a:stretch>
                  <a:fillRect/>
                </a:stretch>
              </p:blipFill>
              <p:spPr>
                <a:xfrm>
                  <a:off x="1983301" y="3515110"/>
                  <a:ext cx="88920" cy="1590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41354FA3-0876-A08B-158E-89B5750B72B8}"/>
                    </a:ext>
                  </a:extLst>
                </p14:cNvPr>
                <p14:cNvContentPartPr/>
                <p14:nvPr/>
              </p14:nvContentPartPr>
              <p14:xfrm>
                <a:off x="1797901" y="3500710"/>
                <a:ext cx="443520" cy="350640"/>
              </p14:xfrm>
            </p:contentPart>
          </mc:Choice>
          <mc:Fallback>
            <p:pic>
              <p:nvPicPr>
                <p:cNvPr id="6" name="Ink 5">
                  <a:extLst>
                    <a:ext uri="{FF2B5EF4-FFF2-40B4-BE49-F238E27FC236}">
                      <a16:creationId xmlns:a16="http://schemas.microsoft.com/office/drawing/2014/main" id="{41354FA3-0876-A08B-158E-89B5750B72B8}"/>
                    </a:ext>
                  </a:extLst>
                </p:cNvPr>
                <p:cNvPicPr/>
                <p:nvPr/>
              </p:nvPicPr>
              <p:blipFill>
                <a:blip r:embed="rId10"/>
                <a:stretch>
                  <a:fillRect/>
                </a:stretch>
              </p:blipFill>
              <p:spPr>
                <a:xfrm>
                  <a:off x="1791781" y="3494590"/>
                  <a:ext cx="455760" cy="362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DB914C5C-607A-81F8-FE45-F485214C1F62}"/>
                    </a:ext>
                  </a:extLst>
                </p14:cNvPr>
                <p14:cNvContentPartPr/>
                <p14:nvPr/>
              </p14:nvContentPartPr>
              <p14:xfrm>
                <a:off x="1594501" y="5469550"/>
                <a:ext cx="51840" cy="530280"/>
              </p14:xfrm>
            </p:contentPart>
          </mc:Choice>
          <mc:Fallback>
            <p:pic>
              <p:nvPicPr>
                <p:cNvPr id="7" name="Ink 6">
                  <a:extLst>
                    <a:ext uri="{FF2B5EF4-FFF2-40B4-BE49-F238E27FC236}">
                      <a16:creationId xmlns:a16="http://schemas.microsoft.com/office/drawing/2014/main" id="{DB914C5C-607A-81F8-FE45-F485214C1F62}"/>
                    </a:ext>
                  </a:extLst>
                </p:cNvPr>
                <p:cNvPicPr/>
                <p:nvPr/>
              </p:nvPicPr>
              <p:blipFill>
                <a:blip r:embed="rId12"/>
                <a:stretch>
                  <a:fillRect/>
                </a:stretch>
              </p:blipFill>
              <p:spPr>
                <a:xfrm>
                  <a:off x="1588381" y="5463430"/>
                  <a:ext cx="64080" cy="542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01101957-D874-C973-2EA1-C6B1DC16C381}"/>
                    </a:ext>
                  </a:extLst>
                </p14:cNvPr>
                <p14:cNvContentPartPr/>
                <p14:nvPr/>
              </p14:nvContentPartPr>
              <p14:xfrm>
                <a:off x="1505221" y="5347150"/>
                <a:ext cx="270000" cy="89280"/>
              </p14:xfrm>
            </p:contentPart>
          </mc:Choice>
          <mc:Fallback>
            <p:pic>
              <p:nvPicPr>
                <p:cNvPr id="8" name="Ink 7">
                  <a:extLst>
                    <a:ext uri="{FF2B5EF4-FFF2-40B4-BE49-F238E27FC236}">
                      <a16:creationId xmlns:a16="http://schemas.microsoft.com/office/drawing/2014/main" id="{01101957-D874-C973-2EA1-C6B1DC16C381}"/>
                    </a:ext>
                  </a:extLst>
                </p:cNvPr>
                <p:cNvPicPr/>
                <p:nvPr/>
              </p:nvPicPr>
              <p:blipFill>
                <a:blip r:embed="rId14"/>
                <a:stretch>
                  <a:fillRect/>
                </a:stretch>
              </p:blipFill>
              <p:spPr>
                <a:xfrm>
                  <a:off x="1499101" y="5341030"/>
                  <a:ext cx="2822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51F509CC-0703-93C6-D23E-382086BF85B3}"/>
                    </a:ext>
                  </a:extLst>
                </p14:cNvPr>
                <p14:cNvContentPartPr/>
                <p14:nvPr/>
              </p14:nvContentPartPr>
              <p14:xfrm>
                <a:off x="1549501" y="5642350"/>
                <a:ext cx="261360" cy="153000"/>
              </p14:xfrm>
            </p:contentPart>
          </mc:Choice>
          <mc:Fallback>
            <p:pic>
              <p:nvPicPr>
                <p:cNvPr id="10" name="Ink 9">
                  <a:extLst>
                    <a:ext uri="{FF2B5EF4-FFF2-40B4-BE49-F238E27FC236}">
                      <a16:creationId xmlns:a16="http://schemas.microsoft.com/office/drawing/2014/main" id="{51F509CC-0703-93C6-D23E-382086BF85B3}"/>
                    </a:ext>
                  </a:extLst>
                </p:cNvPr>
                <p:cNvPicPr/>
                <p:nvPr/>
              </p:nvPicPr>
              <p:blipFill>
                <a:blip r:embed="rId16"/>
                <a:stretch>
                  <a:fillRect/>
                </a:stretch>
              </p:blipFill>
              <p:spPr>
                <a:xfrm>
                  <a:off x="1543381" y="5636230"/>
                  <a:ext cx="27360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DD1D9853-2E1C-F390-1996-AF85F9847A07}"/>
                    </a:ext>
                  </a:extLst>
                </p14:cNvPr>
                <p14:cNvContentPartPr/>
                <p14:nvPr/>
              </p14:nvContentPartPr>
              <p14:xfrm>
                <a:off x="2195341" y="5544790"/>
                <a:ext cx="435600" cy="490320"/>
              </p14:xfrm>
            </p:contentPart>
          </mc:Choice>
          <mc:Fallback>
            <p:pic>
              <p:nvPicPr>
                <p:cNvPr id="12" name="Ink 11">
                  <a:extLst>
                    <a:ext uri="{FF2B5EF4-FFF2-40B4-BE49-F238E27FC236}">
                      <a16:creationId xmlns:a16="http://schemas.microsoft.com/office/drawing/2014/main" id="{DD1D9853-2E1C-F390-1996-AF85F9847A07}"/>
                    </a:ext>
                  </a:extLst>
                </p:cNvPr>
                <p:cNvPicPr/>
                <p:nvPr/>
              </p:nvPicPr>
              <p:blipFill>
                <a:blip r:embed="rId18"/>
                <a:stretch>
                  <a:fillRect/>
                </a:stretch>
              </p:blipFill>
              <p:spPr>
                <a:xfrm>
                  <a:off x="2189221" y="5538670"/>
                  <a:ext cx="44784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24DF330B-ADEA-1AD8-B4A5-BD4792740B02}"/>
                    </a:ext>
                  </a:extLst>
                </p14:cNvPr>
                <p14:cNvContentPartPr/>
                <p14:nvPr/>
              </p14:nvContentPartPr>
              <p14:xfrm>
                <a:off x="2819221" y="5650990"/>
                <a:ext cx="97920" cy="260640"/>
              </p14:xfrm>
            </p:contentPart>
          </mc:Choice>
          <mc:Fallback>
            <p:pic>
              <p:nvPicPr>
                <p:cNvPr id="13" name="Ink 12">
                  <a:extLst>
                    <a:ext uri="{FF2B5EF4-FFF2-40B4-BE49-F238E27FC236}">
                      <a16:creationId xmlns:a16="http://schemas.microsoft.com/office/drawing/2014/main" id="{24DF330B-ADEA-1AD8-B4A5-BD4792740B02}"/>
                    </a:ext>
                  </a:extLst>
                </p:cNvPr>
                <p:cNvPicPr/>
                <p:nvPr/>
              </p:nvPicPr>
              <p:blipFill>
                <a:blip r:embed="rId20"/>
                <a:stretch>
                  <a:fillRect/>
                </a:stretch>
              </p:blipFill>
              <p:spPr>
                <a:xfrm>
                  <a:off x="2813101" y="5644870"/>
                  <a:ext cx="11016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68C4EB84-0050-FD03-9BEE-742B7B5C3C8E}"/>
                    </a:ext>
                  </a:extLst>
                </p14:cNvPr>
                <p14:cNvContentPartPr/>
                <p14:nvPr/>
              </p14:nvContentPartPr>
              <p14:xfrm>
                <a:off x="2990221" y="5269030"/>
                <a:ext cx="121680" cy="732240"/>
              </p14:xfrm>
            </p:contentPart>
          </mc:Choice>
          <mc:Fallback>
            <p:pic>
              <p:nvPicPr>
                <p:cNvPr id="14" name="Ink 13">
                  <a:extLst>
                    <a:ext uri="{FF2B5EF4-FFF2-40B4-BE49-F238E27FC236}">
                      <a16:creationId xmlns:a16="http://schemas.microsoft.com/office/drawing/2014/main" id="{68C4EB84-0050-FD03-9BEE-742B7B5C3C8E}"/>
                    </a:ext>
                  </a:extLst>
                </p:cNvPr>
                <p:cNvPicPr/>
                <p:nvPr/>
              </p:nvPicPr>
              <p:blipFill>
                <a:blip r:embed="rId22"/>
                <a:stretch>
                  <a:fillRect/>
                </a:stretch>
              </p:blipFill>
              <p:spPr>
                <a:xfrm>
                  <a:off x="2984101" y="5262910"/>
                  <a:ext cx="133920" cy="744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2C88B18C-3588-DDF7-FB19-2F16241268A1}"/>
                    </a:ext>
                  </a:extLst>
                </p14:cNvPr>
                <p14:cNvContentPartPr/>
                <p14:nvPr/>
              </p14:nvContentPartPr>
              <p14:xfrm>
                <a:off x="3105781" y="5770870"/>
                <a:ext cx="20520" cy="8280"/>
              </p14:xfrm>
            </p:contentPart>
          </mc:Choice>
          <mc:Fallback>
            <p:pic>
              <p:nvPicPr>
                <p:cNvPr id="15" name="Ink 14">
                  <a:extLst>
                    <a:ext uri="{FF2B5EF4-FFF2-40B4-BE49-F238E27FC236}">
                      <a16:creationId xmlns:a16="http://schemas.microsoft.com/office/drawing/2014/main" id="{2C88B18C-3588-DDF7-FB19-2F16241268A1}"/>
                    </a:ext>
                  </a:extLst>
                </p:cNvPr>
                <p:cNvPicPr/>
                <p:nvPr/>
              </p:nvPicPr>
              <p:blipFill>
                <a:blip r:embed="rId24"/>
                <a:stretch>
                  <a:fillRect/>
                </a:stretch>
              </p:blipFill>
              <p:spPr>
                <a:xfrm>
                  <a:off x="3099661" y="5764750"/>
                  <a:ext cx="3276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215632C4-E53A-0375-7094-A624049B88C2}"/>
                    </a:ext>
                  </a:extLst>
                </p14:cNvPr>
                <p14:cNvContentPartPr/>
                <p14:nvPr/>
              </p14:nvContentPartPr>
              <p14:xfrm>
                <a:off x="3196501" y="5293150"/>
                <a:ext cx="679680" cy="700200"/>
              </p14:xfrm>
            </p:contentPart>
          </mc:Choice>
          <mc:Fallback>
            <p:pic>
              <p:nvPicPr>
                <p:cNvPr id="16" name="Ink 15">
                  <a:extLst>
                    <a:ext uri="{FF2B5EF4-FFF2-40B4-BE49-F238E27FC236}">
                      <a16:creationId xmlns:a16="http://schemas.microsoft.com/office/drawing/2014/main" id="{215632C4-E53A-0375-7094-A624049B88C2}"/>
                    </a:ext>
                  </a:extLst>
                </p:cNvPr>
                <p:cNvPicPr/>
                <p:nvPr/>
              </p:nvPicPr>
              <p:blipFill>
                <a:blip r:embed="rId26"/>
                <a:stretch>
                  <a:fillRect/>
                </a:stretch>
              </p:blipFill>
              <p:spPr>
                <a:xfrm>
                  <a:off x="3190381" y="5287030"/>
                  <a:ext cx="691920" cy="7124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C0B6C37F-78AB-2914-EF7B-09447F8A0AAD}"/>
                    </a:ext>
                  </a:extLst>
                </p14:cNvPr>
                <p14:cNvContentPartPr/>
                <p14:nvPr/>
              </p14:nvContentPartPr>
              <p14:xfrm>
                <a:off x="4050781" y="5125750"/>
                <a:ext cx="1343160" cy="634320"/>
              </p14:xfrm>
            </p:contentPart>
          </mc:Choice>
          <mc:Fallback>
            <p:pic>
              <p:nvPicPr>
                <p:cNvPr id="17" name="Ink 16">
                  <a:extLst>
                    <a:ext uri="{FF2B5EF4-FFF2-40B4-BE49-F238E27FC236}">
                      <a16:creationId xmlns:a16="http://schemas.microsoft.com/office/drawing/2014/main" id="{C0B6C37F-78AB-2914-EF7B-09447F8A0AAD}"/>
                    </a:ext>
                  </a:extLst>
                </p:cNvPr>
                <p:cNvPicPr/>
                <p:nvPr/>
              </p:nvPicPr>
              <p:blipFill>
                <a:blip r:embed="rId28"/>
                <a:stretch>
                  <a:fillRect/>
                </a:stretch>
              </p:blipFill>
              <p:spPr>
                <a:xfrm>
                  <a:off x="4044661" y="5119630"/>
                  <a:ext cx="1355400" cy="6465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9A32A49D-EEC0-6AF1-AD11-B4478C727C3B}"/>
                    </a:ext>
                  </a:extLst>
                </p14:cNvPr>
                <p14:cNvContentPartPr/>
                <p14:nvPr/>
              </p14:nvContentPartPr>
              <p14:xfrm>
                <a:off x="4321861" y="5202790"/>
                <a:ext cx="493920" cy="176400"/>
              </p14:xfrm>
            </p:contentPart>
          </mc:Choice>
          <mc:Fallback>
            <p:pic>
              <p:nvPicPr>
                <p:cNvPr id="18" name="Ink 17">
                  <a:extLst>
                    <a:ext uri="{FF2B5EF4-FFF2-40B4-BE49-F238E27FC236}">
                      <a16:creationId xmlns:a16="http://schemas.microsoft.com/office/drawing/2014/main" id="{9A32A49D-EEC0-6AF1-AD11-B4478C727C3B}"/>
                    </a:ext>
                  </a:extLst>
                </p:cNvPr>
                <p:cNvPicPr/>
                <p:nvPr/>
              </p:nvPicPr>
              <p:blipFill>
                <a:blip r:embed="rId30"/>
                <a:stretch>
                  <a:fillRect/>
                </a:stretch>
              </p:blipFill>
              <p:spPr>
                <a:xfrm>
                  <a:off x="4315741" y="5196670"/>
                  <a:ext cx="50616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D7A73F91-81F1-B9CB-3C27-37AED8D96898}"/>
                    </a:ext>
                  </a:extLst>
                </p14:cNvPr>
                <p14:cNvContentPartPr/>
                <p14:nvPr/>
              </p14:nvContentPartPr>
              <p14:xfrm>
                <a:off x="5717581" y="5364070"/>
                <a:ext cx="210600" cy="235800"/>
              </p14:xfrm>
            </p:contentPart>
          </mc:Choice>
          <mc:Fallback>
            <p:pic>
              <p:nvPicPr>
                <p:cNvPr id="19" name="Ink 18">
                  <a:extLst>
                    <a:ext uri="{FF2B5EF4-FFF2-40B4-BE49-F238E27FC236}">
                      <a16:creationId xmlns:a16="http://schemas.microsoft.com/office/drawing/2014/main" id="{D7A73F91-81F1-B9CB-3C27-37AED8D96898}"/>
                    </a:ext>
                  </a:extLst>
                </p:cNvPr>
                <p:cNvPicPr/>
                <p:nvPr/>
              </p:nvPicPr>
              <p:blipFill>
                <a:blip r:embed="rId32"/>
                <a:stretch>
                  <a:fillRect/>
                </a:stretch>
              </p:blipFill>
              <p:spPr>
                <a:xfrm>
                  <a:off x="5711461" y="5357950"/>
                  <a:ext cx="22284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8F70CD90-1EA1-39C6-95E7-B0E4DC9A55FC}"/>
                    </a:ext>
                  </a:extLst>
                </p14:cNvPr>
                <p14:cNvContentPartPr/>
                <p14:nvPr/>
              </p14:nvContentPartPr>
              <p14:xfrm>
                <a:off x="5906221" y="5266150"/>
                <a:ext cx="865800" cy="285480"/>
              </p14:xfrm>
            </p:contentPart>
          </mc:Choice>
          <mc:Fallback>
            <p:pic>
              <p:nvPicPr>
                <p:cNvPr id="20" name="Ink 19">
                  <a:extLst>
                    <a:ext uri="{FF2B5EF4-FFF2-40B4-BE49-F238E27FC236}">
                      <a16:creationId xmlns:a16="http://schemas.microsoft.com/office/drawing/2014/main" id="{8F70CD90-1EA1-39C6-95E7-B0E4DC9A55FC}"/>
                    </a:ext>
                  </a:extLst>
                </p:cNvPr>
                <p:cNvPicPr/>
                <p:nvPr/>
              </p:nvPicPr>
              <p:blipFill>
                <a:blip r:embed="rId34"/>
                <a:stretch>
                  <a:fillRect/>
                </a:stretch>
              </p:blipFill>
              <p:spPr>
                <a:xfrm>
                  <a:off x="5900101" y="5260030"/>
                  <a:ext cx="87804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C288938F-0EDA-063B-C9F6-A8124B970AB1}"/>
                    </a:ext>
                  </a:extLst>
                </p14:cNvPr>
                <p14:cNvContentPartPr/>
                <p14:nvPr/>
              </p14:nvContentPartPr>
              <p14:xfrm>
                <a:off x="6909901" y="5335990"/>
                <a:ext cx="183600" cy="76320"/>
              </p14:xfrm>
            </p:contentPart>
          </mc:Choice>
          <mc:Fallback>
            <p:pic>
              <p:nvPicPr>
                <p:cNvPr id="21" name="Ink 20">
                  <a:extLst>
                    <a:ext uri="{FF2B5EF4-FFF2-40B4-BE49-F238E27FC236}">
                      <a16:creationId xmlns:a16="http://schemas.microsoft.com/office/drawing/2014/main" id="{C288938F-0EDA-063B-C9F6-A8124B970AB1}"/>
                    </a:ext>
                  </a:extLst>
                </p:cNvPr>
                <p:cNvPicPr/>
                <p:nvPr/>
              </p:nvPicPr>
              <p:blipFill>
                <a:blip r:embed="rId36"/>
                <a:stretch>
                  <a:fillRect/>
                </a:stretch>
              </p:blipFill>
              <p:spPr>
                <a:xfrm>
                  <a:off x="6903781" y="5329870"/>
                  <a:ext cx="195840" cy="88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EAB3489F-E48F-92C8-9C0E-46C2A903196E}"/>
                  </a:ext>
                </a:extLst>
              </p14:cNvPr>
              <p14:cNvContentPartPr/>
              <p14:nvPr/>
            </p14:nvContentPartPr>
            <p14:xfrm>
              <a:off x="8332261" y="2454550"/>
              <a:ext cx="2189520" cy="650160"/>
            </p14:xfrm>
          </p:contentPart>
        </mc:Choice>
        <mc:Fallback>
          <p:pic>
            <p:nvPicPr>
              <p:cNvPr id="23" name="Ink 22">
                <a:extLst>
                  <a:ext uri="{FF2B5EF4-FFF2-40B4-BE49-F238E27FC236}">
                    <a16:creationId xmlns:a16="http://schemas.microsoft.com/office/drawing/2014/main" id="{EAB3489F-E48F-92C8-9C0E-46C2A903196E}"/>
                  </a:ext>
                </a:extLst>
              </p:cNvPr>
              <p:cNvPicPr/>
              <p:nvPr/>
            </p:nvPicPr>
            <p:blipFill>
              <a:blip r:embed="rId38"/>
              <a:stretch>
                <a:fillRect/>
              </a:stretch>
            </p:blipFill>
            <p:spPr>
              <a:xfrm>
                <a:off x="8326141" y="2448430"/>
                <a:ext cx="2201760" cy="66240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728" y="171282"/>
            <a:ext cx="10897189" cy="793806"/>
          </a:xfrm>
          <a:prstGeom prst="rect">
            <a:avLst/>
          </a:prstGeom>
        </p:spPr>
        <p:txBody>
          <a:bodyPr vert="horz" wrap="square" lIns="0" tIns="347217" rIns="0" bIns="0" rtlCol="0">
            <a:spAutoFit/>
          </a:bodyPr>
          <a:lstStyle/>
          <a:p>
            <a:pPr marL="692785">
              <a:spcBef>
                <a:spcPts val="145"/>
              </a:spcBef>
            </a:pPr>
            <a:r>
              <a:rPr sz="3200" dirty="0"/>
              <a:t>Analysis</a:t>
            </a:r>
            <a:r>
              <a:rPr sz="3200" spc="-92" dirty="0"/>
              <a:t> </a:t>
            </a:r>
            <a:r>
              <a:rPr sz="3200" dirty="0"/>
              <a:t>of</a:t>
            </a:r>
            <a:r>
              <a:rPr sz="3200" spc="-146" dirty="0"/>
              <a:t> </a:t>
            </a:r>
            <a:r>
              <a:rPr sz="3200" spc="-15" dirty="0"/>
              <a:t>Variance</a:t>
            </a:r>
          </a:p>
        </p:txBody>
      </p:sp>
      <p:sp>
        <p:nvSpPr>
          <p:cNvPr id="3" name="object 3"/>
          <p:cNvSpPr txBox="1"/>
          <p:nvPr/>
        </p:nvSpPr>
        <p:spPr>
          <a:xfrm>
            <a:off x="839728" y="950823"/>
            <a:ext cx="12374622" cy="6821577"/>
          </a:xfrm>
          <a:prstGeom prst="rect">
            <a:avLst/>
          </a:prstGeom>
        </p:spPr>
        <p:txBody>
          <a:bodyPr vert="horz" wrap="square" lIns="0" tIns="20540" rIns="0" bIns="0" rtlCol="0">
            <a:spAutoFit/>
          </a:bodyPr>
          <a:lstStyle/>
          <a:p>
            <a:pPr marL="606425" marR="114300" indent="-528320">
              <a:spcBef>
                <a:spcPts val="160"/>
              </a:spcBef>
              <a:buFont typeface="Courier New" panose="02070309020205020404" pitchFamily="49" charset="0"/>
              <a:buChar char="o"/>
              <a:tabLst>
                <a:tab pos="605790" algn="l"/>
              </a:tabLst>
            </a:pPr>
            <a:r>
              <a:rPr sz="3200" u="sng" dirty="0">
                <a:uFill>
                  <a:solidFill>
                    <a:srgbClr val="000000"/>
                  </a:solidFill>
                </a:uFill>
                <a:latin typeface="Calibri" panose="020F0502020204030204"/>
                <a:cs typeface="Calibri" panose="020F0502020204030204"/>
              </a:rPr>
              <a:t>Analysis</a:t>
            </a:r>
            <a:r>
              <a:rPr sz="3200" u="sng" spc="-54" dirty="0">
                <a:uFill>
                  <a:solidFill>
                    <a:srgbClr val="000000"/>
                  </a:solidFill>
                </a:uFill>
                <a:latin typeface="Calibri" panose="020F0502020204030204"/>
                <a:cs typeface="Calibri" panose="020F0502020204030204"/>
              </a:rPr>
              <a:t> </a:t>
            </a:r>
            <a:r>
              <a:rPr sz="3200" u="sng" dirty="0">
                <a:uFill>
                  <a:solidFill>
                    <a:srgbClr val="000000"/>
                  </a:solidFill>
                </a:uFill>
                <a:latin typeface="Calibri" panose="020F0502020204030204"/>
                <a:cs typeface="Calibri" panose="020F0502020204030204"/>
              </a:rPr>
              <a:t>of</a:t>
            </a:r>
            <a:r>
              <a:rPr sz="3200" u="sng" spc="-77" dirty="0">
                <a:uFill>
                  <a:solidFill>
                    <a:srgbClr val="000000"/>
                  </a:solidFill>
                </a:uFill>
                <a:latin typeface="Calibri" panose="020F0502020204030204"/>
                <a:cs typeface="Calibri" panose="020F0502020204030204"/>
              </a:rPr>
              <a:t> </a:t>
            </a:r>
            <a:r>
              <a:rPr sz="3200" u="sng" spc="-15" dirty="0">
                <a:uFill>
                  <a:solidFill>
                    <a:srgbClr val="000000"/>
                  </a:solidFill>
                </a:uFill>
                <a:latin typeface="Calibri" panose="020F0502020204030204"/>
                <a:cs typeface="Calibri" panose="020F0502020204030204"/>
              </a:rPr>
              <a:t>Variance</a:t>
            </a:r>
            <a:r>
              <a:rPr sz="3200" spc="-54" dirty="0">
                <a:latin typeface="Calibri" panose="020F0502020204030204"/>
                <a:cs typeface="Calibri" panose="020F0502020204030204"/>
              </a:rPr>
              <a:t> </a:t>
            </a:r>
            <a:r>
              <a:rPr sz="3200" spc="-31" dirty="0">
                <a:latin typeface="Calibri" panose="020F0502020204030204"/>
                <a:cs typeface="Calibri" panose="020F0502020204030204"/>
              </a:rPr>
              <a:t>(ANOVA)</a:t>
            </a:r>
            <a:r>
              <a:rPr sz="3200" spc="-85" dirty="0">
                <a:latin typeface="Calibri" panose="020F0502020204030204"/>
                <a:cs typeface="Calibri" panose="020F0502020204030204"/>
              </a:rPr>
              <a:t> </a:t>
            </a:r>
            <a:r>
              <a:rPr sz="3200" dirty="0">
                <a:latin typeface="Calibri" panose="020F0502020204030204"/>
                <a:cs typeface="Calibri" panose="020F0502020204030204"/>
              </a:rPr>
              <a:t>can</a:t>
            </a:r>
            <a:r>
              <a:rPr sz="3200" spc="-62" dirty="0">
                <a:latin typeface="Calibri" panose="020F0502020204030204"/>
                <a:cs typeface="Calibri" panose="020F0502020204030204"/>
              </a:rPr>
              <a:t> </a:t>
            </a:r>
            <a:r>
              <a:rPr sz="3200" dirty="0">
                <a:latin typeface="Calibri" panose="020F0502020204030204"/>
                <a:cs typeface="Calibri" panose="020F0502020204030204"/>
              </a:rPr>
              <a:t>be</a:t>
            </a:r>
            <a:r>
              <a:rPr sz="3200" spc="-77" dirty="0">
                <a:latin typeface="Calibri" panose="020F0502020204030204"/>
                <a:cs typeface="Calibri" panose="020F0502020204030204"/>
              </a:rPr>
              <a:t> </a:t>
            </a:r>
            <a:r>
              <a:rPr sz="3200" dirty="0">
                <a:latin typeface="Calibri" panose="020F0502020204030204"/>
                <a:cs typeface="Calibri" panose="020F0502020204030204"/>
              </a:rPr>
              <a:t>used</a:t>
            </a:r>
            <a:r>
              <a:rPr sz="3200" spc="-77" dirty="0">
                <a:latin typeface="Calibri" panose="020F0502020204030204"/>
                <a:cs typeface="Calibri" panose="020F0502020204030204"/>
              </a:rPr>
              <a:t> </a:t>
            </a:r>
            <a:r>
              <a:rPr sz="3200" dirty="0">
                <a:latin typeface="Calibri" panose="020F0502020204030204"/>
                <a:cs typeface="Calibri" panose="020F0502020204030204"/>
              </a:rPr>
              <a:t>to</a:t>
            </a:r>
            <a:r>
              <a:rPr sz="3200" spc="-62" dirty="0">
                <a:latin typeface="Calibri" panose="020F0502020204030204"/>
                <a:cs typeface="Calibri" panose="020F0502020204030204"/>
              </a:rPr>
              <a:t> </a:t>
            </a:r>
            <a:r>
              <a:rPr sz="3200" dirty="0">
                <a:latin typeface="Calibri" panose="020F0502020204030204"/>
                <a:cs typeface="Calibri" panose="020F0502020204030204"/>
              </a:rPr>
              <a:t>test</a:t>
            </a:r>
            <a:r>
              <a:rPr sz="3200" spc="-54" dirty="0">
                <a:latin typeface="Calibri" panose="020F0502020204030204"/>
                <a:cs typeface="Calibri" panose="020F0502020204030204"/>
              </a:rPr>
              <a:t> </a:t>
            </a:r>
            <a:r>
              <a:rPr sz="3200" dirty="0">
                <a:latin typeface="Calibri" panose="020F0502020204030204"/>
                <a:cs typeface="Calibri" panose="020F0502020204030204"/>
              </a:rPr>
              <a:t>for</a:t>
            </a:r>
            <a:r>
              <a:rPr sz="3200" spc="-77" dirty="0">
                <a:latin typeface="Calibri" panose="020F0502020204030204"/>
                <a:cs typeface="Calibri" panose="020F0502020204030204"/>
              </a:rPr>
              <a:t> </a:t>
            </a:r>
            <a:r>
              <a:rPr sz="3200" dirty="0">
                <a:latin typeface="Calibri" panose="020F0502020204030204"/>
                <a:cs typeface="Calibri" panose="020F0502020204030204"/>
              </a:rPr>
              <a:t>the</a:t>
            </a:r>
            <a:r>
              <a:rPr sz="3200" spc="-62" dirty="0">
                <a:latin typeface="Calibri" panose="020F0502020204030204"/>
                <a:cs typeface="Calibri" panose="020F0502020204030204"/>
              </a:rPr>
              <a:t> </a:t>
            </a:r>
            <a:r>
              <a:rPr sz="3200" dirty="0">
                <a:latin typeface="Calibri" panose="020F0502020204030204"/>
                <a:cs typeface="Calibri" panose="020F0502020204030204"/>
              </a:rPr>
              <a:t>equality</a:t>
            </a:r>
            <a:r>
              <a:rPr sz="3200" spc="-77" dirty="0">
                <a:latin typeface="Calibri" panose="020F0502020204030204"/>
                <a:cs typeface="Calibri" panose="020F0502020204030204"/>
              </a:rPr>
              <a:t> </a:t>
            </a:r>
            <a:r>
              <a:rPr sz="3200" dirty="0">
                <a:latin typeface="Calibri" panose="020F0502020204030204"/>
                <a:cs typeface="Calibri" panose="020F0502020204030204"/>
              </a:rPr>
              <a:t>of</a:t>
            </a:r>
            <a:r>
              <a:rPr sz="3200" spc="-77" dirty="0">
                <a:latin typeface="Calibri" panose="020F0502020204030204"/>
                <a:cs typeface="Calibri" panose="020F0502020204030204"/>
              </a:rPr>
              <a:t> </a:t>
            </a:r>
            <a:r>
              <a:rPr sz="3200" spc="-15" dirty="0">
                <a:latin typeface="Calibri" panose="020F0502020204030204"/>
                <a:cs typeface="Calibri" panose="020F0502020204030204"/>
              </a:rPr>
              <a:t>three </a:t>
            </a:r>
            <a:r>
              <a:rPr sz="3200" dirty="0">
                <a:latin typeface="Calibri" panose="020F0502020204030204"/>
                <a:cs typeface="Calibri" panose="020F0502020204030204"/>
              </a:rPr>
              <a:t>or</a:t>
            </a:r>
            <a:r>
              <a:rPr sz="3200" spc="-85" dirty="0">
                <a:latin typeface="Calibri" panose="020F0502020204030204"/>
                <a:cs typeface="Calibri" panose="020F0502020204030204"/>
              </a:rPr>
              <a:t> </a:t>
            </a:r>
            <a:r>
              <a:rPr sz="3200" dirty="0">
                <a:latin typeface="Calibri" panose="020F0502020204030204"/>
                <a:cs typeface="Calibri" panose="020F0502020204030204"/>
              </a:rPr>
              <a:t>more</a:t>
            </a:r>
            <a:r>
              <a:rPr sz="3200" spc="-62" dirty="0">
                <a:latin typeface="Calibri" panose="020F0502020204030204"/>
                <a:cs typeface="Calibri" panose="020F0502020204030204"/>
              </a:rPr>
              <a:t> </a:t>
            </a:r>
            <a:r>
              <a:rPr sz="3200" dirty="0">
                <a:latin typeface="Calibri" panose="020F0502020204030204"/>
                <a:cs typeface="Calibri" panose="020F0502020204030204"/>
              </a:rPr>
              <a:t>population</a:t>
            </a:r>
            <a:r>
              <a:rPr sz="3200" spc="-69" dirty="0">
                <a:latin typeface="Calibri" panose="020F0502020204030204"/>
                <a:cs typeface="Calibri" panose="020F0502020204030204"/>
              </a:rPr>
              <a:t> </a:t>
            </a:r>
            <a:r>
              <a:rPr sz="3200" spc="-31" dirty="0">
                <a:latin typeface="Calibri" panose="020F0502020204030204"/>
                <a:cs typeface="Calibri" panose="020F0502020204030204"/>
              </a:rPr>
              <a:t>means</a:t>
            </a:r>
            <a:endParaRPr sz="3200" dirty="0">
              <a:latin typeface="Calibri" panose="020F0502020204030204"/>
              <a:cs typeface="Calibri" panose="020F0502020204030204"/>
            </a:endParaRPr>
          </a:p>
          <a:p>
            <a:pPr marL="605155" indent="-527050">
              <a:buFont typeface="Arial MT"/>
              <a:buChar char="•"/>
              <a:tabLst>
                <a:tab pos="605155" algn="l"/>
              </a:tabLst>
            </a:pPr>
            <a:endParaRPr lang="en-US" sz="3200" dirty="0">
              <a:cs typeface="Calibri" panose="020F0502020204030204"/>
            </a:endParaRPr>
          </a:p>
          <a:p>
            <a:pPr marL="605155" indent="-527050">
              <a:buFont typeface="Courier New" panose="02070309020205020404" pitchFamily="49" charset="0"/>
              <a:buChar char="o"/>
              <a:tabLst>
                <a:tab pos="605155" algn="l"/>
              </a:tabLst>
            </a:pPr>
            <a:r>
              <a:rPr lang="en-US" sz="3200" dirty="0">
                <a:cs typeface="Calibri" panose="020F0502020204030204"/>
              </a:rPr>
              <a:t>We</a:t>
            </a:r>
            <a:r>
              <a:rPr lang="en-US" sz="3200" spc="-100" dirty="0">
                <a:cs typeface="Calibri" panose="020F0502020204030204"/>
              </a:rPr>
              <a:t> </a:t>
            </a:r>
            <a:r>
              <a:rPr lang="en-US" sz="3200" dirty="0">
                <a:cs typeface="Calibri" panose="020F0502020204030204"/>
              </a:rPr>
              <a:t>want</a:t>
            </a:r>
            <a:r>
              <a:rPr lang="en-US" sz="3200" spc="-100" dirty="0">
                <a:cs typeface="Calibri" panose="020F0502020204030204"/>
              </a:rPr>
              <a:t> </a:t>
            </a:r>
            <a:r>
              <a:rPr lang="en-US" sz="3200" dirty="0">
                <a:cs typeface="Calibri" panose="020F0502020204030204"/>
              </a:rPr>
              <a:t>to</a:t>
            </a:r>
            <a:r>
              <a:rPr lang="en-US" sz="3200" spc="-85" dirty="0">
                <a:cs typeface="Calibri" panose="020F0502020204030204"/>
              </a:rPr>
              <a:t> </a:t>
            </a:r>
            <a:r>
              <a:rPr lang="en-US" sz="3200" dirty="0">
                <a:cs typeface="Calibri" panose="020F0502020204030204"/>
              </a:rPr>
              <a:t>use</a:t>
            </a:r>
            <a:r>
              <a:rPr lang="en-US" sz="3200" spc="-85" dirty="0">
                <a:cs typeface="Calibri" panose="020F0502020204030204"/>
              </a:rPr>
              <a:t> </a:t>
            </a:r>
            <a:r>
              <a:rPr lang="en-US" sz="3200" dirty="0">
                <a:cs typeface="Calibri" panose="020F0502020204030204"/>
              </a:rPr>
              <a:t>the</a:t>
            </a:r>
            <a:r>
              <a:rPr lang="en-US" sz="3200" spc="-85" dirty="0">
                <a:cs typeface="Calibri" panose="020F0502020204030204"/>
              </a:rPr>
              <a:t> </a:t>
            </a:r>
            <a:r>
              <a:rPr lang="en-US" sz="3200" dirty="0">
                <a:cs typeface="Calibri" panose="020F0502020204030204"/>
              </a:rPr>
              <a:t>sample</a:t>
            </a:r>
            <a:r>
              <a:rPr lang="en-US" sz="3200" spc="-77" dirty="0">
                <a:cs typeface="Calibri" panose="020F0502020204030204"/>
              </a:rPr>
              <a:t> </a:t>
            </a:r>
            <a:r>
              <a:rPr lang="en-US" sz="3200" dirty="0">
                <a:cs typeface="Calibri" panose="020F0502020204030204"/>
              </a:rPr>
              <a:t>results</a:t>
            </a:r>
            <a:r>
              <a:rPr lang="en-US" sz="3200" spc="-69" dirty="0">
                <a:cs typeface="Calibri" panose="020F0502020204030204"/>
              </a:rPr>
              <a:t> </a:t>
            </a:r>
            <a:r>
              <a:rPr lang="en-US" sz="3200" dirty="0">
                <a:cs typeface="Calibri" panose="020F0502020204030204"/>
              </a:rPr>
              <a:t>to</a:t>
            </a:r>
            <a:r>
              <a:rPr lang="en-US" sz="3200" spc="-85" dirty="0">
                <a:cs typeface="Calibri" panose="020F0502020204030204"/>
              </a:rPr>
              <a:t> </a:t>
            </a:r>
            <a:r>
              <a:rPr lang="en-US" sz="3200" dirty="0">
                <a:cs typeface="Calibri" panose="020F0502020204030204"/>
              </a:rPr>
              <a:t>test</a:t>
            </a:r>
            <a:r>
              <a:rPr lang="en-US" sz="3200" spc="-69" dirty="0">
                <a:cs typeface="Calibri" panose="020F0502020204030204"/>
              </a:rPr>
              <a:t> </a:t>
            </a:r>
            <a:r>
              <a:rPr lang="en-US" sz="3200" dirty="0">
                <a:cs typeface="Calibri" panose="020F0502020204030204"/>
              </a:rPr>
              <a:t>the</a:t>
            </a:r>
            <a:r>
              <a:rPr lang="en-US" sz="3200" spc="-85" dirty="0">
                <a:cs typeface="Calibri" panose="020F0502020204030204"/>
              </a:rPr>
              <a:t> </a:t>
            </a:r>
            <a:r>
              <a:rPr lang="en-US" sz="3200" dirty="0">
                <a:cs typeface="Calibri" panose="020F0502020204030204"/>
              </a:rPr>
              <a:t>following</a:t>
            </a:r>
            <a:r>
              <a:rPr lang="en-US" sz="3200" spc="-108" dirty="0">
                <a:cs typeface="Calibri" panose="020F0502020204030204"/>
              </a:rPr>
              <a:t> </a:t>
            </a:r>
            <a:r>
              <a:rPr lang="en-US" sz="3200" spc="-15" dirty="0">
                <a:cs typeface="Calibri" panose="020F0502020204030204"/>
              </a:rPr>
              <a:t>hypotheses:</a:t>
            </a:r>
            <a:endParaRPr lang="en-US" sz="3200" dirty="0">
              <a:cs typeface="Calibri" panose="020F0502020204030204"/>
            </a:endParaRPr>
          </a:p>
          <a:p>
            <a:pPr marL="3111500">
              <a:spcBef>
                <a:spcPts val="585"/>
              </a:spcBef>
            </a:pPr>
            <a:r>
              <a:rPr lang="en-US" sz="3200" i="1" dirty="0">
                <a:latin typeface="Palatino Linotype" panose="02040502050505030304"/>
                <a:cs typeface="Palatino Linotype" panose="02040502050505030304"/>
              </a:rPr>
              <a:t>H</a:t>
            </a:r>
            <a:r>
              <a:rPr lang="en-US" sz="3200" baseline="-21000" dirty="0">
                <a:latin typeface="Cambria" panose="02040503050406030204"/>
                <a:cs typeface="Cambria" panose="02040503050406030204"/>
              </a:rPr>
              <a:t>0</a:t>
            </a:r>
            <a:r>
              <a:rPr lang="en-US" sz="3200" dirty="0">
                <a:latin typeface="Cambria" panose="02040503050406030204"/>
                <a:cs typeface="Cambria" panose="02040503050406030204"/>
              </a:rPr>
              <a:t>:</a:t>
            </a:r>
            <a:r>
              <a:rPr lang="en-US" sz="3200" spc="685" dirty="0">
                <a:latin typeface="Cambria" panose="02040503050406030204"/>
                <a:cs typeface="Cambria" panose="02040503050406030204"/>
              </a:rPr>
              <a:t> </a:t>
            </a:r>
            <a:r>
              <a:rPr lang="en-US" sz="3200" dirty="0">
                <a:latin typeface="Symbol" panose="05050102010706020507"/>
                <a:cs typeface="Symbol" panose="05050102010706020507"/>
              </a:rPr>
              <a:t></a:t>
            </a:r>
            <a:r>
              <a:rPr lang="en-US" sz="3200" baseline="-21000" dirty="0">
                <a:latin typeface="Cambria" panose="02040503050406030204"/>
                <a:cs typeface="Cambria" panose="02040503050406030204"/>
              </a:rPr>
              <a:t>1</a:t>
            </a:r>
            <a:r>
              <a:rPr lang="en-US" sz="3200" spc="416" baseline="-21000" dirty="0">
                <a:latin typeface="Cambria" panose="02040503050406030204"/>
                <a:cs typeface="Cambria" panose="02040503050406030204"/>
              </a:rPr>
              <a:t> </a:t>
            </a:r>
            <a:r>
              <a:rPr lang="en-US" sz="3200" spc="154" dirty="0">
                <a:latin typeface="Cambria" panose="02040503050406030204"/>
                <a:cs typeface="Cambria" panose="02040503050406030204"/>
              </a:rPr>
              <a:t>=</a:t>
            </a:r>
            <a:r>
              <a:rPr lang="en-US" sz="3200" spc="31" dirty="0">
                <a:latin typeface="Cambria" panose="02040503050406030204"/>
                <a:cs typeface="Cambria" panose="02040503050406030204"/>
              </a:rPr>
              <a:t> </a:t>
            </a:r>
            <a:r>
              <a:rPr lang="en-US" sz="3200" dirty="0">
                <a:latin typeface="Symbol" panose="05050102010706020507"/>
                <a:cs typeface="Symbol" panose="05050102010706020507"/>
              </a:rPr>
              <a:t></a:t>
            </a:r>
            <a:r>
              <a:rPr lang="en-US" sz="3200" baseline="-21000" dirty="0">
                <a:latin typeface="Cambria" panose="02040503050406030204"/>
                <a:cs typeface="Cambria" panose="02040503050406030204"/>
              </a:rPr>
              <a:t>2</a:t>
            </a:r>
            <a:r>
              <a:rPr lang="en-US" sz="3200" spc="404" baseline="-21000" dirty="0">
                <a:latin typeface="Cambria" panose="02040503050406030204"/>
                <a:cs typeface="Cambria" panose="02040503050406030204"/>
              </a:rPr>
              <a:t> </a:t>
            </a:r>
            <a:r>
              <a:rPr lang="en-US" sz="3200" spc="154" dirty="0">
                <a:latin typeface="Cambria" panose="02040503050406030204"/>
                <a:cs typeface="Cambria" panose="02040503050406030204"/>
              </a:rPr>
              <a:t>=</a:t>
            </a:r>
            <a:r>
              <a:rPr lang="en-US" sz="3200" spc="31" dirty="0">
                <a:latin typeface="Cambria" panose="02040503050406030204"/>
                <a:cs typeface="Cambria" panose="02040503050406030204"/>
              </a:rPr>
              <a:t> </a:t>
            </a:r>
            <a:r>
              <a:rPr lang="en-US" sz="3200" dirty="0">
                <a:latin typeface="Symbol" panose="05050102010706020507"/>
                <a:cs typeface="Symbol" panose="05050102010706020507"/>
              </a:rPr>
              <a:t></a:t>
            </a:r>
            <a:r>
              <a:rPr lang="en-US" sz="3200" baseline="-21000" dirty="0">
                <a:latin typeface="Cambria" panose="02040503050406030204"/>
                <a:cs typeface="Cambria" panose="02040503050406030204"/>
              </a:rPr>
              <a:t>3</a:t>
            </a:r>
            <a:r>
              <a:rPr lang="en-US" sz="3200" spc="416" baseline="-21000" dirty="0">
                <a:latin typeface="Cambria" panose="02040503050406030204"/>
                <a:cs typeface="Cambria" panose="02040503050406030204"/>
              </a:rPr>
              <a:t> </a:t>
            </a:r>
            <a:r>
              <a:rPr lang="en-US" sz="3200" spc="154" dirty="0">
                <a:latin typeface="Cambria" panose="02040503050406030204"/>
                <a:cs typeface="Cambria" panose="02040503050406030204"/>
              </a:rPr>
              <a:t>=</a:t>
            </a:r>
            <a:r>
              <a:rPr lang="en-US" sz="3200" spc="31" dirty="0">
                <a:latin typeface="Cambria" panose="02040503050406030204"/>
                <a:cs typeface="Cambria" panose="02040503050406030204"/>
              </a:rPr>
              <a:t> </a:t>
            </a:r>
            <a:r>
              <a:rPr lang="en-US" sz="3200" spc="149" baseline="17000" dirty="0">
                <a:latin typeface="Cambria" panose="02040503050406030204"/>
                <a:cs typeface="Cambria" panose="02040503050406030204"/>
              </a:rPr>
              <a:t>.</a:t>
            </a:r>
            <a:r>
              <a:rPr lang="en-US" sz="3200" spc="727" baseline="17000" dirty="0">
                <a:latin typeface="Cambria" panose="02040503050406030204"/>
                <a:cs typeface="Cambria" panose="02040503050406030204"/>
              </a:rPr>
              <a:t> </a:t>
            </a:r>
            <a:r>
              <a:rPr lang="en-US" sz="3200" spc="149" baseline="17000" dirty="0">
                <a:latin typeface="Cambria" panose="02040503050406030204"/>
                <a:cs typeface="Cambria" panose="02040503050406030204"/>
              </a:rPr>
              <a:t>.</a:t>
            </a:r>
            <a:r>
              <a:rPr lang="en-US" sz="3200" spc="761" baseline="17000" dirty="0">
                <a:latin typeface="Cambria" panose="02040503050406030204"/>
                <a:cs typeface="Cambria" panose="02040503050406030204"/>
              </a:rPr>
              <a:t> </a:t>
            </a:r>
            <a:r>
              <a:rPr lang="en-US" sz="3200" spc="149" baseline="17000" dirty="0">
                <a:latin typeface="Cambria" panose="02040503050406030204"/>
                <a:cs typeface="Cambria" panose="02040503050406030204"/>
              </a:rPr>
              <a:t>.</a:t>
            </a:r>
            <a:r>
              <a:rPr lang="en-US" sz="3200" spc="68" baseline="17000" dirty="0">
                <a:latin typeface="Cambria" panose="02040503050406030204"/>
                <a:cs typeface="Cambria" panose="02040503050406030204"/>
              </a:rPr>
              <a:t> </a:t>
            </a:r>
            <a:r>
              <a:rPr lang="en-US" sz="3200" spc="154" dirty="0">
                <a:latin typeface="Cambria" panose="02040503050406030204"/>
                <a:cs typeface="Cambria" panose="02040503050406030204"/>
              </a:rPr>
              <a:t>=</a:t>
            </a:r>
            <a:r>
              <a:rPr lang="en-US" sz="3200" spc="31" dirty="0">
                <a:latin typeface="Cambria" panose="02040503050406030204"/>
                <a:cs typeface="Cambria" panose="02040503050406030204"/>
              </a:rPr>
              <a:t> </a:t>
            </a:r>
            <a:r>
              <a:rPr lang="en-US" sz="3200" spc="-39" dirty="0">
                <a:latin typeface="Symbol" panose="05050102010706020507"/>
                <a:cs typeface="Symbol" panose="05050102010706020507"/>
              </a:rPr>
              <a:t></a:t>
            </a:r>
            <a:r>
              <a:rPr lang="en-US" sz="3200" spc="-57" baseline="-21000" dirty="0">
                <a:latin typeface="Cambria" panose="02040503050406030204"/>
                <a:cs typeface="Cambria" panose="02040503050406030204"/>
              </a:rPr>
              <a:t>k</a:t>
            </a:r>
            <a:endParaRPr lang="en-US" sz="3200" baseline="-21000" dirty="0">
              <a:latin typeface="Cambria" panose="02040503050406030204"/>
              <a:cs typeface="Cambria" panose="02040503050406030204"/>
            </a:endParaRPr>
          </a:p>
          <a:p>
            <a:pPr marL="3071495">
              <a:spcBef>
                <a:spcPts val="590"/>
              </a:spcBef>
            </a:pPr>
            <a:r>
              <a:rPr lang="en-US" sz="3200" dirty="0">
                <a:latin typeface="Symbol" panose="05050102010706020507"/>
                <a:cs typeface="Symbol" panose="05050102010706020507"/>
              </a:rPr>
              <a:t></a:t>
            </a:r>
            <a:r>
              <a:rPr lang="en-US" sz="3200" i="1" baseline="-21000" dirty="0">
                <a:cs typeface="Calibri" panose="020F0502020204030204"/>
              </a:rPr>
              <a:t>1</a:t>
            </a:r>
            <a:r>
              <a:rPr lang="en-US" sz="3200" dirty="0">
                <a:latin typeface="Symbol" panose="05050102010706020507"/>
                <a:cs typeface="Symbol" panose="05050102010706020507"/>
              </a:rPr>
              <a:t></a:t>
            </a:r>
            <a:r>
              <a:rPr lang="en-US" sz="3200" spc="485" dirty="0">
                <a:latin typeface="Times New Roman" panose="02020603050405020304"/>
                <a:cs typeface="Times New Roman" panose="02020603050405020304"/>
              </a:rPr>
              <a:t> </a:t>
            </a:r>
            <a:r>
              <a:rPr lang="en-US" sz="3200" dirty="0">
                <a:cs typeface="Calibri" panose="020F0502020204030204"/>
              </a:rPr>
              <a:t>Not</a:t>
            </a:r>
            <a:r>
              <a:rPr lang="en-US" sz="3200" spc="-69" dirty="0">
                <a:cs typeface="Calibri" panose="020F0502020204030204"/>
              </a:rPr>
              <a:t> </a:t>
            </a:r>
            <a:r>
              <a:rPr lang="en-US" sz="3200" dirty="0">
                <a:cs typeface="Calibri" panose="020F0502020204030204"/>
              </a:rPr>
              <a:t>all</a:t>
            </a:r>
            <a:r>
              <a:rPr lang="en-US" sz="3200" spc="-77" dirty="0">
                <a:cs typeface="Calibri" panose="020F0502020204030204"/>
              </a:rPr>
              <a:t> </a:t>
            </a:r>
            <a:r>
              <a:rPr lang="en-US" sz="3200" dirty="0">
                <a:cs typeface="Calibri" panose="020F0502020204030204"/>
              </a:rPr>
              <a:t>population</a:t>
            </a:r>
            <a:r>
              <a:rPr lang="en-US" sz="3200" spc="-69" dirty="0">
                <a:cs typeface="Calibri" panose="020F0502020204030204"/>
              </a:rPr>
              <a:t> </a:t>
            </a:r>
            <a:r>
              <a:rPr lang="en-US" sz="3200" dirty="0">
                <a:cs typeface="Calibri" panose="020F0502020204030204"/>
              </a:rPr>
              <a:t>means</a:t>
            </a:r>
            <a:r>
              <a:rPr lang="en-US" sz="3200" spc="-62" dirty="0">
                <a:cs typeface="Calibri" panose="020F0502020204030204"/>
              </a:rPr>
              <a:t> </a:t>
            </a:r>
            <a:r>
              <a:rPr lang="en-US" sz="3200" dirty="0">
                <a:cs typeface="Calibri" panose="020F0502020204030204"/>
              </a:rPr>
              <a:t>are</a:t>
            </a:r>
            <a:r>
              <a:rPr lang="en-US" sz="3200" spc="-54" dirty="0">
                <a:cs typeface="Calibri" panose="020F0502020204030204"/>
              </a:rPr>
              <a:t> </a:t>
            </a:r>
            <a:r>
              <a:rPr lang="en-US" sz="3200" spc="-15" dirty="0">
                <a:cs typeface="Calibri" panose="020F0502020204030204"/>
              </a:rPr>
              <a:t>equal</a:t>
            </a:r>
            <a:endParaRPr lang="en-US" sz="3200" dirty="0">
              <a:cs typeface="Calibri" panose="020F0502020204030204"/>
            </a:endParaRPr>
          </a:p>
          <a:p>
            <a:pPr marL="606425" marR="27305" indent="-528320">
              <a:spcBef>
                <a:spcPts val="10"/>
              </a:spcBef>
              <a:buFont typeface="Arial MT"/>
              <a:buChar char="•"/>
              <a:tabLst>
                <a:tab pos="605790" algn="l"/>
              </a:tabLst>
            </a:pPr>
            <a:endParaRPr lang="en-US" sz="3200" spc="-15" dirty="0">
              <a:latin typeface="Calibri" panose="020F0502020204030204"/>
              <a:cs typeface="Calibri" panose="020F0502020204030204"/>
            </a:endParaRPr>
          </a:p>
          <a:p>
            <a:pPr marL="586105" indent="-527050">
              <a:spcBef>
                <a:spcPts val="895"/>
              </a:spcBef>
              <a:buFont typeface="Courier New" panose="02070309020205020404" pitchFamily="49" charset="0"/>
              <a:buChar char="o"/>
              <a:tabLst>
                <a:tab pos="585470" algn="l"/>
              </a:tabLst>
            </a:pPr>
            <a:r>
              <a:rPr lang="en-US" sz="3200" dirty="0">
                <a:cs typeface="Calibri" panose="020F0502020204030204"/>
              </a:rPr>
              <a:t>If</a:t>
            </a:r>
            <a:r>
              <a:rPr lang="en-US" sz="3200" spc="-69" dirty="0">
                <a:cs typeface="Calibri" panose="020F0502020204030204"/>
              </a:rPr>
              <a:t> </a:t>
            </a:r>
            <a:r>
              <a:rPr lang="en-US" sz="3200" i="1" dirty="0">
                <a:cs typeface="Calibri" panose="020F0502020204030204"/>
              </a:rPr>
              <a:t>H</a:t>
            </a:r>
            <a:r>
              <a:rPr lang="en-US" sz="3200" i="1" baseline="-21000" dirty="0">
                <a:cs typeface="Calibri" panose="020F0502020204030204"/>
              </a:rPr>
              <a:t>0</a:t>
            </a:r>
            <a:r>
              <a:rPr lang="en-US" sz="3200" i="1" spc="276" baseline="-21000" dirty="0">
                <a:cs typeface="Calibri" panose="020F0502020204030204"/>
              </a:rPr>
              <a:t> </a:t>
            </a:r>
            <a:r>
              <a:rPr lang="en-US" sz="3200" dirty="0">
                <a:cs typeface="Calibri" panose="020F0502020204030204"/>
              </a:rPr>
              <a:t>is</a:t>
            </a:r>
            <a:r>
              <a:rPr lang="en-US" sz="3200" spc="-46" dirty="0">
                <a:cs typeface="Calibri" panose="020F0502020204030204"/>
              </a:rPr>
              <a:t> </a:t>
            </a:r>
            <a:r>
              <a:rPr lang="en-US" sz="3200" dirty="0">
                <a:cs typeface="Calibri" panose="020F0502020204030204"/>
              </a:rPr>
              <a:t>rejected,</a:t>
            </a:r>
            <a:r>
              <a:rPr lang="en-US" sz="3200" spc="-69" dirty="0">
                <a:cs typeface="Calibri" panose="020F0502020204030204"/>
              </a:rPr>
              <a:t> </a:t>
            </a:r>
            <a:r>
              <a:rPr lang="en-US" sz="3200" dirty="0">
                <a:cs typeface="Calibri" panose="020F0502020204030204"/>
              </a:rPr>
              <a:t>we</a:t>
            </a:r>
            <a:r>
              <a:rPr lang="en-US" sz="3200" spc="-54" dirty="0">
                <a:cs typeface="Calibri" panose="020F0502020204030204"/>
              </a:rPr>
              <a:t> </a:t>
            </a:r>
            <a:r>
              <a:rPr lang="en-US" sz="3200" dirty="0">
                <a:cs typeface="Calibri" panose="020F0502020204030204"/>
              </a:rPr>
              <a:t>cannot</a:t>
            </a:r>
            <a:r>
              <a:rPr lang="en-US" sz="3200" spc="-92" dirty="0">
                <a:cs typeface="Calibri" panose="020F0502020204030204"/>
              </a:rPr>
              <a:t> </a:t>
            </a:r>
            <a:r>
              <a:rPr lang="en-US" sz="3200" dirty="0">
                <a:cs typeface="Calibri" panose="020F0502020204030204"/>
              </a:rPr>
              <a:t>conclude</a:t>
            </a:r>
            <a:r>
              <a:rPr lang="en-US" sz="3200" spc="-108" dirty="0">
                <a:cs typeface="Calibri" panose="020F0502020204030204"/>
              </a:rPr>
              <a:t> </a:t>
            </a:r>
            <a:r>
              <a:rPr lang="en-US" sz="3200" dirty="0">
                <a:cs typeface="Calibri" panose="020F0502020204030204"/>
              </a:rPr>
              <a:t>that</a:t>
            </a:r>
            <a:r>
              <a:rPr lang="en-US" sz="3200" spc="-62" dirty="0">
                <a:cs typeface="Calibri" panose="020F0502020204030204"/>
              </a:rPr>
              <a:t> </a:t>
            </a:r>
            <a:r>
              <a:rPr lang="en-US" sz="3200" dirty="0">
                <a:cs typeface="Calibri" panose="020F0502020204030204"/>
              </a:rPr>
              <a:t>all</a:t>
            </a:r>
            <a:r>
              <a:rPr lang="en-US" sz="3200" spc="-54" dirty="0">
                <a:cs typeface="Calibri" panose="020F0502020204030204"/>
              </a:rPr>
              <a:t> </a:t>
            </a:r>
            <a:r>
              <a:rPr lang="en-US" sz="3200" dirty="0">
                <a:cs typeface="Calibri" panose="020F0502020204030204"/>
              </a:rPr>
              <a:t>population</a:t>
            </a:r>
            <a:r>
              <a:rPr lang="en-US" sz="3200" spc="-69" dirty="0">
                <a:cs typeface="Calibri" panose="020F0502020204030204"/>
              </a:rPr>
              <a:t> </a:t>
            </a:r>
            <a:r>
              <a:rPr lang="en-US" sz="3200" dirty="0">
                <a:cs typeface="Calibri" panose="020F0502020204030204"/>
              </a:rPr>
              <a:t>means</a:t>
            </a:r>
            <a:r>
              <a:rPr lang="en-US" sz="3200" spc="-62" dirty="0">
                <a:cs typeface="Calibri" panose="020F0502020204030204"/>
              </a:rPr>
              <a:t> </a:t>
            </a:r>
            <a:r>
              <a:rPr lang="en-US" sz="3200" dirty="0">
                <a:cs typeface="Calibri" panose="020F0502020204030204"/>
              </a:rPr>
              <a:t>are</a:t>
            </a:r>
            <a:r>
              <a:rPr lang="en-US" sz="3200" spc="-62" dirty="0">
                <a:cs typeface="Calibri" panose="020F0502020204030204"/>
              </a:rPr>
              <a:t> not </a:t>
            </a:r>
            <a:r>
              <a:rPr lang="en-US" sz="3200" spc="-15" dirty="0">
                <a:cs typeface="Calibri" panose="020F0502020204030204"/>
              </a:rPr>
              <a:t>equal</a:t>
            </a:r>
            <a:endParaRPr lang="en-US" sz="3200" dirty="0">
              <a:cs typeface="Calibri" panose="020F0502020204030204"/>
            </a:endParaRPr>
          </a:p>
          <a:p>
            <a:pPr marL="586740" marR="66675" indent="-528320">
              <a:spcBef>
                <a:spcPts val="740"/>
              </a:spcBef>
              <a:buFont typeface="Courier New" panose="02070309020205020404" pitchFamily="49" charset="0"/>
              <a:buChar char="o"/>
              <a:tabLst>
                <a:tab pos="586740" algn="l"/>
              </a:tabLst>
            </a:pPr>
            <a:r>
              <a:rPr lang="en-US" sz="3200" dirty="0">
                <a:cs typeface="Calibri" panose="020F0502020204030204"/>
              </a:rPr>
              <a:t>Rejecting</a:t>
            </a:r>
            <a:r>
              <a:rPr lang="en-US" sz="3200" spc="562" dirty="0">
                <a:cs typeface="Calibri" panose="020F0502020204030204"/>
              </a:rPr>
              <a:t> </a:t>
            </a:r>
            <a:r>
              <a:rPr lang="en-US" sz="3200" i="1" dirty="0">
                <a:cs typeface="Calibri" panose="020F0502020204030204"/>
              </a:rPr>
              <a:t>H</a:t>
            </a:r>
            <a:r>
              <a:rPr lang="en-US" sz="3200" i="1" baseline="-21000" dirty="0">
                <a:cs typeface="Calibri" panose="020F0502020204030204"/>
              </a:rPr>
              <a:t>0</a:t>
            </a:r>
            <a:r>
              <a:rPr lang="en-US" sz="3200" i="1" spc="242" baseline="-21000" dirty="0">
                <a:cs typeface="Calibri" panose="020F0502020204030204"/>
              </a:rPr>
              <a:t>  </a:t>
            </a:r>
            <a:r>
              <a:rPr lang="en-US" sz="3200" dirty="0">
                <a:cs typeface="Calibri" panose="020F0502020204030204"/>
              </a:rPr>
              <a:t>means</a:t>
            </a:r>
            <a:r>
              <a:rPr lang="en-US" sz="3200" spc="562" dirty="0">
                <a:cs typeface="Calibri" panose="020F0502020204030204"/>
              </a:rPr>
              <a:t> </a:t>
            </a:r>
            <a:r>
              <a:rPr lang="en-US" sz="3200" dirty="0">
                <a:cs typeface="Calibri" panose="020F0502020204030204"/>
              </a:rPr>
              <a:t>that</a:t>
            </a:r>
            <a:r>
              <a:rPr lang="en-US" sz="3200" spc="555" dirty="0">
                <a:cs typeface="Calibri" panose="020F0502020204030204"/>
              </a:rPr>
              <a:t> </a:t>
            </a:r>
            <a:r>
              <a:rPr lang="en-US" sz="3200" dirty="0">
                <a:cs typeface="Calibri" panose="020F0502020204030204"/>
              </a:rPr>
              <a:t>at</a:t>
            </a:r>
            <a:r>
              <a:rPr lang="en-US" sz="3200" spc="570" dirty="0">
                <a:cs typeface="Calibri" panose="020F0502020204030204"/>
              </a:rPr>
              <a:t> </a:t>
            </a:r>
            <a:r>
              <a:rPr lang="en-US" sz="3200" dirty="0">
                <a:cs typeface="Calibri" panose="020F0502020204030204"/>
              </a:rPr>
              <a:t>least</a:t>
            </a:r>
            <a:r>
              <a:rPr lang="en-US" sz="3200" spc="555" dirty="0">
                <a:cs typeface="Calibri" panose="020F0502020204030204"/>
              </a:rPr>
              <a:t> </a:t>
            </a:r>
            <a:r>
              <a:rPr lang="en-US" sz="3200" dirty="0">
                <a:cs typeface="Calibri" panose="020F0502020204030204"/>
              </a:rPr>
              <a:t>two</a:t>
            </a:r>
            <a:r>
              <a:rPr lang="en-US" sz="3200" spc="555" dirty="0">
                <a:cs typeface="Calibri" panose="020F0502020204030204"/>
              </a:rPr>
              <a:t> </a:t>
            </a:r>
            <a:r>
              <a:rPr lang="en-US" sz="3200" dirty="0">
                <a:cs typeface="Calibri" panose="020F0502020204030204"/>
              </a:rPr>
              <a:t>population</a:t>
            </a:r>
            <a:r>
              <a:rPr lang="en-US" sz="3200" spc="562" dirty="0">
                <a:cs typeface="Calibri" panose="020F0502020204030204"/>
              </a:rPr>
              <a:t> </a:t>
            </a:r>
            <a:r>
              <a:rPr lang="en-US" sz="3200" dirty="0">
                <a:cs typeface="Calibri" panose="020F0502020204030204"/>
              </a:rPr>
              <a:t>means</a:t>
            </a:r>
            <a:r>
              <a:rPr lang="en-US" sz="3200" spc="555" dirty="0">
                <a:cs typeface="Calibri" panose="020F0502020204030204"/>
              </a:rPr>
              <a:t> </a:t>
            </a:r>
            <a:r>
              <a:rPr lang="en-US" sz="3200" dirty="0">
                <a:cs typeface="Calibri" panose="020F0502020204030204"/>
              </a:rPr>
              <a:t>have</a:t>
            </a:r>
            <a:r>
              <a:rPr lang="en-US" sz="3200" spc="555" dirty="0">
                <a:cs typeface="Calibri" panose="020F0502020204030204"/>
              </a:rPr>
              <a:t> </a:t>
            </a:r>
            <a:r>
              <a:rPr lang="en-US" sz="3200" spc="-15" dirty="0">
                <a:cs typeface="Calibri" panose="020F0502020204030204"/>
              </a:rPr>
              <a:t>different values</a:t>
            </a:r>
            <a:endParaRPr lang="en-US" sz="3200" dirty="0">
              <a:cs typeface="Calibri" panose="020F0502020204030204"/>
            </a:endParaRPr>
          </a:p>
          <a:p>
            <a:pPr marL="606425" marR="27305" indent="-528320">
              <a:spcBef>
                <a:spcPts val="10"/>
              </a:spcBef>
              <a:buFont typeface="Arial MT"/>
              <a:buChar char="•"/>
              <a:tabLst>
                <a:tab pos="605790" algn="l"/>
              </a:tabLst>
            </a:pPr>
            <a:endParaRPr sz="3080" dirty="0">
              <a:latin typeface="Calibri" panose="020F0502020204030204"/>
              <a:cs typeface="Calibri" panose="020F0502020204030204"/>
            </a:endParaRPr>
          </a:p>
          <a:p>
            <a:pPr marL="3071495">
              <a:spcBef>
                <a:spcPts val="590"/>
              </a:spcBef>
            </a:pPr>
            <a:endParaRPr lang="en-US" sz="3080" spc="-15" dirty="0">
              <a:latin typeface="Calibri" panose="020F0502020204030204"/>
              <a:cs typeface="Calibri" panose="020F0502020204030204"/>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BF0791F-8425-9AB0-173E-C784611A5238}"/>
                  </a:ext>
                </a:extLst>
              </p14:cNvPr>
              <p14:cNvContentPartPr/>
              <p14:nvPr/>
            </p14:nvContentPartPr>
            <p14:xfrm>
              <a:off x="6316621" y="1361590"/>
              <a:ext cx="5925960" cy="107280"/>
            </p14:xfrm>
          </p:contentPart>
        </mc:Choice>
        <mc:Fallback>
          <p:pic>
            <p:nvPicPr>
              <p:cNvPr id="4" name="Ink 3">
                <a:extLst>
                  <a:ext uri="{FF2B5EF4-FFF2-40B4-BE49-F238E27FC236}">
                    <a16:creationId xmlns:a16="http://schemas.microsoft.com/office/drawing/2014/main" id="{ABF0791F-8425-9AB0-173E-C784611A5238}"/>
                  </a:ext>
                </a:extLst>
              </p:cNvPr>
              <p:cNvPicPr/>
              <p:nvPr/>
            </p:nvPicPr>
            <p:blipFill>
              <a:blip r:embed="rId3"/>
              <a:stretch>
                <a:fillRect/>
              </a:stretch>
            </p:blipFill>
            <p:spPr>
              <a:xfrm>
                <a:off x="6310501" y="1355470"/>
                <a:ext cx="593820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A6CB0849-0754-0A91-A334-DF23683E7624}"/>
                  </a:ext>
                </a:extLst>
              </p14:cNvPr>
              <p14:cNvContentPartPr/>
              <p14:nvPr/>
            </p14:nvContentPartPr>
            <p14:xfrm>
              <a:off x="1300381" y="1922470"/>
              <a:ext cx="5743440" cy="233280"/>
            </p14:xfrm>
          </p:contentPart>
        </mc:Choice>
        <mc:Fallback>
          <p:pic>
            <p:nvPicPr>
              <p:cNvPr id="5" name="Ink 4">
                <a:extLst>
                  <a:ext uri="{FF2B5EF4-FFF2-40B4-BE49-F238E27FC236}">
                    <a16:creationId xmlns:a16="http://schemas.microsoft.com/office/drawing/2014/main" id="{A6CB0849-0754-0A91-A334-DF23683E7624}"/>
                  </a:ext>
                </a:extLst>
              </p:cNvPr>
              <p:cNvPicPr/>
              <p:nvPr/>
            </p:nvPicPr>
            <p:blipFill>
              <a:blip r:embed="rId5"/>
              <a:stretch>
                <a:fillRect/>
              </a:stretch>
            </p:blipFill>
            <p:spPr>
              <a:xfrm>
                <a:off x="1294261" y="1916350"/>
                <a:ext cx="5755680" cy="2455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051931" y="2057400"/>
            <a:ext cx="5646433" cy="493857"/>
          </a:xfrm>
          <a:prstGeom prst="rect">
            <a:avLst/>
          </a:prstGeom>
        </p:spPr>
        <p:txBody>
          <a:bodyPr vert="horz" wrap="square" lIns="0" tIns="19562" rIns="0" bIns="0" rtlCol="0">
            <a:spAutoFit/>
          </a:bodyPr>
          <a:lstStyle/>
          <a:p>
            <a:pPr marL="19685">
              <a:spcBef>
                <a:spcPts val="155"/>
              </a:spcBef>
              <a:tabLst>
                <a:tab pos="2236470" algn="l"/>
                <a:tab pos="3738245" algn="l"/>
                <a:tab pos="4216400" algn="l"/>
              </a:tabLst>
            </a:pPr>
            <a:r>
              <a:rPr sz="3080" spc="-15" dirty="0">
                <a:latin typeface="Calibri" panose="020F0502020204030204"/>
                <a:cs typeface="Calibri" panose="020F0502020204030204"/>
              </a:rPr>
              <a:t>(dependent)</a:t>
            </a:r>
            <a:r>
              <a:rPr sz="3080" dirty="0">
                <a:latin typeface="Calibri" panose="020F0502020204030204"/>
                <a:cs typeface="Calibri" panose="020F0502020204030204"/>
              </a:rPr>
              <a:t>	</a:t>
            </a:r>
            <a:r>
              <a:rPr sz="3080" spc="-15" dirty="0">
                <a:latin typeface="Calibri" panose="020F0502020204030204"/>
                <a:cs typeface="Calibri" panose="020F0502020204030204"/>
              </a:rPr>
              <a:t>variable</a:t>
            </a:r>
            <a:r>
              <a:rPr sz="3080" dirty="0">
                <a:latin typeface="Calibri" panose="020F0502020204030204"/>
                <a:cs typeface="Calibri" panose="020F0502020204030204"/>
              </a:rPr>
              <a:t>	</a:t>
            </a:r>
            <a:r>
              <a:rPr sz="3080" spc="-39" dirty="0">
                <a:latin typeface="Calibri" panose="020F0502020204030204"/>
                <a:cs typeface="Calibri" panose="020F0502020204030204"/>
              </a:rPr>
              <a:t>is</a:t>
            </a:r>
            <a:r>
              <a:rPr sz="3080" dirty="0">
                <a:latin typeface="Calibri" panose="020F0502020204030204"/>
                <a:cs typeface="Calibri" panose="020F0502020204030204"/>
              </a:rPr>
              <a:t>	</a:t>
            </a:r>
            <a:r>
              <a:rPr sz="3080" spc="-15" dirty="0">
                <a:latin typeface="Calibri" panose="020F0502020204030204"/>
                <a:cs typeface="Calibri" panose="020F0502020204030204"/>
              </a:rPr>
              <a:t>normally</a:t>
            </a:r>
            <a:endParaRPr sz="3080" dirty="0">
              <a:latin typeface="Calibri" panose="020F0502020204030204"/>
              <a:cs typeface="Calibri" panose="020F0502020204030204"/>
            </a:endParaRPr>
          </a:p>
        </p:txBody>
      </p:sp>
      <p:sp>
        <p:nvSpPr>
          <p:cNvPr id="4" name="object 4"/>
          <p:cNvSpPr txBox="1"/>
          <p:nvPr/>
        </p:nvSpPr>
        <p:spPr>
          <a:xfrm>
            <a:off x="457740" y="977712"/>
            <a:ext cx="6594191" cy="2096181"/>
          </a:xfrm>
          <a:prstGeom prst="rect">
            <a:avLst/>
          </a:prstGeom>
        </p:spPr>
        <p:txBody>
          <a:bodyPr vert="horz" wrap="square" lIns="0" tIns="20540" rIns="0" bIns="0" rtlCol="0">
            <a:spAutoFit/>
          </a:bodyPr>
          <a:lstStyle/>
          <a:p>
            <a:pPr marL="19685">
              <a:spcBef>
                <a:spcPts val="160"/>
              </a:spcBef>
            </a:pPr>
            <a:r>
              <a:rPr sz="3080" spc="-15" dirty="0">
                <a:latin typeface="Calibri" panose="020F0502020204030204"/>
                <a:cs typeface="Calibri" panose="020F0502020204030204"/>
              </a:rPr>
              <a:t>Assumptions</a:t>
            </a:r>
            <a:r>
              <a:rPr sz="3080" spc="-54" dirty="0">
                <a:latin typeface="Calibri" panose="020F0502020204030204"/>
                <a:cs typeface="Calibri" panose="020F0502020204030204"/>
              </a:rPr>
              <a:t> </a:t>
            </a:r>
            <a:r>
              <a:rPr sz="3080" dirty="0">
                <a:latin typeface="Calibri" panose="020F0502020204030204"/>
                <a:cs typeface="Calibri" panose="020F0502020204030204"/>
              </a:rPr>
              <a:t>for</a:t>
            </a:r>
            <a:r>
              <a:rPr sz="3080" spc="-85" dirty="0">
                <a:latin typeface="Calibri" panose="020F0502020204030204"/>
                <a:cs typeface="Calibri" panose="020F0502020204030204"/>
              </a:rPr>
              <a:t> </a:t>
            </a:r>
            <a:r>
              <a:rPr sz="3080" dirty="0">
                <a:latin typeface="Calibri" panose="020F0502020204030204"/>
                <a:cs typeface="Calibri" panose="020F0502020204030204"/>
              </a:rPr>
              <a:t>Analysis</a:t>
            </a:r>
            <a:r>
              <a:rPr sz="3080" spc="-62" dirty="0">
                <a:latin typeface="Calibri" panose="020F0502020204030204"/>
                <a:cs typeface="Calibri" panose="020F0502020204030204"/>
              </a:rPr>
              <a:t> </a:t>
            </a:r>
            <a:r>
              <a:rPr sz="3080" dirty="0">
                <a:latin typeface="Calibri" panose="020F0502020204030204"/>
                <a:cs typeface="Calibri" panose="020F0502020204030204"/>
              </a:rPr>
              <a:t>of</a:t>
            </a:r>
            <a:r>
              <a:rPr sz="3080" spc="-77" dirty="0">
                <a:latin typeface="Calibri" panose="020F0502020204030204"/>
                <a:cs typeface="Calibri" panose="020F0502020204030204"/>
              </a:rPr>
              <a:t> </a:t>
            </a:r>
            <a:r>
              <a:rPr sz="3080" spc="-15" dirty="0">
                <a:latin typeface="Calibri" panose="020F0502020204030204"/>
                <a:cs typeface="Calibri" panose="020F0502020204030204"/>
              </a:rPr>
              <a:t>Variance</a:t>
            </a:r>
            <a:endParaRPr sz="3080" dirty="0">
              <a:latin typeface="Calibri" panose="020F0502020204030204"/>
              <a:cs typeface="Calibri" panose="020F0502020204030204"/>
            </a:endParaRPr>
          </a:p>
          <a:p>
            <a:pPr>
              <a:spcBef>
                <a:spcPts val="1410"/>
              </a:spcBef>
            </a:pPr>
            <a:endParaRPr sz="3080" dirty="0">
              <a:latin typeface="Calibri" panose="020F0502020204030204"/>
              <a:cs typeface="Calibri" panose="020F0502020204030204"/>
            </a:endParaRPr>
          </a:p>
          <a:p>
            <a:pPr marL="548005" marR="7620" indent="-528320">
              <a:spcBef>
                <a:spcPts val="10"/>
              </a:spcBef>
              <a:buFont typeface="Arial MT"/>
              <a:buChar char="•"/>
              <a:tabLst>
                <a:tab pos="547370" algn="l"/>
                <a:tab pos="1303655" algn="l"/>
                <a:tab pos="2293620" algn="l"/>
                <a:tab pos="4358005" algn="l"/>
                <a:tab pos="5127625" algn="l"/>
              </a:tabLst>
            </a:pPr>
            <a:r>
              <a:rPr sz="3080" spc="-39" dirty="0">
                <a:latin typeface="Calibri" panose="020F0502020204030204"/>
                <a:cs typeface="Calibri" panose="020F0502020204030204"/>
              </a:rPr>
              <a:t>For</a:t>
            </a:r>
            <a:r>
              <a:rPr sz="3080" dirty="0">
                <a:latin typeface="Calibri" panose="020F0502020204030204"/>
                <a:cs typeface="Calibri" panose="020F0502020204030204"/>
              </a:rPr>
              <a:t>	</a:t>
            </a:r>
            <a:r>
              <a:rPr sz="3080" spc="-31" dirty="0">
                <a:latin typeface="Calibri" panose="020F0502020204030204"/>
                <a:cs typeface="Calibri" panose="020F0502020204030204"/>
              </a:rPr>
              <a:t>each</a:t>
            </a:r>
            <a:r>
              <a:rPr sz="3080" dirty="0">
                <a:latin typeface="Calibri" panose="020F0502020204030204"/>
                <a:cs typeface="Calibri" panose="020F0502020204030204"/>
              </a:rPr>
              <a:t>	</a:t>
            </a:r>
            <a:r>
              <a:rPr sz="3080" spc="-15" dirty="0">
                <a:latin typeface="Calibri" panose="020F0502020204030204"/>
                <a:cs typeface="Calibri" panose="020F0502020204030204"/>
              </a:rPr>
              <a:t>population,</a:t>
            </a:r>
            <a:r>
              <a:rPr sz="3080" dirty="0">
                <a:latin typeface="Calibri" panose="020F0502020204030204"/>
                <a:cs typeface="Calibri" panose="020F0502020204030204"/>
              </a:rPr>
              <a:t>	</a:t>
            </a:r>
            <a:r>
              <a:rPr sz="3080" spc="-39" dirty="0">
                <a:latin typeface="Calibri" panose="020F0502020204030204"/>
                <a:cs typeface="Calibri" panose="020F0502020204030204"/>
              </a:rPr>
              <a:t>the</a:t>
            </a:r>
            <a:r>
              <a:rPr sz="3080" dirty="0">
                <a:latin typeface="Calibri" panose="020F0502020204030204"/>
                <a:cs typeface="Calibri" panose="020F0502020204030204"/>
              </a:rPr>
              <a:t>	</a:t>
            </a:r>
            <a:r>
              <a:rPr sz="3080" spc="-15" dirty="0">
                <a:latin typeface="Calibri" panose="020F0502020204030204"/>
                <a:cs typeface="Calibri" panose="020F0502020204030204"/>
              </a:rPr>
              <a:t>response distributed</a:t>
            </a:r>
            <a:endParaRPr sz="3080" dirty="0">
              <a:latin typeface="Calibri" panose="020F0502020204030204"/>
              <a:cs typeface="Calibri" panose="020F0502020204030204"/>
            </a:endParaRPr>
          </a:p>
        </p:txBody>
      </p:sp>
      <p:sp>
        <p:nvSpPr>
          <p:cNvPr id="5" name="object 5"/>
          <p:cNvSpPr txBox="1"/>
          <p:nvPr/>
        </p:nvSpPr>
        <p:spPr>
          <a:xfrm>
            <a:off x="481469" y="3630945"/>
            <a:ext cx="12570238" cy="2124144"/>
          </a:xfrm>
          <a:prstGeom prst="rect">
            <a:avLst/>
          </a:prstGeom>
        </p:spPr>
        <p:txBody>
          <a:bodyPr vert="horz" wrap="square" lIns="0" tIns="59663" rIns="0" bIns="0" rtlCol="0">
            <a:spAutoFit/>
          </a:bodyPr>
          <a:lstStyle/>
          <a:p>
            <a:pPr marL="606425" marR="86360" indent="-528320">
              <a:lnSpc>
                <a:spcPts val="3665"/>
              </a:lnSpc>
              <a:spcBef>
                <a:spcPts val="470"/>
              </a:spcBef>
              <a:buFont typeface="Arial MT"/>
              <a:buChar char="•"/>
              <a:tabLst>
                <a:tab pos="605790" algn="l"/>
              </a:tabLst>
            </a:pPr>
            <a:r>
              <a:rPr sz="3080" dirty="0">
                <a:latin typeface="Calibri" panose="020F0502020204030204"/>
                <a:cs typeface="Calibri" panose="020F0502020204030204"/>
              </a:rPr>
              <a:t>The</a:t>
            </a:r>
            <a:r>
              <a:rPr sz="3080" spc="176" dirty="0">
                <a:latin typeface="Calibri" panose="020F0502020204030204"/>
                <a:cs typeface="Calibri" panose="020F0502020204030204"/>
              </a:rPr>
              <a:t> </a:t>
            </a:r>
            <a:r>
              <a:rPr sz="3080" dirty="0">
                <a:latin typeface="Calibri" panose="020F0502020204030204"/>
                <a:cs typeface="Calibri" panose="020F0502020204030204"/>
              </a:rPr>
              <a:t>variance</a:t>
            </a:r>
            <a:r>
              <a:rPr sz="3080" spc="169" dirty="0">
                <a:latin typeface="Calibri" panose="020F0502020204030204"/>
                <a:cs typeface="Calibri" panose="020F0502020204030204"/>
              </a:rPr>
              <a:t> </a:t>
            </a:r>
            <a:r>
              <a:rPr sz="3080" dirty="0">
                <a:latin typeface="Calibri" panose="020F0502020204030204"/>
                <a:cs typeface="Calibri" panose="020F0502020204030204"/>
              </a:rPr>
              <a:t>of</a:t>
            </a:r>
            <a:r>
              <a:rPr sz="3080" spc="193" dirty="0">
                <a:latin typeface="Calibri" panose="020F0502020204030204"/>
                <a:cs typeface="Calibri" panose="020F0502020204030204"/>
              </a:rPr>
              <a:t> </a:t>
            </a:r>
            <a:r>
              <a:rPr sz="3080" dirty="0">
                <a:latin typeface="Calibri" panose="020F0502020204030204"/>
                <a:cs typeface="Calibri" panose="020F0502020204030204"/>
              </a:rPr>
              <a:t>the</a:t>
            </a:r>
            <a:r>
              <a:rPr sz="3080" spc="176" dirty="0">
                <a:latin typeface="Calibri" panose="020F0502020204030204"/>
                <a:cs typeface="Calibri" panose="020F0502020204030204"/>
              </a:rPr>
              <a:t> </a:t>
            </a:r>
            <a:r>
              <a:rPr sz="3080" dirty="0">
                <a:latin typeface="Calibri" panose="020F0502020204030204"/>
                <a:cs typeface="Calibri" panose="020F0502020204030204"/>
              </a:rPr>
              <a:t>response</a:t>
            </a:r>
            <a:r>
              <a:rPr sz="3080" spc="176" dirty="0">
                <a:latin typeface="Calibri" panose="020F0502020204030204"/>
                <a:cs typeface="Calibri" panose="020F0502020204030204"/>
              </a:rPr>
              <a:t> </a:t>
            </a:r>
            <a:r>
              <a:rPr sz="3080" dirty="0">
                <a:latin typeface="Calibri" panose="020F0502020204030204"/>
                <a:cs typeface="Calibri" panose="020F0502020204030204"/>
              </a:rPr>
              <a:t>variable,</a:t>
            </a:r>
            <a:r>
              <a:rPr sz="3080" spc="193" dirty="0">
                <a:latin typeface="Calibri" panose="020F0502020204030204"/>
                <a:cs typeface="Calibri" panose="020F0502020204030204"/>
              </a:rPr>
              <a:t> </a:t>
            </a:r>
            <a:r>
              <a:rPr sz="3080" dirty="0">
                <a:latin typeface="Calibri" panose="020F0502020204030204"/>
                <a:cs typeface="Calibri" panose="020F0502020204030204"/>
              </a:rPr>
              <a:t>denoted</a:t>
            </a:r>
            <a:r>
              <a:rPr sz="3080" spc="176" dirty="0">
                <a:latin typeface="Calibri" panose="020F0502020204030204"/>
                <a:cs typeface="Calibri" panose="020F0502020204030204"/>
              </a:rPr>
              <a:t> </a:t>
            </a:r>
            <a:r>
              <a:rPr sz="3235" dirty="0">
                <a:latin typeface="Symbol" panose="05050102010706020507"/>
                <a:cs typeface="Symbol" panose="05050102010706020507"/>
              </a:rPr>
              <a:t></a:t>
            </a:r>
            <a:r>
              <a:rPr sz="3235" spc="69" dirty="0">
                <a:latin typeface="Times New Roman" panose="02020603050405020304"/>
                <a:cs typeface="Times New Roman" panose="02020603050405020304"/>
              </a:rPr>
              <a:t> </a:t>
            </a:r>
            <a:r>
              <a:rPr sz="3005" baseline="26000" dirty="0">
                <a:latin typeface="Calibri" panose="020F0502020204030204"/>
                <a:cs typeface="Calibri" panose="020F0502020204030204"/>
              </a:rPr>
              <a:t>2</a:t>
            </a:r>
            <a:r>
              <a:rPr sz="3080" dirty="0">
                <a:latin typeface="Calibri" panose="020F0502020204030204"/>
                <a:cs typeface="Calibri" panose="020F0502020204030204"/>
              </a:rPr>
              <a:t>,</a:t>
            </a:r>
            <a:r>
              <a:rPr sz="3080" spc="176" dirty="0">
                <a:latin typeface="Calibri" panose="020F0502020204030204"/>
                <a:cs typeface="Calibri" panose="020F0502020204030204"/>
              </a:rPr>
              <a:t> </a:t>
            </a:r>
            <a:r>
              <a:rPr sz="3080" dirty="0">
                <a:latin typeface="Calibri" panose="020F0502020204030204"/>
                <a:cs typeface="Calibri" panose="020F0502020204030204"/>
              </a:rPr>
              <a:t>is</a:t>
            </a:r>
            <a:r>
              <a:rPr sz="3080" spc="185" dirty="0">
                <a:latin typeface="Calibri" panose="020F0502020204030204"/>
                <a:cs typeface="Calibri" panose="020F0502020204030204"/>
              </a:rPr>
              <a:t> </a:t>
            </a:r>
            <a:r>
              <a:rPr sz="3080" dirty="0">
                <a:latin typeface="Calibri" panose="020F0502020204030204"/>
                <a:cs typeface="Calibri" panose="020F0502020204030204"/>
              </a:rPr>
              <a:t>the</a:t>
            </a:r>
            <a:r>
              <a:rPr sz="3080" spc="193" dirty="0">
                <a:latin typeface="Calibri" panose="020F0502020204030204"/>
                <a:cs typeface="Calibri" panose="020F0502020204030204"/>
              </a:rPr>
              <a:t> </a:t>
            </a:r>
            <a:r>
              <a:rPr sz="3080" dirty="0">
                <a:latin typeface="Calibri" panose="020F0502020204030204"/>
                <a:cs typeface="Calibri" panose="020F0502020204030204"/>
              </a:rPr>
              <a:t>same</a:t>
            </a:r>
            <a:r>
              <a:rPr sz="3080" spc="185" dirty="0">
                <a:latin typeface="Calibri" panose="020F0502020204030204"/>
                <a:cs typeface="Calibri" panose="020F0502020204030204"/>
              </a:rPr>
              <a:t> </a:t>
            </a:r>
            <a:r>
              <a:rPr sz="3080" dirty="0">
                <a:latin typeface="Calibri" panose="020F0502020204030204"/>
                <a:cs typeface="Calibri" panose="020F0502020204030204"/>
              </a:rPr>
              <a:t>for</a:t>
            </a:r>
            <a:r>
              <a:rPr sz="3080" spc="185" dirty="0">
                <a:latin typeface="Calibri" panose="020F0502020204030204"/>
                <a:cs typeface="Calibri" panose="020F0502020204030204"/>
              </a:rPr>
              <a:t> </a:t>
            </a:r>
            <a:r>
              <a:rPr sz="3080" dirty="0">
                <a:latin typeface="Calibri" panose="020F0502020204030204"/>
                <a:cs typeface="Calibri" panose="020F0502020204030204"/>
              </a:rPr>
              <a:t>all</a:t>
            </a:r>
            <a:r>
              <a:rPr sz="3080" spc="162" dirty="0">
                <a:latin typeface="Calibri" panose="020F0502020204030204"/>
                <a:cs typeface="Calibri" panose="020F0502020204030204"/>
              </a:rPr>
              <a:t> </a:t>
            </a:r>
            <a:r>
              <a:rPr sz="3080" spc="-39" dirty="0">
                <a:latin typeface="Calibri" panose="020F0502020204030204"/>
                <a:cs typeface="Calibri" panose="020F0502020204030204"/>
              </a:rPr>
              <a:t>of </a:t>
            </a:r>
            <a:r>
              <a:rPr sz="3080" dirty="0">
                <a:latin typeface="Calibri" panose="020F0502020204030204"/>
                <a:cs typeface="Calibri" panose="020F0502020204030204"/>
              </a:rPr>
              <a:t>the</a:t>
            </a:r>
            <a:r>
              <a:rPr sz="3080" spc="-39" dirty="0">
                <a:latin typeface="Calibri" panose="020F0502020204030204"/>
                <a:cs typeface="Calibri" panose="020F0502020204030204"/>
              </a:rPr>
              <a:t> </a:t>
            </a:r>
            <a:r>
              <a:rPr sz="3080" spc="-15" dirty="0">
                <a:latin typeface="Calibri" panose="020F0502020204030204"/>
                <a:cs typeface="Calibri" panose="020F0502020204030204"/>
              </a:rPr>
              <a:t>populations</a:t>
            </a:r>
            <a:endParaRPr sz="3080" dirty="0">
              <a:latin typeface="Calibri" panose="020F0502020204030204"/>
              <a:cs typeface="Calibri" panose="020F0502020204030204"/>
            </a:endParaRPr>
          </a:p>
          <a:p>
            <a:pPr>
              <a:spcBef>
                <a:spcPts val="1295"/>
              </a:spcBef>
              <a:buFont typeface="Arial MT"/>
              <a:buChar char="•"/>
            </a:pPr>
            <a:endParaRPr sz="3080" dirty="0">
              <a:latin typeface="Calibri" panose="020F0502020204030204"/>
              <a:cs typeface="Calibri" panose="020F0502020204030204"/>
            </a:endParaRPr>
          </a:p>
          <a:p>
            <a:pPr marL="605155" indent="-527050">
              <a:spcBef>
                <a:spcPts val="10"/>
              </a:spcBef>
              <a:buFont typeface="Arial MT"/>
              <a:buChar char="•"/>
              <a:tabLst>
                <a:tab pos="605155" algn="l"/>
              </a:tabLst>
            </a:pPr>
            <a:r>
              <a:rPr sz="3080" dirty="0">
                <a:latin typeface="Calibri" panose="020F0502020204030204"/>
                <a:cs typeface="Calibri" panose="020F0502020204030204"/>
              </a:rPr>
              <a:t>The</a:t>
            </a:r>
            <a:r>
              <a:rPr sz="3080" spc="-46" dirty="0">
                <a:latin typeface="Calibri" panose="020F0502020204030204"/>
                <a:cs typeface="Calibri" panose="020F0502020204030204"/>
              </a:rPr>
              <a:t> </a:t>
            </a:r>
            <a:r>
              <a:rPr sz="3080" spc="-15" dirty="0">
                <a:latin typeface="Calibri" panose="020F0502020204030204"/>
                <a:cs typeface="Calibri" panose="020F0502020204030204"/>
              </a:rPr>
              <a:t>observations</a:t>
            </a:r>
            <a:r>
              <a:rPr sz="3080" spc="-54" dirty="0">
                <a:latin typeface="Calibri" panose="020F0502020204030204"/>
                <a:cs typeface="Calibri" panose="020F0502020204030204"/>
              </a:rPr>
              <a:t> </a:t>
            </a:r>
            <a:r>
              <a:rPr sz="3080" dirty="0">
                <a:latin typeface="Calibri" panose="020F0502020204030204"/>
                <a:cs typeface="Calibri" panose="020F0502020204030204"/>
              </a:rPr>
              <a:t>must</a:t>
            </a:r>
            <a:r>
              <a:rPr sz="3080" spc="-39" dirty="0">
                <a:latin typeface="Calibri" panose="020F0502020204030204"/>
                <a:cs typeface="Calibri" panose="020F0502020204030204"/>
              </a:rPr>
              <a:t> </a:t>
            </a:r>
            <a:r>
              <a:rPr sz="3080" dirty="0">
                <a:latin typeface="Calibri" panose="020F0502020204030204"/>
                <a:cs typeface="Calibri" panose="020F0502020204030204"/>
              </a:rPr>
              <a:t>be</a:t>
            </a:r>
            <a:r>
              <a:rPr sz="3080" spc="-69" dirty="0">
                <a:latin typeface="Calibri" panose="020F0502020204030204"/>
                <a:cs typeface="Calibri" panose="020F0502020204030204"/>
              </a:rPr>
              <a:t> </a:t>
            </a:r>
            <a:r>
              <a:rPr sz="3080" spc="-15" dirty="0">
                <a:latin typeface="Calibri" panose="020F0502020204030204"/>
                <a:cs typeface="Calibri" panose="020F0502020204030204"/>
              </a:rPr>
              <a:t>independent</a:t>
            </a:r>
            <a:endParaRPr sz="3080" dirty="0">
              <a:latin typeface="Calibri" panose="020F0502020204030204"/>
              <a:cs typeface="Calibri" panose="020F0502020204030204"/>
            </a:endParaRPr>
          </a:p>
        </p:txBody>
      </p:sp>
      <p:sp>
        <p:nvSpPr>
          <p:cNvPr id="10" name="Rectangle 9"/>
          <p:cNvSpPr/>
          <p:nvPr/>
        </p:nvSpPr>
        <p:spPr>
          <a:xfrm>
            <a:off x="212805" y="253425"/>
            <a:ext cx="7286545" cy="584775"/>
          </a:xfrm>
          <a:prstGeom prst="rect">
            <a:avLst/>
          </a:prstGeom>
        </p:spPr>
        <p:txBody>
          <a:bodyPr wrap="square">
            <a:spAutoFit/>
          </a:bodyPr>
          <a:lstStyle/>
          <a:p>
            <a:r>
              <a:rPr lang="en-US" sz="3200" dirty="0">
                <a:solidFill>
                  <a:schemeClr val="bg1"/>
                </a:solidFill>
              </a:rPr>
              <a:t>Analysis</a:t>
            </a:r>
            <a:r>
              <a:rPr lang="en-US" sz="3200" spc="-92" dirty="0">
                <a:solidFill>
                  <a:schemeClr val="bg1"/>
                </a:solidFill>
              </a:rPr>
              <a:t> </a:t>
            </a:r>
            <a:r>
              <a:rPr lang="en-US" sz="3200" dirty="0">
                <a:solidFill>
                  <a:schemeClr val="bg1"/>
                </a:solidFill>
              </a:rPr>
              <a:t>of</a:t>
            </a:r>
            <a:r>
              <a:rPr lang="en-US" sz="3200" spc="-146" dirty="0">
                <a:solidFill>
                  <a:schemeClr val="bg1"/>
                </a:solidFill>
              </a:rPr>
              <a:t> </a:t>
            </a:r>
            <a:r>
              <a:rPr lang="en-US" sz="3200" spc="-15" dirty="0">
                <a:solidFill>
                  <a:schemeClr val="bg1"/>
                </a:solidFill>
              </a:rPr>
              <a:t>Variance</a:t>
            </a:r>
            <a:endParaRPr lang="en-US" sz="32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82029" y="2358170"/>
            <a:ext cx="557504" cy="493794"/>
          </a:xfrm>
          <a:prstGeom prst="rect">
            <a:avLst/>
          </a:prstGeom>
        </p:spPr>
        <p:txBody>
          <a:bodyPr vert="horz" wrap="square" lIns="0" tIns="19562" rIns="0" bIns="0" rtlCol="0">
            <a:spAutoFit/>
          </a:bodyPr>
          <a:lstStyle/>
          <a:p>
            <a:pPr marL="58420">
              <a:spcBef>
                <a:spcPts val="155"/>
              </a:spcBef>
            </a:pPr>
            <a:r>
              <a:rPr sz="4620" spc="68" baseline="11000" dirty="0">
                <a:latin typeface="Cambria Math" panose="02040503050406030204"/>
                <a:cs typeface="Cambria Math" panose="02040503050406030204"/>
              </a:rPr>
              <a:t>𝑥</a:t>
            </a:r>
            <a:r>
              <a:rPr sz="2235" spc="46" dirty="0">
                <a:latin typeface="Cambria Math" panose="02040503050406030204"/>
                <a:cs typeface="Cambria Math" panose="02040503050406030204"/>
              </a:rPr>
              <a:t>𝑖𝑗</a:t>
            </a:r>
            <a:endParaRPr sz="2235" dirty="0">
              <a:latin typeface="Cambria Math" panose="02040503050406030204"/>
              <a:cs typeface="Cambria Math" panose="02040503050406030204"/>
            </a:endParaRPr>
          </a:p>
        </p:txBody>
      </p:sp>
      <p:sp>
        <p:nvSpPr>
          <p:cNvPr id="5" name="object 5"/>
          <p:cNvSpPr txBox="1"/>
          <p:nvPr/>
        </p:nvSpPr>
        <p:spPr>
          <a:xfrm>
            <a:off x="292641" y="1347635"/>
            <a:ext cx="12328653" cy="2021070"/>
          </a:xfrm>
          <a:prstGeom prst="rect">
            <a:avLst/>
          </a:prstGeom>
        </p:spPr>
        <p:txBody>
          <a:bodyPr vert="horz" wrap="square" lIns="0" tIns="19562" rIns="0" bIns="0" rtlCol="0">
            <a:spAutoFit/>
          </a:bodyPr>
          <a:lstStyle/>
          <a:p>
            <a:pPr marL="514985" marR="66675" indent="-457200" algn="just">
              <a:lnSpc>
                <a:spcPct val="107000"/>
              </a:lnSpc>
              <a:spcBef>
                <a:spcPts val="155"/>
              </a:spcBef>
              <a:buFont typeface="Wingdings" panose="05000000000000000000" pitchFamily="2" charset="2"/>
              <a:buChar char="Ø"/>
              <a:tabLst>
                <a:tab pos="499745" algn="l"/>
              </a:tabLst>
            </a:pPr>
            <a:r>
              <a:rPr sz="3080" dirty="0">
                <a:cs typeface="Calibri" panose="020F0502020204030204"/>
              </a:rPr>
              <a:t>Assume</a:t>
            </a:r>
            <a:r>
              <a:rPr sz="3080" spc="-62" dirty="0">
                <a:cs typeface="Calibri" panose="020F0502020204030204"/>
              </a:rPr>
              <a:t> </a:t>
            </a:r>
            <a:r>
              <a:rPr sz="3080" dirty="0">
                <a:cs typeface="Calibri" panose="020F0502020204030204"/>
              </a:rPr>
              <a:t>that</a:t>
            </a:r>
            <a:r>
              <a:rPr sz="3080" spc="-54" dirty="0">
                <a:cs typeface="Calibri" panose="020F0502020204030204"/>
              </a:rPr>
              <a:t> </a:t>
            </a:r>
            <a:r>
              <a:rPr sz="3080" dirty="0">
                <a:cs typeface="Calibri" panose="020F0502020204030204"/>
              </a:rPr>
              <a:t>a</a:t>
            </a:r>
            <a:r>
              <a:rPr sz="3080" spc="-62" dirty="0">
                <a:cs typeface="Calibri" panose="020F0502020204030204"/>
              </a:rPr>
              <a:t> </a:t>
            </a:r>
            <a:r>
              <a:rPr sz="3080" dirty="0">
                <a:cs typeface="Calibri" panose="020F0502020204030204"/>
              </a:rPr>
              <a:t>simple</a:t>
            </a:r>
            <a:r>
              <a:rPr sz="3080" spc="-54" dirty="0">
                <a:cs typeface="Calibri" panose="020F0502020204030204"/>
              </a:rPr>
              <a:t> </a:t>
            </a:r>
            <a:r>
              <a:rPr sz="3080" dirty="0">
                <a:cs typeface="Calibri" panose="020F0502020204030204"/>
              </a:rPr>
              <a:t>random</a:t>
            </a:r>
            <a:r>
              <a:rPr sz="3080" spc="-77" dirty="0">
                <a:cs typeface="Calibri" panose="020F0502020204030204"/>
              </a:rPr>
              <a:t> </a:t>
            </a:r>
            <a:r>
              <a:rPr sz="3080" dirty="0">
                <a:cs typeface="Calibri" panose="020F0502020204030204"/>
              </a:rPr>
              <a:t>sample</a:t>
            </a:r>
            <a:r>
              <a:rPr sz="3080" spc="-46" dirty="0">
                <a:cs typeface="Calibri" panose="020F0502020204030204"/>
              </a:rPr>
              <a:t> </a:t>
            </a:r>
            <a:r>
              <a:rPr sz="3080" dirty="0">
                <a:cs typeface="Calibri" panose="020F0502020204030204"/>
              </a:rPr>
              <a:t>of</a:t>
            </a:r>
            <a:r>
              <a:rPr sz="3080" spc="-77" dirty="0">
                <a:cs typeface="Calibri" panose="020F0502020204030204"/>
              </a:rPr>
              <a:t> </a:t>
            </a:r>
            <a:r>
              <a:rPr sz="3080" dirty="0">
                <a:cs typeface="Calibri" panose="020F0502020204030204"/>
              </a:rPr>
              <a:t>size</a:t>
            </a:r>
            <a:r>
              <a:rPr sz="3080" spc="-62" dirty="0">
                <a:cs typeface="Calibri" panose="020F0502020204030204"/>
              </a:rPr>
              <a:t> </a:t>
            </a:r>
            <a:r>
              <a:rPr sz="3080" dirty="0">
                <a:cs typeface="Cambria Math" panose="02040503050406030204"/>
              </a:rPr>
              <a:t>𝑛</a:t>
            </a:r>
            <a:r>
              <a:rPr sz="3350" baseline="-15000" dirty="0">
                <a:cs typeface="Cambria Math" panose="02040503050406030204"/>
              </a:rPr>
              <a:t>𝑗</a:t>
            </a:r>
            <a:r>
              <a:rPr lang="en-US" sz="3350" baseline="-15000" dirty="0">
                <a:cs typeface="Cambria Math" panose="02040503050406030204"/>
              </a:rPr>
              <a:t> </a:t>
            </a:r>
            <a:r>
              <a:rPr sz="3080" dirty="0">
                <a:cs typeface="Calibri" panose="020F0502020204030204"/>
              </a:rPr>
              <a:t>has</a:t>
            </a:r>
            <a:r>
              <a:rPr sz="3080" spc="-62" dirty="0">
                <a:cs typeface="Calibri" panose="020F0502020204030204"/>
              </a:rPr>
              <a:t> </a:t>
            </a:r>
            <a:r>
              <a:rPr sz="3080" dirty="0">
                <a:cs typeface="Calibri" panose="020F0502020204030204"/>
              </a:rPr>
              <a:t>been</a:t>
            </a:r>
            <a:r>
              <a:rPr sz="3080" spc="-77" dirty="0">
                <a:cs typeface="Calibri" panose="020F0502020204030204"/>
              </a:rPr>
              <a:t> </a:t>
            </a:r>
            <a:r>
              <a:rPr sz="3080" dirty="0">
                <a:cs typeface="Calibri" panose="020F0502020204030204"/>
              </a:rPr>
              <a:t>selected</a:t>
            </a:r>
            <a:r>
              <a:rPr sz="3080" spc="-23" dirty="0">
                <a:cs typeface="Calibri" panose="020F0502020204030204"/>
              </a:rPr>
              <a:t> </a:t>
            </a:r>
            <a:r>
              <a:rPr sz="3080" spc="-31" dirty="0">
                <a:cs typeface="Calibri" panose="020F0502020204030204"/>
              </a:rPr>
              <a:t>from </a:t>
            </a:r>
            <a:r>
              <a:rPr sz="3080" dirty="0">
                <a:cs typeface="Calibri" panose="020F0502020204030204"/>
              </a:rPr>
              <a:t>each</a:t>
            </a:r>
            <a:r>
              <a:rPr sz="3080" spc="-69" dirty="0">
                <a:cs typeface="Calibri" panose="020F0502020204030204"/>
              </a:rPr>
              <a:t> </a:t>
            </a:r>
            <a:r>
              <a:rPr sz="3080" dirty="0">
                <a:cs typeface="Calibri" panose="020F0502020204030204"/>
              </a:rPr>
              <a:t>of</a:t>
            </a:r>
            <a:r>
              <a:rPr sz="3080" spc="-69" dirty="0">
                <a:cs typeface="Calibri" panose="020F0502020204030204"/>
              </a:rPr>
              <a:t> </a:t>
            </a:r>
            <a:r>
              <a:rPr sz="3080" dirty="0">
                <a:cs typeface="Calibri" panose="020F0502020204030204"/>
              </a:rPr>
              <a:t>the</a:t>
            </a:r>
            <a:r>
              <a:rPr sz="3080" spc="-46" dirty="0">
                <a:cs typeface="Calibri" panose="020F0502020204030204"/>
              </a:rPr>
              <a:t> </a:t>
            </a:r>
            <a:r>
              <a:rPr sz="3080" i="1" dirty="0">
                <a:cs typeface="Calibri" panose="020F0502020204030204"/>
              </a:rPr>
              <a:t>k</a:t>
            </a:r>
            <a:r>
              <a:rPr sz="3080" i="1" spc="-54" dirty="0">
                <a:cs typeface="Calibri" panose="020F0502020204030204"/>
              </a:rPr>
              <a:t> </a:t>
            </a:r>
            <a:r>
              <a:rPr sz="3080" spc="-15" dirty="0">
                <a:cs typeface="Calibri" panose="020F0502020204030204"/>
              </a:rPr>
              <a:t>populations</a:t>
            </a:r>
            <a:r>
              <a:rPr sz="3080" spc="-85" dirty="0">
                <a:cs typeface="Calibri" panose="020F0502020204030204"/>
              </a:rPr>
              <a:t> </a:t>
            </a:r>
            <a:r>
              <a:rPr sz="3080" dirty="0">
                <a:cs typeface="Calibri" panose="020F0502020204030204"/>
              </a:rPr>
              <a:t>or</a:t>
            </a:r>
            <a:r>
              <a:rPr sz="3080" spc="-85" dirty="0">
                <a:cs typeface="Calibri" panose="020F0502020204030204"/>
              </a:rPr>
              <a:t> </a:t>
            </a:r>
            <a:r>
              <a:rPr sz="3080" spc="-15" dirty="0">
                <a:cs typeface="Calibri" panose="020F0502020204030204"/>
              </a:rPr>
              <a:t>treatments.</a:t>
            </a:r>
            <a:r>
              <a:rPr sz="3080" spc="-23" dirty="0">
                <a:cs typeface="Calibri" panose="020F0502020204030204"/>
              </a:rPr>
              <a:t> </a:t>
            </a:r>
            <a:r>
              <a:rPr sz="3080" dirty="0">
                <a:cs typeface="Calibri" panose="020F0502020204030204"/>
              </a:rPr>
              <a:t>For</a:t>
            </a:r>
            <a:r>
              <a:rPr sz="3080" spc="-85" dirty="0">
                <a:cs typeface="Calibri" panose="020F0502020204030204"/>
              </a:rPr>
              <a:t> </a:t>
            </a:r>
            <a:r>
              <a:rPr sz="3080" dirty="0">
                <a:cs typeface="Calibri" panose="020F0502020204030204"/>
              </a:rPr>
              <a:t>the</a:t>
            </a:r>
            <a:r>
              <a:rPr sz="3080" spc="-54" dirty="0">
                <a:cs typeface="Calibri" panose="020F0502020204030204"/>
              </a:rPr>
              <a:t> </a:t>
            </a:r>
            <a:r>
              <a:rPr sz="3080" dirty="0">
                <a:cs typeface="Calibri" panose="020F0502020204030204"/>
              </a:rPr>
              <a:t>resulting</a:t>
            </a:r>
            <a:r>
              <a:rPr sz="3080" spc="-54" dirty="0">
                <a:cs typeface="Calibri" panose="020F0502020204030204"/>
              </a:rPr>
              <a:t> </a:t>
            </a:r>
            <a:r>
              <a:rPr sz="3080" dirty="0">
                <a:cs typeface="Calibri" panose="020F0502020204030204"/>
              </a:rPr>
              <a:t>sample</a:t>
            </a:r>
            <a:r>
              <a:rPr sz="3080" spc="-39" dirty="0">
                <a:cs typeface="Calibri" panose="020F0502020204030204"/>
              </a:rPr>
              <a:t> </a:t>
            </a:r>
            <a:r>
              <a:rPr sz="3080" dirty="0">
                <a:cs typeface="Calibri" panose="020F0502020204030204"/>
              </a:rPr>
              <a:t>data,</a:t>
            </a:r>
            <a:r>
              <a:rPr sz="3080" spc="-54" dirty="0">
                <a:cs typeface="Calibri" panose="020F0502020204030204"/>
              </a:rPr>
              <a:t> </a:t>
            </a:r>
            <a:r>
              <a:rPr sz="3080" spc="-39" dirty="0">
                <a:cs typeface="Calibri" panose="020F0502020204030204"/>
              </a:rPr>
              <a:t>let</a:t>
            </a:r>
            <a:endParaRPr sz="3080" dirty="0">
              <a:cs typeface="Calibri" panose="020F0502020204030204"/>
            </a:endParaRPr>
          </a:p>
          <a:p>
            <a:pPr marL="694690" algn="just">
              <a:spcBef>
                <a:spcPts val="30"/>
              </a:spcBef>
            </a:pPr>
            <a:r>
              <a:rPr lang="en-US" sz="3080" i="1" dirty="0">
                <a:cs typeface="Calibri" panose="020F0502020204030204"/>
              </a:rPr>
              <a:t>    </a:t>
            </a:r>
            <a:r>
              <a:rPr sz="3080" i="1" dirty="0">
                <a:cs typeface="Calibri" panose="020F0502020204030204"/>
              </a:rPr>
              <a:t>=</a:t>
            </a:r>
            <a:r>
              <a:rPr sz="3080" i="1" spc="-85" dirty="0">
                <a:cs typeface="Calibri" panose="020F0502020204030204"/>
              </a:rPr>
              <a:t> </a:t>
            </a:r>
            <a:r>
              <a:rPr sz="3080" dirty="0">
                <a:cs typeface="Calibri" panose="020F0502020204030204"/>
              </a:rPr>
              <a:t>value</a:t>
            </a:r>
            <a:r>
              <a:rPr sz="3080" spc="-85" dirty="0">
                <a:cs typeface="Calibri" panose="020F0502020204030204"/>
              </a:rPr>
              <a:t> </a:t>
            </a:r>
            <a:r>
              <a:rPr sz="3080" dirty="0">
                <a:cs typeface="Calibri" panose="020F0502020204030204"/>
              </a:rPr>
              <a:t>of</a:t>
            </a:r>
            <a:r>
              <a:rPr sz="3080" spc="-92" dirty="0">
                <a:cs typeface="Calibri" panose="020F0502020204030204"/>
              </a:rPr>
              <a:t> </a:t>
            </a:r>
            <a:r>
              <a:rPr sz="3080" dirty="0">
                <a:cs typeface="Calibri" panose="020F0502020204030204"/>
              </a:rPr>
              <a:t>observation</a:t>
            </a:r>
            <a:r>
              <a:rPr lang="en-US" sz="3080" dirty="0">
                <a:cs typeface="Calibri" panose="020F0502020204030204"/>
              </a:rPr>
              <a:t> </a:t>
            </a:r>
            <a:r>
              <a:rPr lang="en-US" sz="3080" dirty="0" err="1">
                <a:cs typeface="Calibri" panose="020F0502020204030204"/>
              </a:rPr>
              <a:t>i</a:t>
            </a:r>
            <a:r>
              <a:rPr lang="en-US" sz="3080" i="1" dirty="0">
                <a:cs typeface="Calibri" panose="020F0502020204030204"/>
              </a:rPr>
              <a:t> </a:t>
            </a:r>
            <a:r>
              <a:rPr sz="3080" dirty="0">
                <a:cs typeface="Calibri" panose="020F0502020204030204"/>
              </a:rPr>
              <a:t>for</a:t>
            </a:r>
            <a:r>
              <a:rPr sz="3080" spc="-108" dirty="0">
                <a:cs typeface="Calibri" panose="020F0502020204030204"/>
              </a:rPr>
              <a:t> </a:t>
            </a:r>
            <a:r>
              <a:rPr sz="3080" spc="-15" dirty="0">
                <a:cs typeface="Calibri" panose="020F0502020204030204"/>
              </a:rPr>
              <a:t>treatment</a:t>
            </a:r>
            <a:r>
              <a:rPr sz="3080" spc="-46" dirty="0">
                <a:cs typeface="Calibri" panose="020F0502020204030204"/>
              </a:rPr>
              <a:t> </a:t>
            </a:r>
            <a:r>
              <a:rPr sz="3080" i="1" spc="-77" dirty="0">
                <a:cs typeface="Calibri" panose="020F0502020204030204"/>
              </a:rPr>
              <a:t>j</a:t>
            </a:r>
            <a:endParaRPr lang="en-US" sz="3080" dirty="0">
              <a:cs typeface="Calibri" panose="020F0502020204030204"/>
            </a:endParaRPr>
          </a:p>
          <a:p>
            <a:pPr marL="694690" algn="just">
              <a:spcBef>
                <a:spcPts val="30"/>
              </a:spcBef>
            </a:pPr>
            <a:r>
              <a:rPr sz="3080" dirty="0">
                <a:cs typeface="Cambria Math" panose="02040503050406030204"/>
              </a:rPr>
              <a:t>𝑛</a:t>
            </a:r>
            <a:r>
              <a:rPr sz="3350" baseline="-15000" dirty="0">
                <a:cs typeface="Cambria Math" panose="02040503050406030204"/>
              </a:rPr>
              <a:t>𝑗</a:t>
            </a:r>
            <a:r>
              <a:rPr sz="3350" spc="462" baseline="-15000" dirty="0">
                <a:cs typeface="Cambria Math" panose="02040503050406030204"/>
              </a:rPr>
              <a:t> </a:t>
            </a:r>
            <a:r>
              <a:rPr sz="3080" i="1" dirty="0">
                <a:cs typeface="Calibri" panose="020F0502020204030204"/>
              </a:rPr>
              <a:t>=</a:t>
            </a:r>
            <a:r>
              <a:rPr sz="3080" i="1" spc="-54" dirty="0">
                <a:cs typeface="Calibri" panose="020F0502020204030204"/>
              </a:rPr>
              <a:t> </a:t>
            </a:r>
            <a:r>
              <a:rPr sz="3080" dirty="0">
                <a:cs typeface="Calibri" panose="020F0502020204030204"/>
              </a:rPr>
              <a:t>number</a:t>
            </a:r>
            <a:r>
              <a:rPr sz="3080" spc="-77" dirty="0">
                <a:cs typeface="Calibri" panose="020F0502020204030204"/>
              </a:rPr>
              <a:t> </a:t>
            </a:r>
            <a:r>
              <a:rPr sz="3080" dirty="0">
                <a:cs typeface="Calibri" panose="020F0502020204030204"/>
              </a:rPr>
              <a:t>of</a:t>
            </a:r>
            <a:r>
              <a:rPr sz="3080" spc="-69" dirty="0">
                <a:cs typeface="Calibri" panose="020F0502020204030204"/>
              </a:rPr>
              <a:t> </a:t>
            </a:r>
            <a:r>
              <a:rPr sz="3080" spc="-15" dirty="0">
                <a:cs typeface="Calibri" panose="020F0502020204030204"/>
              </a:rPr>
              <a:t>observations</a:t>
            </a:r>
            <a:r>
              <a:rPr sz="3080" spc="-62" dirty="0">
                <a:cs typeface="Calibri" panose="020F0502020204030204"/>
              </a:rPr>
              <a:t> </a:t>
            </a:r>
            <a:r>
              <a:rPr sz="3080" dirty="0">
                <a:cs typeface="Calibri" panose="020F0502020204030204"/>
              </a:rPr>
              <a:t>for</a:t>
            </a:r>
            <a:r>
              <a:rPr sz="3080" spc="-69" dirty="0">
                <a:cs typeface="Calibri" panose="020F0502020204030204"/>
              </a:rPr>
              <a:t> </a:t>
            </a:r>
            <a:r>
              <a:rPr sz="3080" spc="-15" dirty="0">
                <a:cs typeface="Calibri" panose="020F0502020204030204"/>
              </a:rPr>
              <a:t>treatment</a:t>
            </a:r>
            <a:r>
              <a:rPr sz="3080" spc="-23" dirty="0">
                <a:cs typeface="Calibri" panose="020F0502020204030204"/>
              </a:rPr>
              <a:t> </a:t>
            </a:r>
            <a:r>
              <a:rPr sz="3080" i="1" spc="-77" dirty="0">
                <a:cs typeface="Calibri" panose="020F0502020204030204"/>
              </a:rPr>
              <a:t>j</a:t>
            </a:r>
            <a:endParaRPr sz="3080" dirty="0">
              <a:cs typeface="Calibri" panose="020F0502020204030204"/>
            </a:endParaRPr>
          </a:p>
        </p:txBody>
      </p:sp>
      <p:sp>
        <p:nvSpPr>
          <p:cNvPr id="6" name="object 6"/>
          <p:cNvSpPr txBox="1"/>
          <p:nvPr/>
        </p:nvSpPr>
        <p:spPr>
          <a:xfrm>
            <a:off x="1046283" y="3581400"/>
            <a:ext cx="5386267" cy="493857"/>
          </a:xfrm>
          <a:prstGeom prst="rect">
            <a:avLst/>
          </a:prstGeom>
        </p:spPr>
        <p:txBody>
          <a:bodyPr vert="horz" wrap="square" lIns="0" tIns="19562" rIns="0" bIns="0" rtlCol="0">
            <a:spAutoFit/>
          </a:bodyPr>
          <a:lstStyle/>
          <a:p>
            <a:pPr marL="58420">
              <a:spcBef>
                <a:spcPts val="155"/>
              </a:spcBef>
            </a:pPr>
            <a:r>
              <a:rPr sz="3080" dirty="0">
                <a:latin typeface="Cambria Math" panose="02040503050406030204"/>
                <a:cs typeface="Cambria Math" panose="02040503050406030204"/>
              </a:rPr>
              <a:t>𝑥</a:t>
            </a:r>
            <a:r>
              <a:rPr sz="3350" baseline="-15000" dirty="0">
                <a:latin typeface="Cambria Math" panose="02040503050406030204"/>
                <a:cs typeface="Cambria Math" panose="02040503050406030204"/>
              </a:rPr>
              <a:t>𝑗</a:t>
            </a:r>
            <a:r>
              <a:rPr sz="3350" spc="450" baseline="-15000" dirty="0">
                <a:latin typeface="Cambria Math" panose="02040503050406030204"/>
                <a:cs typeface="Cambria Math" panose="02040503050406030204"/>
              </a:rPr>
              <a:t> </a:t>
            </a:r>
            <a:r>
              <a:rPr sz="3080" i="1" dirty="0">
                <a:latin typeface="Calibri" panose="020F0502020204030204"/>
                <a:cs typeface="Calibri" panose="020F0502020204030204"/>
              </a:rPr>
              <a:t>=</a:t>
            </a:r>
            <a:r>
              <a:rPr sz="3080" i="1" spc="-69" dirty="0">
                <a:latin typeface="Calibri" panose="020F0502020204030204"/>
                <a:cs typeface="Calibri" panose="020F0502020204030204"/>
              </a:rPr>
              <a:t> </a:t>
            </a:r>
            <a:r>
              <a:rPr sz="3080" dirty="0">
                <a:latin typeface="Calibri" panose="020F0502020204030204"/>
                <a:cs typeface="Calibri" panose="020F0502020204030204"/>
              </a:rPr>
              <a:t>sample</a:t>
            </a:r>
            <a:r>
              <a:rPr sz="3080" spc="-62" dirty="0">
                <a:latin typeface="Calibri" panose="020F0502020204030204"/>
                <a:cs typeface="Calibri" panose="020F0502020204030204"/>
              </a:rPr>
              <a:t> </a:t>
            </a:r>
            <a:r>
              <a:rPr sz="3080" dirty="0">
                <a:latin typeface="Calibri" panose="020F0502020204030204"/>
                <a:cs typeface="Calibri" panose="020F0502020204030204"/>
              </a:rPr>
              <a:t>mean</a:t>
            </a:r>
            <a:r>
              <a:rPr sz="3080" spc="-62" dirty="0">
                <a:latin typeface="Calibri" panose="020F0502020204030204"/>
                <a:cs typeface="Calibri" panose="020F0502020204030204"/>
              </a:rPr>
              <a:t> </a:t>
            </a:r>
            <a:r>
              <a:rPr sz="3080" dirty="0">
                <a:latin typeface="Calibri" panose="020F0502020204030204"/>
                <a:cs typeface="Calibri" panose="020F0502020204030204"/>
              </a:rPr>
              <a:t>for</a:t>
            </a:r>
            <a:r>
              <a:rPr sz="3080" spc="-92" dirty="0">
                <a:latin typeface="Calibri" panose="020F0502020204030204"/>
                <a:cs typeface="Calibri" panose="020F0502020204030204"/>
              </a:rPr>
              <a:t> </a:t>
            </a:r>
            <a:r>
              <a:rPr sz="3080" spc="-15" dirty="0">
                <a:latin typeface="Calibri" panose="020F0502020204030204"/>
                <a:cs typeface="Calibri" panose="020F0502020204030204"/>
              </a:rPr>
              <a:t>treatment</a:t>
            </a:r>
            <a:r>
              <a:rPr sz="3080" spc="-39" dirty="0">
                <a:latin typeface="Calibri" panose="020F0502020204030204"/>
                <a:cs typeface="Calibri" panose="020F0502020204030204"/>
              </a:rPr>
              <a:t> </a:t>
            </a:r>
            <a:r>
              <a:rPr sz="3080" i="1" spc="-77" dirty="0">
                <a:latin typeface="Calibri" panose="020F0502020204030204"/>
                <a:cs typeface="Calibri" panose="020F0502020204030204"/>
              </a:rPr>
              <a:t>j</a:t>
            </a:r>
            <a:endParaRPr sz="3080" dirty="0">
              <a:latin typeface="Calibri" panose="020F0502020204030204"/>
              <a:cs typeface="Calibri" panose="020F0502020204030204"/>
            </a:endParaRPr>
          </a:p>
        </p:txBody>
      </p:sp>
      <p:sp>
        <p:nvSpPr>
          <p:cNvPr id="8" name="object 8"/>
          <p:cNvSpPr txBox="1"/>
          <p:nvPr/>
        </p:nvSpPr>
        <p:spPr>
          <a:xfrm>
            <a:off x="1063416" y="4343400"/>
            <a:ext cx="7426534" cy="484381"/>
          </a:xfrm>
          <a:prstGeom prst="rect">
            <a:avLst/>
          </a:prstGeom>
        </p:spPr>
        <p:txBody>
          <a:bodyPr vert="horz" wrap="square" lIns="0" tIns="22496" rIns="0" bIns="0" rtlCol="0">
            <a:spAutoFit/>
          </a:bodyPr>
          <a:lstStyle/>
          <a:p>
            <a:pPr marL="58420">
              <a:lnSpc>
                <a:spcPts val="3620"/>
              </a:lnSpc>
            </a:pPr>
            <a:r>
              <a:rPr sz="3080" dirty="0">
                <a:latin typeface="Cambria Math" panose="02040503050406030204"/>
                <a:cs typeface="Cambria Math" panose="02040503050406030204"/>
              </a:rPr>
              <a:t>𝑠</a:t>
            </a:r>
            <a:r>
              <a:rPr sz="3350" baseline="-15000" dirty="0">
                <a:latin typeface="Cambria Math" panose="02040503050406030204"/>
                <a:cs typeface="Cambria Math" panose="02040503050406030204"/>
              </a:rPr>
              <a:t>𝑗</a:t>
            </a:r>
            <a:r>
              <a:rPr sz="3350" spc="462" baseline="-15000" dirty="0">
                <a:latin typeface="Cambria Math" panose="02040503050406030204"/>
                <a:cs typeface="Cambria Math" panose="02040503050406030204"/>
              </a:rPr>
              <a:t> </a:t>
            </a:r>
            <a:r>
              <a:rPr sz="3080" i="1" dirty="0">
                <a:latin typeface="Calibri" panose="020F0502020204030204"/>
                <a:cs typeface="Calibri" panose="020F0502020204030204"/>
              </a:rPr>
              <a:t>=</a:t>
            </a:r>
            <a:r>
              <a:rPr sz="3080" i="1" spc="-77" dirty="0">
                <a:latin typeface="Calibri" panose="020F0502020204030204"/>
                <a:cs typeface="Calibri" panose="020F0502020204030204"/>
              </a:rPr>
              <a:t> </a:t>
            </a:r>
            <a:r>
              <a:rPr sz="3080" dirty="0">
                <a:latin typeface="Calibri" panose="020F0502020204030204"/>
                <a:cs typeface="Calibri" panose="020F0502020204030204"/>
              </a:rPr>
              <a:t>sample</a:t>
            </a:r>
            <a:r>
              <a:rPr sz="3080" spc="-69" dirty="0">
                <a:latin typeface="Calibri" panose="020F0502020204030204"/>
                <a:cs typeface="Calibri" panose="020F0502020204030204"/>
              </a:rPr>
              <a:t> </a:t>
            </a:r>
            <a:r>
              <a:rPr sz="3080" spc="-15" dirty="0">
                <a:latin typeface="Calibri" panose="020F0502020204030204"/>
                <a:cs typeface="Calibri" panose="020F0502020204030204"/>
              </a:rPr>
              <a:t>standard</a:t>
            </a:r>
            <a:r>
              <a:rPr sz="3080" spc="-77" dirty="0">
                <a:latin typeface="Calibri" panose="020F0502020204030204"/>
                <a:cs typeface="Calibri" panose="020F0502020204030204"/>
              </a:rPr>
              <a:t> </a:t>
            </a:r>
            <a:r>
              <a:rPr sz="3080" dirty="0">
                <a:latin typeface="Calibri" panose="020F0502020204030204"/>
                <a:cs typeface="Calibri" panose="020F0502020204030204"/>
              </a:rPr>
              <a:t>deviation</a:t>
            </a:r>
            <a:r>
              <a:rPr sz="3080" spc="-85" dirty="0">
                <a:latin typeface="Calibri" panose="020F0502020204030204"/>
                <a:cs typeface="Calibri" panose="020F0502020204030204"/>
              </a:rPr>
              <a:t> </a:t>
            </a:r>
            <a:r>
              <a:rPr sz="3080" dirty="0">
                <a:latin typeface="Calibri" panose="020F0502020204030204"/>
                <a:cs typeface="Calibri" panose="020F0502020204030204"/>
              </a:rPr>
              <a:t>for</a:t>
            </a:r>
            <a:r>
              <a:rPr sz="3080" spc="-100" dirty="0">
                <a:latin typeface="Calibri" panose="020F0502020204030204"/>
                <a:cs typeface="Calibri" panose="020F0502020204030204"/>
              </a:rPr>
              <a:t> </a:t>
            </a:r>
            <a:r>
              <a:rPr sz="3080" spc="-15" dirty="0">
                <a:latin typeface="Calibri" panose="020F0502020204030204"/>
                <a:cs typeface="Calibri" panose="020F0502020204030204"/>
              </a:rPr>
              <a:t>treatment</a:t>
            </a:r>
            <a:r>
              <a:rPr sz="3080" spc="-39" dirty="0">
                <a:latin typeface="Calibri" panose="020F0502020204030204"/>
                <a:cs typeface="Calibri" panose="020F0502020204030204"/>
              </a:rPr>
              <a:t> </a:t>
            </a:r>
            <a:r>
              <a:rPr sz="3080" i="1" spc="-77" dirty="0">
                <a:latin typeface="Calibri" panose="020F0502020204030204"/>
                <a:cs typeface="Calibri" panose="020F0502020204030204"/>
              </a:rPr>
              <a:t>j</a:t>
            </a:r>
            <a:endParaRPr sz="3080" dirty="0">
              <a:latin typeface="Calibri" panose="020F0502020204030204"/>
              <a:cs typeface="Calibri" panose="020F0502020204030204"/>
            </a:endParaRPr>
          </a:p>
        </p:txBody>
      </p:sp>
      <p:sp>
        <p:nvSpPr>
          <p:cNvPr id="11" name="object 14"/>
          <p:cNvSpPr txBox="1">
            <a:spLocks noGrp="1"/>
          </p:cNvSpPr>
          <p:nvPr>
            <p:ph type="title"/>
          </p:nvPr>
        </p:nvSpPr>
        <p:spPr>
          <a:xfrm>
            <a:off x="968296" y="366946"/>
            <a:ext cx="10768621" cy="520463"/>
          </a:xfrm>
          <a:prstGeom prst="rect">
            <a:avLst/>
          </a:prstGeom>
        </p:spPr>
        <p:txBody>
          <a:bodyPr vert="horz" wrap="square" lIns="0" tIns="13335" rIns="0" bIns="0" rtlCol="0">
            <a:spAutoFit/>
          </a:bodyPr>
          <a:lstStyle/>
          <a:p>
            <a:pPr marL="12700">
              <a:lnSpc>
                <a:spcPts val="4255"/>
              </a:lnSpc>
              <a:tabLst>
                <a:tab pos="5736590" algn="l"/>
              </a:tabLst>
            </a:pPr>
            <a:r>
              <a:rPr sz="3200" spc="-5" dirty="0"/>
              <a:t>One-way</a:t>
            </a:r>
            <a:r>
              <a:rPr sz="3200" spc="-150" dirty="0"/>
              <a:t> </a:t>
            </a:r>
            <a:r>
              <a:rPr sz="3200" dirty="0"/>
              <a:t>Analysis</a:t>
            </a:r>
            <a:r>
              <a:rPr sz="3200" spc="-20" dirty="0"/>
              <a:t> </a:t>
            </a:r>
            <a:r>
              <a:rPr sz="3200" dirty="0"/>
              <a:t>of</a:t>
            </a:r>
            <a:r>
              <a:rPr sz="3200" spc="-15" dirty="0"/>
              <a:t> </a:t>
            </a:r>
            <a:r>
              <a:rPr sz="3200" spc="-25" dirty="0"/>
              <a:t>Variance</a:t>
            </a:r>
            <a:endParaRPr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74876"/>
            <a:ext cx="11736917" cy="904606"/>
          </a:xfrm>
          <a:prstGeom prst="rect">
            <a:avLst/>
          </a:prstGeom>
        </p:spPr>
        <p:txBody>
          <a:bodyPr vert="horz" wrap="square" lIns="0" tIns="347217" rIns="0" bIns="0" rtlCol="0">
            <a:spAutoFit/>
          </a:bodyPr>
          <a:lstStyle/>
          <a:p>
            <a:pPr marL="586740">
              <a:spcBef>
                <a:spcPts val="145"/>
              </a:spcBef>
            </a:pPr>
            <a:r>
              <a:rPr lang="en-US" sz="4000" dirty="0">
                <a:latin typeface="+mn-lt"/>
                <a:cs typeface="Calibri" panose="020F0502020204030204"/>
              </a:rPr>
              <a:t>F</a:t>
            </a:r>
            <a:r>
              <a:rPr sz="3600" i="1" spc="-100" dirty="0">
                <a:latin typeface="+mn-lt"/>
                <a:cs typeface="Calibri" panose="020F0502020204030204"/>
              </a:rPr>
              <a:t> </a:t>
            </a:r>
            <a:r>
              <a:rPr lang="en-US" sz="3600" i="1" spc="-100" dirty="0">
                <a:latin typeface="+mn-lt"/>
                <a:cs typeface="Calibri" panose="020F0502020204030204"/>
              </a:rPr>
              <a:t>-</a:t>
            </a:r>
            <a:r>
              <a:rPr sz="3200" spc="-31" dirty="0">
                <a:latin typeface="+mn-lt"/>
              </a:rPr>
              <a:t>Test</a:t>
            </a:r>
          </a:p>
        </p:txBody>
      </p:sp>
      <p:sp>
        <p:nvSpPr>
          <p:cNvPr id="3" name="object 3"/>
          <p:cNvSpPr txBox="1"/>
          <p:nvPr/>
        </p:nvSpPr>
        <p:spPr>
          <a:xfrm>
            <a:off x="412750" y="1167082"/>
            <a:ext cx="13030200" cy="2109518"/>
          </a:xfrm>
          <a:prstGeom prst="rect">
            <a:avLst/>
          </a:prstGeom>
        </p:spPr>
        <p:txBody>
          <a:bodyPr vert="horz" wrap="square" lIns="0" tIns="20540" rIns="0" bIns="0" rtlCol="0">
            <a:spAutoFit/>
          </a:bodyPr>
          <a:lstStyle/>
          <a:p>
            <a:pPr marL="626110" marR="506730" indent="-528320" algn="just">
              <a:spcBef>
                <a:spcPts val="160"/>
              </a:spcBef>
              <a:buSzPct val="125000"/>
              <a:buFont typeface="Wingdings" panose="05000000000000000000" pitchFamily="2" charset="2"/>
              <a:buChar char="Ø"/>
              <a:tabLst>
                <a:tab pos="625475" algn="l"/>
              </a:tabLst>
            </a:pPr>
            <a:r>
              <a:rPr sz="3080" dirty="0">
                <a:latin typeface="Calibri" panose="020F0502020204030204"/>
                <a:cs typeface="Calibri" panose="020F0502020204030204"/>
              </a:rPr>
              <a:t>If</a:t>
            </a:r>
            <a:r>
              <a:rPr sz="3080" spc="-62" dirty="0">
                <a:latin typeface="Calibri" panose="020F0502020204030204"/>
                <a:cs typeface="Calibri" panose="020F0502020204030204"/>
              </a:rPr>
              <a:t> </a:t>
            </a:r>
            <a:r>
              <a:rPr sz="3080" dirty="0">
                <a:latin typeface="Calibri" panose="020F0502020204030204"/>
                <a:cs typeface="Calibri" panose="020F0502020204030204"/>
              </a:rPr>
              <a:t>the</a:t>
            </a:r>
            <a:r>
              <a:rPr sz="3080" spc="-39" dirty="0">
                <a:latin typeface="Calibri" panose="020F0502020204030204"/>
                <a:cs typeface="Calibri" panose="020F0502020204030204"/>
              </a:rPr>
              <a:t> </a:t>
            </a:r>
            <a:r>
              <a:rPr sz="3080" dirty="0">
                <a:latin typeface="Calibri" panose="020F0502020204030204"/>
                <a:cs typeface="Calibri" panose="020F0502020204030204"/>
              </a:rPr>
              <a:t>null</a:t>
            </a:r>
            <a:r>
              <a:rPr sz="3080" spc="-62" dirty="0">
                <a:latin typeface="Calibri" panose="020F0502020204030204"/>
                <a:cs typeface="Calibri" panose="020F0502020204030204"/>
              </a:rPr>
              <a:t> </a:t>
            </a:r>
            <a:r>
              <a:rPr sz="3080" spc="-15" dirty="0">
                <a:latin typeface="Calibri" panose="020F0502020204030204"/>
                <a:cs typeface="Calibri" panose="020F0502020204030204"/>
              </a:rPr>
              <a:t>hypothesis</a:t>
            </a:r>
            <a:r>
              <a:rPr sz="3080" spc="-62" dirty="0">
                <a:latin typeface="Calibri" panose="020F0502020204030204"/>
                <a:cs typeface="Calibri" panose="020F0502020204030204"/>
              </a:rPr>
              <a:t> </a:t>
            </a:r>
            <a:r>
              <a:rPr sz="3080" dirty="0">
                <a:latin typeface="Calibri" panose="020F0502020204030204"/>
                <a:cs typeface="Calibri" panose="020F0502020204030204"/>
              </a:rPr>
              <a:t>is</a:t>
            </a:r>
            <a:r>
              <a:rPr sz="3080" spc="-39" dirty="0">
                <a:latin typeface="Calibri" panose="020F0502020204030204"/>
                <a:cs typeface="Calibri" panose="020F0502020204030204"/>
              </a:rPr>
              <a:t> </a:t>
            </a:r>
            <a:r>
              <a:rPr sz="3080" dirty="0">
                <a:latin typeface="Calibri" panose="020F0502020204030204"/>
                <a:cs typeface="Calibri" panose="020F0502020204030204"/>
              </a:rPr>
              <a:t>true</a:t>
            </a:r>
            <a:r>
              <a:rPr sz="3080" spc="-39" dirty="0">
                <a:latin typeface="Calibri" panose="020F0502020204030204"/>
                <a:cs typeface="Calibri" panose="020F0502020204030204"/>
              </a:rPr>
              <a:t> </a:t>
            </a:r>
            <a:r>
              <a:rPr sz="3080" dirty="0">
                <a:latin typeface="Calibri" panose="020F0502020204030204"/>
                <a:cs typeface="Calibri" panose="020F0502020204030204"/>
              </a:rPr>
              <a:t>and</a:t>
            </a:r>
            <a:r>
              <a:rPr sz="3080" spc="-69" dirty="0">
                <a:latin typeface="Calibri" panose="020F0502020204030204"/>
                <a:cs typeface="Calibri" panose="020F0502020204030204"/>
              </a:rPr>
              <a:t> </a:t>
            </a:r>
            <a:r>
              <a:rPr sz="3080" dirty="0">
                <a:latin typeface="Calibri" panose="020F0502020204030204"/>
                <a:cs typeface="Calibri" panose="020F0502020204030204"/>
              </a:rPr>
              <a:t>the</a:t>
            </a:r>
            <a:r>
              <a:rPr sz="3080" spc="-39" dirty="0">
                <a:latin typeface="Calibri" panose="020F0502020204030204"/>
                <a:cs typeface="Calibri" panose="020F0502020204030204"/>
              </a:rPr>
              <a:t> </a:t>
            </a:r>
            <a:r>
              <a:rPr sz="3080" spc="-31" dirty="0">
                <a:latin typeface="Calibri" panose="020F0502020204030204"/>
                <a:cs typeface="Calibri" panose="020F0502020204030204"/>
              </a:rPr>
              <a:t>ANOVA</a:t>
            </a:r>
            <a:r>
              <a:rPr sz="3080" spc="-69" dirty="0">
                <a:latin typeface="Calibri" panose="020F0502020204030204"/>
                <a:cs typeface="Calibri" panose="020F0502020204030204"/>
              </a:rPr>
              <a:t> </a:t>
            </a:r>
            <a:r>
              <a:rPr sz="3080" spc="-15" dirty="0">
                <a:latin typeface="Calibri" panose="020F0502020204030204"/>
                <a:cs typeface="Calibri" panose="020F0502020204030204"/>
              </a:rPr>
              <a:t>assumptions</a:t>
            </a:r>
            <a:r>
              <a:rPr sz="3080" spc="-39" dirty="0">
                <a:latin typeface="Calibri" panose="020F0502020204030204"/>
                <a:cs typeface="Calibri" panose="020F0502020204030204"/>
              </a:rPr>
              <a:t> </a:t>
            </a:r>
            <a:r>
              <a:rPr sz="3080" dirty="0">
                <a:latin typeface="Calibri" panose="020F0502020204030204"/>
                <a:cs typeface="Calibri" panose="020F0502020204030204"/>
              </a:rPr>
              <a:t>are</a:t>
            </a:r>
            <a:r>
              <a:rPr sz="3080" spc="-39" dirty="0">
                <a:latin typeface="Calibri" panose="020F0502020204030204"/>
                <a:cs typeface="Calibri" panose="020F0502020204030204"/>
              </a:rPr>
              <a:t> </a:t>
            </a:r>
            <a:r>
              <a:rPr sz="3080" dirty="0">
                <a:latin typeface="Calibri" panose="020F0502020204030204"/>
                <a:cs typeface="Calibri" panose="020F0502020204030204"/>
              </a:rPr>
              <a:t>valid,</a:t>
            </a:r>
            <a:r>
              <a:rPr sz="3080" spc="-31" dirty="0">
                <a:latin typeface="Calibri" panose="020F0502020204030204"/>
                <a:cs typeface="Calibri" panose="020F0502020204030204"/>
              </a:rPr>
              <a:t> </a:t>
            </a:r>
            <a:r>
              <a:rPr sz="3080" spc="-39" dirty="0">
                <a:latin typeface="Calibri" panose="020F0502020204030204"/>
                <a:cs typeface="Calibri" panose="020F0502020204030204"/>
              </a:rPr>
              <a:t>the </a:t>
            </a:r>
            <a:r>
              <a:rPr sz="3080" dirty="0">
                <a:latin typeface="Calibri" panose="020F0502020204030204"/>
                <a:cs typeface="Calibri" panose="020F0502020204030204"/>
              </a:rPr>
              <a:t>sampling</a:t>
            </a:r>
            <a:r>
              <a:rPr sz="3080" spc="-77" dirty="0">
                <a:latin typeface="Calibri" panose="020F0502020204030204"/>
                <a:cs typeface="Calibri" panose="020F0502020204030204"/>
              </a:rPr>
              <a:t> </a:t>
            </a:r>
            <a:r>
              <a:rPr sz="3080" dirty="0">
                <a:latin typeface="Calibri" panose="020F0502020204030204"/>
                <a:cs typeface="Calibri" panose="020F0502020204030204"/>
              </a:rPr>
              <a:t>distribution</a:t>
            </a:r>
            <a:r>
              <a:rPr sz="3080" spc="-69" dirty="0">
                <a:latin typeface="Calibri" panose="020F0502020204030204"/>
                <a:cs typeface="Calibri" panose="020F0502020204030204"/>
              </a:rPr>
              <a:t> </a:t>
            </a:r>
            <a:r>
              <a:rPr sz="3080" dirty="0">
                <a:latin typeface="Calibri" panose="020F0502020204030204"/>
                <a:cs typeface="Calibri" panose="020F0502020204030204"/>
              </a:rPr>
              <a:t>of</a:t>
            </a:r>
            <a:r>
              <a:rPr sz="3080" spc="-69" dirty="0">
                <a:latin typeface="Calibri" panose="020F0502020204030204"/>
                <a:cs typeface="Calibri" panose="020F0502020204030204"/>
              </a:rPr>
              <a:t> </a:t>
            </a:r>
            <a:r>
              <a:rPr sz="3080" dirty="0">
                <a:latin typeface="Calibri" panose="020F0502020204030204"/>
                <a:cs typeface="Calibri" panose="020F0502020204030204"/>
              </a:rPr>
              <a:t>MSTR/MSE</a:t>
            </a:r>
            <a:r>
              <a:rPr sz="3080" spc="-100" dirty="0">
                <a:latin typeface="Calibri" panose="020F0502020204030204"/>
                <a:cs typeface="Calibri" panose="020F0502020204030204"/>
              </a:rPr>
              <a:t> </a:t>
            </a:r>
            <a:r>
              <a:rPr sz="3080" dirty="0">
                <a:latin typeface="Calibri" panose="020F0502020204030204"/>
                <a:cs typeface="Calibri" panose="020F0502020204030204"/>
              </a:rPr>
              <a:t>is</a:t>
            </a:r>
            <a:r>
              <a:rPr sz="3080" spc="-85" dirty="0">
                <a:latin typeface="Calibri" panose="020F0502020204030204"/>
                <a:cs typeface="Calibri" panose="020F0502020204030204"/>
              </a:rPr>
              <a:t> </a:t>
            </a:r>
            <a:r>
              <a:rPr sz="3080" dirty="0">
                <a:latin typeface="Calibri" panose="020F0502020204030204"/>
                <a:cs typeface="Calibri" panose="020F0502020204030204"/>
              </a:rPr>
              <a:t>an</a:t>
            </a:r>
            <a:r>
              <a:rPr sz="3080" spc="-31" dirty="0">
                <a:latin typeface="Calibri" panose="020F0502020204030204"/>
                <a:cs typeface="Calibri" panose="020F0502020204030204"/>
              </a:rPr>
              <a:t> </a:t>
            </a:r>
            <a:r>
              <a:rPr sz="3080" i="1" dirty="0">
                <a:latin typeface="Calibri" panose="020F0502020204030204"/>
                <a:cs typeface="Calibri" panose="020F0502020204030204"/>
              </a:rPr>
              <a:t>F</a:t>
            </a:r>
            <a:r>
              <a:rPr sz="3080" i="1" spc="-77" dirty="0">
                <a:latin typeface="Calibri" panose="020F0502020204030204"/>
                <a:cs typeface="Calibri" panose="020F0502020204030204"/>
              </a:rPr>
              <a:t> </a:t>
            </a:r>
            <a:r>
              <a:rPr sz="3080" dirty="0">
                <a:latin typeface="Calibri" panose="020F0502020204030204"/>
                <a:cs typeface="Calibri" panose="020F0502020204030204"/>
              </a:rPr>
              <a:t>distribution</a:t>
            </a:r>
            <a:r>
              <a:rPr sz="3080" spc="-77" dirty="0">
                <a:latin typeface="Calibri" panose="020F0502020204030204"/>
                <a:cs typeface="Calibri" panose="020F0502020204030204"/>
              </a:rPr>
              <a:t> </a:t>
            </a:r>
            <a:r>
              <a:rPr sz="3080" dirty="0">
                <a:latin typeface="Calibri" panose="020F0502020204030204"/>
                <a:cs typeface="Calibri" panose="020F0502020204030204"/>
              </a:rPr>
              <a:t>with</a:t>
            </a:r>
            <a:r>
              <a:rPr sz="3080" spc="-62" dirty="0">
                <a:latin typeface="Calibri" panose="020F0502020204030204"/>
                <a:cs typeface="Calibri" panose="020F0502020204030204"/>
              </a:rPr>
              <a:t> </a:t>
            </a:r>
            <a:r>
              <a:rPr sz="3080" dirty="0">
                <a:latin typeface="Calibri" panose="020F0502020204030204"/>
                <a:cs typeface="Calibri" panose="020F0502020204030204"/>
              </a:rPr>
              <a:t>MSTR</a:t>
            </a:r>
            <a:r>
              <a:rPr sz="3080" spc="-62" dirty="0">
                <a:latin typeface="Calibri" panose="020F0502020204030204"/>
                <a:cs typeface="Calibri" panose="020F0502020204030204"/>
              </a:rPr>
              <a:t> </a:t>
            </a:r>
            <a:r>
              <a:rPr sz="3080" spc="-39" dirty="0">
                <a:latin typeface="Calibri" panose="020F0502020204030204"/>
                <a:cs typeface="Calibri" panose="020F0502020204030204"/>
              </a:rPr>
              <a:t>d.f </a:t>
            </a:r>
            <a:r>
              <a:rPr sz="3080" dirty="0">
                <a:latin typeface="Calibri" panose="020F0502020204030204"/>
                <a:cs typeface="Calibri" panose="020F0502020204030204"/>
              </a:rPr>
              <a:t>equal</a:t>
            </a:r>
            <a:r>
              <a:rPr sz="3080" spc="-31" dirty="0">
                <a:latin typeface="Calibri" panose="020F0502020204030204"/>
                <a:cs typeface="Calibri" panose="020F0502020204030204"/>
              </a:rPr>
              <a:t> </a:t>
            </a:r>
            <a:r>
              <a:rPr sz="3080" dirty="0">
                <a:latin typeface="Calibri" panose="020F0502020204030204"/>
                <a:cs typeface="Calibri" panose="020F0502020204030204"/>
              </a:rPr>
              <a:t>to</a:t>
            </a:r>
            <a:r>
              <a:rPr sz="3080" spc="-54" dirty="0">
                <a:latin typeface="Calibri" panose="020F0502020204030204"/>
                <a:cs typeface="Calibri" panose="020F0502020204030204"/>
              </a:rPr>
              <a:t> </a:t>
            </a:r>
            <a:r>
              <a:rPr sz="3080" i="1" dirty="0">
                <a:latin typeface="Calibri" panose="020F0502020204030204"/>
                <a:cs typeface="Calibri" panose="020F0502020204030204"/>
              </a:rPr>
              <a:t>k</a:t>
            </a:r>
            <a:r>
              <a:rPr sz="3080" i="1" spc="-31" dirty="0">
                <a:latin typeface="Calibri" panose="020F0502020204030204"/>
                <a:cs typeface="Calibri" panose="020F0502020204030204"/>
              </a:rPr>
              <a:t> </a:t>
            </a:r>
            <a:r>
              <a:rPr sz="3080" dirty="0">
                <a:latin typeface="Calibri" panose="020F0502020204030204"/>
                <a:cs typeface="Calibri" panose="020F0502020204030204"/>
              </a:rPr>
              <a:t>-</a:t>
            </a:r>
            <a:r>
              <a:rPr sz="3080" spc="-39" dirty="0">
                <a:latin typeface="Calibri" panose="020F0502020204030204"/>
                <a:cs typeface="Calibri" panose="020F0502020204030204"/>
              </a:rPr>
              <a:t> </a:t>
            </a:r>
            <a:r>
              <a:rPr sz="3080" dirty="0">
                <a:latin typeface="Calibri" panose="020F0502020204030204"/>
                <a:cs typeface="Calibri" panose="020F0502020204030204"/>
              </a:rPr>
              <a:t>1</a:t>
            </a:r>
            <a:r>
              <a:rPr sz="3080" spc="-31" dirty="0">
                <a:latin typeface="Calibri" panose="020F0502020204030204"/>
                <a:cs typeface="Calibri" panose="020F0502020204030204"/>
              </a:rPr>
              <a:t> </a:t>
            </a:r>
            <a:r>
              <a:rPr sz="3080" dirty="0">
                <a:latin typeface="Calibri" panose="020F0502020204030204"/>
                <a:cs typeface="Calibri" panose="020F0502020204030204"/>
              </a:rPr>
              <a:t>and</a:t>
            </a:r>
            <a:r>
              <a:rPr sz="3080" spc="-31" dirty="0">
                <a:latin typeface="Calibri" panose="020F0502020204030204"/>
                <a:cs typeface="Calibri" panose="020F0502020204030204"/>
              </a:rPr>
              <a:t> </a:t>
            </a:r>
            <a:r>
              <a:rPr sz="3080" dirty="0">
                <a:latin typeface="Calibri" panose="020F0502020204030204"/>
                <a:cs typeface="Calibri" panose="020F0502020204030204"/>
              </a:rPr>
              <a:t>MSE</a:t>
            </a:r>
            <a:r>
              <a:rPr sz="3080" spc="-46" dirty="0">
                <a:latin typeface="Calibri" panose="020F0502020204030204"/>
                <a:cs typeface="Calibri" panose="020F0502020204030204"/>
              </a:rPr>
              <a:t> d.f.</a:t>
            </a:r>
            <a:r>
              <a:rPr sz="3080" spc="-62" dirty="0">
                <a:latin typeface="Calibri" panose="020F0502020204030204"/>
                <a:cs typeface="Calibri" panose="020F0502020204030204"/>
              </a:rPr>
              <a:t> </a:t>
            </a:r>
            <a:r>
              <a:rPr sz="3080" dirty="0">
                <a:latin typeface="Calibri" panose="020F0502020204030204"/>
                <a:cs typeface="Calibri" panose="020F0502020204030204"/>
              </a:rPr>
              <a:t>equal</a:t>
            </a:r>
            <a:r>
              <a:rPr sz="3080" spc="-31" dirty="0">
                <a:latin typeface="Calibri" panose="020F0502020204030204"/>
                <a:cs typeface="Calibri" panose="020F0502020204030204"/>
              </a:rPr>
              <a:t> </a:t>
            </a:r>
            <a:r>
              <a:rPr sz="3080" dirty="0">
                <a:latin typeface="Calibri" panose="020F0502020204030204"/>
                <a:cs typeface="Calibri" panose="020F0502020204030204"/>
              </a:rPr>
              <a:t>to</a:t>
            </a:r>
            <a:r>
              <a:rPr sz="3080" spc="-39" dirty="0">
                <a:latin typeface="Calibri" panose="020F0502020204030204"/>
                <a:cs typeface="Calibri" panose="020F0502020204030204"/>
              </a:rPr>
              <a:t> </a:t>
            </a:r>
            <a:r>
              <a:rPr sz="3080" i="1" dirty="0">
                <a:latin typeface="Calibri" panose="020F0502020204030204"/>
                <a:cs typeface="Calibri" panose="020F0502020204030204"/>
              </a:rPr>
              <a:t>n</a:t>
            </a:r>
            <a:r>
              <a:rPr sz="3005" spc="322" baseline="-21000" dirty="0">
                <a:latin typeface="Calibri" panose="020F0502020204030204"/>
                <a:cs typeface="Calibri" panose="020F0502020204030204"/>
              </a:rPr>
              <a:t> </a:t>
            </a:r>
            <a:r>
              <a:rPr sz="3080" dirty="0">
                <a:latin typeface="Calibri" panose="020F0502020204030204"/>
                <a:cs typeface="Calibri" panose="020F0502020204030204"/>
              </a:rPr>
              <a:t>-</a:t>
            </a:r>
            <a:r>
              <a:rPr sz="3080" spc="-46" dirty="0">
                <a:latin typeface="Calibri" panose="020F0502020204030204"/>
                <a:cs typeface="Calibri" panose="020F0502020204030204"/>
              </a:rPr>
              <a:t> </a:t>
            </a:r>
            <a:r>
              <a:rPr sz="3080" i="1" spc="-39" dirty="0">
                <a:latin typeface="Calibri" panose="020F0502020204030204"/>
                <a:cs typeface="Calibri" panose="020F0502020204030204"/>
              </a:rPr>
              <a:t>k</a:t>
            </a:r>
            <a:r>
              <a:rPr sz="3080" spc="-39" dirty="0">
                <a:latin typeface="Calibri" panose="020F0502020204030204"/>
                <a:cs typeface="Calibri" panose="020F0502020204030204"/>
              </a:rPr>
              <a:t>.</a:t>
            </a:r>
            <a:endParaRPr sz="3080" dirty="0">
              <a:latin typeface="Calibri" panose="020F0502020204030204"/>
              <a:cs typeface="Calibri" panose="020F0502020204030204"/>
            </a:endParaRPr>
          </a:p>
          <a:p>
            <a:pPr>
              <a:spcBef>
                <a:spcPts val="1510"/>
              </a:spcBef>
              <a:buFont typeface="Arial MT"/>
              <a:buChar char="•"/>
            </a:pPr>
            <a:endParaRPr sz="3080" dirty="0">
              <a:latin typeface="Calibri" panose="020F0502020204030204"/>
              <a:cs typeface="Calibri" panose="020F0502020204030204"/>
            </a:endParaRPr>
          </a:p>
        </p:txBody>
      </p:sp>
      <p:pic>
        <p:nvPicPr>
          <p:cNvPr id="14" name="Picture 13"/>
          <p:cNvPicPr>
            <a:picLocks noChangeAspect="1"/>
          </p:cNvPicPr>
          <p:nvPr/>
        </p:nvPicPr>
        <p:blipFill>
          <a:blip r:embed="rId2"/>
          <a:stretch>
            <a:fillRect/>
          </a:stretch>
        </p:blipFill>
        <p:spPr>
          <a:xfrm>
            <a:off x="2425082" y="3124200"/>
            <a:ext cx="7827206" cy="4114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76456" y="1787548"/>
            <a:ext cx="10095704" cy="4153890"/>
            <a:chOff x="1302130" y="1143761"/>
            <a:chExt cx="6554470" cy="2696845"/>
          </a:xfrm>
        </p:grpSpPr>
        <p:pic>
          <p:nvPicPr>
            <p:cNvPr id="3" name="object 3"/>
            <p:cNvPicPr/>
            <p:nvPr/>
          </p:nvPicPr>
          <p:blipFill>
            <a:blip r:embed="rId2" cstate="print"/>
            <a:stretch>
              <a:fillRect/>
            </a:stretch>
          </p:blipFill>
          <p:spPr>
            <a:xfrm>
              <a:off x="1325879" y="1181099"/>
              <a:ext cx="6530340" cy="2659380"/>
            </a:xfrm>
            <a:prstGeom prst="rect">
              <a:avLst/>
            </a:prstGeom>
          </p:spPr>
        </p:pic>
        <p:sp>
          <p:nvSpPr>
            <p:cNvPr id="4" name="object 4"/>
            <p:cNvSpPr/>
            <p:nvPr/>
          </p:nvSpPr>
          <p:spPr>
            <a:xfrm>
              <a:off x="1308480" y="1150111"/>
              <a:ext cx="6515100" cy="2644775"/>
            </a:xfrm>
            <a:custGeom>
              <a:avLst/>
              <a:gdLst/>
              <a:ahLst/>
              <a:cxnLst/>
              <a:rect l="l" t="t" r="r" b="b"/>
              <a:pathLst>
                <a:path w="6515100" h="2644775">
                  <a:moveTo>
                    <a:pt x="6514719" y="0"/>
                  </a:moveTo>
                  <a:lnTo>
                    <a:pt x="0" y="0"/>
                  </a:lnTo>
                  <a:lnTo>
                    <a:pt x="0" y="2644394"/>
                  </a:lnTo>
                  <a:lnTo>
                    <a:pt x="6514719" y="2644394"/>
                  </a:lnTo>
                  <a:lnTo>
                    <a:pt x="6514719" y="0"/>
                  </a:lnTo>
                  <a:close/>
                </a:path>
              </a:pathLst>
            </a:custGeom>
            <a:solidFill>
              <a:srgbClr val="D6E3BC"/>
            </a:solidFill>
          </p:spPr>
          <p:txBody>
            <a:bodyPr wrap="square" lIns="0" tIns="0" rIns="0" bIns="0" rtlCol="0"/>
            <a:lstStyle/>
            <a:p>
              <a:endParaRPr sz="2775"/>
            </a:p>
          </p:txBody>
        </p:sp>
        <p:sp>
          <p:nvSpPr>
            <p:cNvPr id="5" name="object 5"/>
            <p:cNvSpPr/>
            <p:nvPr/>
          </p:nvSpPr>
          <p:spPr>
            <a:xfrm>
              <a:off x="1308480" y="1150111"/>
              <a:ext cx="6515100" cy="2644775"/>
            </a:xfrm>
            <a:custGeom>
              <a:avLst/>
              <a:gdLst/>
              <a:ahLst/>
              <a:cxnLst/>
              <a:rect l="l" t="t" r="r" b="b"/>
              <a:pathLst>
                <a:path w="6515100" h="2644775">
                  <a:moveTo>
                    <a:pt x="0" y="2644394"/>
                  </a:moveTo>
                  <a:lnTo>
                    <a:pt x="6514719" y="2644394"/>
                  </a:lnTo>
                  <a:lnTo>
                    <a:pt x="6514719" y="0"/>
                  </a:lnTo>
                  <a:lnTo>
                    <a:pt x="0" y="0"/>
                  </a:lnTo>
                  <a:lnTo>
                    <a:pt x="0" y="2644394"/>
                  </a:lnTo>
                  <a:close/>
                </a:path>
              </a:pathLst>
            </a:custGeom>
            <a:ln w="12700">
              <a:solidFill>
                <a:srgbClr val="000000"/>
              </a:solidFill>
            </a:ln>
          </p:spPr>
          <p:txBody>
            <a:bodyPr wrap="square" lIns="0" tIns="0" rIns="0" bIns="0" rtlCol="0"/>
            <a:lstStyle/>
            <a:p>
              <a:endParaRPr sz="2775"/>
            </a:p>
          </p:txBody>
        </p:sp>
        <p:pic>
          <p:nvPicPr>
            <p:cNvPr id="6" name="object 6"/>
            <p:cNvPicPr/>
            <p:nvPr/>
          </p:nvPicPr>
          <p:blipFill>
            <a:blip r:embed="rId3" cstate="print"/>
            <a:stretch>
              <a:fillRect/>
            </a:stretch>
          </p:blipFill>
          <p:spPr>
            <a:xfrm>
              <a:off x="1435607" y="1869947"/>
              <a:ext cx="6284975" cy="15239"/>
            </a:xfrm>
            <a:prstGeom prst="rect">
              <a:avLst/>
            </a:prstGeom>
          </p:spPr>
        </p:pic>
        <p:sp>
          <p:nvSpPr>
            <p:cNvPr id="7" name="object 7"/>
            <p:cNvSpPr/>
            <p:nvPr/>
          </p:nvSpPr>
          <p:spPr>
            <a:xfrm>
              <a:off x="1425193" y="1864486"/>
              <a:ext cx="6282055" cy="0"/>
            </a:xfrm>
            <a:custGeom>
              <a:avLst/>
              <a:gdLst/>
              <a:ahLst/>
              <a:cxnLst/>
              <a:rect l="l" t="t" r="r" b="b"/>
              <a:pathLst>
                <a:path w="6282055">
                  <a:moveTo>
                    <a:pt x="0" y="0"/>
                  </a:moveTo>
                  <a:lnTo>
                    <a:pt x="6281674" y="0"/>
                  </a:lnTo>
                </a:path>
              </a:pathLst>
            </a:custGeom>
            <a:ln w="12700">
              <a:solidFill>
                <a:srgbClr val="000000"/>
              </a:solidFill>
            </a:ln>
          </p:spPr>
          <p:txBody>
            <a:bodyPr wrap="square" lIns="0" tIns="0" rIns="0" bIns="0" rtlCol="0"/>
            <a:lstStyle/>
            <a:p>
              <a:endParaRPr sz="2775"/>
            </a:p>
          </p:txBody>
        </p:sp>
        <p:pic>
          <p:nvPicPr>
            <p:cNvPr id="8" name="object 8"/>
            <p:cNvPicPr/>
            <p:nvPr/>
          </p:nvPicPr>
          <p:blipFill>
            <a:blip r:embed="rId4" cstate="print"/>
            <a:stretch>
              <a:fillRect/>
            </a:stretch>
          </p:blipFill>
          <p:spPr>
            <a:xfrm>
              <a:off x="1447799" y="3215639"/>
              <a:ext cx="6283452" cy="16763"/>
            </a:xfrm>
            <a:prstGeom prst="rect">
              <a:avLst/>
            </a:prstGeom>
          </p:spPr>
        </p:pic>
        <p:sp>
          <p:nvSpPr>
            <p:cNvPr id="9" name="object 9"/>
            <p:cNvSpPr/>
            <p:nvPr/>
          </p:nvSpPr>
          <p:spPr>
            <a:xfrm>
              <a:off x="1437131" y="3211067"/>
              <a:ext cx="6280785" cy="0"/>
            </a:xfrm>
            <a:custGeom>
              <a:avLst/>
              <a:gdLst/>
              <a:ahLst/>
              <a:cxnLst/>
              <a:rect l="l" t="t" r="r" b="b"/>
              <a:pathLst>
                <a:path w="6280784">
                  <a:moveTo>
                    <a:pt x="0" y="0"/>
                  </a:moveTo>
                  <a:lnTo>
                    <a:pt x="6280531" y="0"/>
                  </a:lnTo>
                </a:path>
              </a:pathLst>
            </a:custGeom>
            <a:ln w="12700">
              <a:solidFill>
                <a:srgbClr val="000000"/>
              </a:solidFill>
            </a:ln>
          </p:spPr>
          <p:txBody>
            <a:bodyPr wrap="square" lIns="0" tIns="0" rIns="0" bIns="0" rtlCol="0"/>
            <a:lstStyle/>
            <a:p>
              <a:endParaRPr sz="2775"/>
            </a:p>
          </p:txBody>
        </p:sp>
        <p:sp>
          <p:nvSpPr>
            <p:cNvPr id="10" name="object 10"/>
            <p:cNvSpPr/>
            <p:nvPr/>
          </p:nvSpPr>
          <p:spPr>
            <a:xfrm>
              <a:off x="5621254" y="2245535"/>
              <a:ext cx="484505" cy="0"/>
            </a:xfrm>
            <a:custGeom>
              <a:avLst/>
              <a:gdLst/>
              <a:ahLst/>
              <a:cxnLst/>
              <a:rect l="l" t="t" r="r" b="b"/>
              <a:pathLst>
                <a:path w="484504">
                  <a:moveTo>
                    <a:pt x="0" y="0"/>
                  </a:moveTo>
                  <a:lnTo>
                    <a:pt x="484100" y="0"/>
                  </a:lnTo>
                </a:path>
              </a:pathLst>
            </a:custGeom>
            <a:ln w="9586">
              <a:solidFill>
                <a:srgbClr val="000000"/>
              </a:solidFill>
            </a:ln>
          </p:spPr>
          <p:txBody>
            <a:bodyPr wrap="square" lIns="0" tIns="0" rIns="0" bIns="0" rtlCol="0"/>
            <a:lstStyle/>
            <a:p>
              <a:endParaRPr sz="2775"/>
            </a:p>
          </p:txBody>
        </p:sp>
      </p:grpSp>
      <p:sp>
        <p:nvSpPr>
          <p:cNvPr id="11" name="object 11"/>
          <p:cNvSpPr txBox="1"/>
          <p:nvPr/>
        </p:nvSpPr>
        <p:spPr>
          <a:xfrm>
            <a:off x="8840838" y="3448966"/>
            <a:ext cx="393187" cy="373259"/>
          </a:xfrm>
          <a:prstGeom prst="rect">
            <a:avLst/>
          </a:prstGeom>
        </p:spPr>
        <p:txBody>
          <a:bodyPr vert="horz" wrap="square" lIns="0" tIns="17605" rIns="0" bIns="0" rtlCol="0">
            <a:spAutoFit/>
          </a:bodyPr>
          <a:lstStyle/>
          <a:p>
            <a:pPr marL="19685">
              <a:spcBef>
                <a:spcPts val="140"/>
              </a:spcBef>
            </a:pPr>
            <a:r>
              <a:rPr sz="2310" i="1" dirty="0">
                <a:latin typeface="Times New Roman" panose="02020603050405020304"/>
                <a:cs typeface="Times New Roman" panose="02020603050405020304"/>
              </a:rPr>
              <a:t>k</a:t>
            </a:r>
            <a:r>
              <a:rPr sz="2310" i="1" spc="-370" dirty="0">
                <a:latin typeface="Times New Roman" panose="02020603050405020304"/>
                <a:cs typeface="Times New Roman" panose="02020603050405020304"/>
              </a:rPr>
              <a:t> </a:t>
            </a:r>
            <a:r>
              <a:rPr sz="2310" spc="-231" dirty="0">
                <a:latin typeface="Times New Roman" panose="02020603050405020304"/>
                <a:cs typeface="Times New Roman" panose="02020603050405020304"/>
              </a:rPr>
              <a:t>-</a:t>
            </a:r>
            <a:r>
              <a:rPr sz="2310" spc="-77" dirty="0">
                <a:latin typeface="Times New Roman" panose="02020603050405020304"/>
                <a:cs typeface="Times New Roman" panose="02020603050405020304"/>
              </a:rPr>
              <a:t>1</a:t>
            </a:r>
            <a:endParaRPr sz="2310">
              <a:latin typeface="Times New Roman" panose="02020603050405020304"/>
              <a:cs typeface="Times New Roman" panose="02020603050405020304"/>
            </a:endParaRPr>
          </a:p>
        </p:txBody>
      </p:sp>
      <p:sp>
        <p:nvSpPr>
          <p:cNvPr id="12" name="object 12"/>
          <p:cNvSpPr/>
          <p:nvPr/>
        </p:nvSpPr>
        <p:spPr>
          <a:xfrm>
            <a:off x="8665339" y="4407482"/>
            <a:ext cx="559460" cy="0"/>
          </a:xfrm>
          <a:custGeom>
            <a:avLst/>
            <a:gdLst/>
            <a:ahLst/>
            <a:cxnLst/>
            <a:rect l="l" t="t" r="r" b="b"/>
            <a:pathLst>
              <a:path w="363220">
                <a:moveTo>
                  <a:pt x="0" y="0"/>
                </a:moveTo>
                <a:lnTo>
                  <a:pt x="362743" y="0"/>
                </a:lnTo>
              </a:path>
            </a:pathLst>
          </a:custGeom>
          <a:ln w="9568">
            <a:solidFill>
              <a:srgbClr val="000000"/>
            </a:solidFill>
          </a:ln>
        </p:spPr>
        <p:txBody>
          <a:bodyPr wrap="square" lIns="0" tIns="0" rIns="0" bIns="0" rtlCol="0"/>
          <a:lstStyle/>
          <a:p>
            <a:endParaRPr sz="2775"/>
          </a:p>
        </p:txBody>
      </p:sp>
      <p:sp>
        <p:nvSpPr>
          <p:cNvPr id="14" name="object 14"/>
          <p:cNvSpPr txBox="1"/>
          <p:nvPr/>
        </p:nvSpPr>
        <p:spPr>
          <a:xfrm>
            <a:off x="8744585" y="4460168"/>
            <a:ext cx="544789" cy="377210"/>
          </a:xfrm>
          <a:prstGeom prst="rect">
            <a:avLst/>
          </a:prstGeom>
        </p:spPr>
        <p:txBody>
          <a:bodyPr vert="horz" wrap="square" lIns="0" tIns="21518" rIns="0" bIns="0" rtlCol="0">
            <a:spAutoFit/>
          </a:bodyPr>
          <a:lstStyle/>
          <a:p>
            <a:pPr marL="19685">
              <a:spcBef>
                <a:spcPts val="170"/>
              </a:spcBef>
            </a:pPr>
            <a:r>
              <a:rPr sz="2310" i="1" dirty="0">
                <a:latin typeface="Times New Roman" panose="02020603050405020304"/>
                <a:cs typeface="Times New Roman" panose="02020603050405020304"/>
              </a:rPr>
              <a:t>n</a:t>
            </a:r>
            <a:r>
              <a:rPr sz="2310" spc="-54" dirty="0">
                <a:latin typeface="Times New Roman" panose="02020603050405020304"/>
                <a:cs typeface="Times New Roman" panose="02020603050405020304"/>
              </a:rPr>
              <a:t>-</a:t>
            </a:r>
            <a:r>
              <a:rPr sz="2310" i="1" spc="-77" dirty="0">
                <a:latin typeface="Times New Roman" panose="02020603050405020304"/>
                <a:cs typeface="Times New Roman" panose="02020603050405020304"/>
              </a:rPr>
              <a:t>k</a:t>
            </a:r>
            <a:endParaRPr sz="2310" dirty="0">
              <a:latin typeface="Times New Roman" panose="02020603050405020304"/>
              <a:cs typeface="Times New Roman" panose="02020603050405020304"/>
            </a:endParaRPr>
          </a:p>
        </p:txBody>
      </p:sp>
      <p:sp>
        <p:nvSpPr>
          <p:cNvPr id="15" name="object 15"/>
          <p:cNvSpPr txBox="1"/>
          <p:nvPr/>
        </p:nvSpPr>
        <p:spPr>
          <a:xfrm>
            <a:off x="7692762" y="4166192"/>
            <a:ext cx="1561986" cy="377275"/>
          </a:xfrm>
          <a:prstGeom prst="rect">
            <a:avLst/>
          </a:prstGeom>
        </p:spPr>
        <p:txBody>
          <a:bodyPr vert="horz" wrap="square" lIns="0" tIns="21518" rIns="0" bIns="0" rtlCol="0">
            <a:spAutoFit/>
          </a:bodyPr>
          <a:lstStyle/>
          <a:p>
            <a:pPr marL="58420">
              <a:spcBef>
                <a:spcPts val="170"/>
              </a:spcBef>
            </a:pPr>
            <a:r>
              <a:rPr sz="2310" dirty="0">
                <a:latin typeface="Times New Roman" panose="02020603050405020304"/>
                <a:cs typeface="Times New Roman" panose="02020603050405020304"/>
              </a:rPr>
              <a:t>MSE</a:t>
            </a:r>
            <a:r>
              <a:rPr sz="2310" spc="-15" dirty="0">
                <a:latin typeface="Times New Roman" panose="02020603050405020304"/>
                <a:cs typeface="Times New Roman" panose="02020603050405020304"/>
              </a:rPr>
              <a:t> </a:t>
            </a:r>
            <a:r>
              <a:rPr sz="2310" dirty="0">
                <a:latin typeface="Symbol" panose="05050102010706020507"/>
                <a:cs typeface="Symbol" panose="05050102010706020507"/>
              </a:rPr>
              <a:t></a:t>
            </a:r>
            <a:r>
              <a:rPr sz="2310" spc="131" dirty="0">
                <a:latin typeface="Times New Roman" panose="02020603050405020304"/>
                <a:cs typeface="Times New Roman" panose="02020603050405020304"/>
              </a:rPr>
              <a:t> </a:t>
            </a:r>
            <a:r>
              <a:rPr sz="3465" spc="-57" baseline="35000" dirty="0">
                <a:latin typeface="Times New Roman" panose="02020603050405020304"/>
                <a:cs typeface="Times New Roman" panose="02020603050405020304"/>
              </a:rPr>
              <a:t>SSE</a:t>
            </a:r>
            <a:endParaRPr sz="3465" baseline="35000">
              <a:latin typeface="Times New Roman" panose="02020603050405020304"/>
              <a:cs typeface="Times New Roman" panose="02020603050405020304"/>
            </a:endParaRPr>
          </a:p>
        </p:txBody>
      </p:sp>
      <p:sp>
        <p:nvSpPr>
          <p:cNvPr id="16" name="object 16"/>
          <p:cNvSpPr/>
          <p:nvPr/>
        </p:nvSpPr>
        <p:spPr>
          <a:xfrm>
            <a:off x="9873825" y="3459938"/>
            <a:ext cx="859729" cy="0"/>
          </a:xfrm>
          <a:custGeom>
            <a:avLst/>
            <a:gdLst/>
            <a:ahLst/>
            <a:cxnLst/>
            <a:rect l="l" t="t" r="r" b="b"/>
            <a:pathLst>
              <a:path w="558165">
                <a:moveTo>
                  <a:pt x="0" y="0"/>
                </a:moveTo>
                <a:lnTo>
                  <a:pt x="557656" y="0"/>
                </a:lnTo>
              </a:path>
            </a:pathLst>
          </a:custGeom>
          <a:ln w="9586">
            <a:solidFill>
              <a:srgbClr val="000000"/>
            </a:solidFill>
          </a:ln>
        </p:spPr>
        <p:txBody>
          <a:bodyPr wrap="square" lIns="0" tIns="0" rIns="0" bIns="0" rtlCol="0"/>
          <a:lstStyle/>
          <a:p>
            <a:endParaRPr sz="2775"/>
          </a:p>
        </p:txBody>
      </p:sp>
      <p:sp>
        <p:nvSpPr>
          <p:cNvPr id="17" name="object 17"/>
          <p:cNvSpPr txBox="1"/>
          <p:nvPr/>
        </p:nvSpPr>
        <p:spPr>
          <a:xfrm>
            <a:off x="9873218" y="3037775"/>
            <a:ext cx="847014" cy="373259"/>
          </a:xfrm>
          <a:prstGeom prst="rect">
            <a:avLst/>
          </a:prstGeom>
        </p:spPr>
        <p:txBody>
          <a:bodyPr vert="horz" wrap="square" lIns="0" tIns="17605" rIns="0" bIns="0" rtlCol="0">
            <a:spAutoFit/>
          </a:bodyPr>
          <a:lstStyle/>
          <a:p>
            <a:pPr marL="19685">
              <a:spcBef>
                <a:spcPts val="140"/>
              </a:spcBef>
            </a:pPr>
            <a:r>
              <a:rPr sz="2310" spc="-31" dirty="0">
                <a:latin typeface="Times New Roman" panose="02020603050405020304"/>
                <a:cs typeface="Times New Roman" panose="02020603050405020304"/>
              </a:rPr>
              <a:t>MSTR</a:t>
            </a:r>
            <a:endParaRPr sz="2310">
              <a:latin typeface="Times New Roman" panose="02020603050405020304"/>
              <a:cs typeface="Times New Roman" panose="02020603050405020304"/>
            </a:endParaRPr>
          </a:p>
        </p:txBody>
      </p:sp>
      <p:sp>
        <p:nvSpPr>
          <p:cNvPr id="18" name="object 18"/>
          <p:cNvSpPr txBox="1"/>
          <p:nvPr/>
        </p:nvSpPr>
        <p:spPr>
          <a:xfrm>
            <a:off x="9979230" y="3448966"/>
            <a:ext cx="646507" cy="373259"/>
          </a:xfrm>
          <a:prstGeom prst="rect">
            <a:avLst/>
          </a:prstGeom>
        </p:spPr>
        <p:txBody>
          <a:bodyPr vert="horz" wrap="square" lIns="0" tIns="17605" rIns="0" bIns="0" rtlCol="0">
            <a:spAutoFit/>
          </a:bodyPr>
          <a:lstStyle/>
          <a:p>
            <a:pPr marL="19685">
              <a:spcBef>
                <a:spcPts val="140"/>
              </a:spcBef>
            </a:pPr>
            <a:r>
              <a:rPr sz="2310" spc="-39" dirty="0">
                <a:latin typeface="Times New Roman" panose="02020603050405020304"/>
                <a:cs typeface="Times New Roman" panose="02020603050405020304"/>
              </a:rPr>
              <a:t>MSE</a:t>
            </a:r>
            <a:endParaRPr sz="2310">
              <a:latin typeface="Times New Roman" panose="02020603050405020304"/>
              <a:cs typeface="Times New Roman" panose="02020603050405020304"/>
            </a:endParaRPr>
          </a:p>
        </p:txBody>
      </p:sp>
      <p:grpSp>
        <p:nvGrpSpPr>
          <p:cNvPr id="19" name="object 19"/>
          <p:cNvGrpSpPr/>
          <p:nvPr/>
        </p:nvGrpSpPr>
        <p:grpSpPr>
          <a:xfrm>
            <a:off x="2018749" y="1787548"/>
            <a:ext cx="1824112" cy="1171736"/>
            <a:chOff x="1310639" y="1159763"/>
            <a:chExt cx="1184275" cy="760730"/>
          </a:xfrm>
        </p:grpSpPr>
        <p:pic>
          <p:nvPicPr>
            <p:cNvPr id="20" name="object 20"/>
            <p:cNvPicPr/>
            <p:nvPr/>
          </p:nvPicPr>
          <p:blipFill>
            <a:blip r:embed="rId5" cstate="print"/>
            <a:stretch>
              <a:fillRect/>
            </a:stretch>
          </p:blipFill>
          <p:spPr>
            <a:xfrm>
              <a:off x="1310639" y="1159763"/>
              <a:ext cx="1184148" cy="513588"/>
            </a:xfrm>
            <a:prstGeom prst="rect">
              <a:avLst/>
            </a:prstGeom>
          </p:spPr>
        </p:pic>
        <p:pic>
          <p:nvPicPr>
            <p:cNvPr id="21" name="object 21"/>
            <p:cNvPicPr/>
            <p:nvPr/>
          </p:nvPicPr>
          <p:blipFill>
            <a:blip r:embed="rId6" cstate="print"/>
            <a:stretch>
              <a:fillRect/>
            </a:stretch>
          </p:blipFill>
          <p:spPr>
            <a:xfrm>
              <a:off x="1310639" y="1406652"/>
              <a:ext cx="1142999" cy="513588"/>
            </a:xfrm>
            <a:prstGeom prst="rect">
              <a:avLst/>
            </a:prstGeom>
          </p:spPr>
        </p:pic>
      </p:grpSp>
      <p:sp>
        <p:nvSpPr>
          <p:cNvPr id="22" name="object 22"/>
          <p:cNvSpPr txBox="1"/>
          <p:nvPr/>
        </p:nvSpPr>
        <p:spPr>
          <a:xfrm>
            <a:off x="2221212" y="1862861"/>
            <a:ext cx="1388868" cy="836600"/>
          </a:xfrm>
          <a:prstGeom prst="rect">
            <a:avLst/>
          </a:prstGeom>
        </p:spPr>
        <p:txBody>
          <a:bodyPr vert="horz" wrap="square" lIns="0" tIns="66509" rIns="0" bIns="0" rtlCol="0">
            <a:spAutoFit/>
          </a:bodyPr>
          <a:lstStyle/>
          <a:p>
            <a:pPr marL="19685" marR="7620">
              <a:lnSpc>
                <a:spcPts val="3005"/>
              </a:lnSpc>
              <a:spcBef>
                <a:spcPts val="525"/>
              </a:spcBef>
            </a:pPr>
            <a:r>
              <a:rPr sz="2775" dirty="0">
                <a:latin typeface="Calibri" panose="020F0502020204030204"/>
                <a:cs typeface="Calibri" panose="020F0502020204030204"/>
              </a:rPr>
              <a:t>Source</a:t>
            </a:r>
            <a:r>
              <a:rPr sz="2775" spc="-116" dirty="0">
                <a:latin typeface="Calibri" panose="020F0502020204030204"/>
                <a:cs typeface="Calibri" panose="020F0502020204030204"/>
              </a:rPr>
              <a:t> </a:t>
            </a:r>
            <a:r>
              <a:rPr sz="2775" spc="-39" dirty="0">
                <a:latin typeface="Calibri" panose="020F0502020204030204"/>
                <a:cs typeface="Calibri" panose="020F0502020204030204"/>
              </a:rPr>
              <a:t>of </a:t>
            </a:r>
            <a:r>
              <a:rPr sz="2775" spc="-15" dirty="0">
                <a:latin typeface="Calibri" panose="020F0502020204030204"/>
                <a:cs typeface="Calibri" panose="020F0502020204030204"/>
              </a:rPr>
              <a:t>Variation</a:t>
            </a:r>
            <a:endParaRPr sz="2775" dirty="0">
              <a:latin typeface="Calibri" panose="020F0502020204030204"/>
              <a:cs typeface="Calibri" panose="020F0502020204030204"/>
            </a:endParaRPr>
          </a:p>
        </p:txBody>
      </p:sp>
      <p:grpSp>
        <p:nvGrpSpPr>
          <p:cNvPr id="23" name="object 23"/>
          <p:cNvGrpSpPr/>
          <p:nvPr/>
        </p:nvGrpSpPr>
        <p:grpSpPr>
          <a:xfrm>
            <a:off x="3922477" y="1787548"/>
            <a:ext cx="1607958" cy="1171736"/>
            <a:chOff x="2546604" y="1159763"/>
            <a:chExt cx="1043940" cy="760730"/>
          </a:xfrm>
        </p:grpSpPr>
        <p:pic>
          <p:nvPicPr>
            <p:cNvPr id="24" name="object 24"/>
            <p:cNvPicPr/>
            <p:nvPr/>
          </p:nvPicPr>
          <p:blipFill>
            <a:blip r:embed="rId7" cstate="print"/>
            <a:stretch>
              <a:fillRect/>
            </a:stretch>
          </p:blipFill>
          <p:spPr>
            <a:xfrm>
              <a:off x="2546604" y="1159763"/>
              <a:ext cx="958595" cy="513588"/>
            </a:xfrm>
            <a:prstGeom prst="rect">
              <a:avLst/>
            </a:prstGeom>
          </p:spPr>
        </p:pic>
        <p:pic>
          <p:nvPicPr>
            <p:cNvPr id="25" name="object 25"/>
            <p:cNvPicPr/>
            <p:nvPr/>
          </p:nvPicPr>
          <p:blipFill>
            <a:blip r:embed="rId8" cstate="print"/>
            <a:stretch>
              <a:fillRect/>
            </a:stretch>
          </p:blipFill>
          <p:spPr>
            <a:xfrm>
              <a:off x="2546604" y="1406652"/>
              <a:ext cx="1043940" cy="513588"/>
            </a:xfrm>
            <a:prstGeom prst="rect">
              <a:avLst/>
            </a:prstGeom>
          </p:spPr>
        </p:pic>
      </p:grpSp>
      <p:sp>
        <p:nvSpPr>
          <p:cNvPr id="26" name="object 26"/>
          <p:cNvSpPr txBox="1"/>
          <p:nvPr/>
        </p:nvSpPr>
        <p:spPr>
          <a:xfrm>
            <a:off x="4125526" y="1862861"/>
            <a:ext cx="1170757" cy="836600"/>
          </a:xfrm>
          <a:prstGeom prst="rect">
            <a:avLst/>
          </a:prstGeom>
        </p:spPr>
        <p:txBody>
          <a:bodyPr vert="horz" wrap="square" lIns="0" tIns="66509" rIns="0" bIns="0" rtlCol="0">
            <a:spAutoFit/>
          </a:bodyPr>
          <a:lstStyle/>
          <a:p>
            <a:pPr marL="19685" marR="7620">
              <a:lnSpc>
                <a:spcPts val="3005"/>
              </a:lnSpc>
              <a:spcBef>
                <a:spcPts val="525"/>
              </a:spcBef>
            </a:pPr>
            <a:r>
              <a:rPr sz="2775" dirty="0">
                <a:latin typeface="Calibri" panose="020F0502020204030204"/>
                <a:cs typeface="Calibri" panose="020F0502020204030204"/>
              </a:rPr>
              <a:t>Sum</a:t>
            </a:r>
            <a:r>
              <a:rPr sz="2775" spc="-46" dirty="0">
                <a:latin typeface="Calibri" panose="020F0502020204030204"/>
                <a:cs typeface="Calibri" panose="020F0502020204030204"/>
              </a:rPr>
              <a:t> </a:t>
            </a:r>
            <a:r>
              <a:rPr sz="2775" spc="-39" dirty="0">
                <a:latin typeface="Calibri" panose="020F0502020204030204"/>
                <a:cs typeface="Calibri" panose="020F0502020204030204"/>
              </a:rPr>
              <a:t>of </a:t>
            </a:r>
            <a:r>
              <a:rPr sz="2775" spc="-15" dirty="0">
                <a:latin typeface="Calibri" panose="020F0502020204030204"/>
                <a:cs typeface="Calibri" panose="020F0502020204030204"/>
              </a:rPr>
              <a:t>Squares</a:t>
            </a:r>
            <a:endParaRPr sz="2775">
              <a:latin typeface="Calibri" panose="020F0502020204030204"/>
              <a:cs typeface="Calibri" panose="020F0502020204030204"/>
            </a:endParaRPr>
          </a:p>
        </p:txBody>
      </p:sp>
      <p:grpSp>
        <p:nvGrpSpPr>
          <p:cNvPr id="27" name="object 27"/>
          <p:cNvGrpSpPr/>
          <p:nvPr/>
        </p:nvGrpSpPr>
        <p:grpSpPr>
          <a:xfrm>
            <a:off x="5436540" y="1787548"/>
            <a:ext cx="2014837" cy="1171736"/>
            <a:chOff x="3529584" y="1159763"/>
            <a:chExt cx="1308100" cy="760730"/>
          </a:xfrm>
        </p:grpSpPr>
        <p:pic>
          <p:nvPicPr>
            <p:cNvPr id="28" name="object 28"/>
            <p:cNvPicPr/>
            <p:nvPr/>
          </p:nvPicPr>
          <p:blipFill>
            <a:blip r:embed="rId9" cstate="print"/>
            <a:stretch>
              <a:fillRect/>
            </a:stretch>
          </p:blipFill>
          <p:spPr>
            <a:xfrm>
              <a:off x="3529584" y="1159763"/>
              <a:ext cx="1307591" cy="513588"/>
            </a:xfrm>
            <a:prstGeom prst="rect">
              <a:avLst/>
            </a:prstGeom>
          </p:spPr>
        </p:pic>
        <p:pic>
          <p:nvPicPr>
            <p:cNvPr id="29" name="object 29"/>
            <p:cNvPicPr/>
            <p:nvPr/>
          </p:nvPicPr>
          <p:blipFill>
            <a:blip r:embed="rId10" cstate="print"/>
            <a:stretch>
              <a:fillRect/>
            </a:stretch>
          </p:blipFill>
          <p:spPr>
            <a:xfrm>
              <a:off x="3529584" y="1406652"/>
              <a:ext cx="1141476" cy="513588"/>
            </a:xfrm>
            <a:prstGeom prst="rect">
              <a:avLst/>
            </a:prstGeom>
          </p:spPr>
        </p:pic>
      </p:grpSp>
      <p:sp>
        <p:nvSpPr>
          <p:cNvPr id="30" name="object 30"/>
          <p:cNvSpPr txBox="1"/>
          <p:nvPr/>
        </p:nvSpPr>
        <p:spPr>
          <a:xfrm>
            <a:off x="5638611" y="1862861"/>
            <a:ext cx="1578615" cy="836600"/>
          </a:xfrm>
          <a:prstGeom prst="rect">
            <a:avLst/>
          </a:prstGeom>
        </p:spPr>
        <p:txBody>
          <a:bodyPr vert="horz" wrap="square" lIns="0" tIns="66509" rIns="0" bIns="0" rtlCol="0">
            <a:spAutoFit/>
          </a:bodyPr>
          <a:lstStyle/>
          <a:p>
            <a:pPr marL="19685" marR="7620">
              <a:lnSpc>
                <a:spcPts val="3005"/>
              </a:lnSpc>
              <a:spcBef>
                <a:spcPts val="525"/>
              </a:spcBef>
            </a:pPr>
            <a:r>
              <a:rPr sz="2775" dirty="0">
                <a:latin typeface="Calibri" panose="020F0502020204030204"/>
                <a:cs typeface="Calibri" panose="020F0502020204030204"/>
              </a:rPr>
              <a:t>Degrees</a:t>
            </a:r>
            <a:r>
              <a:rPr sz="2775" spc="-116" dirty="0">
                <a:latin typeface="Calibri" panose="020F0502020204030204"/>
                <a:cs typeface="Calibri" panose="020F0502020204030204"/>
              </a:rPr>
              <a:t> </a:t>
            </a:r>
            <a:r>
              <a:rPr sz="2775" spc="-39" dirty="0">
                <a:latin typeface="Calibri" panose="020F0502020204030204"/>
                <a:cs typeface="Calibri" panose="020F0502020204030204"/>
              </a:rPr>
              <a:t>of </a:t>
            </a:r>
            <a:r>
              <a:rPr sz="2775" spc="-15" dirty="0">
                <a:latin typeface="Calibri" panose="020F0502020204030204"/>
                <a:cs typeface="Calibri" panose="020F0502020204030204"/>
              </a:rPr>
              <a:t>Freedom</a:t>
            </a:r>
            <a:endParaRPr sz="2775" dirty="0">
              <a:latin typeface="Calibri" panose="020F0502020204030204"/>
              <a:cs typeface="Calibri" panose="020F0502020204030204"/>
            </a:endParaRPr>
          </a:p>
        </p:txBody>
      </p:sp>
      <p:grpSp>
        <p:nvGrpSpPr>
          <p:cNvPr id="31" name="object 31"/>
          <p:cNvGrpSpPr/>
          <p:nvPr/>
        </p:nvGrpSpPr>
        <p:grpSpPr>
          <a:xfrm>
            <a:off x="7699418" y="1808676"/>
            <a:ext cx="1470049" cy="1171736"/>
            <a:chOff x="4998720" y="1173480"/>
            <a:chExt cx="954405" cy="760730"/>
          </a:xfrm>
        </p:grpSpPr>
        <p:pic>
          <p:nvPicPr>
            <p:cNvPr id="32" name="object 32"/>
            <p:cNvPicPr/>
            <p:nvPr/>
          </p:nvPicPr>
          <p:blipFill>
            <a:blip r:embed="rId11" cstate="print"/>
            <a:stretch>
              <a:fillRect/>
            </a:stretch>
          </p:blipFill>
          <p:spPr>
            <a:xfrm>
              <a:off x="4998720" y="1173480"/>
              <a:ext cx="847344" cy="513588"/>
            </a:xfrm>
            <a:prstGeom prst="rect">
              <a:avLst/>
            </a:prstGeom>
          </p:spPr>
        </p:pic>
        <p:pic>
          <p:nvPicPr>
            <p:cNvPr id="33" name="object 33"/>
            <p:cNvPicPr/>
            <p:nvPr/>
          </p:nvPicPr>
          <p:blipFill>
            <a:blip r:embed="rId12" cstate="print"/>
            <a:stretch>
              <a:fillRect/>
            </a:stretch>
          </p:blipFill>
          <p:spPr>
            <a:xfrm>
              <a:off x="4998720" y="1420368"/>
              <a:ext cx="954024" cy="513587"/>
            </a:xfrm>
            <a:prstGeom prst="rect">
              <a:avLst/>
            </a:prstGeom>
          </p:spPr>
        </p:pic>
      </p:grpSp>
      <p:sp>
        <p:nvSpPr>
          <p:cNvPr id="34" name="object 34"/>
          <p:cNvSpPr txBox="1"/>
          <p:nvPr/>
        </p:nvSpPr>
        <p:spPr>
          <a:xfrm>
            <a:off x="7901880" y="1884965"/>
            <a:ext cx="1035783" cy="840491"/>
          </a:xfrm>
          <a:prstGeom prst="rect">
            <a:avLst/>
          </a:prstGeom>
        </p:spPr>
        <p:txBody>
          <a:bodyPr vert="horz" wrap="square" lIns="0" tIns="19562" rIns="0" bIns="0" rtlCol="0">
            <a:spAutoFit/>
          </a:bodyPr>
          <a:lstStyle/>
          <a:p>
            <a:pPr marL="19685">
              <a:lnSpc>
                <a:spcPts val="3165"/>
              </a:lnSpc>
              <a:spcBef>
                <a:spcPts val="155"/>
              </a:spcBef>
            </a:pPr>
            <a:r>
              <a:rPr sz="2775" spc="-31" dirty="0">
                <a:latin typeface="Calibri" panose="020F0502020204030204"/>
                <a:cs typeface="Calibri" panose="020F0502020204030204"/>
              </a:rPr>
              <a:t>Mean</a:t>
            </a:r>
            <a:endParaRPr sz="2775" dirty="0">
              <a:latin typeface="Calibri" panose="020F0502020204030204"/>
              <a:cs typeface="Calibri" panose="020F0502020204030204"/>
            </a:endParaRPr>
          </a:p>
          <a:p>
            <a:pPr marL="19685">
              <a:lnSpc>
                <a:spcPts val="3165"/>
              </a:lnSpc>
            </a:pPr>
            <a:r>
              <a:rPr sz="2775" spc="-15" dirty="0">
                <a:latin typeface="Calibri" panose="020F0502020204030204"/>
                <a:cs typeface="Calibri" panose="020F0502020204030204"/>
              </a:rPr>
              <a:t>Square</a:t>
            </a:r>
            <a:endParaRPr sz="2775" dirty="0">
              <a:latin typeface="Calibri" panose="020F0502020204030204"/>
              <a:cs typeface="Calibri" panose="020F0502020204030204"/>
            </a:endParaRPr>
          </a:p>
        </p:txBody>
      </p:sp>
      <p:grpSp>
        <p:nvGrpSpPr>
          <p:cNvPr id="35" name="object 35"/>
          <p:cNvGrpSpPr/>
          <p:nvPr/>
        </p:nvGrpSpPr>
        <p:grpSpPr>
          <a:xfrm>
            <a:off x="2023444" y="2195992"/>
            <a:ext cx="8612941" cy="1686204"/>
            <a:chOff x="1313688" y="1424939"/>
            <a:chExt cx="5591810" cy="1094740"/>
          </a:xfrm>
        </p:grpSpPr>
        <p:pic>
          <p:nvPicPr>
            <p:cNvPr id="36" name="object 36"/>
            <p:cNvPicPr/>
            <p:nvPr/>
          </p:nvPicPr>
          <p:blipFill>
            <a:blip r:embed="rId13" cstate="print"/>
            <a:stretch>
              <a:fillRect/>
            </a:stretch>
          </p:blipFill>
          <p:spPr>
            <a:xfrm>
              <a:off x="6492240" y="1424939"/>
              <a:ext cx="413004" cy="513588"/>
            </a:xfrm>
            <a:prstGeom prst="rect">
              <a:avLst/>
            </a:prstGeom>
          </p:spPr>
        </p:pic>
        <p:pic>
          <p:nvPicPr>
            <p:cNvPr id="37" name="object 37"/>
            <p:cNvPicPr/>
            <p:nvPr/>
          </p:nvPicPr>
          <p:blipFill>
            <a:blip r:embed="rId14" cstate="print"/>
            <a:stretch>
              <a:fillRect/>
            </a:stretch>
          </p:blipFill>
          <p:spPr>
            <a:xfrm>
              <a:off x="1313688" y="2005583"/>
              <a:ext cx="1362456" cy="513588"/>
            </a:xfrm>
            <a:prstGeom prst="rect">
              <a:avLst/>
            </a:prstGeom>
          </p:spPr>
        </p:pic>
      </p:grpSp>
      <p:sp>
        <p:nvSpPr>
          <p:cNvPr id="38" name="object 38"/>
          <p:cNvSpPr txBox="1"/>
          <p:nvPr/>
        </p:nvSpPr>
        <p:spPr>
          <a:xfrm>
            <a:off x="2224927" y="3165660"/>
            <a:ext cx="1662730" cy="446473"/>
          </a:xfrm>
          <a:prstGeom prst="rect">
            <a:avLst/>
          </a:prstGeom>
        </p:spPr>
        <p:txBody>
          <a:bodyPr vert="horz" wrap="square" lIns="0" tIns="19562" rIns="0" bIns="0" rtlCol="0">
            <a:spAutoFit/>
          </a:bodyPr>
          <a:lstStyle/>
          <a:p>
            <a:pPr marL="19685">
              <a:spcBef>
                <a:spcPts val="155"/>
              </a:spcBef>
            </a:pPr>
            <a:r>
              <a:rPr sz="2775" spc="-15" dirty="0">
                <a:latin typeface="Calibri" panose="020F0502020204030204"/>
                <a:cs typeface="Calibri" panose="020F0502020204030204"/>
              </a:rPr>
              <a:t>Treatments</a:t>
            </a:r>
            <a:endParaRPr sz="2775">
              <a:latin typeface="Calibri" panose="020F0502020204030204"/>
              <a:cs typeface="Calibri" panose="020F0502020204030204"/>
            </a:endParaRPr>
          </a:p>
        </p:txBody>
      </p:sp>
      <p:pic>
        <p:nvPicPr>
          <p:cNvPr id="39" name="object 39"/>
          <p:cNvPicPr/>
          <p:nvPr/>
        </p:nvPicPr>
        <p:blipFill>
          <a:blip r:embed="rId15" cstate="print"/>
          <a:stretch>
            <a:fillRect/>
          </a:stretch>
        </p:blipFill>
        <p:spPr>
          <a:xfrm>
            <a:off x="2042223" y="4036341"/>
            <a:ext cx="1192471" cy="791068"/>
          </a:xfrm>
          <a:prstGeom prst="rect">
            <a:avLst/>
          </a:prstGeom>
        </p:spPr>
      </p:pic>
      <p:sp>
        <p:nvSpPr>
          <p:cNvPr id="40" name="object 40"/>
          <p:cNvSpPr txBox="1"/>
          <p:nvPr/>
        </p:nvSpPr>
        <p:spPr>
          <a:xfrm>
            <a:off x="2243317" y="4112045"/>
            <a:ext cx="758986" cy="446473"/>
          </a:xfrm>
          <a:prstGeom prst="rect">
            <a:avLst/>
          </a:prstGeom>
        </p:spPr>
        <p:txBody>
          <a:bodyPr vert="horz" wrap="square" lIns="0" tIns="19562" rIns="0" bIns="0" rtlCol="0">
            <a:spAutoFit/>
          </a:bodyPr>
          <a:lstStyle/>
          <a:p>
            <a:pPr marL="19685">
              <a:spcBef>
                <a:spcPts val="155"/>
              </a:spcBef>
            </a:pPr>
            <a:r>
              <a:rPr sz="2775" spc="-15" dirty="0">
                <a:latin typeface="Calibri" panose="020F0502020204030204"/>
                <a:cs typeface="Calibri" panose="020F0502020204030204"/>
              </a:rPr>
              <a:t>Error</a:t>
            </a:r>
            <a:endParaRPr sz="2775">
              <a:latin typeface="Calibri" panose="020F0502020204030204"/>
              <a:cs typeface="Calibri" panose="020F0502020204030204"/>
            </a:endParaRPr>
          </a:p>
        </p:txBody>
      </p:sp>
      <p:grpSp>
        <p:nvGrpSpPr>
          <p:cNvPr id="41" name="object 41"/>
          <p:cNvGrpSpPr/>
          <p:nvPr/>
        </p:nvGrpSpPr>
        <p:grpSpPr>
          <a:xfrm>
            <a:off x="2051611" y="3090346"/>
            <a:ext cx="5042962" cy="2716118"/>
            <a:chOff x="1331975" y="2005583"/>
            <a:chExt cx="3274060" cy="1763395"/>
          </a:xfrm>
        </p:grpSpPr>
        <p:pic>
          <p:nvPicPr>
            <p:cNvPr id="42" name="object 42"/>
            <p:cNvPicPr/>
            <p:nvPr/>
          </p:nvPicPr>
          <p:blipFill>
            <a:blip r:embed="rId16" cstate="print"/>
            <a:stretch>
              <a:fillRect/>
            </a:stretch>
          </p:blipFill>
          <p:spPr>
            <a:xfrm>
              <a:off x="1331975" y="3255263"/>
              <a:ext cx="754380" cy="513588"/>
            </a:xfrm>
            <a:prstGeom prst="rect">
              <a:avLst/>
            </a:prstGeom>
          </p:spPr>
        </p:pic>
        <p:pic>
          <p:nvPicPr>
            <p:cNvPr id="43" name="object 43"/>
            <p:cNvPicPr/>
            <p:nvPr/>
          </p:nvPicPr>
          <p:blipFill>
            <a:blip r:embed="rId17" cstate="print"/>
            <a:stretch>
              <a:fillRect/>
            </a:stretch>
          </p:blipFill>
          <p:spPr>
            <a:xfrm>
              <a:off x="3904487" y="2005583"/>
              <a:ext cx="411479" cy="513588"/>
            </a:xfrm>
            <a:prstGeom prst="rect">
              <a:avLst/>
            </a:prstGeom>
          </p:spPr>
        </p:pic>
        <p:pic>
          <p:nvPicPr>
            <p:cNvPr id="44" name="object 44"/>
            <p:cNvPicPr/>
            <p:nvPr/>
          </p:nvPicPr>
          <p:blipFill>
            <a:blip r:embed="rId18" cstate="print"/>
            <a:stretch>
              <a:fillRect/>
            </a:stretch>
          </p:blipFill>
          <p:spPr>
            <a:xfrm>
              <a:off x="4059936" y="2005583"/>
              <a:ext cx="377951" cy="513588"/>
            </a:xfrm>
            <a:prstGeom prst="rect">
              <a:avLst/>
            </a:prstGeom>
          </p:spPr>
        </p:pic>
        <p:pic>
          <p:nvPicPr>
            <p:cNvPr id="45" name="object 45"/>
            <p:cNvPicPr/>
            <p:nvPr/>
          </p:nvPicPr>
          <p:blipFill>
            <a:blip r:embed="rId19" cstate="print"/>
            <a:stretch>
              <a:fillRect/>
            </a:stretch>
          </p:blipFill>
          <p:spPr>
            <a:xfrm>
              <a:off x="4181855" y="2005583"/>
              <a:ext cx="423672" cy="513588"/>
            </a:xfrm>
            <a:prstGeom prst="rect">
              <a:avLst/>
            </a:prstGeom>
          </p:spPr>
        </p:pic>
      </p:grpSp>
      <p:sp>
        <p:nvSpPr>
          <p:cNvPr id="46" name="object 46"/>
          <p:cNvSpPr txBox="1"/>
          <p:nvPr/>
        </p:nvSpPr>
        <p:spPr>
          <a:xfrm>
            <a:off x="6177335" y="3165660"/>
            <a:ext cx="3273622" cy="446473"/>
          </a:xfrm>
          <a:prstGeom prst="rect">
            <a:avLst/>
          </a:prstGeom>
        </p:spPr>
        <p:txBody>
          <a:bodyPr vert="horz" wrap="square" lIns="0" tIns="19562" rIns="0" bIns="0" rtlCol="0">
            <a:spAutoFit/>
          </a:bodyPr>
          <a:lstStyle/>
          <a:p>
            <a:pPr marL="58420">
              <a:spcBef>
                <a:spcPts val="155"/>
              </a:spcBef>
              <a:tabLst>
                <a:tab pos="1353185" algn="l"/>
              </a:tabLst>
            </a:pPr>
            <a:r>
              <a:rPr sz="2775" i="1" dirty="0">
                <a:latin typeface="Calibri" panose="020F0502020204030204"/>
                <a:cs typeface="Calibri" panose="020F0502020204030204"/>
              </a:rPr>
              <a:t>k</a:t>
            </a:r>
            <a:r>
              <a:rPr sz="2775" i="1" spc="-8" dirty="0">
                <a:latin typeface="Calibri" panose="020F0502020204030204"/>
                <a:cs typeface="Calibri" panose="020F0502020204030204"/>
              </a:rPr>
              <a:t> </a:t>
            </a:r>
            <a:r>
              <a:rPr sz="2775" dirty="0">
                <a:latin typeface="Calibri" panose="020F0502020204030204"/>
                <a:cs typeface="Calibri" panose="020F0502020204030204"/>
              </a:rPr>
              <a:t>- </a:t>
            </a:r>
            <a:r>
              <a:rPr sz="2775" spc="-77" dirty="0">
                <a:latin typeface="Calibri" panose="020F0502020204030204"/>
                <a:cs typeface="Calibri" panose="020F0502020204030204"/>
              </a:rPr>
              <a:t>1</a:t>
            </a:r>
            <a:r>
              <a:rPr sz="2775" dirty="0">
                <a:latin typeface="Calibri" panose="020F0502020204030204"/>
                <a:cs typeface="Calibri" panose="020F0502020204030204"/>
              </a:rPr>
              <a:t>	</a:t>
            </a:r>
            <a:r>
              <a:rPr sz="2310" dirty="0">
                <a:latin typeface="Times New Roman" panose="02020603050405020304"/>
                <a:cs typeface="Times New Roman" panose="02020603050405020304"/>
              </a:rPr>
              <a:t>MSTR</a:t>
            </a:r>
            <a:r>
              <a:rPr sz="2310" spc="92" dirty="0">
                <a:latin typeface="Times New Roman" panose="02020603050405020304"/>
                <a:cs typeface="Times New Roman" panose="02020603050405020304"/>
              </a:rPr>
              <a:t> </a:t>
            </a:r>
            <a:r>
              <a:rPr sz="2310" dirty="0">
                <a:latin typeface="Symbol" panose="05050102010706020507"/>
                <a:cs typeface="Symbol" panose="05050102010706020507"/>
              </a:rPr>
              <a:t></a:t>
            </a:r>
            <a:r>
              <a:rPr sz="2310" spc="39" dirty="0">
                <a:latin typeface="Times New Roman" panose="02020603050405020304"/>
                <a:cs typeface="Times New Roman" panose="02020603050405020304"/>
              </a:rPr>
              <a:t> </a:t>
            </a:r>
            <a:r>
              <a:rPr sz="3465" spc="-46" baseline="35000" dirty="0">
                <a:latin typeface="Times New Roman" panose="02020603050405020304"/>
                <a:cs typeface="Times New Roman" panose="02020603050405020304"/>
              </a:rPr>
              <a:t>SSTR</a:t>
            </a:r>
            <a:endParaRPr sz="3465" baseline="35000">
              <a:latin typeface="Times New Roman" panose="02020603050405020304"/>
              <a:cs typeface="Times New Roman" panose="02020603050405020304"/>
            </a:endParaRPr>
          </a:p>
        </p:txBody>
      </p:sp>
      <p:sp>
        <p:nvSpPr>
          <p:cNvPr id="52" name="object 52"/>
          <p:cNvSpPr txBox="1"/>
          <p:nvPr/>
        </p:nvSpPr>
        <p:spPr>
          <a:xfrm>
            <a:off x="6070723" y="5091413"/>
            <a:ext cx="862663" cy="446473"/>
          </a:xfrm>
          <a:prstGeom prst="rect">
            <a:avLst/>
          </a:prstGeom>
        </p:spPr>
        <p:txBody>
          <a:bodyPr vert="horz" wrap="square" lIns="0" tIns="19562" rIns="0" bIns="0" rtlCol="0">
            <a:spAutoFit/>
          </a:bodyPr>
          <a:lstStyle/>
          <a:p>
            <a:pPr marL="58420">
              <a:spcBef>
                <a:spcPts val="155"/>
              </a:spcBef>
            </a:pPr>
            <a:r>
              <a:rPr sz="2775" i="1" dirty="0">
                <a:latin typeface="Calibri" panose="020F0502020204030204"/>
                <a:cs typeface="Calibri" panose="020F0502020204030204"/>
              </a:rPr>
              <a:t>n</a:t>
            </a:r>
            <a:r>
              <a:rPr sz="2775" spc="300" baseline="-21000" dirty="0">
                <a:latin typeface="Calibri" panose="020F0502020204030204"/>
                <a:cs typeface="Calibri" panose="020F0502020204030204"/>
              </a:rPr>
              <a:t> </a:t>
            </a:r>
            <a:r>
              <a:rPr sz="2775" dirty="0">
                <a:latin typeface="Calibri" panose="020F0502020204030204"/>
                <a:cs typeface="Calibri" panose="020F0502020204030204"/>
              </a:rPr>
              <a:t>-</a:t>
            </a:r>
            <a:r>
              <a:rPr sz="2775" spc="8" dirty="0">
                <a:latin typeface="Calibri" panose="020F0502020204030204"/>
                <a:cs typeface="Calibri" panose="020F0502020204030204"/>
              </a:rPr>
              <a:t> </a:t>
            </a:r>
            <a:r>
              <a:rPr sz="2775" spc="-77" dirty="0">
                <a:latin typeface="Calibri" panose="020F0502020204030204"/>
                <a:cs typeface="Calibri" panose="020F0502020204030204"/>
              </a:rPr>
              <a:t>1</a:t>
            </a:r>
            <a:endParaRPr sz="2775" dirty="0">
              <a:latin typeface="Calibri" panose="020F0502020204030204"/>
              <a:cs typeface="Calibri" panose="020F0502020204030204"/>
            </a:endParaRPr>
          </a:p>
        </p:txBody>
      </p:sp>
      <p:pic>
        <p:nvPicPr>
          <p:cNvPr id="53" name="object 53"/>
          <p:cNvPicPr/>
          <p:nvPr/>
        </p:nvPicPr>
        <p:blipFill>
          <a:blip r:embed="rId20" cstate="print"/>
          <a:stretch>
            <a:fillRect/>
          </a:stretch>
        </p:blipFill>
        <p:spPr>
          <a:xfrm>
            <a:off x="4161910" y="3099735"/>
            <a:ext cx="1157258" cy="791068"/>
          </a:xfrm>
          <a:prstGeom prst="rect">
            <a:avLst/>
          </a:prstGeom>
        </p:spPr>
      </p:pic>
      <p:sp>
        <p:nvSpPr>
          <p:cNvPr id="54" name="object 54"/>
          <p:cNvSpPr txBox="1"/>
          <p:nvPr/>
        </p:nvSpPr>
        <p:spPr>
          <a:xfrm>
            <a:off x="4363979" y="3176418"/>
            <a:ext cx="723777" cy="446473"/>
          </a:xfrm>
          <a:prstGeom prst="rect">
            <a:avLst/>
          </a:prstGeom>
        </p:spPr>
        <p:txBody>
          <a:bodyPr vert="horz" wrap="square" lIns="0" tIns="19562" rIns="0" bIns="0" rtlCol="0">
            <a:spAutoFit/>
          </a:bodyPr>
          <a:lstStyle/>
          <a:p>
            <a:pPr marL="19685">
              <a:spcBef>
                <a:spcPts val="155"/>
              </a:spcBef>
            </a:pPr>
            <a:r>
              <a:rPr sz="2775" spc="-31" dirty="0">
                <a:latin typeface="Calibri" panose="020F0502020204030204"/>
                <a:cs typeface="Calibri" panose="020F0502020204030204"/>
              </a:rPr>
              <a:t>SSTR</a:t>
            </a:r>
            <a:endParaRPr sz="2775">
              <a:latin typeface="Calibri" panose="020F0502020204030204"/>
              <a:cs typeface="Calibri" panose="020F0502020204030204"/>
            </a:endParaRPr>
          </a:p>
        </p:txBody>
      </p:sp>
      <p:pic>
        <p:nvPicPr>
          <p:cNvPr id="55" name="object 55"/>
          <p:cNvPicPr/>
          <p:nvPr/>
        </p:nvPicPr>
        <p:blipFill>
          <a:blip r:embed="rId21" cstate="print"/>
          <a:stretch>
            <a:fillRect/>
          </a:stretch>
        </p:blipFill>
        <p:spPr>
          <a:xfrm>
            <a:off x="4279278" y="4036341"/>
            <a:ext cx="969469" cy="791068"/>
          </a:xfrm>
          <a:prstGeom prst="rect">
            <a:avLst/>
          </a:prstGeom>
        </p:spPr>
      </p:pic>
      <p:sp>
        <p:nvSpPr>
          <p:cNvPr id="56" name="object 56"/>
          <p:cNvSpPr txBox="1"/>
          <p:nvPr/>
        </p:nvSpPr>
        <p:spPr>
          <a:xfrm>
            <a:off x="4483109" y="4112045"/>
            <a:ext cx="535986" cy="446473"/>
          </a:xfrm>
          <a:prstGeom prst="rect">
            <a:avLst/>
          </a:prstGeom>
        </p:spPr>
        <p:txBody>
          <a:bodyPr vert="horz" wrap="square" lIns="0" tIns="19562" rIns="0" bIns="0" rtlCol="0">
            <a:spAutoFit/>
          </a:bodyPr>
          <a:lstStyle/>
          <a:p>
            <a:pPr marL="19685">
              <a:spcBef>
                <a:spcPts val="155"/>
              </a:spcBef>
            </a:pPr>
            <a:r>
              <a:rPr sz="2775" spc="-39" dirty="0">
                <a:latin typeface="Calibri" panose="020F0502020204030204"/>
                <a:cs typeface="Calibri" panose="020F0502020204030204"/>
              </a:rPr>
              <a:t>SSE</a:t>
            </a:r>
            <a:endParaRPr sz="2775">
              <a:latin typeface="Calibri" panose="020F0502020204030204"/>
              <a:cs typeface="Calibri" panose="020F0502020204030204"/>
            </a:endParaRPr>
          </a:p>
        </p:txBody>
      </p:sp>
      <p:sp>
        <p:nvSpPr>
          <p:cNvPr id="64" name="object 64"/>
          <p:cNvSpPr txBox="1"/>
          <p:nvPr/>
        </p:nvSpPr>
        <p:spPr>
          <a:xfrm>
            <a:off x="6156013" y="4112045"/>
            <a:ext cx="737470" cy="446473"/>
          </a:xfrm>
          <a:prstGeom prst="rect">
            <a:avLst/>
          </a:prstGeom>
        </p:spPr>
        <p:txBody>
          <a:bodyPr vert="horz" wrap="square" lIns="0" tIns="19562" rIns="0" bIns="0" rtlCol="0">
            <a:spAutoFit/>
          </a:bodyPr>
          <a:lstStyle/>
          <a:p>
            <a:pPr marL="19685">
              <a:spcBef>
                <a:spcPts val="155"/>
              </a:spcBef>
            </a:pPr>
            <a:r>
              <a:rPr sz="2775" i="1" dirty="0">
                <a:latin typeface="Calibri" panose="020F0502020204030204"/>
                <a:cs typeface="Calibri" panose="020F0502020204030204"/>
              </a:rPr>
              <a:t>n</a:t>
            </a:r>
            <a:r>
              <a:rPr lang="en-US" sz="2775" i="1" dirty="0">
                <a:latin typeface="Calibri" panose="020F0502020204030204"/>
                <a:cs typeface="Calibri" panose="020F0502020204030204"/>
              </a:rPr>
              <a:t> - k</a:t>
            </a:r>
            <a:endParaRPr sz="2775" dirty="0">
              <a:latin typeface="Calibri" panose="020F0502020204030204"/>
              <a:cs typeface="Calibri" panose="020F0502020204030204"/>
            </a:endParaRPr>
          </a:p>
        </p:txBody>
      </p:sp>
      <p:grpSp>
        <p:nvGrpSpPr>
          <p:cNvPr id="65" name="object 65"/>
          <p:cNvGrpSpPr/>
          <p:nvPr/>
        </p:nvGrpSpPr>
        <p:grpSpPr>
          <a:xfrm>
            <a:off x="1943319" y="5478418"/>
            <a:ext cx="3060399" cy="1635344"/>
            <a:chOff x="1261668" y="3556000"/>
            <a:chExt cx="1986914" cy="1061720"/>
          </a:xfrm>
        </p:grpSpPr>
        <p:sp>
          <p:nvSpPr>
            <p:cNvPr id="66" name="object 66"/>
            <p:cNvSpPr/>
            <p:nvPr/>
          </p:nvSpPr>
          <p:spPr>
            <a:xfrm>
              <a:off x="1268018" y="3562350"/>
              <a:ext cx="1974214" cy="962025"/>
            </a:xfrm>
            <a:custGeom>
              <a:avLst/>
              <a:gdLst/>
              <a:ahLst/>
              <a:cxnLst/>
              <a:rect l="l" t="t" r="r" b="b"/>
              <a:pathLst>
                <a:path w="1974214" h="962025">
                  <a:moveTo>
                    <a:pt x="1874850" y="366712"/>
                  </a:moveTo>
                  <a:lnTo>
                    <a:pt x="99263" y="366712"/>
                  </a:lnTo>
                  <a:lnTo>
                    <a:pt x="60607" y="374510"/>
                  </a:lnTo>
                  <a:lnTo>
                    <a:pt x="29057" y="395774"/>
                  </a:lnTo>
                  <a:lnTo>
                    <a:pt x="7794" y="427314"/>
                  </a:lnTo>
                  <a:lnTo>
                    <a:pt x="2" y="465924"/>
                  </a:lnTo>
                  <a:lnTo>
                    <a:pt x="0" y="862799"/>
                  </a:lnTo>
                  <a:lnTo>
                    <a:pt x="7794" y="901422"/>
                  </a:lnTo>
                  <a:lnTo>
                    <a:pt x="29057" y="932962"/>
                  </a:lnTo>
                  <a:lnTo>
                    <a:pt x="60607" y="954227"/>
                  </a:lnTo>
                  <a:lnTo>
                    <a:pt x="99263" y="962025"/>
                  </a:lnTo>
                  <a:lnTo>
                    <a:pt x="1874850" y="962025"/>
                  </a:lnTo>
                  <a:lnTo>
                    <a:pt x="1913440" y="954227"/>
                  </a:lnTo>
                  <a:lnTo>
                    <a:pt x="1944970" y="932962"/>
                  </a:lnTo>
                  <a:lnTo>
                    <a:pt x="1966236" y="901422"/>
                  </a:lnTo>
                  <a:lnTo>
                    <a:pt x="1974037" y="862799"/>
                  </a:lnTo>
                  <a:lnTo>
                    <a:pt x="1974034" y="465924"/>
                  </a:lnTo>
                  <a:lnTo>
                    <a:pt x="1966236" y="427314"/>
                  </a:lnTo>
                  <a:lnTo>
                    <a:pt x="1944970" y="395774"/>
                  </a:lnTo>
                  <a:lnTo>
                    <a:pt x="1913440" y="374510"/>
                  </a:lnTo>
                  <a:lnTo>
                    <a:pt x="1874850" y="366712"/>
                  </a:lnTo>
                  <a:close/>
                </a:path>
                <a:path w="1974214" h="962025">
                  <a:moveTo>
                    <a:pt x="1728800" y="0"/>
                  </a:moveTo>
                  <a:lnTo>
                    <a:pt x="1151585" y="366712"/>
                  </a:lnTo>
                  <a:lnTo>
                    <a:pt x="1645107" y="366712"/>
                  </a:lnTo>
                  <a:lnTo>
                    <a:pt x="1728800" y="0"/>
                  </a:lnTo>
                  <a:close/>
                </a:path>
              </a:pathLst>
            </a:custGeom>
            <a:solidFill>
              <a:srgbClr val="8EB4E2"/>
            </a:solidFill>
          </p:spPr>
          <p:txBody>
            <a:bodyPr wrap="square" lIns="0" tIns="0" rIns="0" bIns="0" rtlCol="0"/>
            <a:lstStyle/>
            <a:p>
              <a:endParaRPr sz="2775"/>
            </a:p>
          </p:txBody>
        </p:sp>
        <p:sp>
          <p:nvSpPr>
            <p:cNvPr id="67" name="object 67"/>
            <p:cNvSpPr/>
            <p:nvPr/>
          </p:nvSpPr>
          <p:spPr>
            <a:xfrm>
              <a:off x="1268018" y="3562350"/>
              <a:ext cx="1974214" cy="962025"/>
            </a:xfrm>
            <a:custGeom>
              <a:avLst/>
              <a:gdLst/>
              <a:ahLst/>
              <a:cxnLst/>
              <a:rect l="l" t="t" r="r" b="b"/>
              <a:pathLst>
                <a:path w="1974214" h="962025">
                  <a:moveTo>
                    <a:pt x="0" y="465937"/>
                  </a:moveTo>
                  <a:lnTo>
                    <a:pt x="7794" y="427314"/>
                  </a:lnTo>
                  <a:lnTo>
                    <a:pt x="29057" y="395774"/>
                  </a:lnTo>
                  <a:lnTo>
                    <a:pt x="60607" y="374510"/>
                  </a:lnTo>
                  <a:lnTo>
                    <a:pt x="99263" y="366712"/>
                  </a:lnTo>
                  <a:lnTo>
                    <a:pt x="1151585" y="366712"/>
                  </a:lnTo>
                  <a:lnTo>
                    <a:pt x="1728800" y="0"/>
                  </a:lnTo>
                  <a:lnTo>
                    <a:pt x="1645107" y="366712"/>
                  </a:lnTo>
                  <a:lnTo>
                    <a:pt x="1874850" y="366712"/>
                  </a:lnTo>
                  <a:lnTo>
                    <a:pt x="1913440" y="374510"/>
                  </a:lnTo>
                  <a:lnTo>
                    <a:pt x="1944970" y="395774"/>
                  </a:lnTo>
                  <a:lnTo>
                    <a:pt x="1966236" y="427314"/>
                  </a:lnTo>
                  <a:lnTo>
                    <a:pt x="1974037" y="465937"/>
                  </a:lnTo>
                  <a:lnTo>
                    <a:pt x="1974037" y="614756"/>
                  </a:lnTo>
                  <a:lnTo>
                    <a:pt x="1974037" y="862799"/>
                  </a:lnTo>
                  <a:lnTo>
                    <a:pt x="1966236" y="901422"/>
                  </a:lnTo>
                  <a:lnTo>
                    <a:pt x="1944970" y="932962"/>
                  </a:lnTo>
                  <a:lnTo>
                    <a:pt x="1913440" y="954227"/>
                  </a:lnTo>
                  <a:lnTo>
                    <a:pt x="1874850" y="962025"/>
                  </a:lnTo>
                  <a:lnTo>
                    <a:pt x="1645107" y="962025"/>
                  </a:lnTo>
                  <a:lnTo>
                    <a:pt x="1151585" y="962025"/>
                  </a:lnTo>
                  <a:lnTo>
                    <a:pt x="99263" y="962025"/>
                  </a:lnTo>
                  <a:lnTo>
                    <a:pt x="60607" y="954227"/>
                  </a:lnTo>
                  <a:lnTo>
                    <a:pt x="29057" y="932962"/>
                  </a:lnTo>
                  <a:lnTo>
                    <a:pt x="7794" y="901422"/>
                  </a:lnTo>
                  <a:lnTo>
                    <a:pt x="0" y="862799"/>
                  </a:lnTo>
                  <a:lnTo>
                    <a:pt x="0" y="614756"/>
                  </a:lnTo>
                  <a:lnTo>
                    <a:pt x="0" y="465924"/>
                  </a:lnTo>
                  <a:close/>
                </a:path>
              </a:pathLst>
            </a:custGeom>
            <a:ln w="12700">
              <a:solidFill>
                <a:srgbClr val="000000"/>
              </a:solidFill>
            </a:ln>
          </p:spPr>
          <p:txBody>
            <a:bodyPr wrap="square" lIns="0" tIns="0" rIns="0" bIns="0" rtlCol="0"/>
            <a:lstStyle/>
            <a:p>
              <a:endParaRPr sz="2775"/>
            </a:p>
          </p:txBody>
        </p:sp>
        <p:pic>
          <p:nvPicPr>
            <p:cNvPr id="68" name="object 68"/>
            <p:cNvPicPr/>
            <p:nvPr/>
          </p:nvPicPr>
          <p:blipFill>
            <a:blip r:embed="rId22" cstate="print"/>
            <a:stretch>
              <a:fillRect/>
            </a:stretch>
          </p:blipFill>
          <p:spPr>
            <a:xfrm>
              <a:off x="2942844" y="4221480"/>
              <a:ext cx="283463" cy="396239"/>
            </a:xfrm>
            <a:prstGeom prst="rect">
              <a:avLst/>
            </a:prstGeom>
          </p:spPr>
        </p:pic>
      </p:grpSp>
      <p:sp>
        <p:nvSpPr>
          <p:cNvPr id="69" name="object 69"/>
          <p:cNvSpPr txBox="1"/>
          <p:nvPr/>
        </p:nvSpPr>
        <p:spPr>
          <a:xfrm>
            <a:off x="2160179" y="5091413"/>
            <a:ext cx="2854027" cy="1829223"/>
          </a:xfrm>
          <a:prstGeom prst="rect">
            <a:avLst/>
          </a:prstGeom>
        </p:spPr>
        <p:txBody>
          <a:bodyPr vert="horz" wrap="square" lIns="0" tIns="19562" rIns="0" bIns="0" rtlCol="0">
            <a:spAutoFit/>
          </a:bodyPr>
          <a:lstStyle/>
          <a:p>
            <a:pPr marL="113665">
              <a:spcBef>
                <a:spcPts val="155"/>
              </a:spcBef>
              <a:tabLst>
                <a:tab pos="2339975" algn="l"/>
              </a:tabLst>
            </a:pPr>
            <a:r>
              <a:rPr sz="2775" spc="-15" dirty="0">
                <a:latin typeface="Calibri" panose="020F0502020204030204"/>
                <a:cs typeface="Calibri" panose="020F0502020204030204"/>
              </a:rPr>
              <a:t>Total</a:t>
            </a:r>
            <a:r>
              <a:rPr sz="2775" dirty="0">
                <a:latin typeface="Calibri" panose="020F0502020204030204"/>
                <a:cs typeface="Calibri" panose="020F0502020204030204"/>
              </a:rPr>
              <a:t>	</a:t>
            </a:r>
            <a:r>
              <a:rPr sz="2775" spc="-39" dirty="0">
                <a:latin typeface="Calibri" panose="020F0502020204030204"/>
                <a:cs typeface="Calibri" panose="020F0502020204030204"/>
              </a:rPr>
              <a:t>SST</a:t>
            </a:r>
            <a:endParaRPr sz="2775">
              <a:latin typeface="Calibri" panose="020F0502020204030204"/>
              <a:cs typeface="Calibri" panose="020F0502020204030204"/>
            </a:endParaRPr>
          </a:p>
          <a:p>
            <a:pPr>
              <a:spcBef>
                <a:spcPts val="815"/>
              </a:spcBef>
            </a:pPr>
            <a:endParaRPr sz="2775">
              <a:latin typeface="Calibri" panose="020F0502020204030204"/>
              <a:cs typeface="Calibri" panose="020F0502020204030204"/>
            </a:endParaRPr>
          </a:p>
          <a:p>
            <a:pPr marL="19685" marR="231775"/>
            <a:r>
              <a:rPr sz="2775" dirty="0">
                <a:latin typeface="Calibri" panose="020F0502020204030204"/>
                <a:cs typeface="Calibri" panose="020F0502020204030204"/>
              </a:rPr>
              <a:t>SST</a:t>
            </a:r>
            <a:r>
              <a:rPr sz="2775" spc="-23" dirty="0">
                <a:latin typeface="Calibri" panose="020F0502020204030204"/>
                <a:cs typeface="Calibri" panose="020F0502020204030204"/>
              </a:rPr>
              <a:t> </a:t>
            </a:r>
            <a:r>
              <a:rPr sz="2775" dirty="0">
                <a:latin typeface="Calibri" panose="020F0502020204030204"/>
                <a:cs typeface="Calibri" panose="020F0502020204030204"/>
              </a:rPr>
              <a:t>is</a:t>
            </a:r>
            <a:r>
              <a:rPr sz="2775" spc="-23" dirty="0">
                <a:latin typeface="Calibri" panose="020F0502020204030204"/>
                <a:cs typeface="Calibri" panose="020F0502020204030204"/>
              </a:rPr>
              <a:t> </a:t>
            </a:r>
            <a:r>
              <a:rPr sz="2775" spc="-15" dirty="0">
                <a:latin typeface="Calibri" panose="020F0502020204030204"/>
                <a:cs typeface="Calibri" panose="020F0502020204030204"/>
              </a:rPr>
              <a:t>partitioned </a:t>
            </a:r>
            <a:r>
              <a:rPr sz="2775" dirty="0">
                <a:latin typeface="Calibri" panose="020F0502020204030204"/>
                <a:cs typeface="Calibri" panose="020F0502020204030204"/>
              </a:rPr>
              <a:t>into</a:t>
            </a:r>
            <a:r>
              <a:rPr sz="2775" spc="-62" dirty="0">
                <a:latin typeface="Calibri" panose="020F0502020204030204"/>
                <a:cs typeface="Calibri" panose="020F0502020204030204"/>
              </a:rPr>
              <a:t> </a:t>
            </a:r>
            <a:r>
              <a:rPr sz="2775" dirty="0">
                <a:latin typeface="Calibri" panose="020F0502020204030204"/>
                <a:cs typeface="Calibri" panose="020F0502020204030204"/>
              </a:rPr>
              <a:t>SSTR</a:t>
            </a:r>
            <a:r>
              <a:rPr sz="2775" spc="-62" dirty="0">
                <a:latin typeface="Calibri" panose="020F0502020204030204"/>
                <a:cs typeface="Calibri" panose="020F0502020204030204"/>
              </a:rPr>
              <a:t> </a:t>
            </a:r>
            <a:r>
              <a:rPr sz="2775" dirty="0">
                <a:latin typeface="Calibri" panose="020F0502020204030204"/>
                <a:cs typeface="Calibri" panose="020F0502020204030204"/>
              </a:rPr>
              <a:t>and</a:t>
            </a:r>
            <a:r>
              <a:rPr sz="2775" spc="-39" dirty="0">
                <a:latin typeface="Calibri" panose="020F0502020204030204"/>
                <a:cs typeface="Calibri" panose="020F0502020204030204"/>
              </a:rPr>
              <a:t> </a:t>
            </a:r>
            <a:r>
              <a:rPr sz="2775" spc="-31" dirty="0">
                <a:latin typeface="Calibri" panose="020F0502020204030204"/>
                <a:cs typeface="Calibri" panose="020F0502020204030204"/>
              </a:rPr>
              <a:t>SSE</a:t>
            </a:r>
            <a:r>
              <a:rPr sz="2080" spc="-31" dirty="0">
                <a:latin typeface="Cambria" panose="02040503050406030204"/>
                <a:cs typeface="Cambria" panose="02040503050406030204"/>
              </a:rPr>
              <a:t>.</a:t>
            </a:r>
            <a:endParaRPr sz="2080">
              <a:latin typeface="Cambria" panose="02040503050406030204"/>
              <a:cs typeface="Cambria" panose="02040503050406030204"/>
            </a:endParaRPr>
          </a:p>
        </p:txBody>
      </p:sp>
      <p:grpSp>
        <p:nvGrpSpPr>
          <p:cNvPr id="70" name="object 70"/>
          <p:cNvGrpSpPr/>
          <p:nvPr/>
        </p:nvGrpSpPr>
        <p:grpSpPr>
          <a:xfrm>
            <a:off x="7065429" y="5454552"/>
            <a:ext cx="4032609" cy="1733151"/>
            <a:chOff x="4587113" y="3540505"/>
            <a:chExt cx="2618105" cy="1125220"/>
          </a:xfrm>
        </p:grpSpPr>
        <p:sp>
          <p:nvSpPr>
            <p:cNvPr id="71" name="object 71"/>
            <p:cNvSpPr/>
            <p:nvPr/>
          </p:nvSpPr>
          <p:spPr>
            <a:xfrm>
              <a:off x="4593463" y="3546855"/>
              <a:ext cx="2605405" cy="1112520"/>
            </a:xfrm>
            <a:custGeom>
              <a:avLst/>
              <a:gdLst/>
              <a:ahLst/>
              <a:cxnLst/>
              <a:rect l="l" t="t" r="r" b="b"/>
              <a:pathLst>
                <a:path w="2605404" h="1112520">
                  <a:moveTo>
                    <a:pt x="2457831" y="228600"/>
                  </a:moveTo>
                  <a:lnTo>
                    <a:pt x="179324" y="228600"/>
                  </a:lnTo>
                  <a:lnTo>
                    <a:pt x="132804" y="236105"/>
                  </a:lnTo>
                  <a:lnTo>
                    <a:pt x="92399" y="257007"/>
                  </a:lnTo>
                  <a:lnTo>
                    <a:pt x="60534" y="288881"/>
                  </a:lnTo>
                  <a:lnTo>
                    <a:pt x="39636" y="329305"/>
                  </a:lnTo>
                  <a:lnTo>
                    <a:pt x="32131" y="375856"/>
                  </a:lnTo>
                  <a:lnTo>
                    <a:pt x="32131" y="964819"/>
                  </a:lnTo>
                  <a:lnTo>
                    <a:pt x="39636" y="1011358"/>
                  </a:lnTo>
                  <a:lnTo>
                    <a:pt x="60534" y="1051778"/>
                  </a:lnTo>
                  <a:lnTo>
                    <a:pt x="92399" y="1083652"/>
                  </a:lnTo>
                  <a:lnTo>
                    <a:pt x="132804" y="1104555"/>
                  </a:lnTo>
                  <a:lnTo>
                    <a:pt x="179324" y="1112062"/>
                  </a:lnTo>
                  <a:lnTo>
                    <a:pt x="2457831" y="1112062"/>
                  </a:lnTo>
                  <a:lnTo>
                    <a:pt x="2504350" y="1104555"/>
                  </a:lnTo>
                  <a:lnTo>
                    <a:pt x="2544755" y="1083652"/>
                  </a:lnTo>
                  <a:lnTo>
                    <a:pt x="2576620" y="1051778"/>
                  </a:lnTo>
                  <a:lnTo>
                    <a:pt x="2597518" y="1011358"/>
                  </a:lnTo>
                  <a:lnTo>
                    <a:pt x="2605023" y="964819"/>
                  </a:lnTo>
                  <a:lnTo>
                    <a:pt x="2605023" y="375856"/>
                  </a:lnTo>
                  <a:lnTo>
                    <a:pt x="2597518" y="329305"/>
                  </a:lnTo>
                  <a:lnTo>
                    <a:pt x="2576620" y="288881"/>
                  </a:lnTo>
                  <a:lnTo>
                    <a:pt x="2544755" y="257007"/>
                  </a:lnTo>
                  <a:lnTo>
                    <a:pt x="2504350" y="236105"/>
                  </a:lnTo>
                  <a:lnTo>
                    <a:pt x="2457831" y="228600"/>
                  </a:lnTo>
                  <a:close/>
                </a:path>
                <a:path w="2605404" h="1112520">
                  <a:moveTo>
                    <a:pt x="0" y="0"/>
                  </a:moveTo>
                  <a:lnTo>
                    <a:pt x="460883" y="228600"/>
                  </a:lnTo>
                  <a:lnTo>
                    <a:pt x="1104138" y="228600"/>
                  </a:lnTo>
                  <a:lnTo>
                    <a:pt x="0" y="0"/>
                  </a:lnTo>
                  <a:close/>
                </a:path>
              </a:pathLst>
            </a:custGeom>
            <a:solidFill>
              <a:srgbClr val="E6B8B8"/>
            </a:solidFill>
          </p:spPr>
          <p:txBody>
            <a:bodyPr wrap="square" lIns="0" tIns="0" rIns="0" bIns="0" rtlCol="0"/>
            <a:lstStyle/>
            <a:p>
              <a:endParaRPr sz="2775"/>
            </a:p>
          </p:txBody>
        </p:sp>
        <p:sp>
          <p:nvSpPr>
            <p:cNvPr id="72" name="object 72"/>
            <p:cNvSpPr/>
            <p:nvPr/>
          </p:nvSpPr>
          <p:spPr>
            <a:xfrm>
              <a:off x="4593463" y="3546855"/>
              <a:ext cx="2605405" cy="1112520"/>
            </a:xfrm>
            <a:custGeom>
              <a:avLst/>
              <a:gdLst/>
              <a:ahLst/>
              <a:cxnLst/>
              <a:rect l="l" t="t" r="r" b="b"/>
              <a:pathLst>
                <a:path w="2605404" h="1112520">
                  <a:moveTo>
                    <a:pt x="32131" y="375856"/>
                  </a:moveTo>
                  <a:lnTo>
                    <a:pt x="39636" y="329305"/>
                  </a:lnTo>
                  <a:lnTo>
                    <a:pt x="60534" y="288881"/>
                  </a:lnTo>
                  <a:lnTo>
                    <a:pt x="92399" y="257007"/>
                  </a:lnTo>
                  <a:lnTo>
                    <a:pt x="132804" y="236105"/>
                  </a:lnTo>
                  <a:lnTo>
                    <a:pt x="179324" y="228600"/>
                  </a:lnTo>
                  <a:lnTo>
                    <a:pt x="460883" y="228600"/>
                  </a:lnTo>
                  <a:lnTo>
                    <a:pt x="0" y="0"/>
                  </a:lnTo>
                  <a:lnTo>
                    <a:pt x="1104138" y="228600"/>
                  </a:lnTo>
                  <a:lnTo>
                    <a:pt x="2457831" y="228600"/>
                  </a:lnTo>
                  <a:lnTo>
                    <a:pt x="2504350" y="236105"/>
                  </a:lnTo>
                  <a:lnTo>
                    <a:pt x="2544755" y="257007"/>
                  </a:lnTo>
                  <a:lnTo>
                    <a:pt x="2576620" y="288881"/>
                  </a:lnTo>
                  <a:lnTo>
                    <a:pt x="2597518" y="329305"/>
                  </a:lnTo>
                  <a:lnTo>
                    <a:pt x="2605023" y="375856"/>
                  </a:lnTo>
                  <a:lnTo>
                    <a:pt x="2605023" y="596722"/>
                  </a:lnTo>
                  <a:lnTo>
                    <a:pt x="2605023" y="964819"/>
                  </a:lnTo>
                  <a:lnTo>
                    <a:pt x="2597518" y="1011358"/>
                  </a:lnTo>
                  <a:lnTo>
                    <a:pt x="2576620" y="1051778"/>
                  </a:lnTo>
                  <a:lnTo>
                    <a:pt x="2544755" y="1083652"/>
                  </a:lnTo>
                  <a:lnTo>
                    <a:pt x="2504350" y="1104555"/>
                  </a:lnTo>
                  <a:lnTo>
                    <a:pt x="2457831" y="1112062"/>
                  </a:lnTo>
                  <a:lnTo>
                    <a:pt x="1104138" y="1112062"/>
                  </a:lnTo>
                  <a:lnTo>
                    <a:pt x="460883" y="1112062"/>
                  </a:lnTo>
                  <a:lnTo>
                    <a:pt x="179324" y="1112062"/>
                  </a:lnTo>
                  <a:lnTo>
                    <a:pt x="132804" y="1104555"/>
                  </a:lnTo>
                  <a:lnTo>
                    <a:pt x="92399" y="1083652"/>
                  </a:lnTo>
                  <a:lnTo>
                    <a:pt x="60534" y="1051778"/>
                  </a:lnTo>
                  <a:lnTo>
                    <a:pt x="39636" y="1011358"/>
                  </a:lnTo>
                  <a:lnTo>
                    <a:pt x="32131" y="964819"/>
                  </a:lnTo>
                  <a:lnTo>
                    <a:pt x="32131" y="596722"/>
                  </a:lnTo>
                  <a:lnTo>
                    <a:pt x="32131" y="375856"/>
                  </a:lnTo>
                  <a:close/>
                </a:path>
              </a:pathLst>
            </a:custGeom>
            <a:ln w="12699">
              <a:solidFill>
                <a:srgbClr val="000000"/>
              </a:solidFill>
            </a:ln>
          </p:spPr>
          <p:txBody>
            <a:bodyPr wrap="square" lIns="0" tIns="0" rIns="0" bIns="0" rtlCol="0"/>
            <a:lstStyle/>
            <a:p>
              <a:endParaRPr sz="2775"/>
            </a:p>
          </p:txBody>
        </p:sp>
      </p:grpSp>
      <p:sp>
        <p:nvSpPr>
          <p:cNvPr id="73" name="object 73"/>
          <p:cNvSpPr txBox="1"/>
          <p:nvPr/>
        </p:nvSpPr>
        <p:spPr>
          <a:xfrm>
            <a:off x="7285885" y="5779197"/>
            <a:ext cx="3640400" cy="1363312"/>
          </a:xfrm>
          <a:prstGeom prst="rect">
            <a:avLst/>
          </a:prstGeom>
        </p:spPr>
        <p:txBody>
          <a:bodyPr vert="horz" wrap="square" lIns="0" tIns="16627" rIns="0" bIns="0" rtlCol="0">
            <a:spAutoFit/>
          </a:bodyPr>
          <a:lstStyle/>
          <a:p>
            <a:pPr marL="19685" marR="7620" algn="just">
              <a:lnSpc>
                <a:spcPts val="3495"/>
              </a:lnSpc>
              <a:spcBef>
                <a:spcPts val="130"/>
              </a:spcBef>
            </a:pPr>
            <a:r>
              <a:rPr sz="2775" spc="-15" dirty="0">
                <a:latin typeface="Calibri" panose="020F0502020204030204"/>
                <a:cs typeface="Calibri" panose="020F0502020204030204"/>
              </a:rPr>
              <a:t>SST’s</a:t>
            </a:r>
            <a:r>
              <a:rPr sz="2775" spc="-85" dirty="0">
                <a:latin typeface="Calibri" panose="020F0502020204030204"/>
                <a:cs typeface="Calibri" panose="020F0502020204030204"/>
              </a:rPr>
              <a:t> </a:t>
            </a:r>
            <a:r>
              <a:rPr sz="2775" dirty="0">
                <a:latin typeface="Calibri" panose="020F0502020204030204"/>
                <a:cs typeface="Calibri" panose="020F0502020204030204"/>
              </a:rPr>
              <a:t>degrees</a:t>
            </a:r>
            <a:r>
              <a:rPr sz="2775" spc="-69" dirty="0">
                <a:latin typeface="Calibri" panose="020F0502020204030204"/>
                <a:cs typeface="Calibri" panose="020F0502020204030204"/>
              </a:rPr>
              <a:t> </a:t>
            </a:r>
            <a:r>
              <a:rPr sz="2775" dirty="0">
                <a:latin typeface="Calibri" panose="020F0502020204030204"/>
                <a:cs typeface="Calibri" panose="020F0502020204030204"/>
              </a:rPr>
              <a:t>of</a:t>
            </a:r>
            <a:r>
              <a:rPr sz="2775" spc="-85" dirty="0">
                <a:latin typeface="Calibri" panose="020F0502020204030204"/>
                <a:cs typeface="Calibri" panose="020F0502020204030204"/>
              </a:rPr>
              <a:t> </a:t>
            </a:r>
            <a:r>
              <a:rPr sz="2775" spc="-15" dirty="0">
                <a:latin typeface="Calibri" panose="020F0502020204030204"/>
                <a:cs typeface="Calibri" panose="020F0502020204030204"/>
              </a:rPr>
              <a:t>freedom </a:t>
            </a:r>
            <a:r>
              <a:rPr sz="2775" spc="-31" dirty="0">
                <a:latin typeface="Calibri" panose="020F0502020204030204"/>
                <a:cs typeface="Calibri" panose="020F0502020204030204"/>
              </a:rPr>
              <a:t>(d.f.)</a:t>
            </a:r>
            <a:r>
              <a:rPr sz="2775" spc="-85" dirty="0">
                <a:latin typeface="Calibri" panose="020F0502020204030204"/>
                <a:cs typeface="Calibri" panose="020F0502020204030204"/>
              </a:rPr>
              <a:t> </a:t>
            </a:r>
            <a:r>
              <a:rPr sz="2775" dirty="0">
                <a:latin typeface="Calibri" panose="020F0502020204030204"/>
                <a:cs typeface="Calibri" panose="020F0502020204030204"/>
              </a:rPr>
              <a:t>are</a:t>
            </a:r>
            <a:r>
              <a:rPr sz="2775" spc="-62" dirty="0">
                <a:latin typeface="Calibri" panose="020F0502020204030204"/>
                <a:cs typeface="Calibri" panose="020F0502020204030204"/>
              </a:rPr>
              <a:t> </a:t>
            </a:r>
            <a:r>
              <a:rPr sz="2775" dirty="0">
                <a:latin typeface="Calibri" panose="020F0502020204030204"/>
                <a:cs typeface="Calibri" panose="020F0502020204030204"/>
              </a:rPr>
              <a:t>partitioned</a:t>
            </a:r>
            <a:r>
              <a:rPr sz="2775" spc="-69" dirty="0">
                <a:latin typeface="Calibri" panose="020F0502020204030204"/>
                <a:cs typeface="Calibri" panose="020F0502020204030204"/>
              </a:rPr>
              <a:t> </a:t>
            </a:r>
            <a:r>
              <a:rPr sz="2775" spc="-31" dirty="0">
                <a:latin typeface="Calibri" panose="020F0502020204030204"/>
                <a:cs typeface="Calibri" panose="020F0502020204030204"/>
              </a:rPr>
              <a:t>into </a:t>
            </a:r>
            <a:r>
              <a:rPr sz="2775" spc="-15" dirty="0">
                <a:latin typeface="Calibri" panose="020F0502020204030204"/>
                <a:cs typeface="Calibri" panose="020F0502020204030204"/>
              </a:rPr>
              <a:t>SSTR’s</a:t>
            </a:r>
            <a:r>
              <a:rPr sz="2775" spc="-100" dirty="0">
                <a:latin typeface="Calibri" panose="020F0502020204030204"/>
                <a:cs typeface="Calibri" panose="020F0502020204030204"/>
              </a:rPr>
              <a:t> </a:t>
            </a:r>
            <a:r>
              <a:rPr sz="2775" spc="-39" dirty="0">
                <a:latin typeface="Calibri" panose="020F0502020204030204"/>
                <a:cs typeface="Calibri" panose="020F0502020204030204"/>
              </a:rPr>
              <a:t>d.f.</a:t>
            </a:r>
            <a:r>
              <a:rPr sz="2775" spc="-116" dirty="0">
                <a:latin typeface="Calibri" panose="020F0502020204030204"/>
                <a:cs typeface="Calibri" panose="020F0502020204030204"/>
              </a:rPr>
              <a:t> </a:t>
            </a:r>
            <a:r>
              <a:rPr sz="2775" dirty="0">
                <a:latin typeface="Calibri" panose="020F0502020204030204"/>
                <a:cs typeface="Calibri" panose="020F0502020204030204"/>
              </a:rPr>
              <a:t>and</a:t>
            </a:r>
            <a:r>
              <a:rPr sz="2775" spc="-77" dirty="0">
                <a:latin typeface="Calibri" panose="020F0502020204030204"/>
                <a:cs typeface="Calibri" panose="020F0502020204030204"/>
              </a:rPr>
              <a:t> </a:t>
            </a:r>
            <a:r>
              <a:rPr sz="2775" spc="-15" dirty="0">
                <a:latin typeface="Calibri" panose="020F0502020204030204"/>
                <a:cs typeface="Calibri" panose="020F0502020204030204"/>
              </a:rPr>
              <a:t>SSE’s</a:t>
            </a:r>
            <a:r>
              <a:rPr sz="2775" spc="-116" dirty="0">
                <a:latin typeface="Calibri" panose="020F0502020204030204"/>
                <a:cs typeface="Calibri" panose="020F0502020204030204"/>
              </a:rPr>
              <a:t> </a:t>
            </a:r>
            <a:r>
              <a:rPr sz="2775" spc="-31" dirty="0">
                <a:latin typeface="Calibri" panose="020F0502020204030204"/>
                <a:cs typeface="Calibri" panose="020F0502020204030204"/>
              </a:rPr>
              <a:t>d.f.</a:t>
            </a:r>
            <a:endParaRPr sz="2775">
              <a:latin typeface="Calibri" panose="020F0502020204030204"/>
              <a:cs typeface="Calibri" panose="020F0502020204030204"/>
            </a:endParaRPr>
          </a:p>
        </p:txBody>
      </p:sp>
      <p:sp>
        <p:nvSpPr>
          <p:cNvPr id="74" name="object 74"/>
          <p:cNvSpPr txBox="1">
            <a:spLocks noGrp="1"/>
          </p:cNvSpPr>
          <p:nvPr>
            <p:ph type="title"/>
          </p:nvPr>
        </p:nvSpPr>
        <p:spPr>
          <a:xfrm>
            <a:off x="182033" y="185546"/>
            <a:ext cx="11736917" cy="883265"/>
          </a:xfrm>
          <a:prstGeom prst="rect">
            <a:avLst/>
          </a:prstGeom>
        </p:spPr>
        <p:txBody>
          <a:bodyPr vert="horz" wrap="square" lIns="0" tIns="355629" rIns="0" bIns="0" rtlCol="0">
            <a:spAutoFit/>
          </a:bodyPr>
          <a:lstStyle/>
          <a:p>
            <a:pPr marL="21590">
              <a:spcBef>
                <a:spcPts val="145"/>
              </a:spcBef>
            </a:pPr>
            <a:r>
              <a:rPr sz="3600" spc="-39" dirty="0"/>
              <a:t>ANOVA</a:t>
            </a:r>
            <a:r>
              <a:rPr sz="3600" spc="-77" dirty="0"/>
              <a:t> </a:t>
            </a:r>
            <a:r>
              <a:rPr sz="3600" spc="-39" dirty="0"/>
              <a:t>Table</a:t>
            </a:r>
            <a:r>
              <a:rPr sz="3600" spc="-139" dirty="0"/>
              <a:t> </a:t>
            </a:r>
            <a:endParaRPr sz="3600" spc="-15" dirty="0"/>
          </a:p>
        </p:txBody>
      </p:sp>
      <p:sp>
        <p:nvSpPr>
          <p:cNvPr id="79" name="object 79"/>
          <p:cNvSpPr txBox="1"/>
          <p:nvPr/>
        </p:nvSpPr>
        <p:spPr>
          <a:xfrm>
            <a:off x="10207988" y="2121670"/>
            <a:ext cx="1592308" cy="659800"/>
          </a:xfrm>
          <a:prstGeom prst="rect">
            <a:avLst/>
          </a:prstGeom>
        </p:spPr>
        <p:txBody>
          <a:bodyPr vert="horz" wrap="square" lIns="0" tIns="19562" rIns="0" bIns="0" rtlCol="0">
            <a:spAutoFit/>
          </a:bodyPr>
          <a:lstStyle/>
          <a:p>
            <a:pPr marL="19685">
              <a:tabLst>
                <a:tab pos="780415" algn="l"/>
              </a:tabLst>
            </a:pPr>
            <a:r>
              <a:rPr sz="4160" i="1" spc="-116" baseline="3000" dirty="0">
                <a:latin typeface="Calibri" panose="020F0502020204030204"/>
                <a:cs typeface="Calibri" panose="020F0502020204030204"/>
              </a:rPr>
              <a:t>F</a:t>
            </a:r>
            <a:r>
              <a:rPr sz="4160" i="1" baseline="3000" dirty="0">
                <a:latin typeface="Calibri" panose="020F0502020204030204"/>
                <a:cs typeface="Calibri" panose="020F0502020204030204"/>
              </a:rPr>
              <a:t>	</a:t>
            </a:r>
            <a:endParaRPr sz="2775" dirty="0">
              <a:latin typeface="Calibri" panose="020F0502020204030204"/>
              <a:cs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17360" y="1813370"/>
            <a:ext cx="624404" cy="814540"/>
          </a:xfrm>
          <a:prstGeom prst="rect">
            <a:avLst/>
          </a:prstGeom>
        </p:spPr>
      </p:pic>
      <p:sp>
        <p:nvSpPr>
          <p:cNvPr id="4" name="object 4"/>
          <p:cNvSpPr txBox="1"/>
          <p:nvPr/>
        </p:nvSpPr>
        <p:spPr>
          <a:xfrm>
            <a:off x="617360" y="838201"/>
            <a:ext cx="12670786" cy="3725548"/>
          </a:xfrm>
          <a:prstGeom prst="rect">
            <a:avLst/>
          </a:prstGeom>
        </p:spPr>
        <p:txBody>
          <a:bodyPr vert="horz" wrap="square" lIns="0" tIns="18583" rIns="0" bIns="0" rtlCol="0">
            <a:spAutoFit/>
          </a:bodyPr>
          <a:lstStyle/>
          <a:p>
            <a:pPr marL="606425" marR="86360" indent="-528320" algn="just">
              <a:lnSpc>
                <a:spcPct val="150000"/>
              </a:lnSpc>
              <a:spcBef>
                <a:spcPts val="145"/>
              </a:spcBef>
              <a:buFont typeface="Wingdings" panose="05000000000000000000" pitchFamily="2" charset="2"/>
              <a:buChar char="Ø"/>
              <a:tabLst>
                <a:tab pos="605790" algn="l"/>
                <a:tab pos="699135" algn="l"/>
              </a:tabLst>
            </a:pPr>
            <a:r>
              <a:rPr sz="3200" dirty="0">
                <a:latin typeface="Calibri" panose="020F0502020204030204"/>
                <a:cs typeface="Calibri" panose="020F0502020204030204"/>
              </a:rPr>
              <a:t>SST</a:t>
            </a:r>
            <a:r>
              <a:rPr sz="3200" spc="-77" dirty="0">
                <a:latin typeface="Calibri" panose="020F0502020204030204"/>
                <a:cs typeface="Calibri" panose="020F0502020204030204"/>
              </a:rPr>
              <a:t> </a:t>
            </a:r>
            <a:r>
              <a:rPr sz="3200" dirty="0">
                <a:latin typeface="Calibri" panose="020F0502020204030204"/>
                <a:cs typeface="Calibri" panose="020F0502020204030204"/>
              </a:rPr>
              <a:t>divided</a:t>
            </a:r>
            <a:r>
              <a:rPr sz="3200" spc="-46" dirty="0">
                <a:latin typeface="Calibri" panose="020F0502020204030204"/>
                <a:cs typeface="Calibri" panose="020F0502020204030204"/>
              </a:rPr>
              <a:t> </a:t>
            </a:r>
            <a:r>
              <a:rPr sz="3200" dirty="0">
                <a:latin typeface="Calibri" panose="020F0502020204030204"/>
                <a:cs typeface="Calibri" panose="020F0502020204030204"/>
              </a:rPr>
              <a:t>by</a:t>
            </a:r>
            <a:r>
              <a:rPr sz="3200" spc="-69" dirty="0">
                <a:latin typeface="Calibri" panose="020F0502020204030204"/>
                <a:cs typeface="Calibri" panose="020F0502020204030204"/>
              </a:rPr>
              <a:t> </a:t>
            </a:r>
            <a:r>
              <a:rPr sz="3200" dirty="0">
                <a:latin typeface="Calibri" panose="020F0502020204030204"/>
                <a:cs typeface="Calibri" panose="020F0502020204030204"/>
              </a:rPr>
              <a:t>its</a:t>
            </a:r>
            <a:r>
              <a:rPr sz="3200" spc="-39" dirty="0">
                <a:latin typeface="Calibri" panose="020F0502020204030204"/>
                <a:cs typeface="Calibri" panose="020F0502020204030204"/>
              </a:rPr>
              <a:t> </a:t>
            </a:r>
            <a:r>
              <a:rPr sz="3200" dirty="0">
                <a:latin typeface="Calibri" panose="020F0502020204030204"/>
                <a:cs typeface="Calibri" panose="020F0502020204030204"/>
              </a:rPr>
              <a:t>degrees</a:t>
            </a:r>
            <a:r>
              <a:rPr sz="3200" spc="-54" dirty="0">
                <a:latin typeface="Calibri" panose="020F0502020204030204"/>
                <a:cs typeface="Calibri" panose="020F0502020204030204"/>
              </a:rPr>
              <a:t> </a:t>
            </a:r>
            <a:r>
              <a:rPr sz="3200" dirty="0">
                <a:latin typeface="Calibri" panose="020F0502020204030204"/>
                <a:cs typeface="Calibri" panose="020F0502020204030204"/>
              </a:rPr>
              <a:t>of</a:t>
            </a:r>
            <a:r>
              <a:rPr sz="3200" spc="-46" dirty="0">
                <a:latin typeface="Calibri" panose="020F0502020204030204"/>
                <a:cs typeface="Calibri" panose="020F0502020204030204"/>
              </a:rPr>
              <a:t> </a:t>
            </a:r>
            <a:r>
              <a:rPr sz="3200" dirty="0">
                <a:latin typeface="Calibri" panose="020F0502020204030204"/>
                <a:cs typeface="Calibri" panose="020F0502020204030204"/>
              </a:rPr>
              <a:t>freedom</a:t>
            </a:r>
            <a:r>
              <a:rPr sz="3200" spc="-31" dirty="0">
                <a:latin typeface="Calibri" panose="020F0502020204030204"/>
                <a:cs typeface="Calibri" panose="020F0502020204030204"/>
              </a:rPr>
              <a:t> </a:t>
            </a:r>
            <a:r>
              <a:rPr sz="3200" i="1" dirty="0">
                <a:latin typeface="Calibri" panose="020F0502020204030204"/>
                <a:cs typeface="Calibri" panose="020F0502020204030204"/>
              </a:rPr>
              <a:t>n</a:t>
            </a:r>
            <a:r>
              <a:rPr sz="3200" i="1" spc="288" baseline="-21000" dirty="0">
                <a:latin typeface="Calibri" panose="020F0502020204030204"/>
                <a:cs typeface="Calibri" panose="020F0502020204030204"/>
              </a:rPr>
              <a:t> </a:t>
            </a:r>
            <a:r>
              <a:rPr sz="3200" dirty="0">
                <a:latin typeface="Calibri" panose="020F0502020204030204"/>
                <a:cs typeface="Calibri" panose="020F0502020204030204"/>
              </a:rPr>
              <a:t>–</a:t>
            </a:r>
            <a:r>
              <a:rPr sz="3200" spc="-69" dirty="0">
                <a:latin typeface="Calibri" panose="020F0502020204030204"/>
                <a:cs typeface="Calibri" panose="020F0502020204030204"/>
              </a:rPr>
              <a:t> </a:t>
            </a:r>
            <a:r>
              <a:rPr sz="3200" dirty="0">
                <a:latin typeface="Calibri" panose="020F0502020204030204"/>
                <a:cs typeface="Calibri" panose="020F0502020204030204"/>
              </a:rPr>
              <a:t>1</a:t>
            </a:r>
            <a:r>
              <a:rPr sz="3200" spc="-39" dirty="0">
                <a:latin typeface="Calibri" panose="020F0502020204030204"/>
                <a:cs typeface="Calibri" panose="020F0502020204030204"/>
              </a:rPr>
              <a:t> </a:t>
            </a:r>
            <a:r>
              <a:rPr sz="3200" dirty="0">
                <a:latin typeface="Calibri" panose="020F0502020204030204"/>
                <a:cs typeface="Calibri" panose="020F0502020204030204"/>
              </a:rPr>
              <a:t>is</a:t>
            </a:r>
            <a:r>
              <a:rPr sz="3200" spc="-31" dirty="0">
                <a:latin typeface="Calibri" panose="020F0502020204030204"/>
                <a:cs typeface="Calibri" panose="020F0502020204030204"/>
              </a:rPr>
              <a:t> </a:t>
            </a:r>
            <a:r>
              <a:rPr sz="3200" dirty="0">
                <a:latin typeface="Calibri" panose="020F0502020204030204"/>
                <a:cs typeface="Calibri" panose="020F0502020204030204"/>
              </a:rPr>
              <a:t>the</a:t>
            </a:r>
            <a:r>
              <a:rPr sz="3200" spc="-46" dirty="0">
                <a:latin typeface="Calibri" panose="020F0502020204030204"/>
                <a:cs typeface="Calibri" panose="020F0502020204030204"/>
              </a:rPr>
              <a:t> </a:t>
            </a:r>
            <a:r>
              <a:rPr sz="3200" spc="-15" dirty="0">
                <a:latin typeface="Calibri" panose="020F0502020204030204"/>
                <a:cs typeface="Calibri" panose="020F0502020204030204"/>
              </a:rPr>
              <a:t>overall</a:t>
            </a:r>
            <a:r>
              <a:rPr sz="3200" spc="-31" dirty="0">
                <a:latin typeface="Calibri" panose="020F0502020204030204"/>
                <a:cs typeface="Calibri" panose="020F0502020204030204"/>
              </a:rPr>
              <a:t> </a:t>
            </a:r>
            <a:r>
              <a:rPr sz="3200" dirty="0">
                <a:latin typeface="Calibri" panose="020F0502020204030204"/>
                <a:cs typeface="Calibri" panose="020F0502020204030204"/>
              </a:rPr>
              <a:t>sample</a:t>
            </a:r>
            <a:r>
              <a:rPr sz="3200" spc="-31" dirty="0">
                <a:latin typeface="Calibri" panose="020F0502020204030204"/>
                <a:cs typeface="Calibri" panose="020F0502020204030204"/>
              </a:rPr>
              <a:t> </a:t>
            </a:r>
            <a:r>
              <a:rPr sz="3200" spc="-15" dirty="0">
                <a:latin typeface="Calibri" panose="020F0502020204030204"/>
                <a:cs typeface="Calibri" panose="020F0502020204030204"/>
              </a:rPr>
              <a:t>variance</a:t>
            </a:r>
            <a:r>
              <a:rPr lang="en-US" sz="3200" spc="-15" dirty="0">
                <a:latin typeface="Calibri" panose="020F0502020204030204"/>
                <a:cs typeface="Calibri" panose="020F0502020204030204"/>
              </a:rPr>
              <a:t> </a:t>
            </a:r>
            <a:r>
              <a:rPr sz="3200" dirty="0">
                <a:latin typeface="Calibri" panose="020F0502020204030204"/>
                <a:cs typeface="Calibri" panose="020F0502020204030204"/>
              </a:rPr>
              <a:t>that</a:t>
            </a:r>
            <a:r>
              <a:rPr sz="3200" spc="-62" dirty="0">
                <a:latin typeface="Calibri" panose="020F0502020204030204"/>
                <a:cs typeface="Calibri" panose="020F0502020204030204"/>
              </a:rPr>
              <a:t> </a:t>
            </a:r>
            <a:r>
              <a:rPr sz="3200" dirty="0">
                <a:latin typeface="Calibri" panose="020F0502020204030204"/>
                <a:cs typeface="Calibri" panose="020F0502020204030204"/>
              </a:rPr>
              <a:t>would</a:t>
            </a:r>
            <a:r>
              <a:rPr sz="3200" spc="-69" dirty="0">
                <a:latin typeface="Calibri" panose="020F0502020204030204"/>
                <a:cs typeface="Calibri" panose="020F0502020204030204"/>
              </a:rPr>
              <a:t> </a:t>
            </a:r>
            <a:r>
              <a:rPr sz="3200" dirty="0">
                <a:latin typeface="Calibri" panose="020F0502020204030204"/>
                <a:cs typeface="Calibri" panose="020F0502020204030204"/>
              </a:rPr>
              <a:t>be</a:t>
            </a:r>
            <a:r>
              <a:rPr sz="3200" spc="-62" dirty="0">
                <a:latin typeface="Calibri" panose="020F0502020204030204"/>
                <a:cs typeface="Calibri" panose="020F0502020204030204"/>
              </a:rPr>
              <a:t> </a:t>
            </a:r>
            <a:r>
              <a:rPr sz="3200" spc="-15" dirty="0">
                <a:latin typeface="Calibri" panose="020F0502020204030204"/>
                <a:cs typeface="Calibri" panose="020F0502020204030204"/>
              </a:rPr>
              <a:t>obtained</a:t>
            </a:r>
            <a:r>
              <a:rPr sz="3200" spc="-69" dirty="0">
                <a:latin typeface="Calibri" panose="020F0502020204030204"/>
                <a:cs typeface="Calibri" panose="020F0502020204030204"/>
              </a:rPr>
              <a:t> </a:t>
            </a:r>
            <a:r>
              <a:rPr sz="3200" dirty="0">
                <a:latin typeface="Calibri" panose="020F0502020204030204"/>
                <a:cs typeface="Calibri" panose="020F0502020204030204"/>
              </a:rPr>
              <a:t>if</a:t>
            </a:r>
            <a:r>
              <a:rPr sz="3200" spc="-54" dirty="0">
                <a:latin typeface="Calibri" panose="020F0502020204030204"/>
                <a:cs typeface="Calibri" panose="020F0502020204030204"/>
              </a:rPr>
              <a:t> </a:t>
            </a:r>
            <a:r>
              <a:rPr sz="3200" dirty="0">
                <a:latin typeface="Calibri" panose="020F0502020204030204"/>
                <a:cs typeface="Calibri" panose="020F0502020204030204"/>
              </a:rPr>
              <a:t>we</a:t>
            </a:r>
            <a:r>
              <a:rPr sz="3200" spc="-54" dirty="0">
                <a:latin typeface="Calibri" panose="020F0502020204030204"/>
                <a:cs typeface="Calibri" panose="020F0502020204030204"/>
              </a:rPr>
              <a:t> </a:t>
            </a:r>
            <a:r>
              <a:rPr sz="3200" spc="-15" dirty="0">
                <a:latin typeface="Calibri" panose="020F0502020204030204"/>
                <a:cs typeface="Calibri" panose="020F0502020204030204"/>
              </a:rPr>
              <a:t>treated</a:t>
            </a:r>
            <a:r>
              <a:rPr sz="3200" spc="-39" dirty="0">
                <a:latin typeface="Calibri" panose="020F0502020204030204"/>
                <a:cs typeface="Calibri" panose="020F0502020204030204"/>
              </a:rPr>
              <a:t> </a:t>
            </a:r>
            <a:r>
              <a:rPr sz="3200" dirty="0">
                <a:latin typeface="Calibri" panose="020F0502020204030204"/>
                <a:cs typeface="Calibri" panose="020F0502020204030204"/>
              </a:rPr>
              <a:t>the</a:t>
            </a:r>
            <a:r>
              <a:rPr sz="3200" spc="-62" dirty="0">
                <a:latin typeface="Calibri" panose="020F0502020204030204"/>
                <a:cs typeface="Calibri" panose="020F0502020204030204"/>
              </a:rPr>
              <a:t> </a:t>
            </a:r>
            <a:r>
              <a:rPr sz="3200" dirty="0">
                <a:latin typeface="Calibri" panose="020F0502020204030204"/>
                <a:cs typeface="Calibri" panose="020F0502020204030204"/>
              </a:rPr>
              <a:t>entire</a:t>
            </a:r>
            <a:r>
              <a:rPr sz="3200" spc="-46" dirty="0">
                <a:latin typeface="Calibri" panose="020F0502020204030204"/>
                <a:cs typeface="Calibri" panose="020F0502020204030204"/>
              </a:rPr>
              <a:t> </a:t>
            </a:r>
            <a:r>
              <a:rPr sz="3200" dirty="0">
                <a:latin typeface="Calibri" panose="020F0502020204030204"/>
                <a:cs typeface="Calibri" panose="020F0502020204030204"/>
              </a:rPr>
              <a:t>set</a:t>
            </a:r>
            <a:r>
              <a:rPr sz="3200" spc="-39" dirty="0">
                <a:latin typeface="Calibri" panose="020F0502020204030204"/>
                <a:cs typeface="Calibri" panose="020F0502020204030204"/>
              </a:rPr>
              <a:t> </a:t>
            </a:r>
            <a:r>
              <a:rPr sz="3200" dirty="0">
                <a:latin typeface="Calibri" panose="020F0502020204030204"/>
                <a:cs typeface="Calibri" panose="020F0502020204030204"/>
              </a:rPr>
              <a:t>of</a:t>
            </a:r>
            <a:r>
              <a:rPr sz="3200" spc="-69" dirty="0">
                <a:latin typeface="Calibri" panose="020F0502020204030204"/>
                <a:cs typeface="Calibri" panose="020F0502020204030204"/>
              </a:rPr>
              <a:t> </a:t>
            </a:r>
            <a:r>
              <a:rPr sz="3200" spc="-15" dirty="0">
                <a:latin typeface="Calibri" panose="020F0502020204030204"/>
                <a:cs typeface="Calibri" panose="020F0502020204030204"/>
              </a:rPr>
              <a:t>observations</a:t>
            </a:r>
            <a:r>
              <a:rPr sz="3200" spc="-62" dirty="0">
                <a:latin typeface="Calibri" panose="020F0502020204030204"/>
                <a:cs typeface="Calibri" panose="020F0502020204030204"/>
              </a:rPr>
              <a:t> </a:t>
            </a:r>
            <a:r>
              <a:rPr sz="3200" dirty="0">
                <a:latin typeface="Calibri" panose="020F0502020204030204"/>
                <a:cs typeface="Calibri" panose="020F0502020204030204"/>
              </a:rPr>
              <a:t>as</a:t>
            </a:r>
            <a:r>
              <a:rPr sz="3200" spc="-46" dirty="0">
                <a:latin typeface="Calibri" panose="020F0502020204030204"/>
                <a:cs typeface="Calibri" panose="020F0502020204030204"/>
              </a:rPr>
              <a:t> </a:t>
            </a:r>
            <a:r>
              <a:rPr sz="3200" spc="-39" dirty="0">
                <a:latin typeface="Calibri" panose="020F0502020204030204"/>
                <a:cs typeface="Calibri" panose="020F0502020204030204"/>
              </a:rPr>
              <a:t>one </a:t>
            </a:r>
            <a:r>
              <a:rPr sz="3200" dirty="0">
                <a:latin typeface="Calibri" panose="020F0502020204030204"/>
                <a:cs typeface="Calibri" panose="020F0502020204030204"/>
              </a:rPr>
              <a:t>data</a:t>
            </a:r>
            <a:r>
              <a:rPr sz="3200" spc="-100" dirty="0">
                <a:latin typeface="Calibri" panose="020F0502020204030204"/>
                <a:cs typeface="Calibri" panose="020F0502020204030204"/>
              </a:rPr>
              <a:t> </a:t>
            </a:r>
            <a:r>
              <a:rPr sz="3200" spc="-31" dirty="0">
                <a:latin typeface="Calibri" panose="020F0502020204030204"/>
                <a:cs typeface="Calibri" panose="020F0502020204030204"/>
              </a:rPr>
              <a:t>set.</a:t>
            </a:r>
            <a:endParaRPr sz="3200" dirty="0">
              <a:latin typeface="Calibri" panose="020F0502020204030204"/>
              <a:cs typeface="Calibri" panose="020F0502020204030204"/>
            </a:endParaRPr>
          </a:p>
          <a:p>
            <a:pPr marL="601345" marR="736600" indent="-523240" algn="just">
              <a:lnSpc>
                <a:spcPct val="150000"/>
              </a:lnSpc>
              <a:spcBef>
                <a:spcPts val="740"/>
              </a:spcBef>
              <a:buFont typeface="Wingdings" panose="05000000000000000000" pitchFamily="2" charset="2"/>
              <a:buChar char="Ø"/>
              <a:tabLst>
                <a:tab pos="605790" algn="l"/>
              </a:tabLst>
            </a:pPr>
            <a:r>
              <a:rPr sz="3200" dirty="0">
                <a:latin typeface="Calibri" panose="020F0502020204030204"/>
                <a:cs typeface="Calibri" panose="020F0502020204030204"/>
              </a:rPr>
              <a:t>With</a:t>
            </a:r>
            <a:r>
              <a:rPr sz="3200" spc="-69" dirty="0">
                <a:latin typeface="Calibri" panose="020F0502020204030204"/>
                <a:cs typeface="Calibri" panose="020F0502020204030204"/>
              </a:rPr>
              <a:t> </a:t>
            </a:r>
            <a:r>
              <a:rPr sz="3200" dirty="0">
                <a:latin typeface="Calibri" panose="020F0502020204030204"/>
                <a:cs typeface="Calibri" panose="020F0502020204030204"/>
              </a:rPr>
              <a:t>the</a:t>
            </a:r>
            <a:r>
              <a:rPr sz="3200" spc="-85" dirty="0">
                <a:latin typeface="Calibri" panose="020F0502020204030204"/>
                <a:cs typeface="Calibri" panose="020F0502020204030204"/>
              </a:rPr>
              <a:t> </a:t>
            </a:r>
            <a:r>
              <a:rPr sz="3200" dirty="0">
                <a:latin typeface="Calibri" panose="020F0502020204030204"/>
                <a:cs typeface="Calibri" panose="020F0502020204030204"/>
              </a:rPr>
              <a:t>entire</a:t>
            </a:r>
            <a:r>
              <a:rPr sz="3200" spc="-54" dirty="0">
                <a:latin typeface="Calibri" panose="020F0502020204030204"/>
                <a:cs typeface="Calibri" panose="020F0502020204030204"/>
              </a:rPr>
              <a:t> </a:t>
            </a:r>
            <a:r>
              <a:rPr sz="3200" dirty="0">
                <a:latin typeface="Calibri" panose="020F0502020204030204"/>
                <a:cs typeface="Calibri" panose="020F0502020204030204"/>
              </a:rPr>
              <a:t>data</a:t>
            </a:r>
            <a:r>
              <a:rPr sz="3200" spc="-62" dirty="0">
                <a:latin typeface="Calibri" panose="020F0502020204030204"/>
                <a:cs typeface="Calibri" panose="020F0502020204030204"/>
              </a:rPr>
              <a:t> </a:t>
            </a:r>
            <a:r>
              <a:rPr sz="3200" dirty="0">
                <a:latin typeface="Calibri" panose="020F0502020204030204"/>
                <a:cs typeface="Calibri" panose="020F0502020204030204"/>
              </a:rPr>
              <a:t>set</a:t>
            </a:r>
            <a:r>
              <a:rPr sz="3200" spc="-54" dirty="0">
                <a:latin typeface="Calibri" panose="020F0502020204030204"/>
                <a:cs typeface="Calibri" panose="020F0502020204030204"/>
              </a:rPr>
              <a:t> </a:t>
            </a:r>
            <a:r>
              <a:rPr sz="3200" dirty="0">
                <a:latin typeface="Calibri" panose="020F0502020204030204"/>
                <a:cs typeface="Calibri" panose="020F0502020204030204"/>
              </a:rPr>
              <a:t>as</a:t>
            </a:r>
            <a:r>
              <a:rPr sz="3200" spc="-46" dirty="0">
                <a:latin typeface="Calibri" panose="020F0502020204030204"/>
                <a:cs typeface="Calibri" panose="020F0502020204030204"/>
              </a:rPr>
              <a:t> </a:t>
            </a:r>
            <a:r>
              <a:rPr sz="3200" dirty="0">
                <a:latin typeface="Calibri" panose="020F0502020204030204"/>
                <a:cs typeface="Calibri" panose="020F0502020204030204"/>
              </a:rPr>
              <a:t>one</a:t>
            </a:r>
            <a:r>
              <a:rPr sz="3200" spc="-92" dirty="0">
                <a:latin typeface="Calibri" panose="020F0502020204030204"/>
                <a:cs typeface="Calibri" panose="020F0502020204030204"/>
              </a:rPr>
              <a:t> </a:t>
            </a:r>
            <a:r>
              <a:rPr sz="3200" dirty="0">
                <a:latin typeface="Calibri" panose="020F0502020204030204"/>
                <a:cs typeface="Calibri" panose="020F0502020204030204"/>
              </a:rPr>
              <a:t>sample,</a:t>
            </a:r>
            <a:r>
              <a:rPr sz="3200" spc="-46" dirty="0">
                <a:latin typeface="Calibri" panose="020F0502020204030204"/>
                <a:cs typeface="Calibri" panose="020F0502020204030204"/>
              </a:rPr>
              <a:t> </a:t>
            </a:r>
            <a:r>
              <a:rPr sz="3200" dirty="0">
                <a:latin typeface="Calibri" panose="020F0502020204030204"/>
                <a:cs typeface="Calibri" panose="020F0502020204030204"/>
              </a:rPr>
              <a:t>the</a:t>
            </a:r>
            <a:r>
              <a:rPr sz="3200" spc="-62" dirty="0">
                <a:latin typeface="Calibri" panose="020F0502020204030204"/>
                <a:cs typeface="Calibri" panose="020F0502020204030204"/>
              </a:rPr>
              <a:t> </a:t>
            </a:r>
            <a:r>
              <a:rPr sz="3200" dirty="0">
                <a:latin typeface="Calibri" panose="020F0502020204030204"/>
                <a:cs typeface="Calibri" panose="020F0502020204030204"/>
              </a:rPr>
              <a:t>formula</a:t>
            </a:r>
            <a:r>
              <a:rPr sz="3200" spc="-85" dirty="0">
                <a:latin typeface="Calibri" panose="020F0502020204030204"/>
                <a:cs typeface="Calibri" panose="020F0502020204030204"/>
              </a:rPr>
              <a:t> </a:t>
            </a:r>
            <a:r>
              <a:rPr sz="3200" dirty="0">
                <a:latin typeface="Calibri" panose="020F0502020204030204"/>
                <a:cs typeface="Calibri" panose="020F0502020204030204"/>
              </a:rPr>
              <a:t>for</a:t>
            </a:r>
            <a:r>
              <a:rPr sz="3200" spc="-85" dirty="0">
                <a:latin typeface="Calibri" panose="020F0502020204030204"/>
                <a:cs typeface="Calibri" panose="020F0502020204030204"/>
              </a:rPr>
              <a:t> </a:t>
            </a:r>
            <a:r>
              <a:rPr sz="3200" dirty="0">
                <a:latin typeface="Calibri" panose="020F0502020204030204"/>
                <a:cs typeface="Calibri" panose="020F0502020204030204"/>
              </a:rPr>
              <a:t>computing</a:t>
            </a:r>
            <a:r>
              <a:rPr sz="3200" spc="-108" dirty="0">
                <a:latin typeface="Calibri" panose="020F0502020204030204"/>
                <a:cs typeface="Calibri" panose="020F0502020204030204"/>
              </a:rPr>
              <a:t> </a:t>
            </a:r>
            <a:r>
              <a:rPr sz="3200" spc="-39" dirty="0">
                <a:latin typeface="Calibri" panose="020F0502020204030204"/>
                <a:cs typeface="Calibri" panose="020F0502020204030204"/>
              </a:rPr>
              <a:t>the 	</a:t>
            </a:r>
            <a:r>
              <a:rPr sz="3200" dirty="0">
                <a:latin typeface="Calibri" panose="020F0502020204030204"/>
                <a:cs typeface="Calibri" panose="020F0502020204030204"/>
              </a:rPr>
              <a:t>total</a:t>
            </a:r>
            <a:r>
              <a:rPr sz="3200" spc="-62" dirty="0">
                <a:latin typeface="Calibri" panose="020F0502020204030204"/>
                <a:cs typeface="Calibri" panose="020F0502020204030204"/>
              </a:rPr>
              <a:t> </a:t>
            </a:r>
            <a:r>
              <a:rPr sz="3200" dirty="0">
                <a:latin typeface="Calibri" panose="020F0502020204030204"/>
                <a:cs typeface="Calibri" panose="020F0502020204030204"/>
              </a:rPr>
              <a:t>sum</a:t>
            </a:r>
            <a:r>
              <a:rPr sz="3200" spc="-69" dirty="0">
                <a:latin typeface="Calibri" panose="020F0502020204030204"/>
                <a:cs typeface="Calibri" panose="020F0502020204030204"/>
              </a:rPr>
              <a:t> </a:t>
            </a:r>
            <a:r>
              <a:rPr sz="3200" dirty="0">
                <a:latin typeface="Calibri" panose="020F0502020204030204"/>
                <a:cs typeface="Calibri" panose="020F0502020204030204"/>
              </a:rPr>
              <a:t>of</a:t>
            </a:r>
            <a:r>
              <a:rPr sz="3200" spc="-77" dirty="0">
                <a:latin typeface="Calibri" panose="020F0502020204030204"/>
                <a:cs typeface="Calibri" panose="020F0502020204030204"/>
              </a:rPr>
              <a:t> </a:t>
            </a:r>
            <a:r>
              <a:rPr sz="3200" dirty="0">
                <a:latin typeface="Calibri" panose="020F0502020204030204"/>
                <a:cs typeface="Calibri" panose="020F0502020204030204"/>
              </a:rPr>
              <a:t>squares,</a:t>
            </a:r>
            <a:r>
              <a:rPr sz="3200" spc="-69" dirty="0">
                <a:latin typeface="Calibri" panose="020F0502020204030204"/>
                <a:cs typeface="Calibri" panose="020F0502020204030204"/>
              </a:rPr>
              <a:t> </a:t>
            </a:r>
            <a:r>
              <a:rPr sz="3200" spc="-77" dirty="0">
                <a:latin typeface="Calibri" panose="020F0502020204030204"/>
                <a:cs typeface="Calibri" panose="020F0502020204030204"/>
              </a:rPr>
              <a:t>SST,</a:t>
            </a:r>
            <a:r>
              <a:rPr sz="3200" spc="-62" dirty="0">
                <a:latin typeface="Calibri" panose="020F0502020204030204"/>
                <a:cs typeface="Calibri" panose="020F0502020204030204"/>
              </a:rPr>
              <a:t> </a:t>
            </a:r>
            <a:r>
              <a:rPr sz="3200" spc="-39" dirty="0">
                <a:latin typeface="Calibri" panose="020F0502020204030204"/>
                <a:cs typeface="Calibri" panose="020F0502020204030204"/>
              </a:rPr>
              <a:t>is:</a:t>
            </a:r>
            <a:endParaRPr sz="3200" dirty="0">
              <a:latin typeface="Calibri" panose="020F0502020204030204"/>
              <a:cs typeface="Calibri" panose="020F0502020204030204"/>
            </a:endParaRPr>
          </a:p>
        </p:txBody>
      </p:sp>
      <p:sp>
        <p:nvSpPr>
          <p:cNvPr id="5" name="object 5"/>
          <p:cNvSpPr/>
          <p:nvPr/>
        </p:nvSpPr>
        <p:spPr>
          <a:xfrm>
            <a:off x="6862830" y="5231939"/>
            <a:ext cx="196593" cy="71400"/>
          </a:xfrm>
          <a:custGeom>
            <a:avLst/>
            <a:gdLst/>
            <a:ahLst/>
            <a:cxnLst/>
            <a:rect l="l" t="t" r="r" b="b"/>
            <a:pathLst>
              <a:path w="127635" h="46354">
                <a:moveTo>
                  <a:pt x="0" y="46179"/>
                </a:moveTo>
                <a:lnTo>
                  <a:pt x="127092" y="46179"/>
                </a:lnTo>
              </a:path>
              <a:path w="127635" h="46354">
                <a:moveTo>
                  <a:pt x="0" y="0"/>
                </a:moveTo>
                <a:lnTo>
                  <a:pt x="127092" y="0"/>
                </a:lnTo>
              </a:path>
            </a:pathLst>
          </a:custGeom>
          <a:ln w="12504">
            <a:solidFill>
              <a:srgbClr val="000000"/>
            </a:solidFill>
          </a:ln>
        </p:spPr>
        <p:txBody>
          <a:bodyPr wrap="square" lIns="0" tIns="0" rIns="0" bIns="0" rtlCol="0"/>
          <a:lstStyle/>
          <a:p>
            <a:endParaRPr sz="2775"/>
          </a:p>
        </p:txBody>
      </p:sp>
      <p:sp>
        <p:nvSpPr>
          <p:cNvPr id="6" name="object 6"/>
          <p:cNvSpPr txBox="1"/>
          <p:nvPr/>
        </p:nvSpPr>
        <p:spPr>
          <a:xfrm>
            <a:off x="5571356" y="4832964"/>
            <a:ext cx="307116" cy="294239"/>
          </a:xfrm>
          <a:prstGeom prst="rect">
            <a:avLst/>
          </a:prstGeom>
        </p:spPr>
        <p:txBody>
          <a:bodyPr vert="horz" wrap="square" lIns="0" tIns="21518" rIns="0" bIns="0" rtlCol="0">
            <a:spAutoFit/>
          </a:bodyPr>
          <a:lstStyle/>
          <a:p>
            <a:pPr marL="58420">
              <a:spcBef>
                <a:spcPts val="170"/>
              </a:spcBef>
            </a:pPr>
            <a:r>
              <a:rPr sz="1770" i="1" spc="39" dirty="0">
                <a:latin typeface="Palatino Linotype" panose="02040502050505030304"/>
                <a:cs typeface="Palatino Linotype" panose="02040502050505030304"/>
              </a:rPr>
              <a:t>n</a:t>
            </a:r>
            <a:r>
              <a:rPr sz="1850" i="1" spc="57" baseline="-21000" dirty="0">
                <a:latin typeface="Palatino Linotype" panose="02040502050505030304"/>
                <a:cs typeface="Palatino Linotype" panose="02040502050505030304"/>
              </a:rPr>
              <a:t>j</a:t>
            </a:r>
            <a:endParaRPr sz="1850" baseline="-21000">
              <a:latin typeface="Palatino Linotype" panose="02040502050505030304"/>
              <a:cs typeface="Palatino Linotype" panose="02040502050505030304"/>
            </a:endParaRPr>
          </a:p>
        </p:txBody>
      </p:sp>
      <p:sp>
        <p:nvSpPr>
          <p:cNvPr id="7" name="object 7"/>
          <p:cNvSpPr txBox="1"/>
          <p:nvPr/>
        </p:nvSpPr>
        <p:spPr>
          <a:xfrm>
            <a:off x="5208549" y="4903629"/>
            <a:ext cx="140843" cy="294239"/>
          </a:xfrm>
          <a:prstGeom prst="rect">
            <a:avLst/>
          </a:prstGeom>
        </p:spPr>
        <p:txBody>
          <a:bodyPr vert="horz" wrap="square" lIns="0" tIns="21518" rIns="0" bIns="0" rtlCol="0">
            <a:spAutoFit/>
          </a:bodyPr>
          <a:lstStyle/>
          <a:p>
            <a:pPr marL="19685">
              <a:spcBef>
                <a:spcPts val="170"/>
              </a:spcBef>
            </a:pPr>
            <a:r>
              <a:rPr sz="1770" i="1" spc="-77" dirty="0">
                <a:latin typeface="Palatino Linotype" panose="02040502050505030304"/>
                <a:cs typeface="Palatino Linotype" panose="02040502050505030304"/>
              </a:rPr>
              <a:t>k</a:t>
            </a:r>
            <a:endParaRPr sz="1770">
              <a:latin typeface="Palatino Linotype" panose="02040502050505030304"/>
              <a:cs typeface="Palatino Linotype" panose="02040502050505030304"/>
            </a:endParaRPr>
          </a:p>
        </p:txBody>
      </p:sp>
      <p:sp>
        <p:nvSpPr>
          <p:cNvPr id="8" name="object 8"/>
          <p:cNvSpPr txBox="1"/>
          <p:nvPr/>
        </p:nvSpPr>
        <p:spPr>
          <a:xfrm>
            <a:off x="6305812" y="5402967"/>
            <a:ext cx="167251" cy="294239"/>
          </a:xfrm>
          <a:prstGeom prst="rect">
            <a:avLst/>
          </a:prstGeom>
        </p:spPr>
        <p:txBody>
          <a:bodyPr vert="horz" wrap="square" lIns="0" tIns="21518" rIns="0" bIns="0" rtlCol="0">
            <a:spAutoFit/>
          </a:bodyPr>
          <a:lstStyle/>
          <a:p>
            <a:pPr marL="19685">
              <a:spcBef>
                <a:spcPts val="170"/>
              </a:spcBef>
            </a:pPr>
            <a:r>
              <a:rPr sz="1770" i="1" spc="-39" dirty="0">
                <a:latin typeface="Palatino Linotype" panose="02040502050505030304"/>
                <a:cs typeface="Palatino Linotype" panose="02040502050505030304"/>
              </a:rPr>
              <a:t>ij</a:t>
            </a:r>
            <a:endParaRPr sz="1770">
              <a:latin typeface="Palatino Linotype" panose="02040502050505030304"/>
              <a:cs typeface="Palatino Linotype" panose="02040502050505030304"/>
            </a:endParaRPr>
          </a:p>
        </p:txBody>
      </p:sp>
      <p:sp>
        <p:nvSpPr>
          <p:cNvPr id="9" name="object 9"/>
          <p:cNvSpPr txBox="1"/>
          <p:nvPr/>
        </p:nvSpPr>
        <p:spPr>
          <a:xfrm>
            <a:off x="3952761" y="4869034"/>
            <a:ext cx="2427586" cy="1102024"/>
          </a:xfrm>
          <a:prstGeom prst="rect">
            <a:avLst/>
          </a:prstGeom>
        </p:spPr>
        <p:txBody>
          <a:bodyPr vert="horz" wrap="square" lIns="0" tIns="91939" rIns="0" bIns="0" rtlCol="0">
            <a:spAutoFit/>
          </a:bodyPr>
          <a:lstStyle/>
          <a:p>
            <a:pPr marL="58420">
              <a:spcBef>
                <a:spcPts val="725"/>
              </a:spcBef>
            </a:pPr>
            <a:r>
              <a:rPr sz="3080" spc="92" dirty="0">
                <a:latin typeface="Cambria" panose="02040503050406030204"/>
                <a:cs typeface="Cambria" panose="02040503050406030204"/>
              </a:rPr>
              <a:t>SST</a:t>
            </a:r>
            <a:r>
              <a:rPr sz="3080" spc="123" dirty="0">
                <a:latin typeface="Cambria" panose="02040503050406030204"/>
                <a:cs typeface="Cambria" panose="02040503050406030204"/>
              </a:rPr>
              <a:t> </a:t>
            </a:r>
            <a:r>
              <a:rPr sz="3080" dirty="0">
                <a:latin typeface="Symbol" panose="05050102010706020507"/>
                <a:cs typeface="Symbol" panose="05050102010706020507"/>
              </a:rPr>
              <a:t></a:t>
            </a:r>
            <a:r>
              <a:rPr sz="3080" spc="-100" dirty="0">
                <a:latin typeface="Times New Roman" panose="02020603050405020304"/>
                <a:cs typeface="Times New Roman" panose="02020603050405020304"/>
              </a:rPr>
              <a:t> </a:t>
            </a:r>
            <a:r>
              <a:rPr sz="6930" spc="137" baseline="-8000" dirty="0">
                <a:latin typeface="Symbol" panose="05050102010706020507"/>
                <a:cs typeface="Symbol" panose="05050102010706020507"/>
              </a:rPr>
              <a:t></a:t>
            </a:r>
            <a:r>
              <a:rPr sz="3080" spc="92" dirty="0">
                <a:latin typeface="Cambria" panose="02040503050406030204"/>
                <a:cs typeface="Cambria" panose="02040503050406030204"/>
              </a:rPr>
              <a:t>(</a:t>
            </a:r>
            <a:r>
              <a:rPr sz="3080" i="1" spc="92" dirty="0">
                <a:latin typeface="Palatino Linotype" panose="02040502050505030304"/>
                <a:cs typeface="Palatino Linotype" panose="02040502050505030304"/>
              </a:rPr>
              <a:t>x</a:t>
            </a:r>
            <a:endParaRPr sz="3080" dirty="0">
              <a:latin typeface="Palatino Linotype" panose="02040502050505030304"/>
              <a:cs typeface="Palatino Linotype" panose="02040502050505030304"/>
            </a:endParaRPr>
          </a:p>
          <a:p>
            <a:pPr marL="1179830">
              <a:spcBef>
                <a:spcPts val="230"/>
              </a:spcBef>
            </a:pPr>
            <a:r>
              <a:rPr sz="1770" i="1" dirty="0">
                <a:latin typeface="Palatino Linotype" panose="02040502050505030304"/>
                <a:cs typeface="Palatino Linotype" panose="02040502050505030304"/>
              </a:rPr>
              <a:t>j</a:t>
            </a:r>
            <a:r>
              <a:rPr sz="1770" dirty="0">
                <a:latin typeface="Symbol" panose="05050102010706020507"/>
                <a:cs typeface="Symbol" panose="05050102010706020507"/>
              </a:rPr>
              <a:t></a:t>
            </a:r>
            <a:r>
              <a:rPr sz="1770" dirty="0">
                <a:latin typeface="Cambria" panose="02040503050406030204"/>
                <a:cs typeface="Cambria" panose="02040503050406030204"/>
              </a:rPr>
              <a:t>1</a:t>
            </a:r>
            <a:r>
              <a:rPr sz="1770" spc="630" dirty="0">
                <a:latin typeface="Cambria" panose="02040503050406030204"/>
                <a:cs typeface="Cambria" panose="02040503050406030204"/>
              </a:rPr>
              <a:t> </a:t>
            </a:r>
            <a:r>
              <a:rPr sz="1770" i="1" spc="-39" dirty="0">
                <a:latin typeface="Palatino Linotype" panose="02040502050505030304"/>
                <a:cs typeface="Palatino Linotype" panose="02040502050505030304"/>
              </a:rPr>
              <a:t>i</a:t>
            </a:r>
            <a:r>
              <a:rPr sz="1770" spc="-39" dirty="0">
                <a:latin typeface="Symbol" panose="05050102010706020507"/>
                <a:cs typeface="Symbol" panose="05050102010706020507"/>
              </a:rPr>
              <a:t></a:t>
            </a:r>
            <a:r>
              <a:rPr sz="1770" spc="-39" dirty="0">
                <a:latin typeface="Cambria" panose="02040503050406030204"/>
                <a:cs typeface="Cambria" panose="02040503050406030204"/>
              </a:rPr>
              <a:t>1</a:t>
            </a:r>
            <a:endParaRPr sz="1770" dirty="0">
              <a:latin typeface="Cambria" panose="02040503050406030204"/>
              <a:cs typeface="Cambria" panose="02040503050406030204"/>
            </a:endParaRPr>
          </a:p>
        </p:txBody>
      </p:sp>
      <p:sp>
        <p:nvSpPr>
          <p:cNvPr id="10" name="object 10"/>
          <p:cNvSpPr txBox="1"/>
          <p:nvPr/>
        </p:nvSpPr>
        <p:spPr>
          <a:xfrm>
            <a:off x="6508196" y="5136754"/>
            <a:ext cx="3263841" cy="493857"/>
          </a:xfrm>
          <a:prstGeom prst="rect">
            <a:avLst/>
          </a:prstGeom>
        </p:spPr>
        <p:txBody>
          <a:bodyPr vert="horz" wrap="square" lIns="0" tIns="19562" rIns="0" bIns="0" rtlCol="0">
            <a:spAutoFit/>
          </a:bodyPr>
          <a:lstStyle/>
          <a:p>
            <a:pPr marL="58420">
              <a:spcBef>
                <a:spcPts val="155"/>
              </a:spcBef>
            </a:pPr>
            <a:r>
              <a:rPr sz="3080" dirty="0">
                <a:latin typeface="Symbol" panose="05050102010706020507"/>
                <a:cs typeface="Symbol" panose="05050102010706020507"/>
              </a:rPr>
              <a:t></a:t>
            </a:r>
            <a:r>
              <a:rPr sz="3080" spc="-246" dirty="0">
                <a:latin typeface="Times New Roman" panose="02020603050405020304"/>
                <a:cs typeface="Times New Roman" panose="02020603050405020304"/>
              </a:rPr>
              <a:t> </a:t>
            </a:r>
            <a:r>
              <a:rPr sz="3080" i="1" dirty="0">
                <a:latin typeface="Palatino Linotype" panose="02040502050505030304"/>
                <a:cs typeface="Palatino Linotype" panose="02040502050505030304"/>
              </a:rPr>
              <a:t>x</a:t>
            </a:r>
            <a:r>
              <a:rPr sz="3080" i="1" spc="-501" dirty="0">
                <a:latin typeface="Palatino Linotype" panose="02040502050505030304"/>
                <a:cs typeface="Palatino Linotype" panose="02040502050505030304"/>
              </a:rPr>
              <a:t> </a:t>
            </a:r>
            <a:r>
              <a:rPr sz="3080" dirty="0">
                <a:latin typeface="Cambria" panose="02040503050406030204"/>
                <a:cs typeface="Cambria" panose="02040503050406030204"/>
              </a:rPr>
              <a:t>)</a:t>
            </a:r>
            <a:r>
              <a:rPr sz="2655" baseline="43000" dirty="0">
                <a:latin typeface="Cambria" panose="02040503050406030204"/>
                <a:cs typeface="Cambria" panose="02040503050406030204"/>
              </a:rPr>
              <a:t>2</a:t>
            </a:r>
            <a:r>
              <a:rPr sz="2655" spc="773" baseline="43000" dirty="0">
                <a:latin typeface="Cambria" panose="02040503050406030204"/>
                <a:cs typeface="Cambria" panose="02040503050406030204"/>
              </a:rPr>
              <a:t> </a:t>
            </a:r>
            <a:r>
              <a:rPr sz="3080" dirty="0">
                <a:latin typeface="Symbol" panose="05050102010706020507"/>
                <a:cs typeface="Symbol" panose="05050102010706020507"/>
              </a:rPr>
              <a:t></a:t>
            </a:r>
            <a:r>
              <a:rPr sz="3080" spc="-116" dirty="0">
                <a:latin typeface="Times New Roman" panose="02020603050405020304"/>
                <a:cs typeface="Times New Roman" panose="02020603050405020304"/>
              </a:rPr>
              <a:t> </a:t>
            </a:r>
            <a:r>
              <a:rPr sz="3080" spc="100" dirty="0">
                <a:latin typeface="Cambria" panose="02040503050406030204"/>
                <a:cs typeface="Cambria" panose="02040503050406030204"/>
              </a:rPr>
              <a:t>SSTR</a:t>
            </a:r>
            <a:r>
              <a:rPr sz="3080" spc="-85" dirty="0">
                <a:latin typeface="Cambria" panose="02040503050406030204"/>
                <a:cs typeface="Cambria" panose="02040503050406030204"/>
              </a:rPr>
              <a:t> </a:t>
            </a:r>
            <a:r>
              <a:rPr sz="3080" dirty="0">
                <a:latin typeface="Symbol" panose="05050102010706020507"/>
                <a:cs typeface="Symbol" panose="05050102010706020507"/>
              </a:rPr>
              <a:t></a:t>
            </a:r>
            <a:r>
              <a:rPr sz="3080" spc="-208" dirty="0">
                <a:latin typeface="Times New Roman" panose="02020603050405020304"/>
                <a:cs typeface="Times New Roman" panose="02020603050405020304"/>
              </a:rPr>
              <a:t> </a:t>
            </a:r>
            <a:r>
              <a:rPr sz="3080" spc="69" dirty="0">
                <a:latin typeface="Cambria" panose="02040503050406030204"/>
                <a:cs typeface="Cambria" panose="02040503050406030204"/>
              </a:rPr>
              <a:t>SSE</a:t>
            </a:r>
            <a:endParaRPr sz="3080">
              <a:latin typeface="Cambria" panose="02040503050406030204"/>
              <a:cs typeface="Cambria" panose="02040503050406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386385553"/>
              </p:ext>
            </p:extLst>
          </p:nvPr>
        </p:nvGraphicFramePr>
        <p:xfrm>
          <a:off x="1307331" y="2760315"/>
          <a:ext cx="8614536" cy="3354451"/>
        </p:xfrm>
        <a:graphic>
          <a:graphicData uri="http://schemas.openxmlformats.org/drawingml/2006/table">
            <a:tbl>
              <a:tblPr firstRow="1" bandRow="1">
                <a:tableStyleId>{2D5ABB26-0587-4C30-8999-92F81FD0307C}</a:tableStyleId>
              </a:tblPr>
              <a:tblGrid>
                <a:gridCol w="2982086">
                  <a:extLst>
                    <a:ext uri="{9D8B030D-6E8A-4147-A177-3AD203B41FA5}">
                      <a16:colId xmlns:a16="http://schemas.microsoft.com/office/drawing/2014/main" val="20000"/>
                    </a:ext>
                  </a:extLst>
                </a:gridCol>
                <a:gridCol w="2816225">
                  <a:extLst>
                    <a:ext uri="{9D8B030D-6E8A-4147-A177-3AD203B41FA5}">
                      <a16:colId xmlns:a16="http://schemas.microsoft.com/office/drawing/2014/main" val="20001"/>
                    </a:ext>
                  </a:extLst>
                </a:gridCol>
                <a:gridCol w="2816225">
                  <a:extLst>
                    <a:ext uri="{9D8B030D-6E8A-4147-A177-3AD203B41FA5}">
                      <a16:colId xmlns:a16="http://schemas.microsoft.com/office/drawing/2014/main" val="20002"/>
                    </a:ext>
                  </a:extLst>
                </a:gridCol>
              </a:tblGrid>
              <a:tr h="890270">
                <a:tc>
                  <a:txBody>
                    <a:bodyPr/>
                    <a:lstStyle/>
                    <a:p>
                      <a:pPr marL="127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1</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2</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3</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92760">
                <a:tc>
                  <a:txBody>
                    <a:bodyPr/>
                    <a:lstStyle/>
                    <a:p>
                      <a:pPr marL="1905" algn="ctr">
                        <a:lnSpc>
                          <a:spcPts val="3685"/>
                        </a:lnSpc>
                      </a:pPr>
                      <a:r>
                        <a:rPr lang="en-IN" sz="3200" dirty="0">
                          <a:latin typeface="Arial" panose="020B0604020202020204"/>
                          <a:cs typeface="Arial" panose="020B0604020202020204"/>
                        </a:rPr>
                        <a:t>8</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lang="en-IN" sz="3200" dirty="0">
                          <a:latin typeface="Arial" panose="020B0604020202020204"/>
                          <a:cs typeface="Arial" panose="020B0604020202020204"/>
                        </a:rPr>
                        <a:t>7</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lang="en-IN" sz="3200" dirty="0">
                          <a:latin typeface="Arial" panose="020B0604020202020204"/>
                          <a:cs typeface="Arial" panose="020B0604020202020204"/>
                        </a:rPr>
                        <a:t>12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92887">
                <a:tc>
                  <a:txBody>
                    <a:bodyPr/>
                    <a:lstStyle/>
                    <a:p>
                      <a:pPr algn="ctr">
                        <a:lnSpc>
                          <a:spcPts val="3690"/>
                        </a:lnSpc>
                      </a:pPr>
                      <a:r>
                        <a:rPr lang="en-IN" sz="3200" dirty="0">
                          <a:latin typeface="Arial" panose="020B0604020202020204"/>
                          <a:cs typeface="Arial" panose="020B0604020202020204"/>
                        </a:rPr>
                        <a:t>10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2887">
                <a:tc>
                  <a:txBody>
                    <a:bodyPr/>
                    <a:lstStyle/>
                    <a:p>
                      <a:pPr algn="ctr">
                        <a:lnSpc>
                          <a:spcPts val="3690"/>
                        </a:lnSpc>
                      </a:pPr>
                      <a:r>
                        <a:rPr lang="en-IN" sz="3200" dirty="0">
                          <a:latin typeface="Arial" panose="020B0604020202020204"/>
                          <a:cs typeface="Arial" panose="020B0604020202020204"/>
                        </a:rPr>
                        <a:t>7</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10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13</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92760">
                <a:tc>
                  <a:txBody>
                    <a:bodyPr/>
                    <a:lstStyle/>
                    <a:p>
                      <a:pPr algn="ctr">
                        <a:lnSpc>
                          <a:spcPts val="3690"/>
                        </a:lnSpc>
                      </a:pPr>
                      <a:r>
                        <a:rPr lang="en-IN" sz="3200" dirty="0">
                          <a:latin typeface="Arial" panose="020B0604020202020204"/>
                          <a:cs typeface="Arial" panose="020B0604020202020204"/>
                        </a:rPr>
                        <a:t>14</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92887">
                <a:tc>
                  <a:txBody>
                    <a:bodyPr/>
                    <a:lstStyle/>
                    <a:p>
                      <a:pPr marL="635" algn="ctr">
                        <a:lnSpc>
                          <a:spcPts val="3690"/>
                        </a:lnSpc>
                      </a:pPr>
                      <a:r>
                        <a:rPr lang="en-IN" sz="3200" dirty="0">
                          <a:latin typeface="Arial" panose="020B0604020202020204"/>
                          <a:cs typeface="Arial" panose="020B0604020202020204"/>
                        </a:rPr>
                        <a:t>11</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14</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4" name="object 4"/>
          <p:cNvSpPr txBox="1"/>
          <p:nvPr/>
        </p:nvSpPr>
        <p:spPr>
          <a:xfrm>
            <a:off x="565150" y="1190137"/>
            <a:ext cx="13106400" cy="998350"/>
          </a:xfrm>
          <a:prstGeom prst="rect">
            <a:avLst/>
          </a:prstGeom>
        </p:spPr>
        <p:txBody>
          <a:bodyPr vert="horz" wrap="square" lIns="0" tIns="13335" rIns="0" bIns="0" rtlCol="0">
            <a:spAutoFit/>
          </a:bodyPr>
          <a:lstStyle/>
          <a:p>
            <a:pPr marL="12700" marR="5080">
              <a:lnSpc>
                <a:spcPct val="100000"/>
              </a:lnSpc>
              <a:spcBef>
                <a:spcPts val="105"/>
              </a:spcBef>
            </a:pPr>
            <a:r>
              <a:rPr sz="3200" spc="-35" dirty="0">
                <a:solidFill>
                  <a:srgbClr val="FF0000"/>
                </a:solidFill>
                <a:cs typeface="Arial" panose="020B0604020202020204"/>
              </a:rPr>
              <a:t>Test </a:t>
            </a:r>
            <a:r>
              <a:rPr sz="3200" dirty="0">
                <a:solidFill>
                  <a:srgbClr val="FF0000"/>
                </a:solidFill>
                <a:cs typeface="Arial" panose="020B0604020202020204"/>
              </a:rPr>
              <a:t>at 5% </a:t>
            </a:r>
            <a:r>
              <a:rPr sz="3200" spc="5" dirty="0">
                <a:solidFill>
                  <a:srgbClr val="FF0000"/>
                </a:solidFill>
                <a:cs typeface="Arial" panose="020B0604020202020204"/>
              </a:rPr>
              <a:t> </a:t>
            </a:r>
            <a:r>
              <a:rPr sz="3200" spc="-5" dirty="0">
                <a:solidFill>
                  <a:srgbClr val="FF0000"/>
                </a:solidFill>
                <a:cs typeface="Arial" panose="020B0604020202020204"/>
              </a:rPr>
              <a:t>level </a:t>
            </a:r>
            <a:r>
              <a:rPr sz="3200" dirty="0">
                <a:solidFill>
                  <a:srgbClr val="FF0000"/>
                </a:solidFill>
                <a:cs typeface="Arial" panose="020B0604020202020204"/>
              </a:rPr>
              <a:t>of </a:t>
            </a:r>
            <a:r>
              <a:rPr sz="3200" spc="5" dirty="0">
                <a:solidFill>
                  <a:srgbClr val="FF0000"/>
                </a:solidFill>
                <a:cs typeface="Arial" panose="020B0604020202020204"/>
              </a:rPr>
              <a:t> </a:t>
            </a:r>
            <a:r>
              <a:rPr sz="3200" dirty="0">
                <a:solidFill>
                  <a:srgbClr val="FF0000"/>
                </a:solidFill>
                <a:cs typeface="Arial" panose="020B0604020202020204"/>
              </a:rPr>
              <a:t>significance </a:t>
            </a:r>
            <a:r>
              <a:rPr sz="3200" spc="5" dirty="0">
                <a:solidFill>
                  <a:srgbClr val="FF0000"/>
                </a:solidFill>
                <a:cs typeface="Arial" panose="020B0604020202020204"/>
              </a:rPr>
              <a:t> </a:t>
            </a:r>
            <a:r>
              <a:rPr sz="3200" dirty="0">
                <a:solidFill>
                  <a:srgbClr val="FF0000"/>
                </a:solidFill>
                <a:cs typeface="Arial" panose="020B0604020202020204"/>
              </a:rPr>
              <a:t>is there any </a:t>
            </a:r>
            <a:r>
              <a:rPr sz="3200" spc="5" dirty="0">
                <a:solidFill>
                  <a:srgbClr val="FF0000"/>
                </a:solidFill>
                <a:cs typeface="Arial" panose="020B0604020202020204"/>
              </a:rPr>
              <a:t> </a:t>
            </a:r>
            <a:r>
              <a:rPr sz="3200" dirty="0">
                <a:solidFill>
                  <a:srgbClr val="FF0000"/>
                </a:solidFill>
                <a:cs typeface="Arial" panose="020B0604020202020204"/>
              </a:rPr>
              <a:t>significant </a:t>
            </a:r>
            <a:r>
              <a:rPr sz="3200" spc="5" dirty="0">
                <a:solidFill>
                  <a:srgbClr val="FF0000"/>
                </a:solidFill>
                <a:cs typeface="Arial" panose="020B0604020202020204"/>
              </a:rPr>
              <a:t> </a:t>
            </a:r>
            <a:r>
              <a:rPr sz="3200" dirty="0">
                <a:solidFill>
                  <a:srgbClr val="FF0000"/>
                </a:solidFill>
                <a:cs typeface="Arial" panose="020B0604020202020204"/>
              </a:rPr>
              <a:t>difference in </a:t>
            </a:r>
            <a:r>
              <a:rPr sz="3200" spc="5" dirty="0">
                <a:solidFill>
                  <a:srgbClr val="FF0000"/>
                </a:solidFill>
                <a:cs typeface="Arial" panose="020B0604020202020204"/>
              </a:rPr>
              <a:t> </a:t>
            </a:r>
            <a:r>
              <a:rPr sz="3200" dirty="0">
                <a:solidFill>
                  <a:srgbClr val="FF0000"/>
                </a:solidFill>
                <a:cs typeface="Arial" panose="020B0604020202020204"/>
              </a:rPr>
              <a:t>mean </a:t>
            </a:r>
            <a:r>
              <a:rPr lang="en-IN" sz="3200" dirty="0">
                <a:solidFill>
                  <a:srgbClr val="FF0000"/>
                </a:solidFill>
                <a:cs typeface="Arial" panose="020B0604020202020204"/>
              </a:rPr>
              <a:t>of the three samples obtained from the Normal population of equal variances</a:t>
            </a:r>
            <a:endParaRPr sz="3200" dirty="0">
              <a:cs typeface="Arial" panose="020B0604020202020204"/>
            </a:endParaRPr>
          </a:p>
        </p:txBody>
      </p:sp>
      <p:sp>
        <p:nvSpPr>
          <p:cNvPr id="5" name="object 5"/>
          <p:cNvSpPr txBox="1"/>
          <p:nvPr/>
        </p:nvSpPr>
        <p:spPr>
          <a:xfrm>
            <a:off x="423468" y="381000"/>
            <a:ext cx="11038282" cy="505267"/>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sz="3200" b="1" spc="-5" dirty="0">
                <a:solidFill>
                  <a:schemeClr val="bg1"/>
                </a:solidFill>
                <a:cs typeface="Arial" panose="020B0604020202020204"/>
              </a:rPr>
              <a:t>One-way</a:t>
            </a:r>
            <a:r>
              <a:rPr sz="3200" b="1" spc="-150" dirty="0">
                <a:solidFill>
                  <a:schemeClr val="bg1"/>
                </a:solidFill>
                <a:cs typeface="Arial" panose="020B0604020202020204"/>
              </a:rPr>
              <a:t> </a:t>
            </a:r>
            <a:r>
              <a:rPr lang="en-US" sz="3200" b="1" dirty="0">
                <a:solidFill>
                  <a:schemeClr val="bg1"/>
                </a:solidFill>
                <a:cs typeface="Arial" panose="020B0604020202020204"/>
              </a:rPr>
              <a:t>ANOVA example</a:t>
            </a:r>
            <a:endParaRPr sz="3200" dirty="0">
              <a:solidFill>
                <a:schemeClr val="bg1"/>
              </a:solidFill>
              <a:cs typeface="Arial" panose="020B0604020202020204"/>
            </a:endParaRPr>
          </a:p>
        </p:txBody>
      </p:sp>
      <mc:AlternateContent xmlns:mc="http://schemas.openxmlformats.org/markup-compatibility/2006" xmlns:a14="http://schemas.microsoft.com/office/drawing/2010/main">
        <mc:Choice Requires="a14">
          <p:sp>
            <p:nvSpPr>
              <p:cNvPr id="13" name="TextBox 12"/>
              <p:cNvSpPr txBox="1"/>
              <p:nvPr/>
            </p:nvSpPr>
            <p:spPr>
              <a:xfrm>
                <a:off x="2851150" y="6102995"/>
                <a:ext cx="2763449" cy="523220"/>
              </a:xfrm>
              <a:prstGeom prst="rect">
                <a:avLst/>
              </a:prstGeom>
              <a:noFill/>
            </p:spPr>
            <p:txBody>
              <a:bodyPr wrap="none" rtlCol="0">
                <a:spAutoFit/>
              </a:bodyPr>
              <a:lstStyle/>
              <a:p>
                <a:r>
                  <a:rPr lang="en-IN" sz="2800" dirty="0"/>
                  <a:t>H</a:t>
                </a:r>
                <a:r>
                  <a:rPr lang="en-IN" sz="2800" baseline="-25000" dirty="0"/>
                  <a:t>0</a:t>
                </a:r>
                <a:r>
                  <a:rPr lang="en-IN" sz="2800" dirty="0"/>
                  <a:t> : </a:t>
                </a:r>
                <a14:m>
                  <m:oMath xmlns:m="http://schemas.openxmlformats.org/officeDocument/2006/math">
                    <m:r>
                      <a:rPr lang="en-IN" sz="2800" i="1" smtClean="0">
                        <a:latin typeface="Cambria Math" panose="02040503050406030204" pitchFamily="18" charset="0"/>
                        <a:ea typeface="Cambria Math" panose="02040503050406030204" pitchFamily="18" charset="0"/>
                      </a:rPr>
                      <m:t>𝜇</m:t>
                    </m:r>
                    <m:r>
                      <a:rPr lang="en-IN" sz="2800" b="0" i="1" baseline="-25000" smtClean="0">
                        <a:latin typeface="Cambria Math" panose="02040503050406030204" pitchFamily="18" charset="0"/>
                        <a:ea typeface="Cambria Math" panose="02040503050406030204" pitchFamily="18" charset="0"/>
                      </a:rPr>
                      <m:t>1</m:t>
                    </m:r>
                    <m:r>
                      <a:rPr lang="en-IN" sz="2800" b="0" i="1" smtClean="0">
                        <a:latin typeface="Cambria Math" panose="02040503050406030204" pitchFamily="18" charset="0"/>
                        <a:ea typeface="Cambria Math" panose="02040503050406030204" pitchFamily="18" charset="0"/>
                      </a:rPr>
                      <m:t>=</m:t>
                    </m:r>
                    <m:r>
                      <a:rPr lang="en-IN" sz="2800" i="1" smtClean="0">
                        <a:latin typeface="Cambria Math" panose="02040503050406030204" pitchFamily="18" charset="0"/>
                        <a:ea typeface="Cambria Math" panose="02040503050406030204" pitchFamily="18" charset="0"/>
                      </a:rPr>
                      <m:t>𝜇</m:t>
                    </m:r>
                    <m:r>
                      <a:rPr lang="en-IN" sz="2800" b="0" i="1" baseline="-25000" smtClean="0">
                        <a:latin typeface="Cambria Math" panose="02040503050406030204" pitchFamily="18" charset="0"/>
                        <a:ea typeface="Cambria Math" panose="02040503050406030204" pitchFamily="18" charset="0"/>
                      </a:rPr>
                      <m:t>2</m:t>
                    </m:r>
                    <m:r>
                      <a:rPr lang="en-IN" sz="2800" b="0" i="1" smtClean="0">
                        <a:latin typeface="Cambria Math" panose="02040503050406030204" pitchFamily="18" charset="0"/>
                        <a:ea typeface="Cambria Math" panose="02040503050406030204" pitchFamily="18" charset="0"/>
                      </a:rPr>
                      <m:t>=</m:t>
                    </m:r>
                  </m:oMath>
                </a14:m>
                <a:r>
                  <a:rPr lang="en-IN" sz="2800" dirty="0">
                    <a:ea typeface="Cambria Math" panose="02040503050406030204" pitchFamily="18" charset="0"/>
                  </a:rPr>
                  <a:t> </a:t>
                </a:r>
                <a14:m>
                  <m:oMath xmlns:m="http://schemas.openxmlformats.org/officeDocument/2006/math">
                    <m:r>
                      <a:rPr lang="en-IN" sz="2800" i="1" smtClean="0">
                        <a:latin typeface="Cambria Math" panose="02040503050406030204" pitchFamily="18" charset="0"/>
                        <a:ea typeface="Cambria Math" panose="02040503050406030204" pitchFamily="18" charset="0"/>
                      </a:rPr>
                      <m:t>𝜇</m:t>
                    </m:r>
                    <m:r>
                      <a:rPr lang="en-IN" sz="2800" b="0" i="1" baseline="-25000" smtClean="0">
                        <a:latin typeface="Cambria Math" panose="02040503050406030204" pitchFamily="18" charset="0"/>
                        <a:ea typeface="Cambria Math" panose="02040503050406030204" pitchFamily="18" charset="0"/>
                      </a:rPr>
                      <m:t>3</m:t>
                    </m:r>
                  </m:oMath>
                </a14:m>
                <a:endParaRPr lang="en-IN" sz="2800" baseline="-25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2851150" y="6102995"/>
                <a:ext cx="2763449" cy="523220"/>
              </a:xfrm>
              <a:prstGeom prst="rect">
                <a:avLst/>
              </a:prstGeom>
              <a:blipFill rotWithShape="0">
                <a:blip r:embed="rId2"/>
                <a:stretch>
                  <a:fillRect l="-4636"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851150" y="6705600"/>
                <a:ext cx="2697726" cy="523220"/>
              </a:xfrm>
              <a:prstGeom prst="rect">
                <a:avLst/>
              </a:prstGeom>
            </p:spPr>
            <p:txBody>
              <a:bodyPr wrap="none">
                <a:spAutoFit/>
              </a:bodyPr>
              <a:lstStyle/>
              <a:p>
                <a:r>
                  <a:rPr lang="en-IN" sz="2800" dirty="0"/>
                  <a:t>H</a:t>
                </a:r>
                <a:r>
                  <a:rPr lang="en-IN" sz="2800" baseline="-25000" dirty="0"/>
                  <a:t>1</a:t>
                </a:r>
                <a:r>
                  <a:rPr lang="en-IN" sz="2800" dirty="0"/>
                  <a:t> : </a:t>
                </a:r>
                <a14:m>
                  <m:oMath xmlns:m="http://schemas.openxmlformats.org/officeDocument/2006/math">
                    <m:r>
                      <a:rPr lang="en-IN" sz="2800" i="1">
                        <a:latin typeface="Cambria Math" panose="02040503050406030204" pitchFamily="18" charset="0"/>
                        <a:ea typeface="Cambria Math" panose="02040503050406030204" pitchFamily="18" charset="0"/>
                      </a:rPr>
                      <m:t>𝜇</m:t>
                    </m:r>
                    <m:r>
                      <a:rPr lang="en-IN" sz="2800" i="1" baseline="-25000">
                        <a:latin typeface="Cambria Math" panose="02040503050406030204" pitchFamily="18" charset="0"/>
                        <a:ea typeface="Cambria Math" panose="02040503050406030204" pitchFamily="18" charset="0"/>
                      </a:rPr>
                      <m:t>1</m:t>
                    </m:r>
                    <m:r>
                      <a:rPr lang="en-IN" sz="2800" i="1" smtClean="0">
                        <a:latin typeface="Cambria Math" panose="02040503050406030204" pitchFamily="18" charset="0"/>
                        <a:ea typeface="Cambria Math" panose="02040503050406030204" pitchFamily="18" charset="0"/>
                      </a:rPr>
                      <m:t>≠</m:t>
                    </m:r>
                    <m:r>
                      <a:rPr lang="en-IN" sz="2800" i="1">
                        <a:latin typeface="Cambria Math" panose="02040503050406030204" pitchFamily="18" charset="0"/>
                        <a:ea typeface="Cambria Math" panose="02040503050406030204" pitchFamily="18" charset="0"/>
                      </a:rPr>
                      <m:t>𝜇</m:t>
                    </m:r>
                    <m:r>
                      <a:rPr lang="en-IN" sz="2800" i="1" baseline="-25000">
                        <a:latin typeface="Cambria Math" panose="02040503050406030204" pitchFamily="18" charset="0"/>
                        <a:ea typeface="Cambria Math" panose="02040503050406030204" pitchFamily="18" charset="0"/>
                      </a:rPr>
                      <m:t>2</m:t>
                    </m:r>
                    <m:r>
                      <a:rPr lang="en-IN" sz="2800" i="1" smtClean="0">
                        <a:latin typeface="Cambria Math" panose="02040503050406030204" pitchFamily="18" charset="0"/>
                        <a:ea typeface="Cambria Math" panose="02040503050406030204" pitchFamily="18" charset="0"/>
                      </a:rPr>
                      <m:t>≠</m:t>
                    </m:r>
                  </m:oMath>
                </a14:m>
                <a:r>
                  <a:rPr lang="en-IN" sz="2800" dirty="0">
                    <a:ea typeface="Cambria Math" panose="02040503050406030204" pitchFamily="18" charset="0"/>
                  </a:rPr>
                  <a:t> </a:t>
                </a:r>
                <a14:m>
                  <m:oMath xmlns:m="http://schemas.openxmlformats.org/officeDocument/2006/math">
                    <m:r>
                      <a:rPr lang="en-IN" sz="2800" i="1">
                        <a:latin typeface="Cambria Math" panose="02040503050406030204" pitchFamily="18" charset="0"/>
                        <a:ea typeface="Cambria Math" panose="02040503050406030204" pitchFamily="18" charset="0"/>
                      </a:rPr>
                      <m:t>𝜇</m:t>
                    </m:r>
                    <m:r>
                      <a:rPr lang="en-IN" sz="2800" i="1" baseline="-25000">
                        <a:latin typeface="Cambria Math" panose="02040503050406030204" pitchFamily="18" charset="0"/>
                        <a:ea typeface="Cambria Math" panose="02040503050406030204" pitchFamily="18" charset="0"/>
                      </a:rPr>
                      <m:t>3</m:t>
                    </m:r>
                  </m:oMath>
                </a14:m>
                <a:endParaRPr lang="en-IN" sz="2800" baseline="-25000" dirty="0"/>
              </a:p>
            </p:txBody>
          </p:sp>
        </mc:Choice>
        <mc:Fallback xmlns="">
          <p:sp>
            <p:nvSpPr>
              <p:cNvPr id="14" name="Rectangle 13"/>
              <p:cNvSpPr>
                <a:spLocks noRot="1" noChangeAspect="1" noMove="1" noResize="1" noEditPoints="1" noAdjustHandles="1" noChangeArrowheads="1" noChangeShapeType="1" noTextEdit="1"/>
              </p:cNvSpPr>
              <p:nvPr/>
            </p:nvSpPr>
            <p:spPr>
              <a:xfrm>
                <a:off x="2851150" y="6705600"/>
                <a:ext cx="2697726" cy="523220"/>
              </a:xfrm>
              <a:prstGeom prst="rect">
                <a:avLst/>
              </a:prstGeom>
              <a:blipFill rotWithShape="0">
                <a:blip r:embed="rId3"/>
                <a:stretch>
                  <a:fillRect l="-4751" t="-10465" b="-32558"/>
                </a:stretch>
              </a:blipFill>
            </p:spPr>
            <p:txBody>
              <a:bodyPr/>
              <a:lstStyle/>
              <a:p>
                <a:r>
                  <a:rPr lang="en-US">
                    <a:noFill/>
                  </a:rPr>
                  <a:t> </a:t>
                </a:r>
              </a:p>
            </p:txBody>
          </p:sp>
        </mc:Fallback>
      </mc:AlternateContent>
      <p:sp>
        <p:nvSpPr>
          <p:cNvPr id="15" name="TextBox 14"/>
          <p:cNvSpPr txBox="1"/>
          <p:nvPr/>
        </p:nvSpPr>
        <p:spPr>
          <a:xfrm>
            <a:off x="6673792" y="6133772"/>
            <a:ext cx="7438383" cy="461665"/>
          </a:xfrm>
          <a:prstGeom prst="rect">
            <a:avLst/>
          </a:prstGeom>
          <a:noFill/>
        </p:spPr>
        <p:txBody>
          <a:bodyPr wrap="none" rtlCol="0">
            <a:spAutoFit/>
          </a:bodyPr>
          <a:lstStyle/>
          <a:p>
            <a:r>
              <a:rPr lang="en-US" sz="2400" dirty="0">
                <a:latin typeface="Arial MT"/>
                <a:cs typeface="Arial MT"/>
              </a:rPr>
              <a:t>For</a:t>
            </a:r>
            <a:r>
              <a:rPr lang="en-US" sz="2400" spc="5" dirty="0">
                <a:latin typeface="Arial MT"/>
                <a:cs typeface="Arial MT"/>
              </a:rPr>
              <a:t> </a:t>
            </a:r>
            <a:r>
              <a:rPr lang="en-US" sz="2400" spc="-1095" dirty="0">
                <a:latin typeface="Arial MT"/>
                <a:cs typeface="Arial MT"/>
              </a:rPr>
              <a:t>α</a:t>
            </a:r>
            <a:r>
              <a:rPr lang="en-US" sz="2400" spc="-10" dirty="0">
                <a:latin typeface="Arial MT"/>
                <a:cs typeface="Arial MT"/>
              </a:rPr>
              <a:t>  </a:t>
            </a:r>
            <a:r>
              <a:rPr lang="en-US" sz="2400" dirty="0">
                <a:latin typeface="Arial MT"/>
                <a:cs typeface="Arial MT"/>
              </a:rPr>
              <a:t>=</a:t>
            </a:r>
            <a:r>
              <a:rPr lang="en-US" sz="2400" spc="-15" dirty="0">
                <a:latin typeface="Arial MT"/>
                <a:cs typeface="Arial MT"/>
              </a:rPr>
              <a:t> </a:t>
            </a:r>
            <a:r>
              <a:rPr lang="en-US" sz="2400" dirty="0">
                <a:latin typeface="Arial MT"/>
                <a:cs typeface="Arial MT"/>
              </a:rPr>
              <a:t>0.05</a:t>
            </a:r>
            <a:r>
              <a:rPr lang="en-US" sz="2400" spc="10" dirty="0">
                <a:latin typeface="Arial MT"/>
                <a:cs typeface="Arial MT"/>
              </a:rPr>
              <a:t> </a:t>
            </a:r>
            <a:r>
              <a:rPr lang="en-IN" sz="2400" dirty="0"/>
              <a:t>F tab value for (k-1, n-k) =(2, 12) </a:t>
            </a:r>
            <a:r>
              <a:rPr lang="en-IN" sz="2400" dirty="0" err="1"/>
              <a:t>d.o.f</a:t>
            </a:r>
            <a:r>
              <a:rPr lang="en-IN" sz="2400" dirty="0"/>
              <a:t>. is 3.89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object 2"/>
              <p:cNvGraphicFramePr>
                <a:graphicFrameLocks noGrp="1"/>
              </p:cNvGraphicFramePr>
              <p:nvPr/>
            </p:nvGraphicFramePr>
            <p:xfrm>
              <a:off x="274414" y="1359101"/>
              <a:ext cx="4938936" cy="4343781"/>
            </p:xfrm>
            <a:graphic>
              <a:graphicData uri="http://schemas.openxmlformats.org/drawingml/2006/table">
                <a:tbl>
                  <a:tblPr firstRow="1" bandRow="1">
                    <a:tableStyleId>{2D5ABB26-0587-4C30-8999-92F81FD0307C}</a:tableStyleId>
                  </a:tblPr>
                  <a:tblGrid>
                    <a:gridCol w="1234734">
                      <a:extLst>
                        <a:ext uri="{9D8B030D-6E8A-4147-A177-3AD203B41FA5}">
                          <a16:colId xmlns:a16="http://schemas.microsoft.com/office/drawing/2014/main" val="20000"/>
                        </a:ext>
                      </a:extLst>
                    </a:gridCol>
                    <a:gridCol w="1234734">
                      <a:extLst>
                        <a:ext uri="{9D8B030D-6E8A-4147-A177-3AD203B41FA5}">
                          <a16:colId xmlns:a16="http://schemas.microsoft.com/office/drawing/2014/main" val="20001"/>
                        </a:ext>
                      </a:extLst>
                    </a:gridCol>
                    <a:gridCol w="1234734">
                      <a:extLst>
                        <a:ext uri="{9D8B030D-6E8A-4147-A177-3AD203B41FA5}">
                          <a16:colId xmlns:a16="http://schemas.microsoft.com/office/drawing/2014/main" val="20002"/>
                        </a:ext>
                      </a:extLst>
                    </a:gridCol>
                    <a:gridCol w="1234734">
                      <a:extLst>
                        <a:ext uri="{9D8B030D-6E8A-4147-A177-3AD203B41FA5}">
                          <a16:colId xmlns:a16="http://schemas.microsoft.com/office/drawing/2014/main" val="20003"/>
                        </a:ext>
                      </a:extLst>
                    </a:gridCol>
                  </a:tblGrid>
                  <a:tr h="890270">
                    <a:tc>
                      <a:txBody>
                        <a:bodyPr/>
                        <a:lstStyle/>
                        <a:p>
                          <a:pPr marL="1270" algn="ctr">
                            <a:lnSpc>
                              <a:spcPts val="3690"/>
                            </a:lnSpc>
                          </a:pP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27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1</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2</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3</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92760">
                    <a:tc rowSpan="5">
                      <a:txBody>
                        <a:bodyPr/>
                        <a:lstStyle/>
                        <a:p>
                          <a:pPr marL="1905" algn="ctr">
                            <a:lnSpc>
                              <a:spcPts val="3685"/>
                            </a:lnSpc>
                          </a:pPr>
                          <a:r>
                            <a:rPr lang="en-IN" sz="3200" dirty="0">
                              <a:latin typeface="Arial" panose="020B0604020202020204"/>
                              <a:cs typeface="Arial" panose="020B0604020202020204"/>
                            </a:rPr>
                            <a:t>Grand total, G = 150</a:t>
                          </a:r>
                          <a:endParaRPr sz="32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85"/>
                            </a:lnSpc>
                          </a:pPr>
                          <a:r>
                            <a:rPr lang="en-IN" sz="3200" dirty="0">
                              <a:latin typeface="Arial" panose="020B0604020202020204"/>
                              <a:cs typeface="Arial" panose="020B0604020202020204"/>
                            </a:rPr>
                            <a:t>8</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lang="en-IN" sz="3200" dirty="0">
                              <a:latin typeface="Arial" panose="020B0604020202020204"/>
                              <a:cs typeface="Arial" panose="020B0604020202020204"/>
                            </a:rPr>
                            <a:t>7</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lang="en-IN" sz="3200" dirty="0">
                              <a:latin typeface="Arial" panose="020B0604020202020204"/>
                              <a:cs typeface="Arial" panose="020B0604020202020204"/>
                            </a:rPr>
                            <a:t>12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92887">
                    <a:tc vMerge="1">
                      <a:txBody>
                        <a:bodyPr/>
                        <a:lstStyle/>
                        <a:p>
                          <a:endParaRPr lang="en-US"/>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ts val="3690"/>
                            </a:lnSpc>
                          </a:pPr>
                          <a:r>
                            <a:rPr lang="en-IN" sz="3200" dirty="0">
                              <a:latin typeface="Arial" panose="020B0604020202020204"/>
                              <a:cs typeface="Arial" panose="020B0604020202020204"/>
                            </a:rPr>
                            <a:t>10</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2887">
                    <a:tc vMerge="1">
                      <a:txBody>
                        <a:bodyPr/>
                        <a:lstStyle/>
                        <a:p>
                          <a:endParaRPr lang="en-US"/>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ts val="3690"/>
                            </a:lnSpc>
                          </a:pPr>
                          <a:r>
                            <a:rPr lang="en-IN" sz="3200" dirty="0">
                              <a:latin typeface="Arial" panose="020B0604020202020204"/>
                              <a:cs typeface="Arial" panose="020B0604020202020204"/>
                            </a:rPr>
                            <a:t>7</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10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13</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92760">
                    <a:tc vMerge="1">
                      <a:txBody>
                        <a:bodyPr/>
                        <a:lstStyle/>
                        <a:p>
                          <a:endParaRPr lang="en-US"/>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ts val="3690"/>
                            </a:lnSpc>
                          </a:pPr>
                          <a:r>
                            <a:rPr lang="en-IN" sz="3200" dirty="0">
                              <a:latin typeface="Arial" panose="020B0604020202020204"/>
                              <a:cs typeface="Arial" panose="020B0604020202020204"/>
                            </a:rPr>
                            <a:t>14</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92887">
                    <a:tc vMerge="1">
                      <a:txBody>
                        <a:bodyPr/>
                        <a:lstStyle/>
                        <a:p>
                          <a:endParaRPr lang="en-US"/>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635" algn="ctr">
                            <a:lnSpc>
                              <a:spcPts val="3690"/>
                            </a:lnSpc>
                          </a:pPr>
                          <a:r>
                            <a:rPr lang="en-IN" sz="3200" dirty="0">
                              <a:latin typeface="Arial" panose="020B0604020202020204"/>
                              <a:cs typeface="Arial" panose="020B0604020202020204"/>
                            </a:rPr>
                            <a:t>11</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270"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3200" dirty="0">
                              <a:latin typeface="Arial" panose="020B0604020202020204"/>
                              <a:cs typeface="Arial" panose="020B0604020202020204"/>
                            </a:rPr>
                            <a:t>14</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92887">
                    <a:tc>
                      <a:txBody>
                        <a:bodyPr/>
                        <a:lstStyle/>
                        <a:p>
                          <a:pPr marL="635" algn="ctr">
                            <a:lnSpc>
                              <a:spcPts val="3690"/>
                            </a:lnSpc>
                          </a:pPr>
                          <a:r>
                            <a:rPr lang="en-IN" sz="3200" dirty="0">
                              <a:latin typeface="Arial" panose="020B0604020202020204"/>
                              <a:cs typeface="Arial" panose="020B0604020202020204"/>
                            </a:rPr>
                            <a:t>Total C</a:t>
                          </a:r>
                          <a:r>
                            <a:rPr lang="en-IN" sz="3200" baseline="-25000" dirty="0">
                              <a:latin typeface="Arial" panose="020B0604020202020204"/>
                              <a:cs typeface="Arial" panose="020B0604020202020204"/>
                            </a:rPr>
                            <a:t>i</a:t>
                          </a:r>
                          <a:endParaRPr sz="3200" baseline="-250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marL="635" algn="ctr">
                            <a:lnSpc>
                              <a:spcPts val="3690"/>
                            </a:lnSpc>
                          </a:pPr>
                          <a:r>
                            <a:rPr lang="en-IN" sz="3200" dirty="0">
                              <a:latin typeface="Arial" panose="020B0604020202020204"/>
                              <a:cs typeface="Arial" panose="020B0604020202020204"/>
                            </a:rPr>
                            <a:t>50</a:t>
                          </a:r>
                        </a:p>
                        <a:p>
                          <a:pPr marL="635" algn="ctr">
                            <a:lnSpc>
                              <a:spcPts val="3690"/>
                            </a:lnSpc>
                          </a:pPr>
                          <a14:m>
                            <m:oMath xmlns:m="http://schemas.openxmlformats.org/officeDocument/2006/math">
                              <m:sSub>
                                <m:sSubPr>
                                  <m:ctrlPr>
                                    <a:rPr lang="en-IN" sz="2000" i="1" smtClean="0">
                                      <a:solidFill>
                                        <a:srgbClr val="FF0000"/>
                                      </a:solidFill>
                                      <a:latin typeface="Cambria Math" panose="02040503050406030204" pitchFamily="18" charset="0"/>
                                      <a:cs typeface="Arial" panose="020B0604020202020204"/>
                                    </a:rPr>
                                  </m:ctrlPr>
                                </m:sSubPr>
                                <m:e>
                                  <m:acc>
                                    <m:accPr>
                                      <m:chr m:val="̅"/>
                                      <m:ctrlPr>
                                        <a:rPr lang="en-IN" sz="2000" i="1" smtClean="0">
                                          <a:solidFill>
                                            <a:srgbClr val="FF0000"/>
                                          </a:solidFill>
                                          <a:latin typeface="Cambria Math" panose="02040503050406030204" pitchFamily="18" charset="0"/>
                                        </a:rPr>
                                      </m:ctrlPr>
                                    </m:accPr>
                                    <m:e>
                                      <m:r>
                                        <a:rPr lang="en-IN" sz="2000" b="0" i="1" smtClean="0">
                                          <a:solidFill>
                                            <a:srgbClr val="FF0000"/>
                                          </a:solidFill>
                                          <a:latin typeface="Cambria Math" panose="02040503050406030204" pitchFamily="18" charset="0"/>
                                        </a:rPr>
                                        <m:t>𝑥</m:t>
                                      </m:r>
                                    </m:e>
                                  </m:acc>
                                </m:e>
                                <m:sub>
                                  <m:r>
                                    <a:rPr lang="en-IN" sz="2000" b="0" i="1" smtClean="0">
                                      <a:solidFill>
                                        <a:srgbClr val="FF0000"/>
                                      </a:solidFill>
                                      <a:latin typeface="Cambria Math" panose="02040503050406030204" pitchFamily="18" charset="0"/>
                                      <a:cs typeface="Arial" panose="020B0604020202020204"/>
                                    </a:rPr>
                                    <m:t>1</m:t>
                                  </m:r>
                                </m:sub>
                              </m:sSub>
                            </m:oMath>
                          </a14:m>
                          <a:r>
                            <a:rPr lang="en-IN" sz="2000" dirty="0">
                              <a:solidFill>
                                <a:srgbClr val="FF0000"/>
                              </a:solidFill>
                              <a:latin typeface="Arial" panose="020B0604020202020204"/>
                              <a:cs typeface="Arial" panose="020B0604020202020204"/>
                            </a:rPr>
                            <a:t>=10</a:t>
                          </a:r>
                          <a:endParaRPr sz="20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40</a:t>
                          </a:r>
                        </a:p>
                        <a:p>
                          <a:pPr marL="1270" algn="ctr">
                            <a:lnSpc>
                              <a:spcPts val="3690"/>
                            </a:lnSpc>
                          </a:pPr>
                          <a14:m>
                            <m:oMath xmlns:m="http://schemas.openxmlformats.org/officeDocument/2006/math">
                              <m:sSub>
                                <m:sSubPr>
                                  <m:ctrlPr>
                                    <a:rPr lang="en-IN" sz="2000" i="1" smtClean="0">
                                      <a:solidFill>
                                        <a:srgbClr val="FF0000"/>
                                      </a:solidFill>
                                      <a:latin typeface="Cambria Math" panose="02040503050406030204" pitchFamily="18" charset="0"/>
                                      <a:cs typeface="Arial" panose="020B0604020202020204"/>
                                    </a:rPr>
                                  </m:ctrlPr>
                                </m:sSubPr>
                                <m:e>
                                  <m:acc>
                                    <m:accPr>
                                      <m:chr m:val="̅"/>
                                      <m:ctrlPr>
                                        <a:rPr lang="en-IN" sz="2000" i="1" smtClean="0">
                                          <a:solidFill>
                                            <a:srgbClr val="FF0000"/>
                                          </a:solidFill>
                                          <a:latin typeface="Cambria Math" panose="02040503050406030204" pitchFamily="18" charset="0"/>
                                        </a:rPr>
                                      </m:ctrlPr>
                                    </m:accPr>
                                    <m:e>
                                      <m:r>
                                        <a:rPr lang="en-IN" sz="2000" b="0" i="1" smtClean="0">
                                          <a:solidFill>
                                            <a:srgbClr val="FF0000"/>
                                          </a:solidFill>
                                          <a:latin typeface="Cambria Math" panose="02040503050406030204" pitchFamily="18" charset="0"/>
                                        </a:rPr>
                                        <m:t>𝑥</m:t>
                                      </m:r>
                                    </m:e>
                                  </m:acc>
                                </m:e>
                                <m:sub>
                                  <m:r>
                                    <a:rPr lang="en-IN" sz="2000" b="0" i="1" smtClean="0">
                                      <a:solidFill>
                                        <a:srgbClr val="FF0000"/>
                                      </a:solidFill>
                                      <a:latin typeface="Cambria Math" panose="02040503050406030204" pitchFamily="18" charset="0"/>
                                      <a:cs typeface="Arial" panose="020B0604020202020204"/>
                                    </a:rPr>
                                    <m:t>2</m:t>
                                  </m:r>
                                </m:sub>
                              </m:sSub>
                            </m:oMath>
                          </a14:m>
                          <a:r>
                            <a:rPr lang="en-IN" sz="2000" dirty="0">
                              <a:solidFill>
                                <a:srgbClr val="FF0000"/>
                              </a:solidFill>
                              <a:latin typeface="Arial" panose="020B0604020202020204"/>
                              <a:cs typeface="Arial" panose="020B0604020202020204"/>
                            </a:rPr>
                            <a:t>=8</a:t>
                          </a:r>
                          <a:endParaRPr sz="20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60</a:t>
                          </a:r>
                        </a:p>
                        <a:p>
                          <a:pPr marL="1905" algn="ctr">
                            <a:lnSpc>
                              <a:spcPts val="3690"/>
                            </a:lnSpc>
                          </a:pPr>
                          <a14:m>
                            <m:oMath xmlns:m="http://schemas.openxmlformats.org/officeDocument/2006/math">
                              <m:sSub>
                                <m:sSubPr>
                                  <m:ctrlPr>
                                    <a:rPr lang="en-IN" sz="2000" i="1" smtClean="0">
                                      <a:solidFill>
                                        <a:srgbClr val="FF0000"/>
                                      </a:solidFill>
                                      <a:latin typeface="Cambria Math" panose="02040503050406030204" pitchFamily="18" charset="0"/>
                                      <a:cs typeface="Arial" panose="020B0604020202020204"/>
                                    </a:rPr>
                                  </m:ctrlPr>
                                </m:sSubPr>
                                <m:e>
                                  <m:acc>
                                    <m:accPr>
                                      <m:chr m:val="̅"/>
                                      <m:ctrlPr>
                                        <a:rPr lang="en-IN" sz="2000" i="1" smtClean="0">
                                          <a:solidFill>
                                            <a:srgbClr val="FF0000"/>
                                          </a:solidFill>
                                          <a:latin typeface="Cambria Math" panose="02040503050406030204" pitchFamily="18" charset="0"/>
                                        </a:rPr>
                                      </m:ctrlPr>
                                    </m:accPr>
                                    <m:e>
                                      <m:r>
                                        <a:rPr lang="en-IN" sz="2000" b="0" i="1" smtClean="0">
                                          <a:solidFill>
                                            <a:srgbClr val="FF0000"/>
                                          </a:solidFill>
                                          <a:latin typeface="Cambria Math" panose="02040503050406030204" pitchFamily="18" charset="0"/>
                                        </a:rPr>
                                        <m:t>𝑥</m:t>
                                      </m:r>
                                    </m:e>
                                  </m:acc>
                                </m:e>
                                <m:sub>
                                  <m:r>
                                    <a:rPr lang="en-IN" sz="2000" b="0" i="1" smtClean="0">
                                      <a:solidFill>
                                        <a:srgbClr val="FF0000"/>
                                      </a:solidFill>
                                      <a:latin typeface="Cambria Math" panose="02040503050406030204" pitchFamily="18" charset="0"/>
                                      <a:cs typeface="Arial" panose="020B0604020202020204"/>
                                    </a:rPr>
                                    <m:t>3</m:t>
                                  </m:r>
                                </m:sub>
                              </m:sSub>
                            </m:oMath>
                          </a14:m>
                          <a:r>
                            <a:rPr lang="en-IN" sz="2000" dirty="0">
                              <a:solidFill>
                                <a:srgbClr val="FF0000"/>
                              </a:solidFill>
                              <a:latin typeface="Arial" panose="020B0604020202020204"/>
                              <a:cs typeface="Arial" panose="020B0604020202020204"/>
                            </a:rPr>
                            <a:t>=12</a:t>
                          </a:r>
                          <a:endParaRPr sz="20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mc:Choice>
        <mc:Fallback xmlns="">
          <p:graphicFrame>
            <p:nvGraphicFramePr>
              <p:cNvPr id="2" name="object 2"/>
              <p:cNvGraphicFramePr>
                <a:graphicFrameLocks noGrp="1"/>
              </p:cNvGraphicFramePr>
              <p:nvPr/>
            </p:nvGraphicFramePr>
            <p:xfrm>
              <a:off x="274414" y="1359101"/>
              <a:ext cx="4938936" cy="4343781"/>
            </p:xfrm>
            <a:graphic>
              <a:graphicData uri="http://schemas.openxmlformats.org/drawingml/2006/table">
                <a:tbl>
                  <a:tblPr firstRow="1" bandRow="1">
                    <a:tableStyleId>{2D5ABB26-0587-4C30-8999-92F81FD0307C}</a:tableStyleId>
                  </a:tblPr>
                  <a:tblGrid>
                    <a:gridCol w="1234734"/>
                    <a:gridCol w="1234734"/>
                    <a:gridCol w="1234734"/>
                    <a:gridCol w="1234734"/>
                  </a:tblGrid>
                  <a:tr h="890270">
                    <a:tc>
                      <a:txBody>
                        <a:bodyPr/>
                        <a:lstStyle/>
                        <a:p>
                          <a:pPr marL="1270" algn="ctr">
                            <a:lnSpc>
                              <a:spcPts val="3690"/>
                            </a:lnSpc>
                          </a:pP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27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1</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2</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3</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2760">
                    <a:tc rowSpan="5">
                      <a:txBody>
                        <a:bodyPr/>
                        <a:lstStyle/>
                        <a:p>
                          <a:pPr marL="1905" algn="ctr">
                            <a:lnSpc>
                              <a:spcPts val="3685"/>
                            </a:lnSpc>
                          </a:pPr>
                          <a:r>
                            <a:rPr lang="en-IN" sz="3200" dirty="0">
                              <a:latin typeface="Arial" panose="020B0604020202020204"/>
                              <a:cs typeface="Arial" panose="020B0604020202020204"/>
                            </a:rPr>
                            <a:t>Grand total, G = 150</a:t>
                          </a:r>
                          <a:endParaRPr sz="32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85"/>
                            </a:lnSpc>
                          </a:pPr>
                          <a:r>
                            <a:rPr lang="en-IN" sz="3200" dirty="0">
                              <a:latin typeface="Arial" panose="020B0604020202020204"/>
                              <a:cs typeface="Arial" panose="020B0604020202020204"/>
                            </a:rPr>
                            <a:t>8</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lang="en-IN" sz="3200" dirty="0">
                              <a:latin typeface="Arial" panose="020B0604020202020204"/>
                              <a:cs typeface="Arial" panose="020B0604020202020204"/>
                            </a:rPr>
                            <a:t>7</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lang="en-IN" sz="3200" dirty="0">
                              <a:latin typeface="Arial" panose="020B0604020202020204"/>
                              <a:cs typeface="Arial" panose="020B0604020202020204"/>
                            </a:rPr>
                            <a:t>12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2887">
                    <a:tc vMerge="1">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ts val="3690"/>
                            </a:lnSpc>
                          </a:pPr>
                          <a:r>
                            <a:rPr lang="en-IN" sz="3200" dirty="0">
                              <a:latin typeface="Arial" panose="020B0604020202020204"/>
                              <a:cs typeface="Arial" panose="020B0604020202020204"/>
                            </a:rPr>
                            <a:t>10</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2887">
                    <a:tc vMerge="1">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ts val="3690"/>
                            </a:lnSpc>
                          </a:pPr>
                          <a:r>
                            <a:rPr lang="en-IN" sz="3200" dirty="0">
                              <a:latin typeface="Arial" panose="020B0604020202020204"/>
                              <a:cs typeface="Arial" panose="020B0604020202020204"/>
                            </a:rPr>
                            <a:t>7</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10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13</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2760">
                    <a:tc vMerge="1">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ts val="3690"/>
                            </a:lnSpc>
                          </a:pPr>
                          <a:r>
                            <a:rPr lang="en-IN" sz="3200" dirty="0">
                              <a:latin typeface="Arial" panose="020B0604020202020204"/>
                              <a:cs typeface="Arial" panose="020B0604020202020204"/>
                            </a:rPr>
                            <a:t>14</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3200" dirty="0">
                              <a:latin typeface="Arial" panose="020B0604020202020204"/>
                              <a:cs typeface="Arial" panose="020B0604020202020204"/>
                            </a:rPr>
                            <a:t>12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2887">
                    <a:tc vMerge="1">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635" algn="ctr">
                            <a:lnSpc>
                              <a:spcPts val="3690"/>
                            </a:lnSpc>
                          </a:pPr>
                          <a:r>
                            <a:rPr lang="en-IN" sz="3200" dirty="0">
                              <a:latin typeface="Arial" panose="020B0604020202020204"/>
                              <a:cs typeface="Arial" panose="020B0604020202020204"/>
                            </a:rPr>
                            <a:t>11</a:t>
                          </a:r>
                          <a:endParaRPr sz="32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270" algn="ctr">
                            <a:lnSpc>
                              <a:spcPts val="3690"/>
                            </a:lnSpc>
                          </a:pPr>
                          <a:r>
                            <a:rPr lang="en-IN" sz="3200" dirty="0">
                              <a:latin typeface="Arial" panose="020B0604020202020204"/>
                              <a:cs typeface="Arial" panose="020B0604020202020204"/>
                            </a:rPr>
                            <a:t>9</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3200" dirty="0">
                              <a:latin typeface="Arial" panose="020B0604020202020204"/>
                              <a:cs typeface="Arial" panose="020B0604020202020204"/>
                            </a:rPr>
                            <a:t>14</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r>
                  <a:tr h="937260">
                    <a:tc>
                      <a:txBody>
                        <a:bodyPr/>
                        <a:lstStyle/>
                        <a:p>
                          <a:pPr marL="635" algn="ctr">
                            <a:lnSpc>
                              <a:spcPts val="3690"/>
                            </a:lnSpc>
                          </a:pPr>
                          <a:r>
                            <a:rPr lang="en-IN" sz="3200" dirty="0">
                              <a:latin typeface="Arial" panose="020B0604020202020204"/>
                              <a:cs typeface="Arial" panose="020B0604020202020204"/>
                            </a:rPr>
                            <a:t>Total C</a:t>
                          </a:r>
                          <a:r>
                            <a:rPr lang="en-IN" sz="3200" baseline="-25000" dirty="0">
                              <a:latin typeface="Arial" panose="020B0604020202020204"/>
                              <a:cs typeface="Arial" panose="020B0604020202020204"/>
                            </a:rPr>
                            <a:t>i</a:t>
                          </a:r>
                          <a:endParaRPr sz="3200" baseline="-250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endParaRPr lang="en-US"/>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blipFill>
                          <a:blip r:embed="rId2"/>
                        </a:blipFill>
                      </a:tcPr>
                    </a:tc>
                    <a:tc>
                      <a:txBody>
                        <a:bodyPr/>
                        <a:lstStyle/>
                        <a:p>
                          <a:endParaRPr lang="en-US"/>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blipFill>
                          <a:blip r:embed="rId2"/>
                        </a:blipFill>
                      </a:tcPr>
                    </a:tc>
                    <a:tc>
                      <a:txBody>
                        <a:bodyPr/>
                        <a:lstStyle/>
                        <a:p>
                          <a:endParaRPr lang="en-US"/>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a:solidFill>
                            <a:srgbClr val="000000"/>
                          </a:solidFill>
                          <a:prstDash val="solid"/>
                        </a:lnB>
                        <a:blipFill>
                          <a:blip r:embed="rId2"/>
                        </a:blipFill>
                      </a:tcPr>
                    </a:tc>
                  </a:tr>
                </a:tbl>
              </a:graphicData>
            </a:graphic>
          </p:graphicFrame>
        </mc:Fallback>
      </mc:AlternateContent>
      <p:sp>
        <p:nvSpPr>
          <p:cNvPr id="5" name="object 5"/>
          <p:cNvSpPr txBox="1"/>
          <p:nvPr/>
        </p:nvSpPr>
        <p:spPr>
          <a:xfrm>
            <a:off x="107950" y="304800"/>
            <a:ext cx="12216130" cy="566822"/>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dirty="0">
                <a:solidFill>
                  <a:schemeClr val="bg1"/>
                </a:solidFill>
                <a:cs typeface="Arial" panose="020B0604020202020204"/>
              </a:rPr>
              <a:t>Solution Method-1:</a:t>
            </a:r>
            <a:endParaRPr lang="en-US" sz="3600" dirty="0">
              <a:solidFill>
                <a:schemeClr val="bg1"/>
              </a:solidFill>
              <a:cs typeface="Arial" panose="020B0604020202020204"/>
            </a:endParaRPr>
          </a:p>
        </p:txBody>
      </p:sp>
      <mc:AlternateContent xmlns:mc="http://schemas.openxmlformats.org/markup-compatibility/2006" xmlns:a14="http://schemas.microsoft.com/office/drawing/2010/main">
        <mc:Choice Requires="a14">
          <p:sp>
            <p:nvSpPr>
              <p:cNvPr id="16" name="TextBox 15"/>
              <p:cNvSpPr txBox="1"/>
              <p:nvPr/>
            </p:nvSpPr>
            <p:spPr>
              <a:xfrm>
                <a:off x="5501821" y="1420166"/>
                <a:ext cx="6145208" cy="461665"/>
              </a:xfrm>
              <a:prstGeom prst="rect">
                <a:avLst/>
              </a:prstGeom>
              <a:noFill/>
            </p:spPr>
            <p:txBody>
              <a:bodyPr wrap="none" rtlCol="0">
                <a:spAutoFit/>
              </a:bodyPr>
              <a:lstStyle/>
              <a:p>
                <a:r>
                  <a:rPr lang="en-IN" sz="2400" dirty="0"/>
                  <a:t>Step 1: </a:t>
                </a:r>
                <a14:m>
                  <m:oMath xmlns:m="http://schemas.openxmlformats.org/officeDocument/2006/math">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𝐻</m:t>
                        </m:r>
                      </m:e>
                      <m:sub>
                        <m:r>
                          <a:rPr lang="en-IN" sz="2400" b="0" i="1" smtClean="0">
                            <a:latin typeface="Cambria Math" panose="02040503050406030204" pitchFamily="18" charset="0"/>
                          </a:rPr>
                          <m:t>0</m:t>
                        </m:r>
                      </m:sub>
                    </m:sSub>
                    <m:r>
                      <a:rPr lang="en-IN" sz="2400" b="0" i="1" smtClean="0">
                        <a:latin typeface="Cambria Math" panose="02040503050406030204" pitchFamily="18" charset="0"/>
                      </a:rPr>
                      <m:t>: </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ea typeface="Cambria Math" panose="02040503050406030204" pitchFamily="18" charset="0"/>
                          </a:rPr>
                          <m:t>𝜇</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𝜇</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𝜇</m:t>
                        </m:r>
                      </m:e>
                      <m:sub>
                        <m:r>
                          <a:rPr lang="en-IN" sz="2400" b="0" i="1" smtClean="0">
                            <a:latin typeface="Cambria Math" panose="02040503050406030204" pitchFamily="18" charset="0"/>
                          </a:rPr>
                          <m:t>3</m:t>
                        </m:r>
                      </m:sub>
                    </m:sSub>
                    <m:r>
                      <a:rPr lang="en-IN" sz="2400" b="0" i="1" smtClean="0">
                        <a:latin typeface="Cambria Math" panose="02040503050406030204" pitchFamily="18" charset="0"/>
                      </a:rPr>
                      <m:t>    ,  </m:t>
                    </m:r>
                    <m:sSub>
                      <m:sSubPr>
                        <m:ctrlPr>
                          <a:rPr lang="en-IN" sz="2400" i="1">
                            <a:latin typeface="Cambria Math" panose="02040503050406030204" pitchFamily="18" charset="0"/>
                          </a:rPr>
                        </m:ctrlPr>
                      </m:sSubPr>
                      <m:e>
                        <m:r>
                          <a:rPr lang="en-IN" sz="2400" i="1">
                            <a:latin typeface="Cambria Math" panose="02040503050406030204" pitchFamily="18" charset="0"/>
                          </a:rPr>
                          <m:t>𝐻</m:t>
                        </m:r>
                      </m:e>
                      <m:sub>
                        <m:r>
                          <a:rPr lang="en-IN" sz="2400" b="0" i="1" smtClean="0">
                            <a:latin typeface="Cambria Math" panose="02040503050406030204" pitchFamily="18" charset="0"/>
                          </a:rPr>
                          <m:t>1</m:t>
                        </m:r>
                      </m:sub>
                    </m:sSub>
                    <m:r>
                      <a:rPr lang="en-IN" sz="2400" i="1">
                        <a:latin typeface="Cambria Math" panose="02040503050406030204" pitchFamily="18" charset="0"/>
                      </a:rPr>
                      <m:t>: </m:t>
                    </m:r>
                    <m:sSub>
                      <m:sSubPr>
                        <m:ctrlPr>
                          <a:rPr lang="en-IN" sz="2400" i="1">
                            <a:latin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𝜇</m:t>
                        </m:r>
                      </m:e>
                      <m:sub>
                        <m:r>
                          <a:rPr lang="en-IN" sz="2400" i="1">
                            <a:latin typeface="Cambria Math" panose="02040503050406030204" pitchFamily="18" charset="0"/>
                          </a:rPr>
                          <m:t>1</m:t>
                        </m:r>
                      </m:sub>
                    </m:sSub>
                    <m:r>
                      <a:rPr lang="en-IN" sz="2400" i="1">
                        <a:latin typeface="Cambria Math" panose="02040503050406030204" pitchFamily="18" charset="0"/>
                        <a:ea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𝜇</m:t>
                        </m:r>
                      </m:e>
                      <m:sub>
                        <m:r>
                          <a:rPr lang="en-IN" sz="2400" i="1">
                            <a:latin typeface="Cambria Math" panose="02040503050406030204" pitchFamily="18" charset="0"/>
                          </a:rPr>
                          <m:t>2</m:t>
                        </m:r>
                      </m:sub>
                    </m:sSub>
                    <m:r>
                      <a:rPr lang="en-IN" sz="2400" i="1">
                        <a:latin typeface="Cambria Math" panose="02040503050406030204" pitchFamily="18" charset="0"/>
                        <a:ea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𝜇</m:t>
                        </m:r>
                      </m:e>
                      <m:sub>
                        <m:r>
                          <a:rPr lang="en-IN" sz="2400" i="1">
                            <a:latin typeface="Cambria Math" panose="02040503050406030204" pitchFamily="18" charset="0"/>
                          </a:rPr>
                          <m:t>3</m:t>
                        </m:r>
                      </m:sub>
                    </m:sSub>
                  </m:oMath>
                </a14:m>
                <a:endParaRPr lang="en-IN"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501821" y="1420166"/>
                <a:ext cx="6145208" cy="461665"/>
              </a:xfrm>
              <a:prstGeom prst="rect">
                <a:avLst/>
              </a:prstGeom>
              <a:blipFill rotWithShape="1">
                <a:blip r:embed="rId3"/>
                <a:stretch>
                  <a:fillRect l="-3" t="-66" r="-395" b="7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213350" y="1987376"/>
                <a:ext cx="8870950" cy="960135"/>
              </a:xfrm>
              <a:prstGeom prst="rect">
                <a:avLst/>
              </a:prstGeom>
              <a:noFill/>
            </p:spPr>
            <p:txBody>
              <a:bodyPr wrap="square" rtlCol="0">
                <a:spAutoFit/>
              </a:bodyPr>
              <a:lstStyle/>
              <a:p>
                <a:r>
                  <a:rPr lang="en-IN" sz="2400" dirty="0"/>
                  <a:t>Step 2: </a:t>
                </a:r>
                <a:r>
                  <a:rPr lang="en-IN" sz="2400" dirty="0">
                    <a:solidFill>
                      <a:srgbClr val="FF0000"/>
                    </a:solidFill>
                  </a:rPr>
                  <a:t>SSTR:</a:t>
                </a:r>
                <a:r>
                  <a:rPr lang="en-IN" sz="2400" dirty="0"/>
                  <a:t> Sum of sq. of variations between treatments </a:t>
                </a:r>
              </a:p>
              <a:p>
                <a:r>
                  <a:rPr lang="en-IN" sz="2400" dirty="0"/>
                  <a:t>                      =</a:t>
                </a:r>
                <a14:m>
                  <m:oMath xmlns:m="http://schemas.openxmlformats.org/officeDocument/2006/math">
                    <m:r>
                      <a:rPr lang="en-IN" sz="2400" b="0" i="1" smtClean="0">
                        <a:latin typeface="Cambria Math" panose="02040503050406030204" pitchFamily="18" charset="0"/>
                      </a:rPr>
                      <m:t>𝑟</m:t>
                    </m:r>
                    <m:nary>
                      <m:naryPr>
                        <m:chr m:val="∑"/>
                        <m:subHide m:val="on"/>
                        <m:supHide m:val="on"/>
                        <m:ctrlPr>
                          <a:rPr lang="en-IN" sz="2400" b="0" i="1" smtClean="0">
                            <a:latin typeface="Cambria Math" panose="02040503050406030204" pitchFamily="18" charset="0"/>
                          </a:rPr>
                        </m:ctrlPr>
                      </m:naryPr>
                      <m:sub/>
                      <m:sup/>
                      <m:e>
                        <m:sSup>
                          <m:sSupPr>
                            <m:ctrlPr>
                              <a:rPr lang="en-IN" sz="2400" b="0" i="1" smtClean="0">
                                <a:latin typeface="Cambria Math" panose="02040503050406030204" pitchFamily="18" charset="0"/>
                              </a:rPr>
                            </m:ctrlPr>
                          </m:sSupPr>
                          <m:e>
                            <m:d>
                              <m:dPr>
                                <m:ctrlPr>
                                  <a:rPr lang="en-IN" sz="2400" i="1">
                                    <a:latin typeface="Cambria Math" panose="02040503050406030204" pitchFamily="18" charset="0"/>
                                  </a:rPr>
                                </m:ctrlPr>
                              </m:dPr>
                              <m:e>
                                <m:sSub>
                                  <m:sSubPr>
                                    <m:ctrlPr>
                                      <a:rPr lang="en-IN" sz="2400" i="1">
                                        <a:latin typeface="Cambria Math" panose="02040503050406030204" pitchFamily="18" charset="0"/>
                                      </a:rPr>
                                    </m:ctrlPr>
                                  </m:sSubPr>
                                  <m:e>
                                    <m:acc>
                                      <m:accPr>
                                        <m:chr m:val="̅"/>
                                        <m:ctrlPr>
                                          <a:rPr lang="en-IN" sz="2400" i="1">
                                            <a:latin typeface="Cambria Math" panose="02040503050406030204" pitchFamily="18" charset="0"/>
                                          </a:rPr>
                                        </m:ctrlPr>
                                      </m:accPr>
                                      <m:e>
                                        <m:r>
                                          <a:rPr lang="en-IN" sz="2400" i="1">
                                            <a:latin typeface="Cambria Math" panose="02040503050406030204" pitchFamily="18" charset="0"/>
                                          </a:rPr>
                                          <m:t>𝑥</m:t>
                                        </m:r>
                                      </m:e>
                                    </m:acc>
                                  </m:e>
                                  <m:sub>
                                    <m:r>
                                      <a:rPr lang="en-IN" sz="2400" i="1">
                                        <a:latin typeface="Cambria Math" panose="02040503050406030204" pitchFamily="18" charset="0"/>
                                      </a:rPr>
                                      <m:t>𝑗</m:t>
                                    </m:r>
                                  </m:sub>
                                </m:sSub>
                                <m:r>
                                  <a:rPr lang="en-IN" sz="2400" i="1">
                                    <a:latin typeface="Cambria Math" panose="02040503050406030204" pitchFamily="18" charset="0"/>
                                  </a:rPr>
                                  <m:t>−</m:t>
                                </m:r>
                                <m:acc>
                                  <m:accPr>
                                    <m:chr m:val="̅"/>
                                    <m:ctrlPr>
                                      <a:rPr lang="en-IN" sz="2400" i="1">
                                        <a:latin typeface="Cambria Math" panose="02040503050406030204" pitchFamily="18" charset="0"/>
                                      </a:rPr>
                                    </m:ctrlPr>
                                  </m:accPr>
                                  <m:e>
                                    <m:r>
                                      <a:rPr lang="en-IN" sz="2400" i="1">
                                        <a:latin typeface="Cambria Math" panose="02040503050406030204" pitchFamily="18" charset="0"/>
                                      </a:rPr>
                                      <m:t>𝑥</m:t>
                                    </m:r>
                                  </m:e>
                                </m:acc>
                              </m:e>
                            </m:d>
                          </m:e>
                          <m:sup>
                            <m:r>
                              <a:rPr lang="en-IN" sz="2400" b="0" i="1" smtClean="0">
                                <a:latin typeface="Cambria Math" panose="02040503050406030204" pitchFamily="18" charset="0"/>
                              </a:rPr>
                              <m:t>2</m:t>
                            </m:r>
                          </m:sup>
                        </m:sSup>
                      </m:e>
                    </m:nary>
                  </m:oMath>
                </a14:m>
                <a:r>
                  <a:rPr lang="en-IN" sz="2400" dirty="0"/>
                  <a:t>=5[(10-10)</a:t>
                </a:r>
                <a:r>
                  <a:rPr lang="en-IN" sz="2400" baseline="30000" dirty="0"/>
                  <a:t>2</a:t>
                </a:r>
                <a:r>
                  <a:rPr lang="en-IN" sz="2400" dirty="0"/>
                  <a:t>+(8-10)</a:t>
                </a:r>
                <a:r>
                  <a:rPr lang="en-IN" sz="2400" baseline="30000" dirty="0"/>
                  <a:t>2</a:t>
                </a:r>
                <a:r>
                  <a:rPr lang="en-IN" sz="2400" dirty="0"/>
                  <a:t>+(12-10)</a:t>
                </a:r>
                <a:r>
                  <a:rPr lang="en-IN" sz="2400" baseline="30000" dirty="0"/>
                  <a:t>2</a:t>
                </a:r>
                <a:r>
                  <a:rPr lang="en-IN" sz="2400" dirty="0"/>
                  <a:t>]=5(0+4+4)=40</a:t>
                </a:r>
              </a:p>
            </p:txBody>
          </p:sp>
        </mc:Choice>
        <mc:Fallback xmlns="">
          <p:sp>
            <p:nvSpPr>
              <p:cNvPr id="17" name="TextBox 16"/>
              <p:cNvSpPr txBox="1">
                <a:spLocks noRot="1" noChangeAspect="1" noMove="1" noResize="1" noEditPoints="1" noAdjustHandles="1" noChangeArrowheads="1" noChangeShapeType="1" noTextEdit="1"/>
              </p:cNvSpPr>
              <p:nvPr/>
            </p:nvSpPr>
            <p:spPr>
              <a:xfrm>
                <a:off x="5213350" y="1987376"/>
                <a:ext cx="8870950" cy="960135"/>
              </a:xfrm>
              <a:prstGeom prst="rect">
                <a:avLst/>
              </a:prstGeom>
              <a:blipFill rotWithShape="1">
                <a:blip r:embed="rId4"/>
                <a:stretch>
                  <a:fillRect t="-48" b="-3156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399798" y="5114097"/>
                <a:ext cx="6602385" cy="461665"/>
              </a:xfrm>
              <a:prstGeom prst="rect">
                <a:avLst/>
              </a:prstGeom>
              <a:noFill/>
            </p:spPr>
            <p:txBody>
              <a:bodyPr wrap="none" rtlCol="0">
                <a:spAutoFit/>
              </a:bodyPr>
              <a:lstStyle/>
              <a:p>
                <a:r>
                  <a:rPr lang="en-IN" sz="2400" dirty="0"/>
                  <a:t>Step 4: </a:t>
                </a:r>
                <a14:m>
                  <m:oMath xmlns:m="http://schemas.openxmlformats.org/officeDocument/2006/math">
                    <m:r>
                      <m:rPr>
                        <m:sty m:val="p"/>
                      </m:rPr>
                      <a:rPr lang="en-IN" sz="2400" b="0" i="0" smtClean="0">
                        <a:solidFill>
                          <a:srgbClr val="FF0000"/>
                        </a:solidFill>
                        <a:latin typeface="Cambria Math" panose="02040503050406030204" pitchFamily="18" charset="0"/>
                      </a:rPr>
                      <m:t>SS</m:t>
                    </m:r>
                    <m:r>
                      <m:rPr>
                        <m:sty m:val="p"/>
                      </m:rPr>
                      <a:rPr lang="en-US" sz="2400" b="0" i="0" smtClean="0">
                        <a:solidFill>
                          <a:srgbClr val="FF0000"/>
                        </a:solidFill>
                        <a:latin typeface="Cambria Math" panose="02040503050406030204" pitchFamily="18" charset="0"/>
                      </a:rPr>
                      <m:t>T</m:t>
                    </m:r>
                    <m:r>
                      <a:rPr lang="en-IN" sz="2400" b="0" i="0" smtClean="0">
                        <a:latin typeface="Cambria Math" panose="02040503050406030204" pitchFamily="18" charset="0"/>
                      </a:rPr>
                      <m:t> </m:t>
                    </m:r>
                    <m:r>
                      <m:rPr>
                        <m:sty m:val="p"/>
                      </m:rPr>
                      <a:rPr lang="en-IN" sz="2400" b="0" i="0" smtClean="0">
                        <a:latin typeface="Cambria Math" panose="02040503050406030204" pitchFamily="18" charset="0"/>
                      </a:rPr>
                      <m:t>Total</m:t>
                    </m:r>
                    <m:r>
                      <a:rPr lang="en-IN" sz="2400" b="0" i="0" smtClean="0">
                        <a:latin typeface="Cambria Math" panose="02040503050406030204" pitchFamily="18" charset="0"/>
                      </a:rPr>
                      <m:t> </m:t>
                    </m:r>
                    <m:r>
                      <m:rPr>
                        <m:sty m:val="p"/>
                      </m:rPr>
                      <a:rPr lang="en-IN" sz="2400" b="0" i="0" smtClean="0">
                        <a:latin typeface="Cambria Math" panose="02040503050406030204" pitchFamily="18" charset="0"/>
                      </a:rPr>
                      <m:t>variation</m:t>
                    </m:r>
                    <m:r>
                      <a:rPr lang="en-IN" sz="2400" b="0" i="0" smtClean="0">
                        <a:latin typeface="Cambria Math" panose="02040503050406030204" pitchFamily="18" charset="0"/>
                      </a:rPr>
                      <m:t>=</m:t>
                    </m:r>
                    <m:r>
                      <m:rPr>
                        <m:sty m:val="p"/>
                      </m:rPr>
                      <a:rPr lang="en-US" sz="2400" b="0" i="0" smtClean="0">
                        <a:latin typeface="Cambria Math" panose="02040503050406030204" pitchFamily="18" charset="0"/>
                      </a:rPr>
                      <m:t>SSTR</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SSE</m:t>
                    </m:r>
                    <m:r>
                      <a:rPr lang="en-IN" sz="2400" b="0" i="1" smtClean="0">
                        <a:latin typeface="Cambria Math" panose="02040503050406030204" pitchFamily="18" charset="0"/>
                      </a:rPr>
                      <m:t>=100</m:t>
                    </m:r>
                  </m:oMath>
                </a14:m>
                <a:endParaRPr lang="en-IN" sz="2400" dirty="0"/>
              </a:p>
            </p:txBody>
          </p:sp>
        </mc:Choice>
        <mc:Fallback xmlns="">
          <p:sp>
            <p:nvSpPr>
              <p:cNvPr id="19" name="TextBox 18"/>
              <p:cNvSpPr txBox="1">
                <a:spLocks noRot="1" noChangeAspect="1" noMove="1" noResize="1" noEditPoints="1" noAdjustHandles="1" noChangeArrowheads="1" noChangeShapeType="1" noTextEdit="1"/>
              </p:cNvSpPr>
              <p:nvPr/>
            </p:nvSpPr>
            <p:spPr>
              <a:xfrm>
                <a:off x="5399798" y="5114097"/>
                <a:ext cx="6602385" cy="461665"/>
              </a:xfrm>
              <a:prstGeom prst="rect">
                <a:avLst/>
              </a:prstGeom>
              <a:blipFill rotWithShape="1">
                <a:blip r:embed="rId5"/>
                <a:stretch>
                  <a:fillRect l="-6" t="-96" r="1" b="100"/>
                </a:stretch>
              </a:blipFill>
            </p:spPr>
            <p:txBody>
              <a:bodyPr/>
              <a:lstStyle/>
              <a:p>
                <a:r>
                  <a:rPr lang="en-US" altLang="en-US">
                    <a:noFill/>
                  </a:rPr>
                  <a:t> </a:t>
                </a:r>
              </a:p>
            </p:txBody>
          </p:sp>
        </mc:Fallback>
      </mc:AlternateContent>
      <p:sp>
        <p:nvSpPr>
          <p:cNvPr id="20" name="TextBox 19"/>
          <p:cNvSpPr txBox="1"/>
          <p:nvPr/>
        </p:nvSpPr>
        <p:spPr>
          <a:xfrm>
            <a:off x="5501821" y="6111403"/>
            <a:ext cx="2759986" cy="461665"/>
          </a:xfrm>
          <a:prstGeom prst="rect">
            <a:avLst/>
          </a:prstGeom>
          <a:noFill/>
        </p:spPr>
        <p:txBody>
          <a:bodyPr wrap="none" rtlCol="0">
            <a:spAutoFit/>
          </a:bodyPr>
          <a:lstStyle/>
          <a:p>
            <a:r>
              <a:rPr lang="en-IN" sz="2400" dirty="0"/>
              <a:t>Step 5: ANOVA Table</a:t>
            </a:r>
          </a:p>
        </p:txBody>
      </p:sp>
      <mc:AlternateContent xmlns:mc="http://schemas.openxmlformats.org/markup-compatibility/2006" xmlns:a14="http://schemas.microsoft.com/office/drawing/2010/main">
        <mc:Choice Requires="a14">
          <p:sp>
            <p:nvSpPr>
              <p:cNvPr id="3" name="TextBox 2"/>
              <p:cNvSpPr txBox="1"/>
              <p:nvPr/>
            </p:nvSpPr>
            <p:spPr>
              <a:xfrm>
                <a:off x="423468" y="6074400"/>
                <a:ext cx="3566554" cy="400110"/>
              </a:xfrm>
              <a:prstGeom prst="rect">
                <a:avLst/>
              </a:prstGeom>
              <a:noFill/>
            </p:spPr>
            <p:txBody>
              <a:bodyPr wrap="none" rtlCol="0">
                <a:spAutoFit/>
              </a:bodyPr>
              <a:lstStyle/>
              <a:p>
                <a:r>
                  <a:rPr lang="en-IN" sz="2000" dirty="0"/>
                  <a:t>Grand total , G =150 and </a:t>
                </a:r>
                <a14:m>
                  <m:oMath xmlns:m="http://schemas.openxmlformats.org/officeDocument/2006/math">
                    <m:acc>
                      <m:accPr>
                        <m:chr m:val="̅"/>
                        <m:ctrlPr>
                          <a:rPr lang="en-IN" sz="2000" i="1" smtClean="0">
                            <a:solidFill>
                              <a:srgbClr val="FF0000"/>
                            </a:solidFill>
                            <a:latin typeface="Cambria Math" panose="02040503050406030204" pitchFamily="18" charset="0"/>
                          </a:rPr>
                        </m:ctrlPr>
                      </m:accPr>
                      <m:e>
                        <m:r>
                          <a:rPr lang="en-IN" sz="2000" b="0" i="1" smtClean="0">
                            <a:solidFill>
                              <a:srgbClr val="FF0000"/>
                            </a:solidFill>
                            <a:latin typeface="Cambria Math" panose="02040503050406030204" pitchFamily="18" charset="0"/>
                          </a:rPr>
                          <m:t>𝑥</m:t>
                        </m:r>
                      </m:e>
                    </m:acc>
                    <m:r>
                      <a:rPr lang="en-IN" sz="2000" b="0" i="1" smtClean="0">
                        <a:solidFill>
                          <a:srgbClr val="FF0000"/>
                        </a:solidFill>
                        <a:latin typeface="Cambria Math" panose="02040503050406030204" pitchFamily="18" charset="0"/>
                      </a:rPr>
                      <m:t>=10</m:t>
                    </m:r>
                  </m:oMath>
                </a14:m>
                <a:endParaRPr lang="en-IN"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423468" y="6074400"/>
                <a:ext cx="3566554" cy="400110"/>
              </a:xfrm>
              <a:prstGeom prst="rect">
                <a:avLst/>
              </a:prstGeom>
              <a:blipFill rotWithShape="1">
                <a:blip r:embed="rId6"/>
                <a:stretch>
                  <a:fillRect l="-16" t="-156" r="9" b="1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384694" y="3072066"/>
                <a:ext cx="8373959" cy="1698798"/>
              </a:xfrm>
              <a:prstGeom prst="rect">
                <a:avLst/>
              </a:prstGeom>
              <a:noFill/>
            </p:spPr>
            <p:txBody>
              <a:bodyPr wrap="none" rtlCol="0">
                <a:spAutoFit/>
              </a:bodyPr>
              <a:lstStyle/>
              <a:p>
                <a:r>
                  <a:rPr lang="en-IN" sz="2400" dirty="0"/>
                  <a:t>Step 3: </a:t>
                </a:r>
                <a:r>
                  <a:rPr lang="en-IN" sz="2400" dirty="0">
                    <a:solidFill>
                      <a:srgbClr val="FF0000"/>
                    </a:solidFill>
                  </a:rPr>
                  <a:t>SSE:</a:t>
                </a:r>
                <a:r>
                  <a:rPr lang="en-IN" sz="2400" dirty="0"/>
                  <a:t> Sum of sq. of variations due to error =</a:t>
                </a:r>
                <a14:m>
                  <m:oMath xmlns:m="http://schemas.openxmlformats.org/officeDocument/2006/math">
                    <m:nary>
                      <m:naryPr>
                        <m:chr m:val="∑"/>
                        <m:subHide m:val="on"/>
                        <m:supHide m:val="on"/>
                        <m:ctrlPr>
                          <a:rPr lang="en-IN" sz="2400" i="1" smtClean="0">
                            <a:latin typeface="Cambria Math" panose="02040503050406030204" pitchFamily="18" charset="0"/>
                          </a:rPr>
                        </m:ctrlPr>
                      </m:naryPr>
                      <m:sub/>
                      <m:sup/>
                      <m:e>
                        <m:nary>
                          <m:naryPr>
                            <m:chr m:val="∑"/>
                            <m:subHide m:val="on"/>
                            <m:supHide m:val="on"/>
                            <m:ctrlPr>
                              <a:rPr lang="en-IN" sz="2400" i="1" smtClean="0">
                                <a:latin typeface="Cambria Math" panose="02040503050406030204" pitchFamily="18" charset="0"/>
                              </a:rPr>
                            </m:ctrlPr>
                          </m:naryPr>
                          <m:sub/>
                          <m:sup/>
                          <m:e>
                            <m:sSup>
                              <m:sSupPr>
                                <m:ctrlPr>
                                  <a:rPr lang="en-IN" sz="2400" i="1" smtClean="0">
                                    <a:latin typeface="Cambria Math" panose="02040503050406030204" pitchFamily="18" charset="0"/>
                                  </a:rPr>
                                </m:ctrlPr>
                              </m:sSupPr>
                              <m:e>
                                <m:d>
                                  <m:dPr>
                                    <m:ctrlPr>
                                      <a:rPr lang="en-IN" sz="2400" i="1">
                                        <a:latin typeface="Cambria Math" panose="02040503050406030204" pitchFamily="18" charset="0"/>
                                      </a:rPr>
                                    </m:ctrlPr>
                                  </m:dPr>
                                  <m:e>
                                    <m:sSub>
                                      <m:sSubPr>
                                        <m:ctrlPr>
                                          <a:rPr lang="en-IN" sz="2400" i="1">
                                            <a:latin typeface="Cambria Math" panose="02040503050406030204" pitchFamily="18" charset="0"/>
                                          </a:rPr>
                                        </m:ctrlPr>
                                      </m:sSubPr>
                                      <m:e>
                                        <m:r>
                                          <a:rPr lang="en-IN" sz="2400" i="1">
                                            <a:latin typeface="Cambria Math" panose="02040503050406030204" pitchFamily="18" charset="0"/>
                                          </a:rPr>
                                          <m:t>𝑥</m:t>
                                        </m:r>
                                      </m:e>
                                      <m:sub>
                                        <m:r>
                                          <a:rPr lang="en-IN" sz="2400" i="1">
                                            <a:latin typeface="Cambria Math" panose="02040503050406030204" pitchFamily="18" charset="0"/>
                                          </a:rPr>
                                          <m:t>𝑖</m:t>
                                        </m:r>
                                        <m:r>
                                          <a:rPr lang="en-IN" sz="2400" i="1">
                                            <a:latin typeface="Cambria Math" panose="02040503050406030204" pitchFamily="18" charset="0"/>
                                          </a:rPr>
                                          <m:t> </m:t>
                                        </m:r>
                                        <m:r>
                                          <a:rPr lang="en-IN" sz="2400" i="1">
                                            <a:latin typeface="Cambria Math" panose="02040503050406030204" pitchFamily="18" charset="0"/>
                                          </a:rPr>
                                          <m:t>𝑗</m:t>
                                        </m:r>
                                      </m:sub>
                                    </m:sSub>
                                    <m:r>
                                      <a:rPr lang="en-IN" sz="2400" i="1">
                                        <a:latin typeface="Cambria Math" panose="02040503050406030204" pitchFamily="18" charset="0"/>
                                      </a:rPr>
                                      <m:t>−</m:t>
                                    </m:r>
                                    <m:acc>
                                      <m:accPr>
                                        <m:chr m:val="̅"/>
                                        <m:ctrlPr>
                                          <a:rPr lang="en-IN" sz="2400" i="1">
                                            <a:latin typeface="Cambria Math" panose="02040503050406030204" pitchFamily="18" charset="0"/>
                                          </a:rPr>
                                        </m:ctrlPr>
                                      </m:accPr>
                                      <m:e>
                                        <m:sSub>
                                          <m:sSubPr>
                                            <m:ctrlPr>
                                              <a:rPr lang="en-IN" sz="2400" i="1">
                                                <a:latin typeface="Cambria Math" panose="02040503050406030204" pitchFamily="18" charset="0"/>
                                              </a:rPr>
                                            </m:ctrlPr>
                                          </m:sSubPr>
                                          <m:e>
                                            <m:r>
                                              <a:rPr lang="en-IN" sz="2400" i="1">
                                                <a:latin typeface="Cambria Math" panose="02040503050406030204" pitchFamily="18" charset="0"/>
                                              </a:rPr>
                                              <m:t>𝑥</m:t>
                                            </m:r>
                                          </m:e>
                                          <m:sub>
                                            <m:r>
                                              <a:rPr lang="en-IN" sz="2400" i="1">
                                                <a:latin typeface="Cambria Math" panose="02040503050406030204" pitchFamily="18" charset="0"/>
                                              </a:rPr>
                                              <m:t>𝑗</m:t>
                                            </m:r>
                                          </m:sub>
                                        </m:sSub>
                                      </m:e>
                                    </m:acc>
                                  </m:e>
                                </m:d>
                              </m:e>
                              <m:sup>
                                <m:r>
                                  <a:rPr lang="en-IN" sz="2400" b="0" i="1" smtClean="0">
                                    <a:latin typeface="Cambria Math" panose="02040503050406030204" pitchFamily="18" charset="0"/>
                                  </a:rPr>
                                  <m:t>2</m:t>
                                </m:r>
                              </m:sup>
                            </m:sSup>
                          </m:e>
                        </m:nary>
                      </m:e>
                    </m:nary>
                  </m:oMath>
                </a14:m>
                <a:endParaRPr lang="en-IN" sz="2400" dirty="0"/>
              </a:p>
              <a:p>
                <a:r>
                  <a:rPr lang="en-IN" sz="2400" dirty="0"/>
                  <a:t>=(8-10)</a:t>
                </a:r>
                <a:r>
                  <a:rPr lang="en-IN" sz="2400" baseline="30000" dirty="0"/>
                  <a:t>2</a:t>
                </a:r>
                <a:r>
                  <a:rPr lang="en-IN" sz="2400" dirty="0"/>
                  <a:t>+(10-10)</a:t>
                </a:r>
                <a:r>
                  <a:rPr lang="en-IN" sz="2400" baseline="30000" dirty="0"/>
                  <a:t>2</a:t>
                </a:r>
                <a:r>
                  <a:rPr lang="en-IN" sz="2400" dirty="0"/>
                  <a:t>+(7-10)</a:t>
                </a:r>
                <a:r>
                  <a:rPr lang="en-IN" sz="2400" baseline="30000" dirty="0"/>
                  <a:t>2</a:t>
                </a:r>
                <a:r>
                  <a:rPr lang="en-IN" sz="2400" dirty="0"/>
                  <a:t>+(14-10)</a:t>
                </a:r>
                <a:r>
                  <a:rPr lang="en-IN" sz="2400" baseline="30000" dirty="0"/>
                  <a:t>2</a:t>
                </a:r>
                <a:r>
                  <a:rPr lang="en-IN" sz="2400" dirty="0"/>
                  <a:t>+(11-10)</a:t>
                </a:r>
                <a:r>
                  <a:rPr lang="en-IN" sz="2400" baseline="30000" dirty="0"/>
                  <a:t>2</a:t>
                </a:r>
                <a:r>
                  <a:rPr lang="en-IN" sz="2400" dirty="0"/>
                  <a:t>+</a:t>
                </a:r>
              </a:p>
              <a:p>
                <a:r>
                  <a:rPr lang="en-IN" sz="2400" dirty="0"/>
                  <a:t>  (7-8)</a:t>
                </a:r>
                <a:r>
                  <a:rPr lang="en-IN" sz="2400" baseline="30000" dirty="0"/>
                  <a:t>2</a:t>
                </a:r>
                <a:r>
                  <a:rPr lang="en-IN" sz="2400" dirty="0"/>
                  <a:t>+(5-8)</a:t>
                </a:r>
                <a:r>
                  <a:rPr lang="en-IN" sz="2400" baseline="30000" dirty="0"/>
                  <a:t>2</a:t>
                </a:r>
                <a:r>
                  <a:rPr lang="en-IN" sz="2400" dirty="0"/>
                  <a:t>+(10-8)</a:t>
                </a:r>
                <a:r>
                  <a:rPr lang="en-IN" sz="2400" baseline="30000" dirty="0"/>
                  <a:t>2</a:t>
                </a:r>
                <a:r>
                  <a:rPr lang="en-IN" sz="2400" dirty="0"/>
                  <a:t>+(9-8)</a:t>
                </a:r>
                <a:r>
                  <a:rPr lang="en-IN" sz="2400" baseline="30000" dirty="0"/>
                  <a:t>2</a:t>
                </a:r>
                <a:r>
                  <a:rPr lang="en-IN" sz="2400" dirty="0"/>
                  <a:t>+(9-8)</a:t>
                </a:r>
                <a:r>
                  <a:rPr lang="en-IN" sz="2400" baseline="30000" dirty="0"/>
                  <a:t>2</a:t>
                </a:r>
                <a:r>
                  <a:rPr lang="en-IN" sz="2400" dirty="0"/>
                  <a:t>+</a:t>
                </a:r>
              </a:p>
              <a:p>
                <a:r>
                  <a:rPr lang="en-IN" sz="2400" dirty="0"/>
                  <a:t>  (12-12)</a:t>
                </a:r>
                <a:r>
                  <a:rPr lang="en-IN" sz="2400" baseline="30000" dirty="0"/>
                  <a:t>2</a:t>
                </a:r>
                <a:r>
                  <a:rPr lang="en-IN" sz="2400" dirty="0"/>
                  <a:t>+(9-12)</a:t>
                </a:r>
                <a:r>
                  <a:rPr lang="en-IN" sz="2400" baseline="30000" dirty="0"/>
                  <a:t>2</a:t>
                </a:r>
                <a:r>
                  <a:rPr lang="en-IN" sz="2400" dirty="0"/>
                  <a:t>+(13-12)</a:t>
                </a:r>
                <a:r>
                  <a:rPr lang="en-IN" sz="2400" baseline="30000" dirty="0"/>
                  <a:t>2</a:t>
                </a:r>
                <a:r>
                  <a:rPr lang="en-IN" sz="2400" dirty="0"/>
                  <a:t>+(12-12)</a:t>
                </a:r>
                <a:r>
                  <a:rPr lang="en-IN" sz="2400" baseline="30000" dirty="0"/>
                  <a:t>2</a:t>
                </a:r>
                <a:r>
                  <a:rPr lang="en-IN" sz="2400" dirty="0"/>
                  <a:t>+(14-12)</a:t>
                </a:r>
                <a:r>
                  <a:rPr lang="en-IN" sz="2400" baseline="30000" dirty="0"/>
                  <a:t>2</a:t>
                </a:r>
                <a:r>
                  <a:rPr lang="en-IN" sz="2400" dirty="0"/>
                  <a:t>=60</a:t>
                </a:r>
              </a:p>
            </p:txBody>
          </p:sp>
        </mc:Choice>
        <mc:Fallback xmlns="">
          <p:sp>
            <p:nvSpPr>
              <p:cNvPr id="21" name="TextBox 20"/>
              <p:cNvSpPr txBox="1">
                <a:spLocks noRot="1" noChangeAspect="1" noMove="1" noResize="1" noEditPoints="1" noAdjustHandles="1" noChangeArrowheads="1" noChangeShapeType="1" noTextEdit="1"/>
              </p:cNvSpPr>
              <p:nvPr/>
            </p:nvSpPr>
            <p:spPr>
              <a:xfrm>
                <a:off x="5384694" y="3072066"/>
                <a:ext cx="8373959" cy="1698798"/>
              </a:xfrm>
              <a:prstGeom prst="rect">
                <a:avLst/>
              </a:prstGeom>
              <a:blipFill rotWithShape="1">
                <a:blip r:embed="rId7"/>
                <a:stretch>
                  <a:fillRect l="-6" t="-34" r="1" b="6"/>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0" grpId="0"/>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object 2"/>
              <p:cNvGraphicFramePr>
                <a:graphicFrameLocks noGrp="1"/>
              </p:cNvGraphicFramePr>
              <p:nvPr/>
            </p:nvGraphicFramePr>
            <p:xfrm>
              <a:off x="441299" y="2147570"/>
              <a:ext cx="13197839" cy="4760747"/>
            </p:xfrm>
            <a:graphic>
              <a:graphicData uri="http://schemas.openxmlformats.org/drawingml/2006/table">
                <a:tbl>
                  <a:tblPr firstRow="1" bandRow="1">
                    <a:tableStyleId>{2D5ABB26-0587-4C30-8999-92F81FD0307C}</a:tableStyleId>
                  </a:tblPr>
                  <a:tblGrid>
                    <a:gridCol w="3577590">
                      <a:extLst>
                        <a:ext uri="{9D8B030D-6E8A-4147-A177-3AD203B41FA5}">
                          <a16:colId xmlns:a16="http://schemas.microsoft.com/office/drawing/2014/main" val="20000"/>
                        </a:ext>
                      </a:extLst>
                    </a:gridCol>
                    <a:gridCol w="1408430">
                      <a:extLst>
                        <a:ext uri="{9D8B030D-6E8A-4147-A177-3AD203B41FA5}">
                          <a16:colId xmlns:a16="http://schemas.microsoft.com/office/drawing/2014/main" val="20001"/>
                        </a:ext>
                      </a:extLst>
                    </a:gridCol>
                    <a:gridCol w="2145664">
                      <a:extLst>
                        <a:ext uri="{9D8B030D-6E8A-4147-A177-3AD203B41FA5}">
                          <a16:colId xmlns:a16="http://schemas.microsoft.com/office/drawing/2014/main" val="20002"/>
                        </a:ext>
                      </a:extLst>
                    </a:gridCol>
                    <a:gridCol w="3306445">
                      <a:extLst>
                        <a:ext uri="{9D8B030D-6E8A-4147-A177-3AD203B41FA5}">
                          <a16:colId xmlns:a16="http://schemas.microsoft.com/office/drawing/2014/main" val="20003"/>
                        </a:ext>
                      </a:extLst>
                    </a:gridCol>
                    <a:gridCol w="2759710">
                      <a:extLst>
                        <a:ext uri="{9D8B030D-6E8A-4147-A177-3AD203B41FA5}">
                          <a16:colId xmlns:a16="http://schemas.microsoft.com/office/drawing/2014/main" val="20004"/>
                        </a:ext>
                      </a:extLst>
                    </a:gridCol>
                  </a:tblGrid>
                  <a:tr h="1104900">
                    <a:tc>
                      <a:txBody>
                        <a:bodyPr/>
                        <a:lstStyle/>
                        <a:p>
                          <a:pPr marL="836930" marR="725170" indent="-102870">
                            <a:lnSpc>
                              <a:spcPts val="4320"/>
                            </a:lnSpc>
                          </a:pPr>
                          <a:r>
                            <a:rPr sz="3600" b="1" spc="-5" dirty="0">
                              <a:latin typeface="Arial" panose="020B0604020202020204"/>
                              <a:cs typeface="Arial" panose="020B0604020202020204"/>
                            </a:rPr>
                            <a:t>Source</a:t>
                          </a:r>
                          <a:r>
                            <a:rPr sz="3600" b="1" spc="-6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dirty="0">
                              <a:latin typeface="Arial" panose="020B0604020202020204"/>
                              <a:cs typeface="Arial" panose="020B0604020202020204"/>
                            </a:rPr>
                            <a:t>variation</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030"/>
                            </a:spcBef>
                          </a:pPr>
                          <a:r>
                            <a:rPr sz="3600" b="1" spc="-10" dirty="0">
                              <a:latin typeface="Arial" panose="020B0604020202020204"/>
                              <a:cs typeface="Arial" panose="020B0604020202020204"/>
                            </a:rPr>
                            <a:t>df</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5580" marR="187960" indent="101600">
                            <a:lnSpc>
                              <a:spcPts val="4320"/>
                            </a:lnSpc>
                          </a:pPr>
                          <a:r>
                            <a:rPr sz="3600" b="1" dirty="0">
                              <a:latin typeface="Arial" panose="020B0604020202020204"/>
                              <a:cs typeface="Arial" panose="020B0604020202020204"/>
                            </a:rPr>
                            <a:t>Sum of </a:t>
                          </a:r>
                          <a:r>
                            <a:rPr sz="3600" b="1" spc="-990" dirty="0">
                              <a:latin typeface="Arial" panose="020B0604020202020204"/>
                              <a:cs typeface="Arial" panose="020B0604020202020204"/>
                            </a:rPr>
                            <a:t> </a:t>
                          </a:r>
                          <a:r>
                            <a:rPr sz="3600" b="1"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775335" marR="247650" indent="-520065">
                            <a:lnSpc>
                              <a:spcPts val="4320"/>
                            </a:lnSpc>
                          </a:pPr>
                          <a:r>
                            <a:rPr sz="3600" b="1" spc="-5" dirty="0">
                              <a:latin typeface="Arial" panose="020B0604020202020204"/>
                              <a:cs typeface="Arial" panose="020B0604020202020204"/>
                            </a:rPr>
                            <a:t>Mean</a:t>
                          </a:r>
                          <a:r>
                            <a:rPr sz="3600" b="1" spc="-35" dirty="0">
                              <a:latin typeface="Arial" panose="020B0604020202020204"/>
                              <a:cs typeface="Arial" panose="020B0604020202020204"/>
                            </a:rPr>
                            <a:t> </a:t>
                          </a:r>
                          <a:r>
                            <a:rPr sz="3600" b="1" spc="-5" dirty="0">
                              <a:latin typeface="Arial" panose="020B0604020202020204"/>
                              <a:cs typeface="Arial" panose="020B0604020202020204"/>
                            </a:rPr>
                            <a:t>sum</a:t>
                          </a:r>
                          <a:r>
                            <a:rPr sz="3600" b="1" spc="-3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spc="-5"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69290">
                            <a:lnSpc>
                              <a:spcPct val="100000"/>
                            </a:lnSpc>
                            <a:spcBef>
                              <a:spcPts val="2030"/>
                            </a:spcBef>
                          </a:pPr>
                          <a:r>
                            <a:rPr sz="3600" b="1" spc="-5" dirty="0">
                              <a:latin typeface="Arial" panose="020B0604020202020204"/>
                              <a:cs typeface="Arial" panose="020B0604020202020204"/>
                            </a:rPr>
                            <a:t>F-ratio</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0"/>
                      </a:ext>
                    </a:extLst>
                  </a:tr>
                  <a:tr h="1492885">
                    <a:tc>
                      <a:txBody>
                        <a:bodyPr/>
                        <a:lstStyle/>
                        <a:p>
                          <a:pPr marL="7620">
                            <a:lnSpc>
                              <a:spcPct val="100000"/>
                            </a:lnSpc>
                            <a:spcBef>
                              <a:spcPts val="3560"/>
                            </a:spcBef>
                          </a:pPr>
                          <a:r>
                            <a:rPr sz="3600" spc="-5" dirty="0">
                              <a:latin typeface="Arial MT"/>
                              <a:cs typeface="Arial MT"/>
                            </a:rPr>
                            <a:t>Between</a:t>
                          </a:r>
                          <a:r>
                            <a:rPr sz="3600" spc="-20" dirty="0">
                              <a:latin typeface="Arial MT"/>
                              <a:cs typeface="Arial MT"/>
                            </a:rPr>
                            <a:t> </a:t>
                          </a:r>
                          <a:r>
                            <a:rPr sz="3600" spc="-5" dirty="0">
                              <a:latin typeface="Arial MT"/>
                              <a:cs typeface="Arial MT"/>
                            </a:rPr>
                            <a:t>groups</a:t>
                          </a:r>
                          <a:endParaRPr sz="360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3560"/>
                            </a:spcBef>
                          </a:pPr>
                          <a:r>
                            <a:rPr sz="2400" dirty="0">
                              <a:latin typeface="Arial MT"/>
                              <a:cs typeface="Arial MT"/>
                            </a:rPr>
                            <a:t>k</a:t>
                          </a:r>
                          <a:r>
                            <a:rPr sz="2400" spc="-35" dirty="0">
                              <a:latin typeface="Arial MT"/>
                              <a:cs typeface="Arial MT"/>
                            </a:rPr>
                            <a:t> </a:t>
                          </a:r>
                          <a:r>
                            <a:rPr lang="en-IN" sz="2400" dirty="0">
                              <a:latin typeface="Arial MT"/>
                              <a:cs typeface="Arial MT"/>
                            </a:rPr>
                            <a:t>–</a:t>
                          </a:r>
                          <a:r>
                            <a:rPr sz="2400" spc="-25" dirty="0">
                              <a:latin typeface="Arial MT"/>
                              <a:cs typeface="Arial MT"/>
                            </a:rPr>
                            <a:t> </a:t>
                          </a:r>
                          <a:r>
                            <a:rPr sz="2400" spc="-5" dirty="0">
                              <a:latin typeface="Arial MT"/>
                              <a:cs typeface="Arial MT"/>
                            </a:rPr>
                            <a:t>1</a:t>
                          </a:r>
                          <a:r>
                            <a:rPr lang="en-IN" sz="2400" spc="-5" dirty="0">
                              <a:latin typeface="Arial MT"/>
                              <a:cs typeface="Arial MT"/>
                            </a:rPr>
                            <a:t> =2</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3560"/>
                            </a:spcBef>
                          </a:pPr>
                          <a:r>
                            <a:rPr lang="en-US" sz="2400" dirty="0">
                              <a:latin typeface="Arial MT"/>
                              <a:cs typeface="Arial MT"/>
                            </a:rPr>
                            <a:t>SSTR</a:t>
                          </a:r>
                          <a:r>
                            <a:rPr lang="en-IN" sz="2400" dirty="0">
                              <a:latin typeface="Arial MT"/>
                              <a:cs typeface="Arial MT"/>
                            </a:rPr>
                            <a:t> =40</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nSpc>
                              <a:spcPct val="100000"/>
                            </a:lnSpc>
                          </a:pPr>
                          <a:endParaRPr lang="en-US" sz="2400" b="0" i="1" dirty="0">
                            <a:latin typeface="Cambria Math" panose="02040503050406030204" pitchFamily="18" charset="0"/>
                            <a:cs typeface="Times New Roman" panose="02020603050405020304"/>
                          </a:endParaRPr>
                        </a:p>
                        <a:p>
                          <a:pPr>
                            <a:lnSpc>
                              <a:spcPct val="100000"/>
                            </a:lnSpc>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cs typeface="Times New Roman" panose="02020603050405020304"/>
                                  </a:rPr>
                                  <m:t>𝑴𝑺𝑻𝑹</m:t>
                                </m:r>
                                <m:r>
                                  <a:rPr lang="en-US" sz="2400" b="1" i="1" smtClean="0">
                                    <a:latin typeface="Cambria Math" panose="02040503050406030204" pitchFamily="18" charset="0"/>
                                    <a:cs typeface="Times New Roman" panose="02020603050405020304"/>
                                  </a:rPr>
                                  <m:t>=</m:t>
                                </m:r>
                                <m:f>
                                  <m:fPr>
                                    <m:ctrlPr>
                                      <a:rPr lang="en-US" sz="2400" b="1" i="1" smtClean="0">
                                        <a:latin typeface="Cambria Math" panose="02040503050406030204" pitchFamily="18" charset="0"/>
                                        <a:cs typeface="Times New Roman" panose="02020603050405020304"/>
                                      </a:rPr>
                                    </m:ctrlPr>
                                  </m:fPr>
                                  <m:num>
                                    <m:r>
                                      <a:rPr lang="en-US" sz="2400" b="1" i="1" smtClean="0">
                                        <a:latin typeface="Cambria Math" panose="02040503050406030204" pitchFamily="18" charset="0"/>
                                        <a:cs typeface="Times New Roman" panose="02020603050405020304"/>
                                      </a:rPr>
                                      <m:t>𝑺𝑺𝑻𝑹</m:t>
                                    </m:r>
                                  </m:num>
                                  <m:den>
                                    <m:r>
                                      <a:rPr lang="en-US" sz="2400" b="1" i="1" smtClean="0">
                                        <a:latin typeface="Cambria Math" panose="02040503050406030204" pitchFamily="18" charset="0"/>
                                        <a:cs typeface="Times New Roman" panose="02020603050405020304"/>
                                      </a:rPr>
                                      <m:t>𝒌</m:t>
                                    </m:r>
                                    <m:r>
                                      <a:rPr lang="en-US" sz="2400" b="1" i="1" smtClean="0">
                                        <a:latin typeface="Cambria Math" panose="02040503050406030204" pitchFamily="18" charset="0"/>
                                        <a:cs typeface="Times New Roman" panose="02020603050405020304"/>
                                      </a:rPr>
                                      <m:t>−</m:t>
                                    </m:r>
                                    <m:r>
                                      <a:rPr lang="en-US" sz="2400" b="1" i="1" smtClean="0">
                                        <a:latin typeface="Cambria Math" panose="02040503050406030204" pitchFamily="18" charset="0"/>
                                        <a:cs typeface="Times New Roman" panose="02020603050405020304"/>
                                      </a:rPr>
                                      <m:t>𝟏</m:t>
                                    </m:r>
                                  </m:den>
                                </m:f>
                                <m:r>
                                  <a:rPr lang="en-US" sz="2400" b="1" i="1" smtClean="0">
                                    <a:latin typeface="Cambria Math" panose="02040503050406030204" pitchFamily="18" charset="0"/>
                                    <a:cs typeface="Times New Roman" panose="02020603050405020304"/>
                                  </a:rPr>
                                  <m:t>=</m:t>
                                </m:r>
                                <m:r>
                                  <a:rPr lang="en-US" sz="2400" b="1" i="1" smtClean="0">
                                    <a:latin typeface="Cambria Math" panose="02040503050406030204" pitchFamily="18" charset="0"/>
                                    <a:cs typeface="Times New Roman" panose="02020603050405020304"/>
                                  </a:rPr>
                                  <m:t>𝟐𝟎</m:t>
                                </m:r>
                              </m:oMath>
                            </m:oMathPara>
                          </a14:m>
                          <a:endParaRPr sz="2400" b="1"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rowSpan="2">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1"/>
                      </a:ext>
                    </a:extLst>
                  </a:tr>
                  <a:tr h="1256030">
                    <a:tc>
                      <a:txBody>
                        <a:bodyPr/>
                        <a:lstStyle/>
                        <a:p>
                          <a:pPr marL="7620">
                            <a:lnSpc>
                              <a:spcPct val="100000"/>
                            </a:lnSpc>
                            <a:spcBef>
                              <a:spcPts val="2630"/>
                            </a:spcBef>
                          </a:pPr>
                          <a:r>
                            <a:rPr sz="3600" spc="-5" dirty="0">
                              <a:latin typeface="Arial MT"/>
                              <a:cs typeface="Arial MT"/>
                            </a:rPr>
                            <a:t>Within</a:t>
                          </a:r>
                          <a:r>
                            <a:rPr sz="3600" spc="-30" dirty="0">
                              <a:latin typeface="Arial MT"/>
                              <a:cs typeface="Arial MT"/>
                            </a:rPr>
                            <a:t> </a:t>
                          </a:r>
                          <a:r>
                            <a:rPr sz="3600" dirty="0">
                              <a:latin typeface="Arial MT"/>
                              <a:cs typeface="Arial MT"/>
                            </a:rPr>
                            <a:t>groups</a:t>
                          </a:r>
                          <a:endParaRPr sz="360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630"/>
                            </a:spcBef>
                          </a:pPr>
                          <a:r>
                            <a:rPr sz="2400" spc="-5" dirty="0">
                              <a:latin typeface="Arial MT"/>
                              <a:cs typeface="Arial MT"/>
                            </a:rPr>
                            <a:t>n</a:t>
                          </a:r>
                          <a:r>
                            <a:rPr sz="2400" spc="-35" dirty="0">
                              <a:latin typeface="Arial MT"/>
                              <a:cs typeface="Arial MT"/>
                            </a:rPr>
                            <a:t> </a:t>
                          </a:r>
                          <a:r>
                            <a:rPr lang="en-IN" sz="2400" dirty="0">
                              <a:latin typeface="Arial MT"/>
                              <a:cs typeface="Arial MT"/>
                            </a:rPr>
                            <a:t>–</a:t>
                          </a:r>
                          <a:r>
                            <a:rPr sz="2400" spc="-35" dirty="0">
                              <a:latin typeface="Arial MT"/>
                              <a:cs typeface="Arial MT"/>
                            </a:rPr>
                            <a:t> </a:t>
                          </a:r>
                          <a:r>
                            <a:rPr sz="2400" dirty="0">
                              <a:latin typeface="Arial MT"/>
                              <a:cs typeface="Arial MT"/>
                            </a:rPr>
                            <a:t>k</a:t>
                          </a:r>
                          <a:r>
                            <a:rPr lang="en-IN" sz="2400" dirty="0">
                              <a:latin typeface="Arial MT"/>
                              <a:cs typeface="Arial MT"/>
                            </a:rPr>
                            <a:t> =12</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2630"/>
                            </a:spcBef>
                          </a:pPr>
                          <a:r>
                            <a:rPr lang="en-US" sz="2400" dirty="0">
                              <a:latin typeface="Arial MT"/>
                              <a:cs typeface="Arial MT"/>
                            </a:rPr>
                            <a:t>SSE</a:t>
                          </a:r>
                          <a:r>
                            <a:rPr lang="en-IN" sz="2400" dirty="0">
                              <a:latin typeface="Arial MT"/>
                              <a:cs typeface="Arial MT"/>
                            </a:rPr>
                            <a:t> =60</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0" marR="0" indent="0" algn="ctr" defTabSz="91440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ar-AE" sz="2400" b="1" i="1" smtClean="0">
                                    <a:latin typeface="Cambria Math" panose="02040503050406030204" pitchFamily="18" charset="0"/>
                                    <a:cs typeface="Times New Roman" panose="02020603050405020304"/>
                                  </a:rPr>
                                  <m:t>𝑴𝑺𝑬</m:t>
                                </m:r>
                                <m:r>
                                  <a:rPr lang="en-US" altLang="ar-AE" sz="2400" b="1" i="1" smtClean="0">
                                    <a:latin typeface="Cambria Math" panose="02040503050406030204" pitchFamily="18" charset="0"/>
                                    <a:cs typeface="Times New Roman" panose="02020603050405020304"/>
                                  </a:rPr>
                                  <m:t>=</m:t>
                                </m:r>
                                <m:f>
                                  <m:fPr>
                                    <m:ctrlPr>
                                      <a:rPr lang="ar-AE" sz="2400" b="1" i="1" smtClean="0">
                                        <a:latin typeface="Cambria Math" panose="02040503050406030204" pitchFamily="18" charset="0"/>
                                        <a:cs typeface="Times New Roman" panose="02020603050405020304"/>
                                      </a:rPr>
                                    </m:ctrlPr>
                                  </m:fPr>
                                  <m:num>
                                    <m:r>
                                      <a:rPr lang="ar-AE" sz="2400" b="1" i="1" smtClean="0">
                                        <a:latin typeface="Cambria Math" panose="02040503050406030204" pitchFamily="18" charset="0"/>
                                        <a:cs typeface="Times New Roman" panose="02020603050405020304"/>
                                      </a:rPr>
                                      <m:t>𝑺𝑺</m:t>
                                    </m:r>
                                    <m:r>
                                      <a:rPr lang="en-US" altLang="ar-AE" sz="2400" b="1" i="1" smtClean="0">
                                        <a:latin typeface="Cambria Math" panose="02040503050406030204" pitchFamily="18" charset="0"/>
                                        <a:cs typeface="Times New Roman" panose="02020603050405020304"/>
                                      </a:rPr>
                                      <m:t>𝑺𝑺𝑬</m:t>
                                    </m:r>
                                  </m:num>
                                  <m:den>
                                    <m:r>
                                      <a:rPr lang="en-US" sz="2400" b="1" i="1" smtClean="0">
                                        <a:latin typeface="Cambria Math" panose="02040503050406030204" pitchFamily="18" charset="0"/>
                                        <a:cs typeface="Times New Roman" panose="02020603050405020304"/>
                                      </a:rPr>
                                      <m:t>𝒏</m:t>
                                    </m:r>
                                    <m:r>
                                      <a:rPr lang="en-US" sz="2400" b="1" i="1" smtClean="0">
                                        <a:latin typeface="Cambria Math" panose="02040503050406030204" pitchFamily="18" charset="0"/>
                                        <a:cs typeface="Times New Roman" panose="02020603050405020304"/>
                                      </a:rPr>
                                      <m:t>−</m:t>
                                    </m:r>
                                    <m:r>
                                      <a:rPr lang="en-US" sz="2400" b="1" i="1" smtClean="0">
                                        <a:latin typeface="Cambria Math" panose="02040503050406030204" pitchFamily="18" charset="0"/>
                                        <a:cs typeface="Times New Roman" panose="02020603050405020304"/>
                                      </a:rPr>
                                      <m:t>𝒌</m:t>
                                    </m:r>
                                  </m:den>
                                </m:f>
                                <m:r>
                                  <a:rPr lang="ar-AE" sz="2400" b="1" i="1" smtClean="0">
                                    <a:latin typeface="Cambria Math" panose="02040503050406030204" pitchFamily="18" charset="0"/>
                                    <a:cs typeface="Times New Roman" panose="02020603050405020304"/>
                                  </a:rPr>
                                  <m:t>=</m:t>
                                </m:r>
                                <m:r>
                                  <a:rPr lang="en-US" sz="2400" b="1" i="1" smtClean="0">
                                    <a:latin typeface="Cambria Math" panose="02040503050406030204" pitchFamily="18" charset="0"/>
                                    <a:cs typeface="Times New Roman" panose="02020603050405020304"/>
                                  </a:rPr>
                                  <m:t>𝟓</m:t>
                                </m:r>
                              </m:oMath>
                            </m:oMathPara>
                          </a14:m>
                          <a:endParaRPr lang="ar-AE" sz="2400" b="1"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vMerge="1">
                      <a:txBody>
                        <a:bodyPr/>
                        <a:lstStyle/>
                        <a:p>
                          <a:endParaRPr lang="en-US"/>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2"/>
                      </a:ext>
                    </a:extLst>
                  </a:tr>
                  <a:tr h="906932">
                    <a:tc>
                      <a:txBody>
                        <a:bodyPr/>
                        <a:lstStyle/>
                        <a:p>
                          <a:pPr marL="635" algn="ctr">
                            <a:lnSpc>
                              <a:spcPct val="100000"/>
                            </a:lnSpc>
                            <a:spcBef>
                              <a:spcPts val="1260"/>
                            </a:spcBef>
                          </a:pPr>
                          <a:r>
                            <a:rPr sz="3600" spc="-85" dirty="0">
                              <a:latin typeface="Arial MT"/>
                              <a:cs typeface="Arial MT"/>
                            </a:rPr>
                            <a:t>Total</a:t>
                          </a:r>
                          <a:endParaRPr sz="3600">
                            <a:latin typeface="Arial MT"/>
                            <a:cs typeface="Arial MT"/>
                          </a:endParaRPr>
                        </a:p>
                      </a:txBody>
                      <a:tcPr marL="0" marR="0" marT="1600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1260"/>
                            </a:spcBef>
                          </a:pPr>
                          <a:endParaRPr sz="2400" dirty="0">
                            <a:latin typeface="Arial MT"/>
                            <a:cs typeface="Arial MT"/>
                          </a:endParaRPr>
                        </a:p>
                      </a:txBody>
                      <a:tcPr marL="0" marR="0" marT="1600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1260"/>
                            </a:spcBef>
                          </a:pPr>
                          <a:r>
                            <a:rPr sz="2400" dirty="0">
                              <a:latin typeface="Arial MT"/>
                              <a:cs typeface="Arial MT"/>
                            </a:rPr>
                            <a:t>SS</a:t>
                          </a:r>
                          <a:r>
                            <a:rPr lang="en-US" sz="2400" dirty="0">
                              <a:latin typeface="Arial MT"/>
                              <a:cs typeface="Arial MT"/>
                            </a:rPr>
                            <a:t>T</a:t>
                          </a:r>
                          <a:r>
                            <a:rPr lang="en-IN" sz="2400" dirty="0">
                              <a:latin typeface="Arial MT"/>
                              <a:cs typeface="Arial MT"/>
                            </a:rPr>
                            <a:t> =100</a:t>
                          </a:r>
                          <a:endParaRPr sz="2400" dirty="0">
                            <a:latin typeface="Arial MT"/>
                            <a:cs typeface="Arial MT"/>
                          </a:endParaRPr>
                        </a:p>
                      </a:txBody>
                      <a:tcPr marL="0" marR="0" marT="1600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gridSpan="2">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hMerge="1">
                      <a:txBody>
                        <a:bodyPr/>
                        <a:lstStyle/>
                        <a:p>
                          <a:endParaRPr lang="en-US"/>
                        </a:p>
                      </a:txBody>
                      <a:tcPr marL="0" marR="0" marT="0" marB="0"/>
                    </a:tc>
                    <a:extLst>
                      <a:ext uri="{0D108BD9-81ED-4DB2-BD59-A6C34878D82A}">
                        <a16:rowId xmlns:a16="http://schemas.microsoft.com/office/drawing/2014/main" val="10003"/>
                      </a:ext>
                    </a:extLst>
                  </a:tr>
                </a:tbl>
              </a:graphicData>
            </a:graphic>
          </p:graphicFrame>
        </mc:Choice>
        <mc:Fallback xmlns="">
          <p:graphicFrame>
            <p:nvGraphicFramePr>
              <p:cNvPr id="2" name="object 2"/>
              <p:cNvGraphicFramePr>
                <a:graphicFrameLocks noGrp="1"/>
              </p:cNvGraphicFramePr>
              <p:nvPr/>
            </p:nvGraphicFramePr>
            <p:xfrm>
              <a:off x="441299" y="2147570"/>
              <a:ext cx="13197839" cy="4760747"/>
            </p:xfrm>
            <a:graphic>
              <a:graphicData uri="http://schemas.openxmlformats.org/drawingml/2006/table">
                <a:tbl>
                  <a:tblPr firstRow="1" bandRow="1">
                    <a:tableStyleId>{2D5ABB26-0587-4C30-8999-92F81FD0307C}</a:tableStyleId>
                  </a:tblPr>
                  <a:tblGrid>
                    <a:gridCol w="3577590"/>
                    <a:gridCol w="1408430"/>
                    <a:gridCol w="2145664"/>
                    <a:gridCol w="3306445"/>
                    <a:gridCol w="2759710"/>
                  </a:tblGrid>
                  <a:tr h="1104900">
                    <a:tc>
                      <a:txBody>
                        <a:bodyPr/>
                        <a:lstStyle/>
                        <a:p>
                          <a:pPr marL="836930" marR="725170" indent="-102870">
                            <a:lnSpc>
                              <a:spcPts val="4320"/>
                            </a:lnSpc>
                          </a:pPr>
                          <a:r>
                            <a:rPr sz="3600" b="1" spc="-5" dirty="0">
                              <a:latin typeface="Arial" panose="020B0604020202020204"/>
                              <a:cs typeface="Arial" panose="020B0604020202020204"/>
                            </a:rPr>
                            <a:t>Source</a:t>
                          </a:r>
                          <a:r>
                            <a:rPr sz="3600" b="1" spc="-6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dirty="0">
                              <a:latin typeface="Arial" panose="020B0604020202020204"/>
                              <a:cs typeface="Arial" panose="020B0604020202020204"/>
                            </a:rPr>
                            <a:t>variation</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030"/>
                            </a:spcBef>
                          </a:pPr>
                          <a:r>
                            <a:rPr sz="3600" b="1" spc="-10" dirty="0">
                              <a:latin typeface="Arial" panose="020B0604020202020204"/>
                              <a:cs typeface="Arial" panose="020B0604020202020204"/>
                            </a:rPr>
                            <a:t>df</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5580" marR="187960" indent="101600">
                            <a:lnSpc>
                              <a:spcPts val="4320"/>
                            </a:lnSpc>
                          </a:pPr>
                          <a:r>
                            <a:rPr sz="3600" b="1" dirty="0">
                              <a:latin typeface="Arial" panose="020B0604020202020204"/>
                              <a:cs typeface="Arial" panose="020B0604020202020204"/>
                            </a:rPr>
                            <a:t>Sum of </a:t>
                          </a:r>
                          <a:r>
                            <a:rPr sz="3600" b="1" spc="-990" dirty="0">
                              <a:latin typeface="Arial" panose="020B0604020202020204"/>
                              <a:cs typeface="Arial" panose="020B0604020202020204"/>
                            </a:rPr>
                            <a:t> </a:t>
                          </a:r>
                          <a:r>
                            <a:rPr sz="3600" b="1"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775335" marR="247650" indent="-520065">
                            <a:lnSpc>
                              <a:spcPts val="4320"/>
                            </a:lnSpc>
                          </a:pPr>
                          <a:r>
                            <a:rPr sz="3600" b="1" spc="-5" dirty="0">
                              <a:latin typeface="Arial" panose="020B0604020202020204"/>
                              <a:cs typeface="Arial" panose="020B0604020202020204"/>
                            </a:rPr>
                            <a:t>Mean</a:t>
                          </a:r>
                          <a:r>
                            <a:rPr sz="3600" b="1" spc="-35" dirty="0">
                              <a:latin typeface="Arial" panose="020B0604020202020204"/>
                              <a:cs typeface="Arial" panose="020B0604020202020204"/>
                            </a:rPr>
                            <a:t> </a:t>
                          </a:r>
                          <a:r>
                            <a:rPr sz="3600" b="1" spc="-5" dirty="0">
                              <a:latin typeface="Arial" panose="020B0604020202020204"/>
                              <a:cs typeface="Arial" panose="020B0604020202020204"/>
                            </a:rPr>
                            <a:t>sum</a:t>
                          </a:r>
                          <a:r>
                            <a:rPr sz="3600" b="1" spc="-3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spc="-5"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69290">
                            <a:lnSpc>
                              <a:spcPct val="100000"/>
                            </a:lnSpc>
                            <a:spcBef>
                              <a:spcPts val="2030"/>
                            </a:spcBef>
                          </a:pPr>
                          <a:r>
                            <a:rPr sz="3600" b="1" spc="-5" dirty="0">
                              <a:latin typeface="Arial" panose="020B0604020202020204"/>
                              <a:cs typeface="Arial" panose="020B0604020202020204"/>
                            </a:rPr>
                            <a:t>F-ratio</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r>
                  <a:tr h="1492885">
                    <a:tc>
                      <a:txBody>
                        <a:bodyPr/>
                        <a:lstStyle/>
                        <a:p>
                          <a:pPr marL="7620">
                            <a:lnSpc>
                              <a:spcPct val="100000"/>
                            </a:lnSpc>
                            <a:spcBef>
                              <a:spcPts val="3560"/>
                            </a:spcBef>
                          </a:pPr>
                          <a:r>
                            <a:rPr sz="3600" spc="-5" dirty="0">
                              <a:latin typeface="Arial MT"/>
                              <a:cs typeface="Arial MT"/>
                            </a:rPr>
                            <a:t>Between</a:t>
                          </a:r>
                          <a:r>
                            <a:rPr sz="3600" spc="-20" dirty="0">
                              <a:latin typeface="Arial MT"/>
                              <a:cs typeface="Arial MT"/>
                            </a:rPr>
                            <a:t> </a:t>
                          </a:r>
                          <a:r>
                            <a:rPr sz="3600" spc="-5" dirty="0">
                              <a:latin typeface="Arial MT"/>
                              <a:cs typeface="Arial MT"/>
                            </a:rPr>
                            <a:t>groups</a:t>
                          </a:r>
                          <a:endParaRPr sz="360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3560"/>
                            </a:spcBef>
                          </a:pPr>
                          <a:r>
                            <a:rPr sz="2400" dirty="0">
                              <a:latin typeface="Arial MT"/>
                              <a:cs typeface="Arial MT"/>
                            </a:rPr>
                            <a:t>k</a:t>
                          </a:r>
                          <a:r>
                            <a:rPr sz="2400" spc="-35" dirty="0">
                              <a:latin typeface="Arial MT"/>
                              <a:cs typeface="Arial MT"/>
                            </a:rPr>
                            <a:t> </a:t>
                          </a:r>
                          <a:r>
                            <a:rPr lang="en-IN" sz="2400" dirty="0">
                              <a:latin typeface="Arial MT"/>
                              <a:cs typeface="Arial MT"/>
                            </a:rPr>
                            <a:t>–</a:t>
                          </a:r>
                          <a:r>
                            <a:rPr sz="2400" spc="-25" dirty="0">
                              <a:latin typeface="Arial MT"/>
                              <a:cs typeface="Arial MT"/>
                            </a:rPr>
                            <a:t> </a:t>
                          </a:r>
                          <a:r>
                            <a:rPr sz="2400" spc="-5" dirty="0">
                              <a:latin typeface="Arial MT"/>
                              <a:cs typeface="Arial MT"/>
                            </a:rPr>
                            <a:t>1</a:t>
                          </a:r>
                          <a:r>
                            <a:rPr lang="en-IN" sz="2400" spc="-5" dirty="0">
                              <a:latin typeface="Arial MT"/>
                              <a:cs typeface="Arial MT"/>
                            </a:rPr>
                            <a:t> =2</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3560"/>
                            </a:spcBef>
                          </a:pPr>
                          <a:r>
                            <a:rPr lang="en-US" sz="2400" dirty="0" smtClean="0">
                              <a:latin typeface="Arial MT"/>
                              <a:cs typeface="Arial MT"/>
                            </a:rPr>
                            <a:t>SSTR</a:t>
                          </a:r>
                          <a:r>
                            <a:rPr lang="en-IN" sz="2400" dirty="0" smtClean="0">
                              <a:latin typeface="Arial MT"/>
                              <a:cs typeface="Arial MT"/>
                            </a:rPr>
                            <a:t> </a:t>
                          </a:r>
                          <a:r>
                            <a:rPr lang="en-IN" sz="2400" dirty="0">
                              <a:latin typeface="Arial MT"/>
                              <a:cs typeface="Arial MT"/>
                            </a:rPr>
                            <a:t>=40</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endParaRPr lang="en-US"/>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blipFill>
                          <a:blip r:embed="rId2"/>
                        </a:blipFill>
                      </a:tcPr>
                    </a:tc>
                    <a:tc rowSpan="2">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r>
                  <a:tr h="1256030">
                    <a:tc>
                      <a:txBody>
                        <a:bodyPr/>
                        <a:lstStyle/>
                        <a:p>
                          <a:pPr marL="7620">
                            <a:lnSpc>
                              <a:spcPct val="100000"/>
                            </a:lnSpc>
                            <a:spcBef>
                              <a:spcPts val="2630"/>
                            </a:spcBef>
                          </a:pPr>
                          <a:r>
                            <a:rPr sz="3600" spc="-5" dirty="0">
                              <a:latin typeface="Arial MT"/>
                              <a:cs typeface="Arial MT"/>
                            </a:rPr>
                            <a:t>Within</a:t>
                          </a:r>
                          <a:r>
                            <a:rPr sz="3600" spc="-30" dirty="0">
                              <a:latin typeface="Arial MT"/>
                              <a:cs typeface="Arial MT"/>
                            </a:rPr>
                            <a:t> </a:t>
                          </a:r>
                          <a:r>
                            <a:rPr sz="3600" dirty="0">
                              <a:latin typeface="Arial MT"/>
                              <a:cs typeface="Arial MT"/>
                            </a:rPr>
                            <a:t>groups</a:t>
                          </a:r>
                          <a:endParaRPr sz="360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630"/>
                            </a:spcBef>
                          </a:pPr>
                          <a:r>
                            <a:rPr sz="2400" spc="-5" dirty="0">
                              <a:latin typeface="Arial MT"/>
                              <a:cs typeface="Arial MT"/>
                            </a:rPr>
                            <a:t>n</a:t>
                          </a:r>
                          <a:r>
                            <a:rPr sz="2400" spc="-35" dirty="0">
                              <a:latin typeface="Arial MT"/>
                              <a:cs typeface="Arial MT"/>
                            </a:rPr>
                            <a:t> </a:t>
                          </a:r>
                          <a:r>
                            <a:rPr lang="en-IN" sz="2400" dirty="0">
                              <a:latin typeface="Arial MT"/>
                              <a:cs typeface="Arial MT"/>
                            </a:rPr>
                            <a:t>–</a:t>
                          </a:r>
                          <a:r>
                            <a:rPr sz="2400" spc="-35" dirty="0">
                              <a:latin typeface="Arial MT"/>
                              <a:cs typeface="Arial MT"/>
                            </a:rPr>
                            <a:t> </a:t>
                          </a:r>
                          <a:r>
                            <a:rPr sz="2400" dirty="0">
                              <a:latin typeface="Arial MT"/>
                              <a:cs typeface="Arial MT"/>
                            </a:rPr>
                            <a:t>k</a:t>
                          </a:r>
                          <a:r>
                            <a:rPr lang="en-IN" sz="2400" dirty="0">
                              <a:latin typeface="Arial MT"/>
                              <a:cs typeface="Arial MT"/>
                            </a:rPr>
                            <a:t> =12</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2630"/>
                            </a:spcBef>
                          </a:pPr>
                          <a:r>
                            <a:rPr lang="en-US" sz="2400" dirty="0" smtClean="0">
                              <a:latin typeface="Arial MT"/>
                              <a:cs typeface="Arial MT"/>
                            </a:rPr>
                            <a:t>SSE</a:t>
                          </a:r>
                          <a:r>
                            <a:rPr lang="en-IN" sz="2400" dirty="0" smtClean="0">
                              <a:latin typeface="Arial MT"/>
                              <a:cs typeface="Arial MT"/>
                            </a:rPr>
                            <a:t> </a:t>
                          </a:r>
                          <a:r>
                            <a:rPr lang="en-IN" sz="2400" dirty="0">
                              <a:latin typeface="Arial MT"/>
                              <a:cs typeface="Arial MT"/>
                            </a:rPr>
                            <a:t>=60</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endParaRPr lang="en-US"/>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blipFill>
                          <a:blip r:embed="rId2"/>
                        </a:blipFill>
                      </a:tcPr>
                    </a:tc>
                    <a:tc vMerge="1">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r>
                  <a:tr h="906932">
                    <a:tc>
                      <a:txBody>
                        <a:bodyPr/>
                        <a:lstStyle/>
                        <a:p>
                          <a:pPr marL="635" algn="ctr">
                            <a:lnSpc>
                              <a:spcPct val="100000"/>
                            </a:lnSpc>
                            <a:spcBef>
                              <a:spcPts val="1260"/>
                            </a:spcBef>
                          </a:pPr>
                          <a:r>
                            <a:rPr sz="3600" spc="-85" dirty="0">
                              <a:latin typeface="Arial MT"/>
                              <a:cs typeface="Arial MT"/>
                            </a:rPr>
                            <a:t>Total</a:t>
                          </a:r>
                          <a:endParaRPr sz="3600">
                            <a:latin typeface="Arial MT"/>
                            <a:cs typeface="Arial MT"/>
                          </a:endParaRPr>
                        </a:p>
                      </a:txBody>
                      <a:tcPr marL="0" marR="0" marT="1600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1260"/>
                            </a:spcBef>
                          </a:pPr>
                          <a:endParaRPr sz="2400" dirty="0">
                            <a:latin typeface="Arial MT"/>
                            <a:cs typeface="Arial MT"/>
                          </a:endParaRPr>
                        </a:p>
                      </a:txBody>
                      <a:tcPr marL="0" marR="0" marT="1600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1260"/>
                            </a:spcBef>
                          </a:pPr>
                          <a:r>
                            <a:rPr sz="2400" dirty="0" smtClean="0">
                              <a:latin typeface="Arial MT"/>
                              <a:cs typeface="Arial MT"/>
                            </a:rPr>
                            <a:t>SS</a:t>
                          </a:r>
                          <a:r>
                            <a:rPr lang="en-US" sz="2400" dirty="0" smtClean="0">
                              <a:latin typeface="Arial MT"/>
                              <a:cs typeface="Arial MT"/>
                            </a:rPr>
                            <a:t>T</a:t>
                          </a:r>
                          <a:r>
                            <a:rPr lang="en-IN" sz="2400" dirty="0" smtClean="0">
                              <a:latin typeface="Arial MT"/>
                              <a:cs typeface="Arial MT"/>
                            </a:rPr>
                            <a:t> </a:t>
                          </a:r>
                          <a:r>
                            <a:rPr lang="en-IN" sz="2400" dirty="0">
                              <a:latin typeface="Arial MT"/>
                              <a:cs typeface="Arial MT"/>
                            </a:rPr>
                            <a:t>=100</a:t>
                          </a:r>
                          <a:endParaRPr sz="2400" dirty="0">
                            <a:latin typeface="Arial MT"/>
                            <a:cs typeface="Arial MT"/>
                          </a:endParaRPr>
                        </a:p>
                      </a:txBody>
                      <a:tcPr marL="0" marR="0" marT="1600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gridSpan="2">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hMerge="1">
                      <a:tcPr marL="0" marR="0" marT="0" marB="0"/>
                    </a:tc>
                  </a:tr>
                </a:tbl>
              </a:graphicData>
            </a:graphic>
          </p:graphicFrame>
        </mc:Fallback>
      </mc:AlternateContent>
      <p:sp>
        <p:nvSpPr>
          <p:cNvPr id="3" name="object 3"/>
          <p:cNvSpPr txBox="1"/>
          <p:nvPr/>
        </p:nvSpPr>
        <p:spPr>
          <a:xfrm>
            <a:off x="0" y="76200"/>
            <a:ext cx="8185150" cy="879087"/>
          </a:xfrm>
          <a:prstGeom prst="rect">
            <a:avLst/>
          </a:prstGeom>
        </p:spPr>
        <p:txBody>
          <a:bodyPr vert="horz" wrap="square" lIns="0" tIns="321945" rIns="0" bIns="0" rtlCol="0">
            <a:spAutoFit/>
          </a:bodyPr>
          <a:lstStyle/>
          <a:p>
            <a:pPr marL="833755" algn="ctr">
              <a:lnSpc>
                <a:spcPct val="100000"/>
              </a:lnSpc>
              <a:spcBef>
                <a:spcPts val="2430"/>
              </a:spcBef>
            </a:pPr>
            <a:r>
              <a:rPr sz="3600" b="1" spc="-5" dirty="0">
                <a:solidFill>
                  <a:schemeClr val="bg1"/>
                </a:solidFill>
                <a:cs typeface="Arial" panose="020B0604020202020204"/>
              </a:rPr>
              <a:t>One-way</a:t>
            </a:r>
            <a:r>
              <a:rPr sz="3600" b="1" spc="-160" dirty="0">
                <a:solidFill>
                  <a:schemeClr val="bg1"/>
                </a:solidFill>
                <a:cs typeface="Arial" panose="020B0604020202020204"/>
              </a:rPr>
              <a:t> </a:t>
            </a:r>
            <a:r>
              <a:rPr sz="3600" b="1" spc="-55" dirty="0">
                <a:solidFill>
                  <a:schemeClr val="bg1"/>
                </a:solidFill>
                <a:cs typeface="Arial" panose="020B0604020202020204"/>
              </a:rPr>
              <a:t>ANOVA</a:t>
            </a:r>
            <a:r>
              <a:rPr sz="3600" b="1" spc="-150" dirty="0">
                <a:solidFill>
                  <a:schemeClr val="bg1"/>
                </a:solidFill>
                <a:cs typeface="Arial" panose="020B0604020202020204"/>
              </a:rPr>
              <a:t> </a:t>
            </a:r>
            <a:r>
              <a:rPr sz="3600" b="1" dirty="0">
                <a:solidFill>
                  <a:schemeClr val="bg1"/>
                </a:solidFill>
                <a:cs typeface="Arial" panose="020B0604020202020204"/>
              </a:rPr>
              <a:t>table</a:t>
            </a:r>
            <a:endParaRPr sz="3600" dirty="0">
              <a:solidFill>
                <a:schemeClr val="bg1"/>
              </a:solidFill>
              <a:cs typeface="Arial" panose="020B0604020202020204"/>
            </a:endParaRPr>
          </a:p>
        </p:txBody>
      </p:sp>
      <p:pic>
        <p:nvPicPr>
          <p:cNvPr id="7" name="object 7"/>
          <p:cNvPicPr/>
          <p:nvPr/>
        </p:nvPicPr>
        <p:blipFill>
          <a:blip r:embed="rId3" cstate="print"/>
          <a:stretch>
            <a:fillRect/>
          </a:stretch>
        </p:blipFill>
        <p:spPr>
          <a:xfrm>
            <a:off x="7772014" y="6325209"/>
            <a:ext cx="5705102" cy="275783"/>
          </a:xfrm>
          <a:prstGeom prst="rect">
            <a:avLst/>
          </a:prstGeom>
        </p:spPr>
      </p:pic>
      <p:sp>
        <p:nvSpPr>
          <p:cNvPr id="18" name="TextBox 17"/>
          <p:cNvSpPr txBox="1"/>
          <p:nvPr/>
        </p:nvSpPr>
        <p:spPr>
          <a:xfrm>
            <a:off x="160782" y="6982115"/>
            <a:ext cx="7438383" cy="461665"/>
          </a:xfrm>
          <a:prstGeom prst="rect">
            <a:avLst/>
          </a:prstGeom>
          <a:noFill/>
        </p:spPr>
        <p:txBody>
          <a:bodyPr wrap="none" rtlCol="0">
            <a:spAutoFit/>
          </a:bodyPr>
          <a:lstStyle/>
          <a:p>
            <a:r>
              <a:rPr lang="en-US" sz="2400" dirty="0">
                <a:latin typeface="Arial MT"/>
                <a:cs typeface="Arial MT"/>
              </a:rPr>
              <a:t>For</a:t>
            </a:r>
            <a:r>
              <a:rPr lang="en-US" sz="2400" spc="5" dirty="0">
                <a:latin typeface="Arial MT"/>
                <a:cs typeface="Arial MT"/>
              </a:rPr>
              <a:t> </a:t>
            </a:r>
            <a:r>
              <a:rPr lang="en-US" sz="2400" spc="-1095" dirty="0">
                <a:latin typeface="Arial MT"/>
                <a:cs typeface="Arial MT"/>
              </a:rPr>
              <a:t>α</a:t>
            </a:r>
            <a:r>
              <a:rPr lang="en-US" sz="2400" spc="-10" dirty="0">
                <a:latin typeface="Arial MT"/>
                <a:cs typeface="Arial MT"/>
              </a:rPr>
              <a:t>  </a:t>
            </a:r>
            <a:r>
              <a:rPr lang="en-US" sz="2400" dirty="0">
                <a:latin typeface="Arial MT"/>
                <a:cs typeface="Arial MT"/>
              </a:rPr>
              <a:t>=</a:t>
            </a:r>
            <a:r>
              <a:rPr lang="en-US" sz="2400" spc="-15" dirty="0">
                <a:latin typeface="Arial MT"/>
                <a:cs typeface="Arial MT"/>
              </a:rPr>
              <a:t> </a:t>
            </a:r>
            <a:r>
              <a:rPr lang="en-US" sz="2400" dirty="0">
                <a:latin typeface="Arial MT"/>
                <a:cs typeface="Arial MT"/>
              </a:rPr>
              <a:t>0.05</a:t>
            </a:r>
            <a:r>
              <a:rPr lang="en-US" sz="2400" spc="10" dirty="0">
                <a:latin typeface="Arial MT"/>
                <a:cs typeface="Arial MT"/>
              </a:rPr>
              <a:t> </a:t>
            </a:r>
            <a:r>
              <a:rPr lang="en-IN" sz="2400" dirty="0"/>
              <a:t>F tab value for (k-1, n-k) =(2, 12) </a:t>
            </a:r>
            <a:r>
              <a:rPr lang="en-IN" sz="2400" dirty="0" err="1"/>
              <a:t>d.o.f</a:t>
            </a:r>
            <a:r>
              <a:rPr lang="en-IN" sz="2400" dirty="0"/>
              <a:t>. is 3.89</a:t>
            </a:r>
          </a:p>
        </p:txBody>
      </p:sp>
      <p:sp>
        <p:nvSpPr>
          <p:cNvPr id="19" name="TextBox 18"/>
          <p:cNvSpPr txBox="1"/>
          <p:nvPr/>
        </p:nvSpPr>
        <p:spPr>
          <a:xfrm>
            <a:off x="7599165" y="6982114"/>
            <a:ext cx="6415282" cy="461665"/>
          </a:xfrm>
          <a:prstGeom prst="rect">
            <a:avLst/>
          </a:prstGeom>
          <a:noFill/>
        </p:spPr>
        <p:txBody>
          <a:bodyPr wrap="none" rtlCol="0">
            <a:spAutoFit/>
          </a:bodyPr>
          <a:lstStyle/>
          <a:p>
            <a:r>
              <a:rPr lang="en-IN" sz="2400" dirty="0"/>
              <a:t>Thus F tab 3.89 &lt; F </a:t>
            </a:r>
            <a:r>
              <a:rPr lang="en-IN" sz="2400" dirty="0" err="1"/>
              <a:t>cal</a:t>
            </a:r>
            <a:r>
              <a:rPr lang="en-IN" sz="2400" dirty="0"/>
              <a:t> 4, Reject H</a:t>
            </a:r>
            <a:r>
              <a:rPr lang="en-IN" sz="2400" baseline="-25000" dirty="0"/>
              <a:t>0</a:t>
            </a:r>
            <a:r>
              <a:rPr lang="en-IN" sz="2400" dirty="0"/>
              <a:t> and accept H</a:t>
            </a:r>
            <a:r>
              <a:rPr lang="en-IN" sz="2400" baseline="-25000" dirty="0"/>
              <a:t>1</a:t>
            </a:r>
            <a:r>
              <a:rPr lang="en-IN" sz="2400" dirty="0"/>
              <a:t>.</a:t>
            </a:r>
          </a:p>
        </p:txBody>
      </p:sp>
      <mc:AlternateContent xmlns:mc="http://schemas.openxmlformats.org/markup-compatibility/2006" xmlns:a14="http://schemas.microsoft.com/office/drawing/2010/main">
        <mc:Choice Requires="a14">
          <p:sp>
            <p:nvSpPr>
              <p:cNvPr id="22" name="Rectangle 21"/>
              <p:cNvSpPr/>
              <p:nvPr/>
            </p:nvSpPr>
            <p:spPr>
              <a:xfrm>
                <a:off x="11074811" y="4183985"/>
                <a:ext cx="2323465" cy="8940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Times New Roman" panose="02020603050405020304"/>
                        </a:rPr>
                        <m:t>𝐹</m:t>
                      </m:r>
                      <m:r>
                        <a:rPr lang="ar-AE" sz="2800" i="1">
                          <a:latin typeface="Cambria Math" panose="02040503050406030204" pitchFamily="18" charset="0"/>
                          <a:cs typeface="Times New Roman" panose="02020603050405020304"/>
                        </a:rPr>
                        <m:t>=</m:t>
                      </m:r>
                      <m:f>
                        <m:fPr>
                          <m:ctrlPr>
                            <a:rPr lang="ar-AE" sz="2800" i="1">
                              <a:latin typeface="Cambria Math" panose="02040503050406030204" pitchFamily="18" charset="0"/>
                              <a:cs typeface="Times New Roman" panose="02020603050405020304"/>
                            </a:rPr>
                          </m:ctrlPr>
                        </m:fPr>
                        <m:num>
                          <m:r>
                            <a:rPr lang="en-US" sz="2800" b="0" i="1" smtClean="0">
                              <a:latin typeface="Cambria Math" panose="02040503050406030204" pitchFamily="18" charset="0"/>
                              <a:cs typeface="Times New Roman" panose="02020603050405020304"/>
                            </a:rPr>
                            <m:t>𝑀𝑆𝑇𝑅</m:t>
                          </m:r>
                        </m:num>
                        <m:den>
                          <m:r>
                            <a:rPr lang="en-US" sz="2800" b="0" i="1" smtClean="0">
                              <a:latin typeface="Cambria Math" panose="02040503050406030204" pitchFamily="18" charset="0"/>
                              <a:cs typeface="Times New Roman" panose="02020603050405020304"/>
                            </a:rPr>
                            <m:t>𝑀𝑆𝐸</m:t>
                          </m:r>
                        </m:den>
                      </m:f>
                      <m:r>
                        <a:rPr lang="ar-AE" sz="2800" i="1">
                          <a:latin typeface="Cambria Math" panose="02040503050406030204" pitchFamily="18" charset="0"/>
                          <a:cs typeface="Times New Roman" panose="02020603050405020304"/>
                        </a:rPr>
                        <m:t>=</m:t>
                      </m:r>
                      <m:r>
                        <a:rPr lang="en-US" sz="2800" b="0" i="1" smtClean="0">
                          <a:latin typeface="Cambria Math" panose="02040503050406030204" pitchFamily="18" charset="0"/>
                          <a:cs typeface="Times New Roman" panose="02020603050405020304"/>
                        </a:rPr>
                        <m:t>4</m:t>
                      </m:r>
                    </m:oMath>
                  </m:oMathPara>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11074811" y="4183985"/>
                <a:ext cx="2323465" cy="894080"/>
              </a:xfrm>
              <a:prstGeom prst="rect">
                <a:avLst/>
              </a:prstGeom>
              <a:blipFill rotWithShape="1">
                <a:blip r:embed="rId4"/>
                <a:stretch>
                  <a:fillRect l="-18" t="-68" r="18" b="68"/>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407411" y="1921383"/>
          <a:ext cx="11264900" cy="5421222"/>
        </p:xfrm>
        <a:graphic>
          <a:graphicData uri="http://schemas.openxmlformats.org/drawingml/2006/table">
            <a:tbl>
              <a:tblPr firstRow="1" bandRow="1">
                <a:tableStyleId>{2D5ABB26-0587-4C30-8999-92F81FD0307C}</a:tableStyleId>
              </a:tblPr>
              <a:tblGrid>
                <a:gridCol w="2816225">
                  <a:extLst>
                    <a:ext uri="{9D8B030D-6E8A-4147-A177-3AD203B41FA5}">
                      <a16:colId xmlns:a16="http://schemas.microsoft.com/office/drawing/2014/main" val="20000"/>
                    </a:ext>
                  </a:extLst>
                </a:gridCol>
                <a:gridCol w="2816225">
                  <a:extLst>
                    <a:ext uri="{9D8B030D-6E8A-4147-A177-3AD203B41FA5}">
                      <a16:colId xmlns:a16="http://schemas.microsoft.com/office/drawing/2014/main" val="20001"/>
                    </a:ext>
                  </a:extLst>
                </a:gridCol>
                <a:gridCol w="2816225">
                  <a:extLst>
                    <a:ext uri="{9D8B030D-6E8A-4147-A177-3AD203B41FA5}">
                      <a16:colId xmlns:a16="http://schemas.microsoft.com/office/drawing/2014/main" val="20002"/>
                    </a:ext>
                  </a:extLst>
                </a:gridCol>
                <a:gridCol w="2816225">
                  <a:extLst>
                    <a:ext uri="{9D8B030D-6E8A-4147-A177-3AD203B41FA5}">
                      <a16:colId xmlns:a16="http://schemas.microsoft.com/office/drawing/2014/main" val="20003"/>
                    </a:ext>
                  </a:extLst>
                </a:gridCol>
              </a:tblGrid>
              <a:tr h="492887">
                <a:tc>
                  <a:txBody>
                    <a:bodyPr/>
                    <a:lstStyle/>
                    <a:p>
                      <a:pPr marL="127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1</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2</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3</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sz="3200" b="1" dirty="0">
                          <a:latin typeface="Arial" panose="020B0604020202020204"/>
                          <a:cs typeface="Arial" panose="020B0604020202020204"/>
                        </a:rPr>
                        <a:t>Group</a:t>
                      </a:r>
                      <a:r>
                        <a:rPr sz="3200" b="1" spc="-65" dirty="0">
                          <a:latin typeface="Arial" panose="020B0604020202020204"/>
                          <a:cs typeface="Arial" panose="020B0604020202020204"/>
                        </a:rPr>
                        <a:t> </a:t>
                      </a:r>
                      <a:r>
                        <a:rPr sz="3200" b="1" dirty="0">
                          <a:latin typeface="Arial" panose="020B0604020202020204"/>
                          <a:cs typeface="Arial" panose="020B0604020202020204"/>
                        </a:rPr>
                        <a:t>4</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92760">
                <a:tc>
                  <a:txBody>
                    <a:bodyPr/>
                    <a:lstStyle/>
                    <a:p>
                      <a:pPr marL="1905" algn="ctr">
                        <a:lnSpc>
                          <a:spcPts val="3685"/>
                        </a:lnSpc>
                      </a:pPr>
                      <a:r>
                        <a:rPr sz="3200" b="1" spc="-50" dirty="0">
                          <a:latin typeface="Arial" panose="020B0604020202020204"/>
                          <a:cs typeface="Arial" panose="020B0604020202020204"/>
                        </a:rPr>
                        <a:t>11.5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sz="3200" b="1" spc="-5" dirty="0">
                          <a:latin typeface="Arial" panose="020B0604020202020204"/>
                          <a:cs typeface="Arial" panose="020B0604020202020204"/>
                        </a:rPr>
                        <a:t>19.5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sz="3200" b="1" spc="-5" dirty="0">
                          <a:latin typeface="Arial" panose="020B0604020202020204"/>
                          <a:cs typeface="Arial" panose="020B0604020202020204"/>
                        </a:rPr>
                        <a:t>18.5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85"/>
                        </a:lnSpc>
                      </a:pPr>
                      <a:r>
                        <a:rPr sz="3200" b="1" spc="-5" dirty="0">
                          <a:latin typeface="Arial" panose="020B0604020202020204"/>
                          <a:cs typeface="Arial" panose="020B0604020202020204"/>
                        </a:rPr>
                        <a:t>30.0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92887">
                <a:tc>
                  <a:txBody>
                    <a:bodyPr/>
                    <a:lstStyle/>
                    <a:p>
                      <a:pPr algn="ctr">
                        <a:lnSpc>
                          <a:spcPts val="3690"/>
                        </a:lnSpc>
                      </a:pPr>
                      <a:r>
                        <a:rPr sz="3200" b="1" spc="-5" dirty="0">
                          <a:latin typeface="Arial" panose="020B0604020202020204"/>
                          <a:cs typeface="Arial" panose="020B0604020202020204"/>
                        </a:rPr>
                        <a:t>12.5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sz="3200" b="1" spc="-5" dirty="0">
                          <a:latin typeface="Arial" panose="020B0604020202020204"/>
                          <a:cs typeface="Arial" panose="020B0604020202020204"/>
                        </a:rPr>
                        <a:t>18.5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16.5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26.5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2887">
                <a:tc>
                  <a:txBody>
                    <a:bodyPr/>
                    <a:lstStyle/>
                    <a:p>
                      <a:pPr algn="ctr">
                        <a:lnSpc>
                          <a:spcPts val="3690"/>
                        </a:lnSpc>
                      </a:pPr>
                      <a:r>
                        <a:rPr sz="3200" b="1" spc="-5" dirty="0">
                          <a:latin typeface="Arial" panose="020B0604020202020204"/>
                          <a:cs typeface="Arial" panose="020B0604020202020204"/>
                        </a:rPr>
                        <a:t>18.5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sz="3200" b="1" spc="-5" dirty="0">
                          <a:latin typeface="Arial" panose="020B0604020202020204"/>
                          <a:cs typeface="Arial" panose="020B0604020202020204"/>
                        </a:rPr>
                        <a:t>16.0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24.5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27.0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92760">
                <a:tc>
                  <a:txBody>
                    <a:bodyPr/>
                    <a:lstStyle/>
                    <a:p>
                      <a:pPr algn="ctr">
                        <a:lnSpc>
                          <a:spcPts val="3690"/>
                        </a:lnSpc>
                      </a:pPr>
                      <a:r>
                        <a:rPr sz="3200" b="1" spc="-5" dirty="0">
                          <a:latin typeface="Arial" panose="020B0604020202020204"/>
                          <a:cs typeface="Arial" panose="020B0604020202020204"/>
                        </a:rPr>
                        <a:t>21.0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sz="3200" b="1" spc="-5" dirty="0">
                          <a:latin typeface="Arial" panose="020B0604020202020204"/>
                          <a:cs typeface="Arial" panose="020B0604020202020204"/>
                        </a:rPr>
                        <a:t>22.0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30.0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34.0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92887">
                <a:tc>
                  <a:txBody>
                    <a:bodyPr/>
                    <a:lstStyle/>
                    <a:p>
                      <a:pPr marL="635" algn="ctr">
                        <a:lnSpc>
                          <a:spcPts val="3690"/>
                        </a:lnSpc>
                      </a:pPr>
                      <a:r>
                        <a:rPr sz="3200" b="1" spc="-5" dirty="0">
                          <a:latin typeface="Arial" panose="020B0604020202020204"/>
                          <a:cs typeface="Arial" panose="020B0604020202020204"/>
                        </a:rPr>
                        <a:t>28.0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sz="3200" b="1" spc="-5" dirty="0">
                          <a:latin typeface="Arial" panose="020B0604020202020204"/>
                          <a:cs typeface="Arial" panose="020B0604020202020204"/>
                        </a:rPr>
                        <a:t>30.0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sz="3200" b="1" spc="-5" dirty="0">
                          <a:latin typeface="Arial" panose="020B0604020202020204"/>
                          <a:cs typeface="Arial" panose="020B0604020202020204"/>
                        </a:rPr>
                        <a:t>28.5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sz="3200" b="1" spc="-5" dirty="0">
                          <a:latin typeface="Arial" panose="020B0604020202020204"/>
                          <a:cs typeface="Arial" panose="020B0604020202020204"/>
                        </a:rPr>
                        <a:t>20.0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92759">
                <a:tc>
                  <a:txBody>
                    <a:bodyPr/>
                    <a:lstStyle/>
                    <a:p>
                      <a:pPr algn="ctr">
                        <a:lnSpc>
                          <a:spcPts val="3695"/>
                        </a:lnSpc>
                      </a:pPr>
                      <a:r>
                        <a:rPr sz="3200" b="1" spc="-5" dirty="0">
                          <a:latin typeface="Arial" panose="020B0604020202020204"/>
                          <a:cs typeface="Arial" panose="020B0604020202020204"/>
                        </a:rPr>
                        <a:t>26.0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5"/>
                        </a:lnSpc>
                      </a:pPr>
                      <a:r>
                        <a:rPr sz="3200" b="1" spc="-5" dirty="0">
                          <a:latin typeface="Arial" panose="020B0604020202020204"/>
                          <a:cs typeface="Arial" panose="020B0604020202020204"/>
                        </a:rPr>
                        <a:t>24.5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14.0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22.5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92887">
                <a:tc>
                  <a:txBody>
                    <a:bodyPr/>
                    <a:lstStyle/>
                    <a:p>
                      <a:pPr algn="ctr">
                        <a:lnSpc>
                          <a:spcPts val="3695"/>
                        </a:lnSpc>
                      </a:pPr>
                      <a:r>
                        <a:rPr sz="3200" b="1" spc="-5" dirty="0">
                          <a:latin typeface="Arial" panose="020B0604020202020204"/>
                          <a:cs typeface="Arial" panose="020B0604020202020204"/>
                        </a:rPr>
                        <a:t>14.0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5"/>
                        </a:lnSpc>
                      </a:pPr>
                      <a:r>
                        <a:rPr sz="3200" b="1" spc="-5" dirty="0">
                          <a:latin typeface="Arial" panose="020B0604020202020204"/>
                          <a:cs typeface="Arial" panose="020B0604020202020204"/>
                        </a:rPr>
                        <a:t>19.0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19.0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28.0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92887">
                <a:tc>
                  <a:txBody>
                    <a:bodyPr/>
                    <a:lstStyle/>
                    <a:p>
                      <a:pPr algn="ctr">
                        <a:lnSpc>
                          <a:spcPts val="3695"/>
                        </a:lnSpc>
                      </a:pPr>
                      <a:r>
                        <a:rPr sz="3200" b="1" spc="-5" dirty="0">
                          <a:latin typeface="Arial" panose="020B0604020202020204"/>
                          <a:cs typeface="Arial" panose="020B0604020202020204"/>
                        </a:rPr>
                        <a:t>22.0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5"/>
                        </a:lnSpc>
                      </a:pPr>
                      <a:r>
                        <a:rPr sz="3200" b="1" spc="-5" dirty="0">
                          <a:latin typeface="Arial" panose="020B0604020202020204"/>
                          <a:cs typeface="Arial" panose="020B0604020202020204"/>
                        </a:rPr>
                        <a:t>24.0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17.0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32.0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92785">
                <a:tc>
                  <a:txBody>
                    <a:bodyPr/>
                    <a:lstStyle/>
                    <a:p>
                      <a:pPr marL="635" algn="ctr">
                        <a:lnSpc>
                          <a:spcPts val="3695"/>
                        </a:lnSpc>
                      </a:pPr>
                      <a:r>
                        <a:rPr sz="3200" b="1" spc="-5" dirty="0">
                          <a:latin typeface="Arial" panose="020B0604020202020204"/>
                          <a:cs typeface="Arial" panose="020B0604020202020204"/>
                        </a:rPr>
                        <a:t>20.0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5"/>
                        </a:lnSpc>
                      </a:pPr>
                      <a:r>
                        <a:rPr sz="3200" b="1" spc="-5" dirty="0">
                          <a:latin typeface="Arial" panose="020B0604020202020204"/>
                          <a:cs typeface="Arial" panose="020B0604020202020204"/>
                        </a:rPr>
                        <a:t>19.5</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18.0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5"/>
                        </a:lnSpc>
                      </a:pPr>
                      <a:r>
                        <a:rPr sz="3200" b="1" spc="-5" dirty="0">
                          <a:latin typeface="Arial" panose="020B0604020202020204"/>
                          <a:cs typeface="Arial" panose="020B0604020202020204"/>
                        </a:rPr>
                        <a:t>27.0</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92836">
                <a:tc>
                  <a:txBody>
                    <a:bodyPr/>
                    <a:lstStyle/>
                    <a:p>
                      <a:pPr algn="ctr">
                        <a:lnSpc>
                          <a:spcPts val="3695"/>
                        </a:lnSpc>
                      </a:pPr>
                      <a:r>
                        <a:rPr sz="3200" b="1" spc="-5" dirty="0">
                          <a:latin typeface="Arial" panose="020B0604020202020204"/>
                          <a:cs typeface="Arial" panose="020B0604020202020204"/>
                        </a:rPr>
                        <a:t>22.0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5"/>
                        </a:lnSpc>
                      </a:pPr>
                      <a:r>
                        <a:rPr sz="3200" b="1" spc="-5" dirty="0">
                          <a:latin typeface="Arial" panose="020B0604020202020204"/>
                          <a:cs typeface="Arial" panose="020B0604020202020204"/>
                        </a:rPr>
                        <a:t>15.0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29.0</a:t>
                      </a:r>
                      <a:endParaRPr sz="320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5"/>
                        </a:lnSpc>
                      </a:pPr>
                      <a:r>
                        <a:rPr sz="3200" b="1" spc="-5" dirty="0">
                          <a:latin typeface="Arial" panose="020B0604020202020204"/>
                          <a:cs typeface="Arial" panose="020B0604020202020204"/>
                        </a:rPr>
                        <a:t>25.5</a:t>
                      </a:r>
                      <a:endParaRPr sz="32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bl>
          </a:graphicData>
        </a:graphic>
      </p:graphicFrame>
      <p:sp>
        <p:nvSpPr>
          <p:cNvPr id="3" name="object 3"/>
          <p:cNvSpPr txBox="1"/>
          <p:nvPr/>
        </p:nvSpPr>
        <p:spPr>
          <a:xfrm>
            <a:off x="2715895" y="1261110"/>
            <a:ext cx="9767570" cy="528320"/>
          </a:xfrm>
          <a:prstGeom prst="rect">
            <a:avLst/>
          </a:prstGeom>
        </p:spPr>
        <p:txBody>
          <a:bodyPr vert="horz" wrap="square" lIns="0" tIns="12700" rIns="0" bIns="0" rtlCol="0">
            <a:spAutoFit/>
          </a:bodyPr>
          <a:lstStyle/>
          <a:p>
            <a:pPr marL="12700">
              <a:lnSpc>
                <a:spcPct val="100000"/>
              </a:lnSpc>
              <a:spcBef>
                <a:spcPts val="100"/>
              </a:spcBef>
            </a:pPr>
            <a:r>
              <a:rPr sz="3300" b="1" dirty="0">
                <a:latin typeface="Calibri" panose="020F0502020204030204"/>
                <a:cs typeface="Calibri" panose="020F0502020204030204"/>
              </a:rPr>
              <a:t>A</a:t>
            </a:r>
            <a:r>
              <a:rPr sz="3300" b="1" spc="-5" dirty="0">
                <a:latin typeface="Calibri" panose="020F0502020204030204"/>
                <a:cs typeface="Calibri" panose="020F0502020204030204"/>
              </a:rPr>
              <a:t> clinical</a:t>
            </a:r>
            <a:r>
              <a:rPr sz="3300" b="1" spc="-20" dirty="0">
                <a:latin typeface="Calibri" panose="020F0502020204030204"/>
                <a:cs typeface="Calibri" panose="020F0502020204030204"/>
              </a:rPr>
              <a:t> </a:t>
            </a:r>
            <a:r>
              <a:rPr sz="3300" b="1" dirty="0">
                <a:latin typeface="Calibri" panose="020F0502020204030204"/>
                <a:cs typeface="Calibri" panose="020F0502020204030204"/>
              </a:rPr>
              <a:t>trial </a:t>
            </a:r>
            <a:r>
              <a:rPr sz="3300" b="1" spc="-10" dirty="0">
                <a:latin typeface="Calibri" panose="020F0502020204030204"/>
                <a:cs typeface="Calibri" panose="020F0502020204030204"/>
              </a:rPr>
              <a:t>Iron</a:t>
            </a:r>
            <a:r>
              <a:rPr sz="3300" b="1" dirty="0">
                <a:latin typeface="Calibri" panose="020F0502020204030204"/>
                <a:cs typeface="Calibri" panose="020F0502020204030204"/>
              </a:rPr>
              <a:t> </a:t>
            </a:r>
            <a:r>
              <a:rPr sz="3300" b="1" spc="-30" dirty="0">
                <a:latin typeface="Calibri" panose="020F0502020204030204"/>
                <a:cs typeface="Calibri" panose="020F0502020204030204"/>
              </a:rPr>
              <a:t>intake</a:t>
            </a:r>
            <a:r>
              <a:rPr sz="3300" b="1" spc="10" dirty="0">
                <a:latin typeface="Calibri" panose="020F0502020204030204"/>
                <a:cs typeface="Calibri" panose="020F0502020204030204"/>
              </a:rPr>
              <a:t> </a:t>
            </a:r>
            <a:r>
              <a:rPr sz="3300" b="1" dirty="0">
                <a:latin typeface="Calibri" panose="020F0502020204030204"/>
                <a:cs typeface="Calibri" panose="020F0502020204030204"/>
              </a:rPr>
              <a:t>of</a:t>
            </a:r>
            <a:r>
              <a:rPr sz="3300" b="1" spc="5" dirty="0">
                <a:latin typeface="Calibri" panose="020F0502020204030204"/>
                <a:cs typeface="Calibri" panose="020F0502020204030204"/>
              </a:rPr>
              <a:t> </a:t>
            </a:r>
            <a:r>
              <a:rPr sz="3300" b="1" spc="-15" dirty="0">
                <a:latin typeface="Calibri" panose="020F0502020204030204"/>
                <a:cs typeface="Calibri" panose="020F0502020204030204"/>
              </a:rPr>
              <a:t>four</a:t>
            </a:r>
            <a:r>
              <a:rPr sz="3300" b="1" dirty="0">
                <a:latin typeface="Calibri" panose="020F0502020204030204"/>
                <a:cs typeface="Calibri" panose="020F0502020204030204"/>
              </a:rPr>
              <a:t> </a:t>
            </a:r>
            <a:r>
              <a:rPr sz="3300" b="1" spc="-10" dirty="0">
                <a:latin typeface="Calibri" panose="020F0502020204030204"/>
                <a:cs typeface="Calibri" panose="020F0502020204030204"/>
              </a:rPr>
              <a:t>groups</a:t>
            </a:r>
            <a:r>
              <a:rPr sz="3300" b="1" spc="-15" dirty="0">
                <a:latin typeface="Calibri" panose="020F0502020204030204"/>
                <a:cs typeface="Calibri" panose="020F0502020204030204"/>
              </a:rPr>
              <a:t> </a:t>
            </a:r>
            <a:r>
              <a:rPr sz="3300" b="1" dirty="0">
                <a:latin typeface="Calibri" panose="020F0502020204030204"/>
                <a:cs typeface="Calibri" panose="020F0502020204030204"/>
              </a:rPr>
              <a:t>of</a:t>
            </a:r>
            <a:r>
              <a:rPr sz="3300" b="1" spc="10" dirty="0">
                <a:latin typeface="Calibri" panose="020F0502020204030204"/>
                <a:cs typeface="Calibri" panose="020F0502020204030204"/>
              </a:rPr>
              <a:t> </a:t>
            </a:r>
            <a:r>
              <a:rPr sz="3300" b="1" spc="-10" dirty="0">
                <a:latin typeface="Calibri" panose="020F0502020204030204"/>
                <a:cs typeface="Calibri" panose="020F0502020204030204"/>
              </a:rPr>
              <a:t>patients</a:t>
            </a:r>
            <a:r>
              <a:rPr sz="3300" b="1" spc="15" dirty="0">
                <a:latin typeface="Calibri" panose="020F0502020204030204"/>
                <a:cs typeface="Calibri" panose="020F0502020204030204"/>
              </a:rPr>
              <a:t> </a:t>
            </a:r>
            <a:r>
              <a:rPr sz="3300" b="1" dirty="0">
                <a:latin typeface="Calibri" panose="020F0502020204030204"/>
                <a:cs typeface="Calibri" panose="020F0502020204030204"/>
              </a:rPr>
              <a:t>(mg)</a:t>
            </a:r>
            <a:endParaRPr sz="3300">
              <a:latin typeface="Calibri" panose="020F0502020204030204"/>
              <a:cs typeface="Calibri" panose="020F0502020204030204"/>
            </a:endParaRPr>
          </a:p>
        </p:txBody>
      </p:sp>
      <p:sp>
        <p:nvSpPr>
          <p:cNvPr id="4" name="object 4"/>
          <p:cNvSpPr txBox="1"/>
          <p:nvPr/>
        </p:nvSpPr>
        <p:spPr>
          <a:xfrm>
            <a:off x="184150" y="2176749"/>
            <a:ext cx="2070861" cy="3614451"/>
          </a:xfrm>
          <a:prstGeom prst="rect">
            <a:avLst/>
          </a:prstGeom>
        </p:spPr>
        <p:txBody>
          <a:bodyPr vert="horz" wrap="square" lIns="0" tIns="13335" rIns="0" bIns="0" rtlCol="0">
            <a:spAutoFit/>
          </a:bodyPr>
          <a:lstStyle/>
          <a:p>
            <a:pPr marL="12700" marR="5080">
              <a:lnSpc>
                <a:spcPct val="100000"/>
              </a:lnSpc>
              <a:spcBef>
                <a:spcPts val="105"/>
              </a:spcBef>
            </a:pPr>
            <a:r>
              <a:rPr b="1" spc="-35" dirty="0">
                <a:cs typeface="Arial" panose="020B0604020202020204"/>
              </a:rPr>
              <a:t>Test </a:t>
            </a:r>
            <a:r>
              <a:rPr b="1" dirty="0">
                <a:cs typeface="Arial" panose="020B0604020202020204"/>
              </a:rPr>
              <a:t>at 5% </a:t>
            </a:r>
            <a:r>
              <a:rPr b="1" spc="5" dirty="0">
                <a:cs typeface="Arial" panose="020B0604020202020204"/>
              </a:rPr>
              <a:t> </a:t>
            </a:r>
            <a:r>
              <a:rPr b="1" spc="-5" dirty="0">
                <a:cs typeface="Arial" panose="020B0604020202020204"/>
              </a:rPr>
              <a:t>level </a:t>
            </a:r>
            <a:r>
              <a:rPr b="1" dirty="0">
                <a:cs typeface="Arial" panose="020B0604020202020204"/>
              </a:rPr>
              <a:t>of </a:t>
            </a:r>
            <a:r>
              <a:rPr b="1" spc="5" dirty="0">
                <a:cs typeface="Arial" panose="020B0604020202020204"/>
              </a:rPr>
              <a:t> </a:t>
            </a:r>
            <a:r>
              <a:rPr b="1" dirty="0">
                <a:cs typeface="Arial" panose="020B0604020202020204"/>
              </a:rPr>
              <a:t>significance </a:t>
            </a:r>
            <a:r>
              <a:rPr b="1" spc="5" dirty="0">
                <a:cs typeface="Arial" panose="020B0604020202020204"/>
              </a:rPr>
              <a:t> </a:t>
            </a:r>
            <a:r>
              <a:rPr b="1" dirty="0">
                <a:cs typeface="Arial" panose="020B0604020202020204"/>
              </a:rPr>
              <a:t>is there any </a:t>
            </a:r>
            <a:r>
              <a:rPr b="1" spc="5" dirty="0">
                <a:cs typeface="Arial" panose="020B0604020202020204"/>
              </a:rPr>
              <a:t> </a:t>
            </a:r>
            <a:r>
              <a:rPr b="1" dirty="0">
                <a:cs typeface="Arial" panose="020B0604020202020204"/>
              </a:rPr>
              <a:t>significant </a:t>
            </a:r>
            <a:r>
              <a:rPr b="1" spc="5" dirty="0">
                <a:cs typeface="Arial" panose="020B0604020202020204"/>
              </a:rPr>
              <a:t> </a:t>
            </a:r>
            <a:r>
              <a:rPr b="1" dirty="0">
                <a:cs typeface="Arial" panose="020B0604020202020204"/>
              </a:rPr>
              <a:t>difference in </a:t>
            </a:r>
            <a:r>
              <a:rPr b="1" spc="5" dirty="0">
                <a:cs typeface="Arial" panose="020B0604020202020204"/>
              </a:rPr>
              <a:t> </a:t>
            </a:r>
            <a:r>
              <a:rPr b="1" dirty="0">
                <a:cs typeface="Arial" panose="020B0604020202020204"/>
              </a:rPr>
              <a:t>mean iron </a:t>
            </a:r>
            <a:r>
              <a:rPr b="1" spc="5" dirty="0">
                <a:cs typeface="Arial" panose="020B0604020202020204"/>
              </a:rPr>
              <a:t> </a:t>
            </a:r>
            <a:r>
              <a:rPr b="1" dirty="0">
                <a:cs typeface="Arial" panose="020B0604020202020204"/>
              </a:rPr>
              <a:t>intake</a:t>
            </a:r>
            <a:r>
              <a:rPr b="1" spc="-100" dirty="0">
                <a:cs typeface="Arial" panose="020B0604020202020204"/>
              </a:rPr>
              <a:t> </a:t>
            </a:r>
            <a:r>
              <a:rPr b="1" dirty="0">
                <a:cs typeface="Arial" panose="020B0604020202020204"/>
              </a:rPr>
              <a:t>among </a:t>
            </a:r>
            <a:r>
              <a:rPr b="1" spc="-545" dirty="0">
                <a:cs typeface="Arial" panose="020B0604020202020204"/>
              </a:rPr>
              <a:t> </a:t>
            </a:r>
            <a:r>
              <a:rPr b="1" dirty="0">
                <a:cs typeface="Arial" panose="020B0604020202020204"/>
              </a:rPr>
              <a:t>four groups </a:t>
            </a:r>
            <a:r>
              <a:rPr b="1" spc="5" dirty="0">
                <a:cs typeface="Arial" panose="020B0604020202020204"/>
              </a:rPr>
              <a:t> </a:t>
            </a:r>
            <a:r>
              <a:rPr b="1" dirty="0">
                <a:cs typeface="Arial" panose="020B0604020202020204"/>
              </a:rPr>
              <a:t>of</a:t>
            </a:r>
            <a:r>
              <a:rPr b="1" spc="-35" dirty="0">
                <a:cs typeface="Arial" panose="020B0604020202020204"/>
              </a:rPr>
              <a:t> </a:t>
            </a:r>
            <a:r>
              <a:rPr b="1" dirty="0">
                <a:cs typeface="Arial" panose="020B0604020202020204"/>
              </a:rPr>
              <a:t>patients?</a:t>
            </a:r>
            <a:endParaRPr dirty="0">
              <a:cs typeface="Arial" panose="020B0604020202020204"/>
            </a:endParaRPr>
          </a:p>
          <a:p>
            <a:pPr marL="12700" marR="88900">
              <a:lnSpc>
                <a:spcPct val="100000"/>
              </a:lnSpc>
              <a:spcBef>
                <a:spcPts val="5"/>
              </a:spcBef>
            </a:pPr>
            <a:r>
              <a:rPr b="1" dirty="0">
                <a:cs typeface="Arial" panose="020B0604020202020204"/>
              </a:rPr>
              <a:t>Also test if </a:t>
            </a:r>
            <a:r>
              <a:rPr b="1" spc="5" dirty="0">
                <a:cs typeface="Arial" panose="020B0604020202020204"/>
              </a:rPr>
              <a:t> </a:t>
            </a:r>
            <a:r>
              <a:rPr b="1" dirty="0">
                <a:cs typeface="Arial" panose="020B0604020202020204"/>
              </a:rPr>
              <a:t>significant, </a:t>
            </a:r>
            <a:r>
              <a:rPr b="1" spc="5" dirty="0">
                <a:cs typeface="Arial" panose="020B0604020202020204"/>
              </a:rPr>
              <a:t> which </a:t>
            </a:r>
            <a:r>
              <a:rPr b="1" dirty="0">
                <a:cs typeface="Arial" panose="020B0604020202020204"/>
              </a:rPr>
              <a:t>group </a:t>
            </a:r>
            <a:r>
              <a:rPr b="1" spc="-545" dirty="0">
                <a:cs typeface="Arial" panose="020B0604020202020204"/>
              </a:rPr>
              <a:t> </a:t>
            </a:r>
            <a:r>
              <a:rPr b="1" dirty="0">
                <a:cs typeface="Arial" panose="020B0604020202020204"/>
              </a:rPr>
              <a:t>means </a:t>
            </a:r>
            <a:r>
              <a:rPr b="1" spc="-5" dirty="0">
                <a:cs typeface="Arial" panose="020B0604020202020204"/>
              </a:rPr>
              <a:t>have </a:t>
            </a:r>
            <a:r>
              <a:rPr b="1" dirty="0">
                <a:cs typeface="Arial" panose="020B0604020202020204"/>
              </a:rPr>
              <a:t> contributed </a:t>
            </a:r>
            <a:r>
              <a:rPr b="1" spc="5" dirty="0">
                <a:cs typeface="Arial" panose="020B0604020202020204"/>
              </a:rPr>
              <a:t> </a:t>
            </a:r>
            <a:r>
              <a:rPr b="1" dirty="0">
                <a:cs typeface="Arial" panose="020B0604020202020204"/>
              </a:rPr>
              <a:t>to the </a:t>
            </a:r>
            <a:r>
              <a:rPr b="1" spc="5" dirty="0">
                <a:cs typeface="Arial" panose="020B0604020202020204"/>
              </a:rPr>
              <a:t> </a:t>
            </a:r>
            <a:r>
              <a:rPr b="1" dirty="0">
                <a:cs typeface="Arial" panose="020B0604020202020204"/>
              </a:rPr>
              <a:t>difference in </a:t>
            </a:r>
            <a:r>
              <a:rPr b="1" spc="-545" dirty="0">
                <a:cs typeface="Arial" panose="020B0604020202020204"/>
              </a:rPr>
              <a:t> </a:t>
            </a:r>
            <a:r>
              <a:rPr b="1" dirty="0">
                <a:cs typeface="Arial" panose="020B0604020202020204"/>
              </a:rPr>
              <a:t>means</a:t>
            </a:r>
            <a:r>
              <a:rPr b="1" spc="-95" dirty="0">
                <a:cs typeface="Arial" panose="020B0604020202020204"/>
              </a:rPr>
              <a:t> </a:t>
            </a:r>
            <a:r>
              <a:rPr b="1" dirty="0">
                <a:cs typeface="Arial" panose="020B0604020202020204"/>
              </a:rPr>
              <a:t>using </a:t>
            </a:r>
            <a:r>
              <a:rPr b="1" spc="-545" dirty="0">
                <a:cs typeface="Arial" panose="020B0604020202020204"/>
              </a:rPr>
              <a:t> </a:t>
            </a:r>
            <a:r>
              <a:rPr b="1" dirty="0">
                <a:cs typeface="Arial" panose="020B0604020202020204"/>
              </a:rPr>
              <a:t>LSD</a:t>
            </a:r>
            <a:r>
              <a:rPr b="1" spc="-15" dirty="0">
                <a:cs typeface="Arial" panose="020B0604020202020204"/>
              </a:rPr>
              <a:t> </a:t>
            </a:r>
            <a:r>
              <a:rPr b="1" dirty="0">
                <a:cs typeface="Arial" panose="020B0604020202020204"/>
              </a:rPr>
              <a:t>test</a:t>
            </a:r>
            <a:endParaRPr dirty="0">
              <a:cs typeface="Arial" panose="020B0604020202020204"/>
            </a:endParaRPr>
          </a:p>
        </p:txBody>
      </p:sp>
      <p:sp>
        <p:nvSpPr>
          <p:cNvPr id="5" name="object 5"/>
          <p:cNvSpPr txBox="1"/>
          <p:nvPr/>
        </p:nvSpPr>
        <p:spPr>
          <a:xfrm>
            <a:off x="189992" y="187325"/>
            <a:ext cx="12216130" cy="574675"/>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sz="3600" b="1" spc="-5" dirty="0">
                <a:solidFill>
                  <a:schemeClr val="bg1"/>
                </a:solidFill>
                <a:cs typeface="Arial" panose="020B0604020202020204"/>
              </a:rPr>
              <a:t>One-way</a:t>
            </a:r>
            <a:r>
              <a:rPr sz="3600" b="1" spc="-150" dirty="0">
                <a:solidFill>
                  <a:schemeClr val="bg1"/>
                </a:solidFill>
                <a:cs typeface="Arial" panose="020B0604020202020204"/>
              </a:rPr>
              <a:t> </a:t>
            </a:r>
            <a:r>
              <a:rPr lang="en-US" sz="3600" b="1" spc="-150" dirty="0">
                <a:solidFill>
                  <a:schemeClr val="bg1"/>
                </a:solidFill>
                <a:cs typeface="Arial" panose="020B0604020202020204"/>
              </a:rPr>
              <a:t>ANOVA Example-2:</a:t>
            </a:r>
            <a:endParaRPr sz="3600" dirty="0">
              <a:solidFill>
                <a:schemeClr val="bg1"/>
              </a:solidFill>
              <a:cs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84150" y="339725"/>
            <a:ext cx="12216130" cy="574675"/>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dirty="0">
                <a:solidFill>
                  <a:schemeClr val="bg1"/>
                </a:solidFill>
                <a:latin typeface="Arial" panose="020B0604020202020204"/>
                <a:cs typeface="Arial" panose="020B0604020202020204"/>
              </a:rPr>
              <a:t>Solution:</a:t>
            </a:r>
            <a:endParaRPr lang="en-US" sz="3600" dirty="0">
              <a:solidFill>
                <a:schemeClr val="bg1"/>
              </a:solidFill>
              <a:latin typeface="Arial" panose="020B0604020202020204"/>
              <a:cs typeface="Arial" panose="020B0604020202020204"/>
            </a:endParaRPr>
          </a:p>
        </p:txBody>
      </p:sp>
      <p:sp>
        <p:nvSpPr>
          <p:cNvPr id="16" name="TextBox 15"/>
          <p:cNvSpPr txBox="1"/>
          <p:nvPr/>
        </p:nvSpPr>
        <p:spPr>
          <a:xfrm>
            <a:off x="869950" y="1595870"/>
            <a:ext cx="9192645" cy="523220"/>
          </a:xfrm>
          <a:prstGeom prst="rect">
            <a:avLst/>
          </a:prstGeom>
          <a:noFill/>
        </p:spPr>
        <p:txBody>
          <a:bodyPr wrap="none" rtlCol="0">
            <a:spAutoFit/>
          </a:bodyPr>
          <a:lstStyle/>
          <a:p>
            <a:r>
              <a:rPr lang="en-IN" sz="2800" dirty="0"/>
              <a:t>Step 1: Correction Factor (CF)= G</a:t>
            </a:r>
            <a:r>
              <a:rPr lang="en-IN" sz="2800" baseline="30000" dirty="0"/>
              <a:t>2</a:t>
            </a:r>
            <a:r>
              <a:rPr lang="en-IN" sz="2800" dirty="0"/>
              <a:t> / n </a:t>
            </a:r>
            <a:r>
              <a:rPr lang="en-IN" sz="2800"/>
              <a:t>= (891)</a:t>
            </a:r>
            <a:r>
              <a:rPr lang="en-IN" sz="2800" baseline="30000"/>
              <a:t>2</a:t>
            </a:r>
            <a:r>
              <a:rPr lang="en-IN" sz="2800"/>
              <a:t> </a:t>
            </a:r>
            <a:r>
              <a:rPr lang="en-IN" sz="2800" dirty="0"/>
              <a:t>/40 =19847.03</a:t>
            </a:r>
          </a:p>
        </p:txBody>
      </p:sp>
      <mc:AlternateContent xmlns:mc="http://schemas.openxmlformats.org/markup-compatibility/2006" xmlns:a14="http://schemas.microsoft.com/office/drawing/2010/main">
        <mc:Choice Requires="a14">
          <p:sp>
            <p:nvSpPr>
              <p:cNvPr id="17" name="TextBox 16"/>
              <p:cNvSpPr txBox="1"/>
              <p:nvPr/>
            </p:nvSpPr>
            <p:spPr>
              <a:xfrm>
                <a:off x="806837" y="2558611"/>
                <a:ext cx="9392508" cy="595291"/>
              </a:xfrm>
              <a:prstGeom prst="rect">
                <a:avLst/>
              </a:prstGeom>
              <a:noFill/>
            </p:spPr>
            <p:txBody>
              <a:bodyPr wrap="none" rtlCol="0">
                <a:spAutoFit/>
              </a:bodyPr>
              <a:lstStyle/>
              <a:p>
                <a:r>
                  <a:rPr lang="en-IN" sz="2800" dirty="0"/>
                  <a:t>Step 2: SST =</a:t>
                </a:r>
                <a14:m>
                  <m:oMath xmlns:m="http://schemas.openxmlformats.org/officeDocument/2006/math">
                    <m:nary>
                      <m:naryPr>
                        <m:chr m:val="∑"/>
                        <m:subHide m:val="on"/>
                        <m:supHide m:val="on"/>
                        <m:ctrlPr>
                          <a:rPr lang="en-IN" sz="2800" i="1" smtClean="0">
                            <a:latin typeface="Cambria Math" panose="02040503050406030204" pitchFamily="18" charset="0"/>
                          </a:rPr>
                        </m:ctrlPr>
                      </m:naryPr>
                      <m:sub/>
                      <m:sup/>
                      <m:e>
                        <m:nary>
                          <m:naryPr>
                            <m:chr m:val="∑"/>
                            <m:subHide m:val="on"/>
                            <m:supHide m:val="on"/>
                            <m:ctrlPr>
                              <a:rPr lang="en-IN" sz="2800" i="1" smtClean="0">
                                <a:latin typeface="Cambria Math" panose="02040503050406030204" pitchFamily="18" charset="0"/>
                              </a:rPr>
                            </m:ctrlPr>
                          </m:naryPr>
                          <m:sub/>
                          <m:sup/>
                          <m:e>
                            <m:sSubSup>
                              <m:sSubSupPr>
                                <m:ctrlPr>
                                  <a:rPr lang="en-IN" sz="2800" i="1" smtClean="0">
                                    <a:latin typeface="Cambria Math" panose="02040503050406030204" pitchFamily="18" charset="0"/>
                                  </a:rPr>
                                </m:ctrlPr>
                              </m:sSubSupPr>
                              <m:e>
                                <m:r>
                                  <a:rPr lang="en-IN" sz="2800" b="0" i="1" smtClean="0">
                                    <a:latin typeface="Cambria Math" panose="02040503050406030204" pitchFamily="18" charset="0"/>
                                  </a:rPr>
                                  <m:t>𝑥</m:t>
                                </m:r>
                              </m:e>
                              <m:sub>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𝑗</m:t>
                                </m:r>
                              </m:sub>
                              <m:sup>
                                <m:r>
                                  <a:rPr lang="en-IN" sz="2800" b="0" i="1" smtClean="0">
                                    <a:latin typeface="Cambria Math" panose="02040503050406030204" pitchFamily="18" charset="0"/>
                                  </a:rPr>
                                  <m:t>2</m:t>
                                </m:r>
                              </m:sup>
                            </m:sSubSup>
                          </m:e>
                        </m:nary>
                        <m:r>
                          <a:rPr lang="en-IN" sz="2800" b="0" i="1" smtClean="0">
                            <a:latin typeface="Cambria Math" panose="02040503050406030204" pitchFamily="18" charset="0"/>
                          </a:rPr>
                          <m:t>−</m:t>
                        </m:r>
                        <m:r>
                          <a:rPr lang="en-IN" sz="2800" b="0" i="1" smtClean="0">
                            <a:latin typeface="Cambria Math" panose="02040503050406030204" pitchFamily="18" charset="0"/>
                          </a:rPr>
                          <m:t>𝐶𝐹</m:t>
                        </m:r>
                        <m:r>
                          <a:rPr lang="en-IN" sz="2800" b="0" i="1" smtClean="0">
                            <a:latin typeface="Cambria Math" panose="02040503050406030204" pitchFamily="18" charset="0"/>
                          </a:rPr>
                          <m:t>=</m:t>
                        </m:r>
                        <m:r>
                          <a:rPr lang="en-IN" sz="2800" b="0" i="1" smtClean="0">
                            <a:latin typeface="Cambria Math" panose="02040503050406030204" pitchFamily="18" charset="0"/>
                          </a:rPr>
                          <m:t>21119</m:t>
                        </m:r>
                        <m:r>
                          <a:rPr lang="en-IN" sz="2800" b="0" i="1" smtClean="0">
                            <a:latin typeface="Cambria Math" panose="02040503050406030204" pitchFamily="18" charset="0"/>
                          </a:rPr>
                          <m:t>.</m:t>
                        </m:r>
                        <m:r>
                          <a:rPr lang="en-IN" sz="2800" b="0" i="1" smtClean="0">
                            <a:latin typeface="Cambria Math" panose="02040503050406030204" pitchFamily="18" charset="0"/>
                          </a:rPr>
                          <m:t>5</m:t>
                        </m:r>
                        <m:r>
                          <a:rPr lang="en-IN" sz="2800" b="0" i="1" smtClean="0">
                            <a:latin typeface="Cambria Math" panose="02040503050406030204" pitchFamily="18" charset="0"/>
                          </a:rPr>
                          <m:t>−</m:t>
                        </m:r>
                        <m:r>
                          <a:rPr lang="en-IN" sz="2800" b="0" i="1" smtClean="0">
                            <a:latin typeface="Cambria Math" panose="02040503050406030204" pitchFamily="18" charset="0"/>
                          </a:rPr>
                          <m:t>19847</m:t>
                        </m:r>
                        <m:r>
                          <a:rPr lang="en-IN" sz="2800" b="0" i="1" smtClean="0">
                            <a:latin typeface="Cambria Math" panose="02040503050406030204" pitchFamily="18" charset="0"/>
                          </a:rPr>
                          <m:t>.</m:t>
                        </m:r>
                        <m:r>
                          <a:rPr lang="en-IN" sz="2800" b="0" i="1" smtClean="0">
                            <a:latin typeface="Cambria Math" panose="02040503050406030204" pitchFamily="18" charset="0"/>
                          </a:rPr>
                          <m:t>03</m:t>
                        </m:r>
                        <m:r>
                          <a:rPr lang="en-IN" sz="2800" b="0" i="1" smtClean="0">
                            <a:latin typeface="Cambria Math" panose="02040503050406030204" pitchFamily="18" charset="0"/>
                          </a:rPr>
                          <m:t>=</m:t>
                        </m:r>
                        <m:r>
                          <a:rPr lang="en-IN" sz="2800" b="0" i="1" smtClean="0">
                            <a:latin typeface="Cambria Math" panose="02040503050406030204" pitchFamily="18" charset="0"/>
                          </a:rPr>
                          <m:t>1272</m:t>
                        </m:r>
                        <m:r>
                          <a:rPr lang="en-IN" sz="2800" b="0" i="1" smtClean="0">
                            <a:latin typeface="Cambria Math" panose="02040503050406030204" pitchFamily="18" charset="0"/>
                          </a:rPr>
                          <m:t>.</m:t>
                        </m:r>
                        <m:r>
                          <a:rPr lang="en-IN" sz="2800" b="0" i="1" smtClean="0">
                            <a:latin typeface="Cambria Math" panose="02040503050406030204" pitchFamily="18" charset="0"/>
                          </a:rPr>
                          <m:t>47</m:t>
                        </m:r>
                      </m:e>
                    </m:nary>
                  </m:oMath>
                </a14:m>
                <a:endParaRPr lang="en-IN" sz="28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06837" y="2558611"/>
                <a:ext cx="9392508" cy="595291"/>
              </a:xfrm>
              <a:prstGeom prst="rect">
                <a:avLst/>
              </a:prstGeom>
              <a:blipFill rotWithShape="1">
                <a:blip r:embed="rId2"/>
                <a:stretch>
                  <a:fillRect l="-4" t="-33" r="6" b="8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869950" y="3374173"/>
                <a:ext cx="7976607" cy="845681"/>
              </a:xfrm>
              <a:prstGeom prst="rect">
                <a:avLst/>
              </a:prstGeom>
              <a:noFill/>
            </p:spPr>
            <p:txBody>
              <a:bodyPr wrap="none" rtlCol="0">
                <a:spAutoFit/>
              </a:bodyPr>
              <a:lstStyle/>
              <a:p>
                <a:r>
                  <a:rPr lang="en-IN" sz="2800" dirty="0"/>
                  <a:t>Step 3: SSTR = </a:t>
                </a:r>
                <a14:m>
                  <m:oMath xmlns:m="http://schemas.openxmlformats.org/officeDocument/2006/math">
                    <m:f>
                      <m:fPr>
                        <m:ctrlPr>
                          <a:rPr lang="en-IN" sz="2800" i="1" smtClean="0">
                            <a:latin typeface="Cambria Math" panose="02040503050406030204" pitchFamily="18" charset="0"/>
                          </a:rPr>
                        </m:ctrlPr>
                      </m:fPr>
                      <m:num>
                        <m:nary>
                          <m:naryPr>
                            <m:chr m:val="∑"/>
                            <m:subHide m:val="on"/>
                            <m:supHide m:val="on"/>
                            <m:ctrlPr>
                              <a:rPr lang="en-IN" sz="2800" i="1" smtClean="0">
                                <a:latin typeface="Cambria Math" panose="02040503050406030204" pitchFamily="18" charset="0"/>
                              </a:rPr>
                            </m:ctrlPr>
                          </m:naryPr>
                          <m:sub/>
                          <m:sup/>
                          <m:e>
                            <m:sSubSup>
                              <m:sSubSupPr>
                                <m:ctrlPr>
                                  <a:rPr lang="en-IN" sz="2800" i="1" smtClean="0">
                                    <a:latin typeface="Cambria Math" panose="02040503050406030204" pitchFamily="18" charset="0"/>
                                  </a:rPr>
                                </m:ctrlPr>
                              </m:sSubSupPr>
                              <m:e>
                                <m:r>
                                  <a:rPr lang="en-IN" sz="2800" b="0" i="1" smtClean="0">
                                    <a:latin typeface="Cambria Math" panose="02040503050406030204" pitchFamily="18" charset="0"/>
                                  </a:rPr>
                                  <m:t>𝐶</m:t>
                                </m:r>
                              </m:e>
                              <m:sub>
                                <m:r>
                                  <a:rPr lang="en-IN" sz="2800" b="0" i="1" smtClean="0">
                                    <a:latin typeface="Cambria Math" panose="02040503050406030204" pitchFamily="18" charset="0"/>
                                  </a:rPr>
                                  <m:t>𝑖</m:t>
                                </m:r>
                              </m:sub>
                              <m:sup>
                                <m:r>
                                  <a:rPr lang="en-IN" sz="2800" b="0" i="1" smtClean="0">
                                    <a:latin typeface="Cambria Math" panose="02040503050406030204" pitchFamily="18" charset="0"/>
                                  </a:rPr>
                                  <m:t>2</m:t>
                                </m:r>
                              </m:sup>
                            </m:sSubSup>
                          </m:e>
                        </m:nary>
                      </m:num>
                      <m:den>
                        <m:sSub>
                          <m:sSubPr>
                            <m:ctrlPr>
                              <a:rPr lang="en-IN" sz="2800" i="1" smtClean="0">
                                <a:latin typeface="Cambria Math" panose="02040503050406030204" pitchFamily="18" charset="0"/>
                              </a:rPr>
                            </m:ctrlPr>
                          </m:sSubPr>
                          <m:e>
                            <m:r>
                              <a:rPr lang="en-IN" sz="2800" b="0" i="1" smtClean="0">
                                <a:latin typeface="Cambria Math" panose="02040503050406030204" pitchFamily="18" charset="0"/>
                              </a:rPr>
                              <m:t>𝑛</m:t>
                            </m:r>
                          </m:e>
                          <m:sub>
                            <m:r>
                              <a:rPr lang="en-IN" sz="2800" b="0" i="1" smtClean="0">
                                <a:latin typeface="Cambria Math" panose="02040503050406030204" pitchFamily="18" charset="0"/>
                              </a:rPr>
                              <m:t>𝑖</m:t>
                            </m:r>
                          </m:sub>
                        </m:sSub>
                      </m:den>
                    </m:f>
                    <m:r>
                      <a:rPr lang="en-IN" sz="2800" b="0" i="1" smtClean="0">
                        <a:latin typeface="Cambria Math" panose="02040503050406030204" pitchFamily="18" charset="0"/>
                      </a:rPr>
                      <m:t>−</m:t>
                    </m:r>
                    <m:r>
                      <a:rPr lang="en-IN" sz="2800" b="0" i="1" smtClean="0">
                        <a:latin typeface="Cambria Math" panose="02040503050406030204" pitchFamily="18" charset="0"/>
                      </a:rPr>
                      <m:t>𝐶𝐹</m:t>
                    </m:r>
                    <m:r>
                      <a:rPr lang="en-IN" sz="2800" b="0" i="1" smtClean="0">
                        <a:latin typeface="Cambria Math" panose="02040503050406030204" pitchFamily="18" charset="0"/>
                      </a:rPr>
                      <m:t>=</m:t>
                    </m:r>
                  </m:oMath>
                </a14:m>
                <a:r>
                  <a:rPr lang="en-IN" sz="2800" dirty="0"/>
                  <a:t>20196.6-19847.03=349.52</a:t>
                </a:r>
              </a:p>
            </p:txBody>
          </p:sp>
        </mc:Choice>
        <mc:Fallback xmlns="">
          <p:sp>
            <p:nvSpPr>
              <p:cNvPr id="18" name="TextBox 17"/>
              <p:cNvSpPr txBox="1">
                <a:spLocks noRot="1" noChangeAspect="1" noMove="1" noResize="1" noEditPoints="1" noAdjustHandles="1" noChangeArrowheads="1" noChangeShapeType="1" noTextEdit="1"/>
              </p:cNvSpPr>
              <p:nvPr/>
            </p:nvSpPr>
            <p:spPr>
              <a:xfrm>
                <a:off x="869950" y="3374173"/>
                <a:ext cx="7976607" cy="845681"/>
              </a:xfrm>
              <a:prstGeom prst="rect">
                <a:avLst/>
              </a:prstGeom>
              <a:blipFill rotWithShape="1">
                <a:blip r:embed="rId3"/>
                <a:stretch>
                  <a:fillRect t="-49" r="5" b="3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83907" y="4440125"/>
                <a:ext cx="7685694" cy="523220"/>
              </a:xfrm>
              <a:prstGeom prst="rect">
                <a:avLst/>
              </a:prstGeom>
              <a:noFill/>
            </p:spPr>
            <p:txBody>
              <a:bodyPr wrap="none" rtlCol="0">
                <a:spAutoFit/>
              </a:bodyPr>
              <a:lstStyle/>
              <a:p>
                <a:r>
                  <a:rPr lang="en-IN" sz="2800" dirty="0"/>
                  <a:t>Step 4: SSE =</a:t>
                </a:r>
                <a14:m>
                  <m:oMath xmlns:m="http://schemas.openxmlformats.org/officeDocument/2006/math">
                    <m:r>
                      <m:rPr>
                        <m:sty m:val="p"/>
                      </m:rPr>
                      <a:rPr lang="en-IN" sz="2800" b="0" i="0" smtClean="0">
                        <a:latin typeface="Cambria Math" panose="02040503050406030204" pitchFamily="18" charset="0"/>
                      </a:rPr>
                      <m:t>SS</m:t>
                    </m:r>
                    <m:r>
                      <m:rPr>
                        <m:sty m:val="p"/>
                      </m:rPr>
                      <a:rPr lang="en-US" sz="2800" b="0" i="0" smtClean="0">
                        <a:latin typeface="Cambria Math" panose="02040503050406030204" pitchFamily="18" charset="0"/>
                      </a:rPr>
                      <m:t>T</m:t>
                    </m:r>
                    <m:r>
                      <a:rPr lang="en-IN" sz="2800" b="0" i="0" smtClean="0">
                        <a:latin typeface="Cambria Math" panose="02040503050406030204" pitchFamily="18" charset="0"/>
                      </a:rPr>
                      <m:t>−</m:t>
                    </m:r>
                    <m:r>
                      <m:rPr>
                        <m:sty m:val="p"/>
                      </m:rPr>
                      <a:rPr lang="en-US" sz="2800" b="0" i="0" smtClean="0">
                        <a:latin typeface="Cambria Math" panose="02040503050406030204" pitchFamily="18" charset="0"/>
                      </a:rPr>
                      <m:t>SSTR</m:t>
                    </m:r>
                    <m:r>
                      <a:rPr lang="en-IN" sz="2800" b="0" i="1" smtClean="0">
                        <a:latin typeface="Cambria Math" panose="02040503050406030204" pitchFamily="18" charset="0"/>
                      </a:rPr>
                      <m:t>=</m:t>
                    </m:r>
                  </m:oMath>
                </a14:m>
                <a:r>
                  <a:rPr lang="en-IN" sz="2800" dirty="0"/>
                  <a:t>1272.47-349.52=922.95</a:t>
                </a:r>
              </a:p>
            </p:txBody>
          </p:sp>
        </mc:Choice>
        <mc:Fallback xmlns="">
          <p:sp>
            <p:nvSpPr>
              <p:cNvPr id="19" name="TextBox 18"/>
              <p:cNvSpPr txBox="1">
                <a:spLocks noRot="1" noChangeAspect="1" noMove="1" noResize="1" noEditPoints="1" noAdjustHandles="1" noChangeArrowheads="1" noChangeShapeType="1" noTextEdit="1"/>
              </p:cNvSpPr>
              <p:nvPr/>
            </p:nvSpPr>
            <p:spPr>
              <a:xfrm>
                <a:off x="883907" y="4440125"/>
                <a:ext cx="7685694" cy="523220"/>
              </a:xfrm>
              <a:prstGeom prst="rect">
                <a:avLst/>
              </a:prstGeom>
              <a:blipFill rotWithShape="1">
                <a:blip r:embed="rId4"/>
                <a:stretch>
                  <a:fillRect l="-8" t="-39" r="4" b="35"/>
                </a:stretch>
              </a:blipFill>
            </p:spPr>
            <p:txBody>
              <a:bodyPr/>
              <a:lstStyle/>
              <a:p>
                <a:r>
                  <a:rPr lang="en-US" altLang="en-US">
                    <a:noFill/>
                  </a:rPr>
                  <a:t> </a:t>
                </a:r>
              </a:p>
            </p:txBody>
          </p:sp>
        </mc:Fallback>
      </mc:AlternateContent>
      <p:sp>
        <p:nvSpPr>
          <p:cNvPr id="20" name="TextBox 19"/>
          <p:cNvSpPr txBox="1"/>
          <p:nvPr/>
        </p:nvSpPr>
        <p:spPr>
          <a:xfrm>
            <a:off x="883907" y="5638800"/>
            <a:ext cx="3193246" cy="523220"/>
          </a:xfrm>
          <a:prstGeom prst="rect">
            <a:avLst/>
          </a:prstGeom>
          <a:noFill/>
        </p:spPr>
        <p:txBody>
          <a:bodyPr wrap="none" rtlCol="0">
            <a:spAutoFit/>
          </a:bodyPr>
          <a:lstStyle/>
          <a:p>
            <a:r>
              <a:rPr lang="en-IN" sz="2800" dirty="0"/>
              <a:t>Step 5: ANOVA Table</a:t>
            </a:r>
          </a:p>
        </p:txBody>
      </p:sp>
      <p:sp>
        <p:nvSpPr>
          <p:cNvPr id="21" name="TextBox 20"/>
          <p:cNvSpPr txBox="1"/>
          <p:nvPr/>
        </p:nvSpPr>
        <p:spPr>
          <a:xfrm>
            <a:off x="2698750" y="1015425"/>
            <a:ext cx="3547959" cy="584775"/>
          </a:xfrm>
          <a:prstGeom prst="rect">
            <a:avLst/>
          </a:prstGeom>
          <a:noFill/>
        </p:spPr>
        <p:txBody>
          <a:bodyPr wrap="none" rtlCol="0">
            <a:spAutoFit/>
          </a:bodyPr>
          <a:lstStyle/>
          <a:p>
            <a:r>
              <a:rPr lang="en-IN" sz="3200" dirty="0"/>
              <a:t>Grand total , G =891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41299" y="1943862"/>
          <a:ext cx="13197839" cy="4089907"/>
        </p:xfrm>
        <a:graphic>
          <a:graphicData uri="http://schemas.openxmlformats.org/drawingml/2006/table">
            <a:tbl>
              <a:tblPr firstRow="1" bandRow="1">
                <a:tableStyleId>{2D5ABB26-0587-4C30-8999-92F81FD0307C}</a:tableStyleId>
              </a:tblPr>
              <a:tblGrid>
                <a:gridCol w="3577590">
                  <a:extLst>
                    <a:ext uri="{9D8B030D-6E8A-4147-A177-3AD203B41FA5}">
                      <a16:colId xmlns:a16="http://schemas.microsoft.com/office/drawing/2014/main" val="20000"/>
                    </a:ext>
                  </a:extLst>
                </a:gridCol>
                <a:gridCol w="1408430">
                  <a:extLst>
                    <a:ext uri="{9D8B030D-6E8A-4147-A177-3AD203B41FA5}">
                      <a16:colId xmlns:a16="http://schemas.microsoft.com/office/drawing/2014/main" val="20001"/>
                    </a:ext>
                  </a:extLst>
                </a:gridCol>
                <a:gridCol w="2145664">
                  <a:extLst>
                    <a:ext uri="{9D8B030D-6E8A-4147-A177-3AD203B41FA5}">
                      <a16:colId xmlns:a16="http://schemas.microsoft.com/office/drawing/2014/main" val="20002"/>
                    </a:ext>
                  </a:extLst>
                </a:gridCol>
                <a:gridCol w="3306445">
                  <a:extLst>
                    <a:ext uri="{9D8B030D-6E8A-4147-A177-3AD203B41FA5}">
                      <a16:colId xmlns:a16="http://schemas.microsoft.com/office/drawing/2014/main" val="20003"/>
                    </a:ext>
                  </a:extLst>
                </a:gridCol>
                <a:gridCol w="2759710">
                  <a:extLst>
                    <a:ext uri="{9D8B030D-6E8A-4147-A177-3AD203B41FA5}">
                      <a16:colId xmlns:a16="http://schemas.microsoft.com/office/drawing/2014/main" val="20004"/>
                    </a:ext>
                  </a:extLst>
                </a:gridCol>
              </a:tblGrid>
              <a:tr h="1278636">
                <a:tc>
                  <a:txBody>
                    <a:bodyPr/>
                    <a:lstStyle/>
                    <a:p>
                      <a:pPr marL="836930" marR="725170" indent="-102870">
                        <a:lnSpc>
                          <a:spcPct val="100000"/>
                        </a:lnSpc>
                        <a:spcBef>
                          <a:spcPts val="555"/>
                        </a:spcBef>
                      </a:pPr>
                      <a:r>
                        <a:rPr sz="3600" b="1" spc="-5" dirty="0">
                          <a:latin typeface="Arial" panose="020B0604020202020204"/>
                          <a:cs typeface="Arial" panose="020B0604020202020204"/>
                        </a:rPr>
                        <a:t>Source</a:t>
                      </a:r>
                      <a:r>
                        <a:rPr sz="3600" b="1" spc="-6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dirty="0">
                          <a:latin typeface="Arial" panose="020B0604020202020204"/>
                          <a:cs typeface="Arial" panose="020B0604020202020204"/>
                        </a:rPr>
                        <a:t>variation</a:t>
                      </a:r>
                      <a:endParaRPr sz="3600">
                        <a:latin typeface="Arial" panose="020B0604020202020204"/>
                        <a:cs typeface="Arial" panose="020B0604020202020204"/>
                      </a:endParaRPr>
                    </a:p>
                  </a:txBody>
                  <a:tcPr marL="0" marR="0" marT="7048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715"/>
                        </a:spcBef>
                      </a:pPr>
                      <a:r>
                        <a:rPr sz="3600" b="1" spc="-5" dirty="0">
                          <a:latin typeface="Arial" panose="020B0604020202020204"/>
                          <a:cs typeface="Arial" panose="020B0604020202020204"/>
                        </a:rPr>
                        <a:t>df</a:t>
                      </a:r>
                      <a:endParaRPr sz="3600">
                        <a:latin typeface="Arial" panose="020B0604020202020204"/>
                        <a:cs typeface="Arial" panose="020B0604020202020204"/>
                      </a:endParaRPr>
                    </a:p>
                  </a:txBody>
                  <a:tcPr marL="0" marR="0" marT="3448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5580" marR="187960" indent="101600">
                        <a:lnSpc>
                          <a:spcPct val="100000"/>
                        </a:lnSpc>
                        <a:spcBef>
                          <a:spcPts val="555"/>
                        </a:spcBef>
                      </a:pPr>
                      <a:r>
                        <a:rPr sz="3600" b="1" dirty="0">
                          <a:latin typeface="Arial" panose="020B0604020202020204"/>
                          <a:cs typeface="Arial" panose="020B0604020202020204"/>
                        </a:rPr>
                        <a:t>Sum of </a:t>
                      </a:r>
                      <a:r>
                        <a:rPr sz="3600" b="1" spc="-990" dirty="0">
                          <a:latin typeface="Arial" panose="020B0604020202020204"/>
                          <a:cs typeface="Arial" panose="020B0604020202020204"/>
                        </a:rPr>
                        <a:t> </a:t>
                      </a:r>
                      <a:r>
                        <a:rPr sz="3600" b="1" dirty="0">
                          <a:latin typeface="Arial" panose="020B0604020202020204"/>
                          <a:cs typeface="Arial" panose="020B0604020202020204"/>
                        </a:rPr>
                        <a:t>squares</a:t>
                      </a:r>
                      <a:endParaRPr sz="3600">
                        <a:latin typeface="Arial" panose="020B0604020202020204"/>
                        <a:cs typeface="Arial" panose="020B0604020202020204"/>
                      </a:endParaRPr>
                    </a:p>
                  </a:txBody>
                  <a:tcPr marL="0" marR="0" marT="7048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775335" marR="247650" indent="-520065">
                        <a:lnSpc>
                          <a:spcPct val="100000"/>
                        </a:lnSpc>
                        <a:spcBef>
                          <a:spcPts val="555"/>
                        </a:spcBef>
                      </a:pPr>
                      <a:r>
                        <a:rPr sz="3600" b="1" spc="-5" dirty="0">
                          <a:latin typeface="Arial" panose="020B0604020202020204"/>
                          <a:cs typeface="Arial" panose="020B0604020202020204"/>
                        </a:rPr>
                        <a:t>Mean</a:t>
                      </a:r>
                      <a:r>
                        <a:rPr sz="3600" b="1" spc="-35" dirty="0">
                          <a:latin typeface="Arial" panose="020B0604020202020204"/>
                          <a:cs typeface="Arial" panose="020B0604020202020204"/>
                        </a:rPr>
                        <a:t> </a:t>
                      </a:r>
                      <a:r>
                        <a:rPr sz="3600" b="1" spc="-5" dirty="0">
                          <a:latin typeface="Arial" panose="020B0604020202020204"/>
                          <a:cs typeface="Arial" panose="020B0604020202020204"/>
                        </a:rPr>
                        <a:t>sum</a:t>
                      </a:r>
                      <a:r>
                        <a:rPr sz="3600" b="1" spc="-3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spc="-5" dirty="0">
                          <a:latin typeface="Arial" panose="020B0604020202020204"/>
                          <a:cs typeface="Arial" panose="020B0604020202020204"/>
                        </a:rPr>
                        <a:t>squares</a:t>
                      </a:r>
                      <a:endParaRPr sz="3600">
                        <a:latin typeface="Arial" panose="020B0604020202020204"/>
                        <a:cs typeface="Arial" panose="020B0604020202020204"/>
                      </a:endParaRPr>
                    </a:p>
                  </a:txBody>
                  <a:tcPr marL="0" marR="0" marT="7048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69290">
                        <a:lnSpc>
                          <a:spcPct val="100000"/>
                        </a:lnSpc>
                        <a:spcBef>
                          <a:spcPts val="2715"/>
                        </a:spcBef>
                      </a:pPr>
                      <a:r>
                        <a:rPr sz="3600" b="1" spc="-5" dirty="0">
                          <a:latin typeface="Arial" panose="020B0604020202020204"/>
                          <a:cs typeface="Arial" panose="020B0604020202020204"/>
                        </a:rPr>
                        <a:t>F-ratio</a:t>
                      </a:r>
                      <a:endParaRPr sz="3600">
                        <a:latin typeface="Arial" panose="020B0604020202020204"/>
                        <a:cs typeface="Arial" panose="020B0604020202020204"/>
                      </a:endParaRPr>
                    </a:p>
                  </a:txBody>
                  <a:tcPr marL="0" marR="0" marT="3448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0"/>
                  </a:ext>
                </a:extLst>
              </a:tr>
              <a:tr h="964945">
                <a:tc>
                  <a:txBody>
                    <a:bodyPr/>
                    <a:lstStyle/>
                    <a:p>
                      <a:pPr marL="133985">
                        <a:lnSpc>
                          <a:spcPct val="100000"/>
                        </a:lnSpc>
                        <a:spcBef>
                          <a:spcPts val="1480"/>
                        </a:spcBef>
                      </a:pPr>
                      <a:r>
                        <a:rPr sz="3600" spc="-5" dirty="0">
                          <a:latin typeface="Arial MT"/>
                          <a:cs typeface="Arial MT"/>
                        </a:rPr>
                        <a:t>Between</a:t>
                      </a:r>
                      <a:r>
                        <a:rPr sz="3600" spc="-20" dirty="0">
                          <a:latin typeface="Arial MT"/>
                          <a:cs typeface="Arial MT"/>
                        </a:rPr>
                        <a:t> </a:t>
                      </a:r>
                      <a:r>
                        <a:rPr sz="3600" spc="-5" dirty="0">
                          <a:latin typeface="Arial MT"/>
                          <a:cs typeface="Arial MT"/>
                        </a:rPr>
                        <a:t>groups</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480"/>
                        </a:spcBef>
                      </a:pPr>
                      <a:r>
                        <a:rPr sz="3600" dirty="0">
                          <a:latin typeface="Arial MT"/>
                          <a:cs typeface="Arial MT"/>
                        </a:rPr>
                        <a:t>3</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480"/>
                        </a:spcBef>
                      </a:pPr>
                      <a:r>
                        <a:rPr sz="3600" spc="-5" dirty="0">
                          <a:latin typeface="Arial MT"/>
                          <a:cs typeface="Arial MT"/>
                        </a:rPr>
                        <a:t>349.52</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35" algn="ctr">
                        <a:lnSpc>
                          <a:spcPct val="100000"/>
                        </a:lnSpc>
                        <a:spcBef>
                          <a:spcPts val="1480"/>
                        </a:spcBef>
                      </a:pPr>
                      <a:r>
                        <a:rPr sz="3600" spc="-45" dirty="0">
                          <a:latin typeface="Arial MT"/>
                          <a:cs typeface="Arial MT"/>
                        </a:rPr>
                        <a:t>116.51</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rowSpan="2">
                  <a:txBody>
                    <a:bodyPr/>
                    <a:lstStyle/>
                    <a:p>
                      <a:pPr>
                        <a:lnSpc>
                          <a:spcPct val="100000"/>
                        </a:lnSpc>
                        <a:spcBef>
                          <a:spcPts val="10"/>
                        </a:spcBef>
                      </a:pPr>
                      <a:endParaRPr sz="4350">
                        <a:latin typeface="Times New Roman" panose="02020603050405020304"/>
                        <a:cs typeface="Times New Roman" panose="02020603050405020304"/>
                      </a:endParaRPr>
                    </a:p>
                    <a:p>
                      <a:pPr marL="534670">
                        <a:lnSpc>
                          <a:spcPct val="100000"/>
                        </a:lnSpc>
                      </a:pPr>
                      <a:r>
                        <a:rPr sz="3600" spc="-5" dirty="0">
                          <a:latin typeface="Arial MT"/>
                          <a:cs typeface="Arial MT"/>
                        </a:rPr>
                        <a:t>F=4.455</a:t>
                      </a:r>
                      <a:endParaRPr sz="3600">
                        <a:latin typeface="Arial MT"/>
                        <a:cs typeface="Arial MT"/>
                      </a:endParaRPr>
                    </a:p>
                  </a:txBody>
                  <a:tcPr marL="0" marR="0" marT="127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1"/>
                  </a:ext>
                </a:extLst>
              </a:tr>
              <a:tr h="896874">
                <a:tc>
                  <a:txBody>
                    <a:bodyPr/>
                    <a:lstStyle/>
                    <a:p>
                      <a:pPr marL="133985">
                        <a:lnSpc>
                          <a:spcPct val="100000"/>
                        </a:lnSpc>
                        <a:spcBef>
                          <a:spcPts val="1215"/>
                        </a:spcBef>
                      </a:pPr>
                      <a:r>
                        <a:rPr sz="3600" spc="-5" dirty="0">
                          <a:latin typeface="Arial MT"/>
                          <a:cs typeface="Arial MT"/>
                        </a:rPr>
                        <a:t>Within</a:t>
                      </a:r>
                      <a:r>
                        <a:rPr sz="3600" spc="-30" dirty="0">
                          <a:latin typeface="Arial MT"/>
                          <a:cs typeface="Arial MT"/>
                        </a:rPr>
                        <a:t> </a:t>
                      </a:r>
                      <a:r>
                        <a:rPr sz="3600" dirty="0">
                          <a:latin typeface="Arial MT"/>
                          <a:cs typeface="Arial MT"/>
                        </a:rPr>
                        <a:t>groups</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1215"/>
                        </a:spcBef>
                      </a:pPr>
                      <a:r>
                        <a:rPr sz="3600" spc="-5" dirty="0">
                          <a:latin typeface="Arial MT"/>
                          <a:cs typeface="Arial MT"/>
                        </a:rPr>
                        <a:t>36</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215"/>
                        </a:spcBef>
                      </a:pPr>
                      <a:r>
                        <a:rPr sz="3600" spc="-5" dirty="0">
                          <a:latin typeface="Arial MT"/>
                          <a:cs typeface="Arial MT"/>
                        </a:rPr>
                        <a:t>922.95</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215"/>
                        </a:spcBef>
                      </a:pPr>
                      <a:r>
                        <a:rPr sz="3600" spc="-5" dirty="0">
                          <a:latin typeface="Arial MT"/>
                          <a:cs typeface="Arial MT"/>
                        </a:rPr>
                        <a:t>25.64</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vMerge="1">
                  <a:txBody>
                    <a:bodyPr/>
                    <a:lstStyle/>
                    <a:p>
                      <a:endParaRPr lang="en-US"/>
                    </a:p>
                  </a:txBody>
                  <a:tcPr marL="0" marR="0" marT="127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2"/>
                  </a:ext>
                </a:extLst>
              </a:tr>
              <a:tr h="949452">
                <a:tc>
                  <a:txBody>
                    <a:bodyPr/>
                    <a:lstStyle/>
                    <a:p>
                      <a:pPr marL="1270" algn="ctr">
                        <a:lnSpc>
                          <a:spcPct val="100000"/>
                        </a:lnSpc>
                        <a:spcBef>
                          <a:spcPts val="1425"/>
                        </a:spcBef>
                      </a:pPr>
                      <a:r>
                        <a:rPr sz="3600" spc="-80" dirty="0">
                          <a:latin typeface="Arial MT"/>
                          <a:cs typeface="Arial MT"/>
                        </a:rPr>
                        <a:t>Total</a:t>
                      </a:r>
                      <a:endParaRPr sz="3600">
                        <a:latin typeface="Arial MT"/>
                        <a:cs typeface="Arial MT"/>
                      </a:endParaRP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1425"/>
                        </a:spcBef>
                      </a:pPr>
                      <a:r>
                        <a:rPr sz="3600" dirty="0">
                          <a:latin typeface="Arial MT"/>
                          <a:cs typeface="Arial MT"/>
                        </a:rPr>
                        <a:t>39</a:t>
                      </a:r>
                      <a:endParaRPr sz="3600">
                        <a:latin typeface="Arial MT"/>
                        <a:cs typeface="Arial MT"/>
                      </a:endParaRP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35" algn="ctr">
                        <a:lnSpc>
                          <a:spcPct val="100000"/>
                        </a:lnSpc>
                        <a:spcBef>
                          <a:spcPts val="1425"/>
                        </a:spcBef>
                      </a:pPr>
                      <a:r>
                        <a:rPr sz="3600" dirty="0">
                          <a:latin typeface="Arial MT"/>
                          <a:cs typeface="Arial MT"/>
                        </a:rPr>
                        <a:t>1272.47</a:t>
                      </a:r>
                      <a:endParaRPr sz="3600">
                        <a:latin typeface="Arial MT"/>
                        <a:cs typeface="Arial MT"/>
                      </a:endParaRP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gridSpan="2">
                  <a:txBody>
                    <a:bodyPr/>
                    <a:lstStyle/>
                    <a:p>
                      <a:pPr marL="262890">
                        <a:lnSpc>
                          <a:spcPct val="100000"/>
                        </a:lnSpc>
                        <a:spcBef>
                          <a:spcPts val="1425"/>
                        </a:spcBef>
                        <a:tabLst>
                          <a:tab pos="3780790" algn="l"/>
                        </a:tabLst>
                      </a:pPr>
                      <a:r>
                        <a:rPr sz="3600" dirty="0">
                          <a:latin typeface="Arial MT"/>
                          <a:cs typeface="Arial MT"/>
                        </a:rPr>
                        <a:t>F(4.46)</a:t>
                      </a:r>
                      <a:r>
                        <a:rPr sz="3600" spc="-5" dirty="0">
                          <a:latin typeface="Arial MT"/>
                          <a:cs typeface="Arial MT"/>
                        </a:rPr>
                        <a:t> </a:t>
                      </a:r>
                      <a:r>
                        <a:rPr sz="3600" dirty="0">
                          <a:latin typeface="Arial MT"/>
                          <a:cs typeface="Arial MT"/>
                        </a:rPr>
                        <a:t>&gt;</a:t>
                      </a:r>
                      <a:r>
                        <a:rPr sz="3600" spc="10" dirty="0">
                          <a:latin typeface="Arial MT"/>
                          <a:cs typeface="Arial MT"/>
                        </a:rPr>
                        <a:t> </a:t>
                      </a:r>
                      <a:r>
                        <a:rPr sz="3600" spc="-5" dirty="0">
                          <a:latin typeface="Arial MT"/>
                          <a:cs typeface="Arial MT"/>
                        </a:rPr>
                        <a:t>F</a:t>
                      </a:r>
                      <a:r>
                        <a:rPr sz="3600" spc="-7" baseline="-10000" dirty="0">
                          <a:latin typeface="Arial MT"/>
                          <a:cs typeface="Arial MT"/>
                        </a:rPr>
                        <a:t>(0.05;</a:t>
                      </a:r>
                      <a:r>
                        <a:rPr sz="3600" spc="7" baseline="-10000" dirty="0">
                          <a:latin typeface="Arial MT"/>
                          <a:cs typeface="Arial MT"/>
                        </a:rPr>
                        <a:t> </a:t>
                      </a:r>
                      <a:r>
                        <a:rPr sz="3600" spc="-7" baseline="-10000" dirty="0">
                          <a:latin typeface="Arial MT"/>
                          <a:cs typeface="Arial MT"/>
                        </a:rPr>
                        <a:t>3,	36)</a:t>
                      </a:r>
                      <a:r>
                        <a:rPr sz="3600" spc="-15" baseline="-10000" dirty="0">
                          <a:latin typeface="Arial MT"/>
                          <a:cs typeface="Arial MT"/>
                        </a:rPr>
                        <a:t> </a:t>
                      </a:r>
                      <a:r>
                        <a:rPr sz="3600" dirty="0">
                          <a:latin typeface="Arial MT"/>
                          <a:cs typeface="Arial MT"/>
                        </a:rPr>
                        <a:t>=</a:t>
                      </a:r>
                      <a:r>
                        <a:rPr sz="3600" spc="-30" dirty="0">
                          <a:latin typeface="Arial MT"/>
                          <a:cs typeface="Arial MT"/>
                        </a:rPr>
                        <a:t> </a:t>
                      </a:r>
                      <a:r>
                        <a:rPr sz="3600" spc="-5" dirty="0">
                          <a:latin typeface="Arial MT"/>
                          <a:cs typeface="Arial MT"/>
                        </a:rPr>
                        <a:t>4.38</a:t>
                      </a:r>
                      <a:endParaRPr sz="3600" dirty="0">
                        <a:latin typeface="Arial MT"/>
                        <a:cs typeface="Arial MT"/>
                      </a:endParaRP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hMerge="1">
                  <a:txBody>
                    <a:bodyPr/>
                    <a:lstStyle/>
                    <a:p>
                      <a:endParaRPr lang="en-US"/>
                    </a:p>
                  </a:txBody>
                  <a:tcPr marL="0" marR="0" marT="0" marB="0"/>
                </a:tc>
                <a:extLst>
                  <a:ext uri="{0D108BD9-81ED-4DB2-BD59-A6C34878D82A}">
                    <a16:rowId xmlns:a16="http://schemas.microsoft.com/office/drawing/2014/main" val="10003"/>
                  </a:ext>
                </a:extLst>
              </a:tr>
            </a:tbl>
          </a:graphicData>
        </a:graphic>
      </p:graphicFrame>
      <p:sp>
        <p:nvSpPr>
          <p:cNvPr id="3" name="object 3"/>
          <p:cNvSpPr txBox="1"/>
          <p:nvPr/>
        </p:nvSpPr>
        <p:spPr>
          <a:xfrm>
            <a:off x="617220" y="1079980"/>
            <a:ext cx="12216130" cy="672620"/>
          </a:xfrm>
          <a:prstGeom prst="rect">
            <a:avLst/>
          </a:prstGeom>
        </p:spPr>
        <p:txBody>
          <a:bodyPr vert="horz" wrap="square" lIns="0" tIns="117475" rIns="0" bIns="0" rtlCol="0">
            <a:spAutoFit/>
          </a:bodyPr>
          <a:lstStyle/>
          <a:p>
            <a:pPr marL="832485" algn="ctr">
              <a:lnSpc>
                <a:spcPct val="100000"/>
              </a:lnSpc>
              <a:spcBef>
                <a:spcPts val="825"/>
              </a:spcBef>
            </a:pPr>
            <a:r>
              <a:rPr sz="3600" b="1" spc="-5" dirty="0">
                <a:solidFill>
                  <a:srgbClr val="FF0000"/>
                </a:solidFill>
                <a:latin typeface="Arial" panose="020B0604020202020204"/>
                <a:cs typeface="Arial" panose="020B0604020202020204"/>
              </a:rPr>
              <a:t>One-way</a:t>
            </a:r>
            <a:r>
              <a:rPr sz="3600" b="1" spc="-155" dirty="0">
                <a:solidFill>
                  <a:srgbClr val="FF0000"/>
                </a:solidFill>
                <a:latin typeface="Arial" panose="020B0604020202020204"/>
                <a:cs typeface="Arial" panose="020B0604020202020204"/>
              </a:rPr>
              <a:t> </a:t>
            </a:r>
            <a:r>
              <a:rPr sz="3600" b="1" spc="-55" dirty="0">
                <a:solidFill>
                  <a:srgbClr val="FF0000"/>
                </a:solidFill>
                <a:latin typeface="Arial" panose="020B0604020202020204"/>
                <a:cs typeface="Arial" panose="020B0604020202020204"/>
              </a:rPr>
              <a:t>ANOVA</a:t>
            </a:r>
            <a:r>
              <a:rPr sz="3600" b="1" spc="-140" dirty="0">
                <a:solidFill>
                  <a:srgbClr val="FF0000"/>
                </a:solidFill>
                <a:latin typeface="Arial" panose="020B0604020202020204"/>
                <a:cs typeface="Arial" panose="020B0604020202020204"/>
              </a:rPr>
              <a:t> </a:t>
            </a:r>
            <a:r>
              <a:rPr sz="3600" b="1" spc="-5" dirty="0">
                <a:solidFill>
                  <a:srgbClr val="FF0000"/>
                </a:solidFill>
                <a:latin typeface="Arial" panose="020B0604020202020204"/>
                <a:cs typeface="Arial" panose="020B0604020202020204"/>
              </a:rPr>
              <a:t>table</a:t>
            </a:r>
            <a:endParaRPr sz="3600" dirty="0">
              <a:latin typeface="Arial" panose="020B0604020202020204"/>
              <a:cs typeface="Arial" panose="020B0604020202020204"/>
            </a:endParaRPr>
          </a:p>
        </p:txBody>
      </p:sp>
      <p:sp>
        <p:nvSpPr>
          <p:cNvPr id="4" name="object 4"/>
          <p:cNvSpPr txBox="1"/>
          <p:nvPr/>
        </p:nvSpPr>
        <p:spPr>
          <a:xfrm>
            <a:off x="468477" y="6113780"/>
            <a:ext cx="12581890" cy="575157"/>
          </a:xfrm>
          <a:prstGeom prst="rect">
            <a:avLst/>
          </a:prstGeom>
        </p:spPr>
        <p:txBody>
          <a:bodyPr vert="horz" wrap="square" lIns="0" tIns="74295" rIns="0" bIns="0" rtlCol="0">
            <a:spAutoFit/>
          </a:bodyPr>
          <a:lstStyle/>
          <a:p>
            <a:pPr marL="38100" marR="30480">
              <a:lnSpc>
                <a:spcPts val="3890"/>
              </a:lnSpc>
              <a:spcBef>
                <a:spcPts val="585"/>
              </a:spcBef>
            </a:pPr>
            <a:r>
              <a:rPr sz="3600" b="1" spc="-5" dirty="0">
                <a:solidFill>
                  <a:srgbClr val="0033CC"/>
                </a:solidFill>
                <a:latin typeface="Arial" panose="020B0604020202020204"/>
                <a:cs typeface="Arial" panose="020B0604020202020204"/>
              </a:rPr>
              <a:t>H</a:t>
            </a:r>
            <a:r>
              <a:rPr sz="3600" b="1" spc="-7" baseline="-21000" dirty="0">
                <a:solidFill>
                  <a:srgbClr val="0033CC"/>
                </a:solidFill>
                <a:latin typeface="Arial" panose="020B0604020202020204"/>
                <a:cs typeface="Arial" panose="020B0604020202020204"/>
              </a:rPr>
              <a:t>0</a:t>
            </a:r>
            <a:r>
              <a:rPr sz="3600" b="1" spc="487" baseline="-21000" dirty="0">
                <a:solidFill>
                  <a:srgbClr val="0033CC"/>
                </a:solidFill>
                <a:latin typeface="Arial" panose="020B0604020202020204"/>
                <a:cs typeface="Arial" panose="020B0604020202020204"/>
              </a:rPr>
              <a:t> </a:t>
            </a:r>
            <a:r>
              <a:rPr sz="3600" b="1" spc="5" dirty="0">
                <a:solidFill>
                  <a:srgbClr val="0033CC"/>
                </a:solidFill>
                <a:latin typeface="Arial" panose="020B0604020202020204"/>
                <a:cs typeface="Arial" panose="020B0604020202020204"/>
              </a:rPr>
              <a:t> </a:t>
            </a:r>
            <a:r>
              <a:rPr sz="3600" b="1" spc="-5" dirty="0">
                <a:solidFill>
                  <a:srgbClr val="0033CC"/>
                </a:solidFill>
                <a:latin typeface="Arial" panose="020B0604020202020204"/>
                <a:cs typeface="Arial" panose="020B0604020202020204"/>
              </a:rPr>
              <a:t>rejected</a:t>
            </a:r>
            <a:r>
              <a:rPr sz="3600" b="1" spc="-10" dirty="0">
                <a:solidFill>
                  <a:srgbClr val="0033CC"/>
                </a:solidFill>
                <a:latin typeface="Arial" panose="020B0604020202020204"/>
                <a:cs typeface="Arial" panose="020B0604020202020204"/>
              </a:rPr>
              <a:t> </a:t>
            </a:r>
            <a:r>
              <a:rPr sz="3600" spc="-5" dirty="0">
                <a:latin typeface="Arial MT"/>
                <a:cs typeface="Arial MT"/>
              </a:rPr>
              <a:t>and</a:t>
            </a:r>
            <a:r>
              <a:rPr sz="3600" dirty="0">
                <a:latin typeface="Arial MT"/>
                <a:cs typeface="Arial MT"/>
              </a:rPr>
              <a:t> </a:t>
            </a:r>
            <a:r>
              <a:rPr sz="3600" b="1" spc="-5" dirty="0">
                <a:solidFill>
                  <a:srgbClr val="FF0000"/>
                </a:solidFill>
                <a:latin typeface="Arial" panose="020B0604020202020204"/>
                <a:cs typeface="Arial" panose="020B0604020202020204"/>
              </a:rPr>
              <a:t>H</a:t>
            </a:r>
            <a:r>
              <a:rPr sz="3600" b="1" spc="-7" baseline="-21000" dirty="0">
                <a:solidFill>
                  <a:srgbClr val="FF0000"/>
                </a:solidFill>
                <a:latin typeface="Arial" panose="020B0604020202020204"/>
                <a:cs typeface="Arial" panose="020B0604020202020204"/>
              </a:rPr>
              <a:t>1</a:t>
            </a:r>
            <a:r>
              <a:rPr sz="3600" b="1" spc="487" baseline="-21000" dirty="0">
                <a:solidFill>
                  <a:srgbClr val="FF0000"/>
                </a:solidFill>
                <a:latin typeface="Arial" panose="020B0604020202020204"/>
                <a:cs typeface="Arial" panose="020B0604020202020204"/>
              </a:rPr>
              <a:t> </a:t>
            </a:r>
            <a:r>
              <a:rPr sz="3600" b="1" dirty="0">
                <a:solidFill>
                  <a:srgbClr val="FF0000"/>
                </a:solidFill>
                <a:latin typeface="Arial" panose="020B0604020202020204"/>
                <a:cs typeface="Arial" panose="020B0604020202020204"/>
              </a:rPr>
              <a:t>accepted</a:t>
            </a:r>
            <a:endParaRPr sz="3600" dirty="0">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51261E-2978-B2AC-B6A6-152620CAC912}"/>
              </a:ext>
            </a:extLst>
          </p:cNvPr>
          <p:cNvPicPr>
            <a:picLocks noChangeAspect="1"/>
          </p:cNvPicPr>
          <p:nvPr/>
        </p:nvPicPr>
        <p:blipFill>
          <a:blip r:embed="rId2"/>
          <a:stretch>
            <a:fillRect/>
          </a:stretch>
        </p:blipFill>
        <p:spPr>
          <a:xfrm>
            <a:off x="0" y="0"/>
            <a:ext cx="13823950" cy="7772400"/>
          </a:xfrm>
          <a:prstGeom prst="rect">
            <a:avLst/>
          </a:prstGeom>
          <a:noFill/>
        </p:spPr>
      </p:pic>
    </p:spTree>
    <p:extLst>
      <p:ext uri="{BB962C8B-B14F-4D97-AF65-F5344CB8AC3E}">
        <p14:creationId xmlns:p14="http://schemas.microsoft.com/office/powerpoint/2010/main" val="490305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3"/>
          </p:nvPr>
        </p:nvSpPr>
        <p:spPr>
          <a:xfrm>
            <a:off x="990867" y="1371600"/>
            <a:ext cx="12375883" cy="5715000"/>
          </a:xfrm>
        </p:spPr>
        <p:txBody>
          <a:bodyPr>
            <a:normAutofit/>
          </a:bodyPr>
          <a:lstStyle/>
          <a:p>
            <a:pPr marL="330200" indent="-330200" algn="just">
              <a:lnSpc>
                <a:spcPct val="200000"/>
              </a:lnSpc>
              <a:buFont typeface="Wingdings" panose="05000000000000000000" pitchFamily="2" charset="2"/>
              <a:buChar char="Ø"/>
            </a:pPr>
            <a:r>
              <a:rPr lang="en-IN" sz="2400" dirty="0">
                <a:latin typeface="+mn-lt"/>
              </a:rPr>
              <a:t>In two-way ANOVA, a study variable is compared over three or more groups, controlling for another variable. </a:t>
            </a:r>
          </a:p>
          <a:p>
            <a:pPr marL="330200" indent="-330200" algn="just">
              <a:lnSpc>
                <a:spcPct val="200000"/>
              </a:lnSpc>
              <a:buFont typeface="Wingdings" panose="05000000000000000000" pitchFamily="2" charset="2"/>
              <a:buChar char="Ø"/>
            </a:pPr>
            <a:r>
              <a:rPr lang="en-IN" sz="2400" dirty="0">
                <a:latin typeface="+mn-lt"/>
              </a:rPr>
              <a:t>The grouping is taken as one factor and the control is taken as another factor. The grouping factor is usually known as </a:t>
            </a:r>
            <a:r>
              <a:rPr lang="en-IN" sz="2400" dirty="0">
                <a:solidFill>
                  <a:srgbClr val="FF0000"/>
                </a:solidFill>
                <a:latin typeface="+mn-lt"/>
              </a:rPr>
              <a:t>Treatment</a:t>
            </a:r>
            <a:r>
              <a:rPr lang="en-IN" sz="2400" dirty="0">
                <a:latin typeface="+mn-lt"/>
              </a:rPr>
              <a:t>. </a:t>
            </a:r>
          </a:p>
          <a:p>
            <a:pPr marL="330200" indent="-330200" algn="just">
              <a:lnSpc>
                <a:spcPct val="200000"/>
              </a:lnSpc>
              <a:buFont typeface="Wingdings" panose="05000000000000000000" pitchFamily="2" charset="2"/>
              <a:buChar char="Ø"/>
            </a:pPr>
            <a:r>
              <a:rPr lang="en-IN" sz="2400" dirty="0">
                <a:latin typeface="+mn-lt"/>
              </a:rPr>
              <a:t>The control factor is usually called </a:t>
            </a:r>
            <a:r>
              <a:rPr lang="en-IN" sz="2400" dirty="0">
                <a:solidFill>
                  <a:srgbClr val="FF0000"/>
                </a:solidFill>
                <a:latin typeface="+mn-lt"/>
              </a:rPr>
              <a:t>Block</a:t>
            </a:r>
            <a:r>
              <a:rPr lang="en-IN" sz="2400" dirty="0">
                <a:latin typeface="+mn-lt"/>
              </a:rPr>
              <a:t>. </a:t>
            </a:r>
          </a:p>
          <a:p>
            <a:pPr marL="330200" indent="-330200" algn="just">
              <a:lnSpc>
                <a:spcPct val="200000"/>
              </a:lnSpc>
              <a:buFont typeface="Wingdings" panose="05000000000000000000" pitchFamily="2" charset="2"/>
              <a:buChar char="Ø"/>
            </a:pPr>
            <a:r>
              <a:rPr lang="en-IN" sz="2400" dirty="0">
                <a:latin typeface="+mn-lt"/>
              </a:rPr>
              <a:t>The accuracy of the test in two-way ANOVA is considerably higher than that of one-way ANOVA, as the additional factor, block  is used to reduce the error variance.</a:t>
            </a:r>
          </a:p>
        </p:txBody>
      </p:sp>
      <p:sp>
        <p:nvSpPr>
          <p:cNvPr id="6" name="TextBox 5"/>
          <p:cNvSpPr txBox="1"/>
          <p:nvPr/>
        </p:nvSpPr>
        <p:spPr>
          <a:xfrm>
            <a:off x="336550" y="176480"/>
            <a:ext cx="6172200" cy="661720"/>
          </a:xfrm>
          <a:prstGeom prst="rect">
            <a:avLst/>
          </a:prstGeom>
          <a:noFill/>
        </p:spPr>
        <p:txBody>
          <a:bodyPr wrap="square" rtlCol="0">
            <a:spAutoFit/>
          </a:bodyPr>
          <a:lstStyle/>
          <a:p>
            <a:r>
              <a:rPr lang="en-US" sz="3700" b="1" dirty="0">
                <a:solidFill>
                  <a:srgbClr val="00B0F0"/>
                </a:solidFill>
              </a:rPr>
              <a:t>TWO-WAY ANOVA</a:t>
            </a:r>
            <a:endParaRPr lang="en-IN" sz="3700" b="1" dirty="0">
              <a:solidFill>
                <a:srgbClr val="00B0F0"/>
              </a:solidFill>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8F64F27-D865-11B0-FE5A-E0D045171481}"/>
                  </a:ext>
                </a:extLst>
              </p14:cNvPr>
              <p14:cNvContentPartPr/>
              <p14:nvPr/>
            </p14:nvContentPartPr>
            <p14:xfrm>
              <a:off x="1003381" y="2960710"/>
              <a:ext cx="2573640" cy="213840"/>
            </p14:xfrm>
          </p:contentPart>
        </mc:Choice>
        <mc:Fallback>
          <p:pic>
            <p:nvPicPr>
              <p:cNvPr id="3" name="Ink 2">
                <a:extLst>
                  <a:ext uri="{FF2B5EF4-FFF2-40B4-BE49-F238E27FC236}">
                    <a16:creationId xmlns:a16="http://schemas.microsoft.com/office/drawing/2014/main" id="{08F64F27-D865-11B0-FE5A-E0D045171481}"/>
                  </a:ext>
                </a:extLst>
              </p:cNvPr>
              <p:cNvPicPr/>
              <p:nvPr/>
            </p:nvPicPr>
            <p:blipFill>
              <a:blip r:embed="rId3"/>
              <a:stretch>
                <a:fillRect/>
              </a:stretch>
            </p:blipFill>
            <p:spPr>
              <a:xfrm>
                <a:off x="997261" y="2954590"/>
                <a:ext cx="2585880" cy="226080"/>
              </a:xfrm>
              <a:prstGeom prst="rect">
                <a:avLst/>
              </a:prstGeom>
            </p:spPr>
          </p:pic>
        </mc:Fallback>
      </mc:AlternateContent>
      <p:grpSp>
        <p:nvGrpSpPr>
          <p:cNvPr id="27" name="Group 26">
            <a:extLst>
              <a:ext uri="{FF2B5EF4-FFF2-40B4-BE49-F238E27FC236}">
                <a16:creationId xmlns:a16="http://schemas.microsoft.com/office/drawing/2014/main" id="{ED93F685-613E-0FAA-0B64-FCEE50D98BCA}"/>
              </a:ext>
            </a:extLst>
          </p:cNvPr>
          <p:cNvGrpSpPr/>
          <p:nvPr/>
        </p:nvGrpSpPr>
        <p:grpSpPr>
          <a:xfrm>
            <a:off x="4627141" y="3795550"/>
            <a:ext cx="4983120" cy="1939680"/>
            <a:chOff x="4627141" y="3795550"/>
            <a:chExt cx="4983120" cy="193968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1883C7AF-0B0D-B3BF-FF39-81318F0AFC8F}"/>
                    </a:ext>
                  </a:extLst>
                </p14:cNvPr>
                <p14:cNvContentPartPr/>
                <p14:nvPr/>
              </p14:nvContentPartPr>
              <p14:xfrm>
                <a:off x="4627141" y="4318990"/>
                <a:ext cx="1702800" cy="123480"/>
              </p14:xfrm>
            </p:contentPart>
          </mc:Choice>
          <mc:Fallback>
            <p:pic>
              <p:nvPicPr>
                <p:cNvPr id="4" name="Ink 3">
                  <a:extLst>
                    <a:ext uri="{FF2B5EF4-FFF2-40B4-BE49-F238E27FC236}">
                      <a16:creationId xmlns:a16="http://schemas.microsoft.com/office/drawing/2014/main" id="{1883C7AF-0B0D-B3BF-FF39-81318F0AFC8F}"/>
                    </a:ext>
                  </a:extLst>
                </p:cNvPr>
                <p:cNvPicPr/>
                <p:nvPr/>
              </p:nvPicPr>
              <p:blipFill>
                <a:blip r:embed="rId5"/>
                <a:stretch>
                  <a:fillRect/>
                </a:stretch>
              </p:blipFill>
              <p:spPr>
                <a:xfrm>
                  <a:off x="4621021" y="4312870"/>
                  <a:ext cx="17150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7A43EDF4-164E-9FD2-AE60-63FE78B987C4}"/>
                    </a:ext>
                  </a:extLst>
                </p14:cNvPr>
                <p14:cNvContentPartPr/>
                <p14:nvPr/>
              </p14:nvContentPartPr>
              <p14:xfrm>
                <a:off x="6543061" y="3795550"/>
                <a:ext cx="318240" cy="915840"/>
              </p14:xfrm>
            </p:contentPart>
          </mc:Choice>
          <mc:Fallback>
            <p:pic>
              <p:nvPicPr>
                <p:cNvPr id="5" name="Ink 4">
                  <a:extLst>
                    <a:ext uri="{FF2B5EF4-FFF2-40B4-BE49-F238E27FC236}">
                      <a16:creationId xmlns:a16="http://schemas.microsoft.com/office/drawing/2014/main" id="{7A43EDF4-164E-9FD2-AE60-63FE78B987C4}"/>
                    </a:ext>
                  </a:extLst>
                </p:cNvPr>
                <p:cNvPicPr/>
                <p:nvPr/>
              </p:nvPicPr>
              <p:blipFill>
                <a:blip r:embed="rId7"/>
                <a:stretch>
                  <a:fillRect/>
                </a:stretch>
              </p:blipFill>
              <p:spPr>
                <a:xfrm>
                  <a:off x="6536941" y="3789430"/>
                  <a:ext cx="330480" cy="928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01449832-4F8D-79F8-D1B8-C2650EB68056}"/>
                    </a:ext>
                  </a:extLst>
                </p14:cNvPr>
                <p14:cNvContentPartPr/>
                <p14:nvPr/>
              </p14:nvContentPartPr>
              <p14:xfrm>
                <a:off x="6830701" y="3836950"/>
                <a:ext cx="182520" cy="707040"/>
              </p14:xfrm>
            </p:contentPart>
          </mc:Choice>
          <mc:Fallback>
            <p:pic>
              <p:nvPicPr>
                <p:cNvPr id="7" name="Ink 6">
                  <a:extLst>
                    <a:ext uri="{FF2B5EF4-FFF2-40B4-BE49-F238E27FC236}">
                      <a16:creationId xmlns:a16="http://schemas.microsoft.com/office/drawing/2014/main" id="{01449832-4F8D-79F8-D1B8-C2650EB68056}"/>
                    </a:ext>
                  </a:extLst>
                </p:cNvPr>
                <p:cNvPicPr/>
                <p:nvPr/>
              </p:nvPicPr>
              <p:blipFill>
                <a:blip r:embed="rId9"/>
                <a:stretch>
                  <a:fillRect/>
                </a:stretch>
              </p:blipFill>
              <p:spPr>
                <a:xfrm>
                  <a:off x="6824581" y="3830830"/>
                  <a:ext cx="194760" cy="719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9EBC1D50-314B-8A03-DFE9-FE5D83C65931}"/>
                    </a:ext>
                  </a:extLst>
                </p14:cNvPr>
                <p14:cNvContentPartPr/>
                <p14:nvPr/>
              </p14:nvContentPartPr>
              <p14:xfrm>
                <a:off x="6883261" y="4195870"/>
                <a:ext cx="151560" cy="39240"/>
              </p14:xfrm>
            </p:contentPart>
          </mc:Choice>
          <mc:Fallback>
            <p:pic>
              <p:nvPicPr>
                <p:cNvPr id="8" name="Ink 7">
                  <a:extLst>
                    <a:ext uri="{FF2B5EF4-FFF2-40B4-BE49-F238E27FC236}">
                      <a16:creationId xmlns:a16="http://schemas.microsoft.com/office/drawing/2014/main" id="{9EBC1D50-314B-8A03-DFE9-FE5D83C65931}"/>
                    </a:ext>
                  </a:extLst>
                </p:cNvPr>
                <p:cNvPicPr/>
                <p:nvPr/>
              </p:nvPicPr>
              <p:blipFill>
                <a:blip r:embed="rId11"/>
                <a:stretch>
                  <a:fillRect/>
                </a:stretch>
              </p:blipFill>
              <p:spPr>
                <a:xfrm>
                  <a:off x="6877141" y="4189750"/>
                  <a:ext cx="16380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366F67CE-7086-4BAA-3745-B77B8A0A8C61}"/>
                    </a:ext>
                  </a:extLst>
                </p14:cNvPr>
                <p14:cNvContentPartPr/>
                <p14:nvPr/>
              </p14:nvContentPartPr>
              <p14:xfrm>
                <a:off x="7038061" y="4246630"/>
                <a:ext cx="474480" cy="185400"/>
              </p14:xfrm>
            </p:contentPart>
          </mc:Choice>
          <mc:Fallback>
            <p:pic>
              <p:nvPicPr>
                <p:cNvPr id="9" name="Ink 8">
                  <a:extLst>
                    <a:ext uri="{FF2B5EF4-FFF2-40B4-BE49-F238E27FC236}">
                      <a16:creationId xmlns:a16="http://schemas.microsoft.com/office/drawing/2014/main" id="{366F67CE-7086-4BAA-3745-B77B8A0A8C61}"/>
                    </a:ext>
                  </a:extLst>
                </p:cNvPr>
                <p:cNvPicPr/>
                <p:nvPr/>
              </p:nvPicPr>
              <p:blipFill>
                <a:blip r:embed="rId13"/>
                <a:stretch>
                  <a:fillRect/>
                </a:stretch>
              </p:blipFill>
              <p:spPr>
                <a:xfrm>
                  <a:off x="7031941" y="4240510"/>
                  <a:ext cx="48672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6DB487A4-406B-6D2F-00A1-1E2E8FCE2A08}"/>
                    </a:ext>
                  </a:extLst>
                </p14:cNvPr>
                <p14:cNvContentPartPr/>
                <p14:nvPr/>
              </p14:nvContentPartPr>
              <p14:xfrm>
                <a:off x="7611181" y="3910390"/>
                <a:ext cx="738360" cy="609480"/>
              </p14:xfrm>
            </p:contentPart>
          </mc:Choice>
          <mc:Fallback>
            <p:pic>
              <p:nvPicPr>
                <p:cNvPr id="10" name="Ink 9">
                  <a:extLst>
                    <a:ext uri="{FF2B5EF4-FFF2-40B4-BE49-F238E27FC236}">
                      <a16:creationId xmlns:a16="http://schemas.microsoft.com/office/drawing/2014/main" id="{6DB487A4-406B-6D2F-00A1-1E2E8FCE2A08}"/>
                    </a:ext>
                  </a:extLst>
                </p:cNvPr>
                <p:cNvPicPr/>
                <p:nvPr/>
              </p:nvPicPr>
              <p:blipFill>
                <a:blip r:embed="rId15"/>
                <a:stretch>
                  <a:fillRect/>
                </a:stretch>
              </p:blipFill>
              <p:spPr>
                <a:xfrm>
                  <a:off x="7605061" y="3904270"/>
                  <a:ext cx="750600" cy="621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FB01EAA3-4A49-E21A-3F13-D421B11EB3AD}"/>
                    </a:ext>
                  </a:extLst>
                </p14:cNvPr>
                <p14:cNvContentPartPr/>
                <p14:nvPr/>
              </p14:nvContentPartPr>
              <p14:xfrm>
                <a:off x="8304181" y="4057990"/>
                <a:ext cx="9720" cy="20520"/>
              </p14:xfrm>
            </p:contentPart>
          </mc:Choice>
          <mc:Fallback>
            <p:pic>
              <p:nvPicPr>
                <p:cNvPr id="11" name="Ink 10">
                  <a:extLst>
                    <a:ext uri="{FF2B5EF4-FFF2-40B4-BE49-F238E27FC236}">
                      <a16:creationId xmlns:a16="http://schemas.microsoft.com/office/drawing/2014/main" id="{FB01EAA3-4A49-E21A-3F13-D421B11EB3AD}"/>
                    </a:ext>
                  </a:extLst>
                </p:cNvPr>
                <p:cNvPicPr/>
                <p:nvPr/>
              </p:nvPicPr>
              <p:blipFill>
                <a:blip r:embed="rId17"/>
                <a:stretch>
                  <a:fillRect/>
                </a:stretch>
              </p:blipFill>
              <p:spPr>
                <a:xfrm>
                  <a:off x="8298061" y="4051870"/>
                  <a:ext cx="219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CD2CA3FB-485D-3B39-1541-AE7EBD984648}"/>
                    </a:ext>
                  </a:extLst>
                </p14:cNvPr>
                <p14:cNvContentPartPr/>
                <p14:nvPr/>
              </p14:nvContentPartPr>
              <p14:xfrm>
                <a:off x="8352421" y="4239790"/>
                <a:ext cx="244080" cy="586440"/>
              </p14:xfrm>
            </p:contentPart>
          </mc:Choice>
          <mc:Fallback>
            <p:pic>
              <p:nvPicPr>
                <p:cNvPr id="12" name="Ink 11">
                  <a:extLst>
                    <a:ext uri="{FF2B5EF4-FFF2-40B4-BE49-F238E27FC236}">
                      <a16:creationId xmlns:a16="http://schemas.microsoft.com/office/drawing/2014/main" id="{CD2CA3FB-485D-3B39-1541-AE7EBD984648}"/>
                    </a:ext>
                  </a:extLst>
                </p:cNvPr>
                <p:cNvPicPr/>
                <p:nvPr/>
              </p:nvPicPr>
              <p:blipFill>
                <a:blip r:embed="rId19"/>
                <a:stretch>
                  <a:fillRect/>
                </a:stretch>
              </p:blipFill>
              <p:spPr>
                <a:xfrm>
                  <a:off x="8346301" y="4233670"/>
                  <a:ext cx="256320" cy="598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D8E4B0EA-A548-7F20-EF9B-59DD6A86E458}"/>
                    </a:ext>
                  </a:extLst>
                </p14:cNvPr>
                <p14:cNvContentPartPr/>
                <p14:nvPr/>
              </p14:nvContentPartPr>
              <p14:xfrm>
                <a:off x="8745901" y="4248070"/>
                <a:ext cx="514080" cy="186840"/>
              </p14:xfrm>
            </p:contentPart>
          </mc:Choice>
          <mc:Fallback>
            <p:pic>
              <p:nvPicPr>
                <p:cNvPr id="13" name="Ink 12">
                  <a:extLst>
                    <a:ext uri="{FF2B5EF4-FFF2-40B4-BE49-F238E27FC236}">
                      <a16:creationId xmlns:a16="http://schemas.microsoft.com/office/drawing/2014/main" id="{D8E4B0EA-A548-7F20-EF9B-59DD6A86E458}"/>
                    </a:ext>
                  </a:extLst>
                </p:cNvPr>
                <p:cNvPicPr/>
                <p:nvPr/>
              </p:nvPicPr>
              <p:blipFill>
                <a:blip r:embed="rId21"/>
                <a:stretch>
                  <a:fillRect/>
                </a:stretch>
              </p:blipFill>
              <p:spPr>
                <a:xfrm>
                  <a:off x="8739781" y="4241950"/>
                  <a:ext cx="5263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CCAF6D94-CF6A-5C45-4F73-36479D042577}"/>
                    </a:ext>
                  </a:extLst>
                </p14:cNvPr>
                <p14:cNvContentPartPr/>
                <p14:nvPr/>
              </p14:nvContentPartPr>
              <p14:xfrm>
                <a:off x="9143341" y="3831910"/>
                <a:ext cx="264240" cy="1071000"/>
              </p14:xfrm>
            </p:contentPart>
          </mc:Choice>
          <mc:Fallback>
            <p:pic>
              <p:nvPicPr>
                <p:cNvPr id="14" name="Ink 13">
                  <a:extLst>
                    <a:ext uri="{FF2B5EF4-FFF2-40B4-BE49-F238E27FC236}">
                      <a16:creationId xmlns:a16="http://schemas.microsoft.com/office/drawing/2014/main" id="{CCAF6D94-CF6A-5C45-4F73-36479D042577}"/>
                    </a:ext>
                  </a:extLst>
                </p:cNvPr>
                <p:cNvPicPr/>
                <p:nvPr/>
              </p:nvPicPr>
              <p:blipFill>
                <a:blip r:embed="rId23"/>
                <a:stretch>
                  <a:fillRect/>
                </a:stretch>
              </p:blipFill>
              <p:spPr>
                <a:xfrm>
                  <a:off x="9137221" y="3825790"/>
                  <a:ext cx="276480" cy="1083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8745F665-57C9-9F98-6E36-E651EA2285B8}"/>
                    </a:ext>
                  </a:extLst>
                </p14:cNvPr>
                <p14:cNvContentPartPr/>
                <p14:nvPr/>
              </p14:nvContentPartPr>
              <p14:xfrm>
                <a:off x="6640621" y="4873750"/>
                <a:ext cx="328680" cy="834480"/>
              </p14:xfrm>
            </p:contentPart>
          </mc:Choice>
          <mc:Fallback>
            <p:pic>
              <p:nvPicPr>
                <p:cNvPr id="15" name="Ink 14">
                  <a:extLst>
                    <a:ext uri="{FF2B5EF4-FFF2-40B4-BE49-F238E27FC236}">
                      <a16:creationId xmlns:a16="http://schemas.microsoft.com/office/drawing/2014/main" id="{8745F665-57C9-9F98-6E36-E651EA2285B8}"/>
                    </a:ext>
                  </a:extLst>
                </p:cNvPr>
                <p:cNvPicPr/>
                <p:nvPr/>
              </p:nvPicPr>
              <p:blipFill>
                <a:blip r:embed="rId25"/>
                <a:stretch>
                  <a:fillRect/>
                </a:stretch>
              </p:blipFill>
              <p:spPr>
                <a:xfrm>
                  <a:off x="6634501" y="4867630"/>
                  <a:ext cx="340920" cy="8467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A9DF434C-C0FE-68CA-DA57-1053C22AF4DC}"/>
                    </a:ext>
                  </a:extLst>
                </p14:cNvPr>
                <p14:cNvContentPartPr/>
                <p14:nvPr/>
              </p14:nvContentPartPr>
              <p14:xfrm>
                <a:off x="6987661" y="5034670"/>
                <a:ext cx="41760" cy="188640"/>
              </p14:xfrm>
            </p:contentPart>
          </mc:Choice>
          <mc:Fallback>
            <p:pic>
              <p:nvPicPr>
                <p:cNvPr id="16" name="Ink 15">
                  <a:extLst>
                    <a:ext uri="{FF2B5EF4-FFF2-40B4-BE49-F238E27FC236}">
                      <a16:creationId xmlns:a16="http://schemas.microsoft.com/office/drawing/2014/main" id="{A9DF434C-C0FE-68CA-DA57-1053C22AF4DC}"/>
                    </a:ext>
                  </a:extLst>
                </p:cNvPr>
                <p:cNvPicPr/>
                <p:nvPr/>
              </p:nvPicPr>
              <p:blipFill>
                <a:blip r:embed="rId27"/>
                <a:stretch>
                  <a:fillRect/>
                </a:stretch>
              </p:blipFill>
              <p:spPr>
                <a:xfrm>
                  <a:off x="6981541" y="5028550"/>
                  <a:ext cx="5400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DD7094AD-6042-9DEE-73B0-35B91A27F044}"/>
                    </a:ext>
                  </a:extLst>
                </p14:cNvPr>
                <p14:cNvContentPartPr/>
                <p14:nvPr/>
              </p14:nvContentPartPr>
              <p14:xfrm>
                <a:off x="6993061" y="4724350"/>
                <a:ext cx="45720" cy="72720"/>
              </p14:xfrm>
            </p:contentPart>
          </mc:Choice>
          <mc:Fallback>
            <p:pic>
              <p:nvPicPr>
                <p:cNvPr id="17" name="Ink 16">
                  <a:extLst>
                    <a:ext uri="{FF2B5EF4-FFF2-40B4-BE49-F238E27FC236}">
                      <a16:creationId xmlns:a16="http://schemas.microsoft.com/office/drawing/2014/main" id="{DD7094AD-6042-9DEE-73B0-35B91A27F044}"/>
                    </a:ext>
                  </a:extLst>
                </p:cNvPr>
                <p:cNvPicPr/>
                <p:nvPr/>
              </p:nvPicPr>
              <p:blipFill>
                <a:blip r:embed="rId29"/>
                <a:stretch>
                  <a:fillRect/>
                </a:stretch>
              </p:blipFill>
              <p:spPr>
                <a:xfrm>
                  <a:off x="6986941" y="4718230"/>
                  <a:ext cx="5796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8305585D-E251-412F-5809-024BF65E2AE5}"/>
                    </a:ext>
                  </a:extLst>
                </p14:cNvPr>
                <p14:cNvContentPartPr/>
                <p14:nvPr/>
              </p14:nvContentPartPr>
              <p14:xfrm>
                <a:off x="7128421" y="4999750"/>
                <a:ext cx="252720" cy="177120"/>
              </p14:xfrm>
            </p:contentPart>
          </mc:Choice>
          <mc:Fallback>
            <p:pic>
              <p:nvPicPr>
                <p:cNvPr id="18" name="Ink 17">
                  <a:extLst>
                    <a:ext uri="{FF2B5EF4-FFF2-40B4-BE49-F238E27FC236}">
                      <a16:creationId xmlns:a16="http://schemas.microsoft.com/office/drawing/2014/main" id="{8305585D-E251-412F-5809-024BF65E2AE5}"/>
                    </a:ext>
                  </a:extLst>
                </p:cNvPr>
                <p:cNvPicPr/>
                <p:nvPr/>
              </p:nvPicPr>
              <p:blipFill>
                <a:blip r:embed="rId31"/>
                <a:stretch>
                  <a:fillRect/>
                </a:stretch>
              </p:blipFill>
              <p:spPr>
                <a:xfrm>
                  <a:off x="7122301" y="4993630"/>
                  <a:ext cx="2649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15C476FB-B69C-EF49-085D-430ECB0B4BDF}"/>
                    </a:ext>
                  </a:extLst>
                </p14:cNvPr>
                <p14:cNvContentPartPr/>
                <p14:nvPr/>
              </p14:nvContentPartPr>
              <p14:xfrm>
                <a:off x="7435861" y="5038270"/>
                <a:ext cx="222480" cy="161640"/>
              </p14:xfrm>
            </p:contentPart>
          </mc:Choice>
          <mc:Fallback>
            <p:pic>
              <p:nvPicPr>
                <p:cNvPr id="19" name="Ink 18">
                  <a:extLst>
                    <a:ext uri="{FF2B5EF4-FFF2-40B4-BE49-F238E27FC236}">
                      <a16:creationId xmlns:a16="http://schemas.microsoft.com/office/drawing/2014/main" id="{15C476FB-B69C-EF49-085D-430ECB0B4BDF}"/>
                    </a:ext>
                  </a:extLst>
                </p:cNvPr>
                <p:cNvPicPr/>
                <p:nvPr/>
              </p:nvPicPr>
              <p:blipFill>
                <a:blip r:embed="rId33"/>
                <a:stretch>
                  <a:fillRect/>
                </a:stretch>
              </p:blipFill>
              <p:spPr>
                <a:xfrm>
                  <a:off x="7429741" y="5032150"/>
                  <a:ext cx="23472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79E27E45-A2CA-504F-C59C-F2AFCC3A0567}"/>
                    </a:ext>
                  </a:extLst>
                </p14:cNvPr>
                <p14:cNvContentPartPr/>
                <p14:nvPr/>
              </p14:nvContentPartPr>
              <p14:xfrm>
                <a:off x="7795861" y="5113870"/>
                <a:ext cx="19080" cy="72720"/>
              </p14:xfrm>
            </p:contentPart>
          </mc:Choice>
          <mc:Fallback>
            <p:pic>
              <p:nvPicPr>
                <p:cNvPr id="20" name="Ink 19">
                  <a:extLst>
                    <a:ext uri="{FF2B5EF4-FFF2-40B4-BE49-F238E27FC236}">
                      <a16:creationId xmlns:a16="http://schemas.microsoft.com/office/drawing/2014/main" id="{79E27E45-A2CA-504F-C59C-F2AFCC3A0567}"/>
                    </a:ext>
                  </a:extLst>
                </p:cNvPr>
                <p:cNvPicPr/>
                <p:nvPr/>
              </p:nvPicPr>
              <p:blipFill>
                <a:blip r:embed="rId35"/>
                <a:stretch>
                  <a:fillRect/>
                </a:stretch>
              </p:blipFill>
              <p:spPr>
                <a:xfrm>
                  <a:off x="7789741" y="5107750"/>
                  <a:ext cx="3132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19FA62BD-7A9A-DAE8-AAFD-A193719C3C9B}"/>
                    </a:ext>
                  </a:extLst>
                </p14:cNvPr>
                <p14:cNvContentPartPr/>
                <p14:nvPr/>
              </p14:nvContentPartPr>
              <p14:xfrm>
                <a:off x="7807741" y="4890310"/>
                <a:ext cx="41760" cy="24480"/>
              </p14:xfrm>
            </p:contentPart>
          </mc:Choice>
          <mc:Fallback>
            <p:pic>
              <p:nvPicPr>
                <p:cNvPr id="21" name="Ink 20">
                  <a:extLst>
                    <a:ext uri="{FF2B5EF4-FFF2-40B4-BE49-F238E27FC236}">
                      <a16:creationId xmlns:a16="http://schemas.microsoft.com/office/drawing/2014/main" id="{19FA62BD-7A9A-DAE8-AAFD-A193719C3C9B}"/>
                    </a:ext>
                  </a:extLst>
                </p:cNvPr>
                <p:cNvPicPr/>
                <p:nvPr/>
              </p:nvPicPr>
              <p:blipFill>
                <a:blip r:embed="rId37"/>
                <a:stretch>
                  <a:fillRect/>
                </a:stretch>
              </p:blipFill>
              <p:spPr>
                <a:xfrm>
                  <a:off x="7801621" y="4884190"/>
                  <a:ext cx="5400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0E7C5733-5953-89F5-2F14-FC5C14E71121}"/>
                    </a:ext>
                  </a:extLst>
                </p14:cNvPr>
                <p14:cNvContentPartPr/>
                <p14:nvPr/>
              </p14:nvContentPartPr>
              <p14:xfrm>
                <a:off x="7862821" y="5069590"/>
                <a:ext cx="288000" cy="665640"/>
              </p14:xfrm>
            </p:contentPart>
          </mc:Choice>
          <mc:Fallback>
            <p:pic>
              <p:nvPicPr>
                <p:cNvPr id="22" name="Ink 21">
                  <a:extLst>
                    <a:ext uri="{FF2B5EF4-FFF2-40B4-BE49-F238E27FC236}">
                      <a16:creationId xmlns:a16="http://schemas.microsoft.com/office/drawing/2014/main" id="{0E7C5733-5953-89F5-2F14-FC5C14E71121}"/>
                    </a:ext>
                  </a:extLst>
                </p:cNvPr>
                <p:cNvPicPr/>
                <p:nvPr/>
              </p:nvPicPr>
              <p:blipFill>
                <a:blip r:embed="rId39"/>
                <a:stretch>
                  <a:fillRect/>
                </a:stretch>
              </p:blipFill>
              <p:spPr>
                <a:xfrm>
                  <a:off x="7856701" y="5063470"/>
                  <a:ext cx="300240" cy="677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E02622ED-EAF5-6448-CB55-0236C0A29155}"/>
                    </a:ext>
                  </a:extLst>
                </p14:cNvPr>
                <p14:cNvContentPartPr/>
                <p14:nvPr/>
              </p14:nvContentPartPr>
              <p14:xfrm>
                <a:off x="8242981" y="4731550"/>
                <a:ext cx="455400" cy="547200"/>
              </p14:xfrm>
            </p:contentPart>
          </mc:Choice>
          <mc:Fallback>
            <p:pic>
              <p:nvPicPr>
                <p:cNvPr id="23" name="Ink 22">
                  <a:extLst>
                    <a:ext uri="{FF2B5EF4-FFF2-40B4-BE49-F238E27FC236}">
                      <a16:creationId xmlns:a16="http://schemas.microsoft.com/office/drawing/2014/main" id="{E02622ED-EAF5-6448-CB55-0236C0A29155}"/>
                    </a:ext>
                  </a:extLst>
                </p:cNvPr>
                <p:cNvPicPr/>
                <p:nvPr/>
              </p:nvPicPr>
              <p:blipFill>
                <a:blip r:embed="rId41"/>
                <a:stretch>
                  <a:fillRect/>
                </a:stretch>
              </p:blipFill>
              <p:spPr>
                <a:xfrm>
                  <a:off x="8236861" y="4725430"/>
                  <a:ext cx="467640" cy="5594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07F23EA3-AEA0-8E11-4960-FBDD6B4AD435}"/>
                    </a:ext>
                  </a:extLst>
                </p14:cNvPr>
                <p14:cNvContentPartPr/>
                <p14:nvPr/>
              </p14:nvContentPartPr>
              <p14:xfrm>
                <a:off x="8577421" y="5041150"/>
                <a:ext cx="166320" cy="146520"/>
              </p14:xfrm>
            </p:contentPart>
          </mc:Choice>
          <mc:Fallback>
            <p:pic>
              <p:nvPicPr>
                <p:cNvPr id="24" name="Ink 23">
                  <a:extLst>
                    <a:ext uri="{FF2B5EF4-FFF2-40B4-BE49-F238E27FC236}">
                      <a16:creationId xmlns:a16="http://schemas.microsoft.com/office/drawing/2014/main" id="{07F23EA3-AEA0-8E11-4960-FBDD6B4AD435}"/>
                    </a:ext>
                  </a:extLst>
                </p:cNvPr>
                <p:cNvPicPr/>
                <p:nvPr/>
              </p:nvPicPr>
              <p:blipFill>
                <a:blip r:embed="rId43"/>
                <a:stretch>
                  <a:fillRect/>
                </a:stretch>
              </p:blipFill>
              <p:spPr>
                <a:xfrm>
                  <a:off x="8571301" y="5035030"/>
                  <a:ext cx="1785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8036FCD7-7D1E-0EDF-5445-E3186A6F967D}"/>
                    </a:ext>
                  </a:extLst>
                </p14:cNvPr>
                <p14:cNvContentPartPr/>
                <p14:nvPr/>
              </p14:nvContentPartPr>
              <p14:xfrm>
                <a:off x="8970901" y="5052670"/>
                <a:ext cx="507600" cy="176400"/>
              </p14:xfrm>
            </p:contentPart>
          </mc:Choice>
          <mc:Fallback>
            <p:pic>
              <p:nvPicPr>
                <p:cNvPr id="25" name="Ink 24">
                  <a:extLst>
                    <a:ext uri="{FF2B5EF4-FFF2-40B4-BE49-F238E27FC236}">
                      <a16:creationId xmlns:a16="http://schemas.microsoft.com/office/drawing/2014/main" id="{8036FCD7-7D1E-0EDF-5445-E3186A6F967D}"/>
                    </a:ext>
                  </a:extLst>
                </p:cNvPr>
                <p:cNvPicPr/>
                <p:nvPr/>
              </p:nvPicPr>
              <p:blipFill>
                <a:blip r:embed="rId45"/>
                <a:stretch>
                  <a:fillRect/>
                </a:stretch>
              </p:blipFill>
              <p:spPr>
                <a:xfrm>
                  <a:off x="8964781" y="5046550"/>
                  <a:ext cx="51984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15AE25B4-7AC8-46A0-2F40-1C009C4714B5}"/>
                    </a:ext>
                  </a:extLst>
                </p14:cNvPr>
                <p14:cNvContentPartPr/>
                <p14:nvPr/>
              </p14:nvContentPartPr>
              <p14:xfrm>
                <a:off x="9455101" y="4658830"/>
                <a:ext cx="155160" cy="886320"/>
              </p14:xfrm>
            </p:contentPart>
          </mc:Choice>
          <mc:Fallback>
            <p:pic>
              <p:nvPicPr>
                <p:cNvPr id="26" name="Ink 25">
                  <a:extLst>
                    <a:ext uri="{FF2B5EF4-FFF2-40B4-BE49-F238E27FC236}">
                      <a16:creationId xmlns:a16="http://schemas.microsoft.com/office/drawing/2014/main" id="{15AE25B4-7AC8-46A0-2F40-1C009C4714B5}"/>
                    </a:ext>
                  </a:extLst>
                </p:cNvPr>
                <p:cNvPicPr/>
                <p:nvPr/>
              </p:nvPicPr>
              <p:blipFill>
                <a:blip r:embed="rId47"/>
                <a:stretch>
                  <a:fillRect/>
                </a:stretch>
              </p:blipFill>
              <p:spPr>
                <a:xfrm>
                  <a:off x="9448981" y="4652710"/>
                  <a:ext cx="167400" cy="898560"/>
                </a:xfrm>
                <a:prstGeom prst="rect">
                  <a:avLst/>
                </a:prstGeom>
              </p:spPr>
            </p:pic>
          </mc:Fallback>
        </mc:AlternateContent>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Steps involved in two-way ANOVA</a:t>
            </a:r>
          </a:p>
        </p:txBody>
      </p:sp>
      <p:sp>
        <p:nvSpPr>
          <p:cNvPr id="3" name="Text Placeholder 2"/>
          <p:cNvSpPr>
            <a:spLocks noGrp="1"/>
          </p:cNvSpPr>
          <p:nvPr>
            <p:ph type="body" sz="quarter" idx="13"/>
          </p:nvPr>
        </p:nvSpPr>
        <p:spPr>
          <a:xfrm>
            <a:off x="990867" y="1219200"/>
            <a:ext cx="12452083" cy="5867400"/>
          </a:xfrm>
        </p:spPr>
        <p:txBody>
          <a:bodyPr>
            <a:noAutofit/>
          </a:bodyPr>
          <a:lstStyle/>
          <a:p>
            <a:pPr marL="0" indent="0">
              <a:lnSpc>
                <a:spcPct val="150000"/>
              </a:lnSpc>
              <a:buNone/>
            </a:pPr>
            <a:r>
              <a:rPr lang="en-US" sz="2400" dirty="0">
                <a:solidFill>
                  <a:srgbClr val="FF0000"/>
                </a:solidFill>
                <a:latin typeface="+mn-lt"/>
              </a:rPr>
              <a:t>Step 1: </a:t>
            </a:r>
            <a:r>
              <a:rPr lang="en-US" sz="2400" dirty="0">
                <a:latin typeface="+mn-lt"/>
              </a:rPr>
              <a:t>In two-way ANOVA we have two pairs of hypotheses, one for treatments and one for the blocks.</a:t>
            </a:r>
          </a:p>
          <a:p>
            <a:pPr marL="0" indent="0">
              <a:lnSpc>
                <a:spcPct val="150000"/>
              </a:lnSpc>
              <a:buNone/>
            </a:pPr>
            <a:r>
              <a:rPr lang="en-US" sz="2400" dirty="0">
                <a:solidFill>
                  <a:srgbClr val="7030A0"/>
                </a:solidFill>
                <a:latin typeface="+mn-lt"/>
              </a:rPr>
              <a:t>Null Hypotheses</a:t>
            </a:r>
          </a:p>
          <a:p>
            <a:pPr>
              <a:lnSpc>
                <a:spcPct val="150000"/>
              </a:lnSpc>
            </a:pPr>
            <a:r>
              <a:rPr lang="en-US" sz="2400" dirty="0">
                <a:latin typeface="+mn-lt"/>
              </a:rPr>
              <a:t>H</a:t>
            </a:r>
            <a:r>
              <a:rPr lang="en-US" sz="2400" baseline="-25000" dirty="0">
                <a:latin typeface="+mn-lt"/>
              </a:rPr>
              <a:t>0</a:t>
            </a:r>
            <a:r>
              <a:rPr lang="en-US" sz="2400" dirty="0">
                <a:latin typeface="+mn-lt"/>
              </a:rPr>
              <a:t>1: There is no significant difference among the population means of different Treatments(groups)</a:t>
            </a:r>
          </a:p>
          <a:p>
            <a:pPr>
              <a:lnSpc>
                <a:spcPct val="150000"/>
              </a:lnSpc>
            </a:pPr>
            <a:r>
              <a:rPr lang="en-US" sz="2400" dirty="0">
                <a:latin typeface="+mn-lt"/>
              </a:rPr>
              <a:t>H</a:t>
            </a:r>
            <a:r>
              <a:rPr lang="en-US" sz="2400" baseline="-25000" dirty="0">
                <a:latin typeface="+mn-lt"/>
              </a:rPr>
              <a:t>0</a:t>
            </a:r>
            <a:r>
              <a:rPr lang="en-US" sz="2400" dirty="0">
                <a:latin typeface="+mn-lt"/>
              </a:rPr>
              <a:t>2: There is no significant difference among the population means of different Blocks</a:t>
            </a:r>
          </a:p>
          <a:p>
            <a:pPr marL="0" indent="0">
              <a:lnSpc>
                <a:spcPct val="150000"/>
              </a:lnSpc>
              <a:buNone/>
            </a:pPr>
            <a:r>
              <a:rPr lang="en-US" sz="2400" dirty="0">
                <a:solidFill>
                  <a:srgbClr val="7030A0"/>
                </a:solidFill>
                <a:latin typeface="+mn-lt"/>
              </a:rPr>
              <a:t>Alternative Hypotheses</a:t>
            </a:r>
          </a:p>
          <a:p>
            <a:pPr>
              <a:lnSpc>
                <a:spcPct val="150000"/>
              </a:lnSpc>
            </a:pPr>
            <a:r>
              <a:rPr lang="en-US" sz="2400" dirty="0">
                <a:latin typeface="+mn-lt"/>
              </a:rPr>
              <a:t>H</a:t>
            </a:r>
            <a:r>
              <a:rPr lang="en-US" sz="2400" baseline="-25000" dirty="0">
                <a:latin typeface="+mn-lt"/>
              </a:rPr>
              <a:t>1</a:t>
            </a:r>
            <a:r>
              <a:rPr lang="en-US" sz="2400" dirty="0">
                <a:latin typeface="+mn-lt"/>
              </a:rPr>
              <a:t>1: </a:t>
            </a:r>
            <a:r>
              <a:rPr lang="en-US" sz="2400" dirty="0" err="1">
                <a:latin typeface="+mn-lt"/>
              </a:rPr>
              <a:t>Atleast</a:t>
            </a:r>
            <a:r>
              <a:rPr lang="en-US" sz="2400" dirty="0">
                <a:latin typeface="+mn-lt"/>
              </a:rPr>
              <a:t> one pair of treatment means differs significantly</a:t>
            </a:r>
          </a:p>
          <a:p>
            <a:pPr>
              <a:lnSpc>
                <a:spcPct val="150000"/>
              </a:lnSpc>
            </a:pPr>
            <a:r>
              <a:rPr lang="en-US" sz="2400" dirty="0">
                <a:latin typeface="+mn-lt"/>
              </a:rPr>
              <a:t>H</a:t>
            </a:r>
            <a:r>
              <a:rPr lang="en-US" sz="2400" baseline="-25000" dirty="0">
                <a:latin typeface="+mn-lt"/>
              </a:rPr>
              <a:t>1</a:t>
            </a:r>
            <a:r>
              <a:rPr lang="en-US" sz="2400" dirty="0">
                <a:latin typeface="+mn-lt"/>
              </a:rPr>
              <a:t>2: </a:t>
            </a:r>
            <a:r>
              <a:rPr lang="en-US" sz="2400" dirty="0" err="1">
                <a:latin typeface="+mn-lt"/>
              </a:rPr>
              <a:t>Atleast</a:t>
            </a:r>
            <a:r>
              <a:rPr lang="en-US" sz="2400" dirty="0">
                <a:latin typeface="+mn-lt"/>
              </a:rPr>
              <a:t> one pair of block means differs significantly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F247E89-F333-9189-E85A-DDFF1FAD3317}"/>
                  </a:ext>
                </a:extLst>
              </p14:cNvPr>
              <p14:cNvContentPartPr/>
              <p14:nvPr/>
            </p14:nvContentPartPr>
            <p14:xfrm>
              <a:off x="11554261" y="3212710"/>
              <a:ext cx="633600" cy="2264040"/>
            </p14:xfrm>
          </p:contentPart>
        </mc:Choice>
        <mc:Fallback>
          <p:pic>
            <p:nvPicPr>
              <p:cNvPr id="4" name="Ink 3">
                <a:extLst>
                  <a:ext uri="{FF2B5EF4-FFF2-40B4-BE49-F238E27FC236}">
                    <a16:creationId xmlns:a16="http://schemas.microsoft.com/office/drawing/2014/main" id="{EF247E89-F333-9189-E85A-DDFF1FAD3317}"/>
                  </a:ext>
                </a:extLst>
              </p:cNvPr>
              <p:cNvPicPr/>
              <p:nvPr/>
            </p:nvPicPr>
            <p:blipFill>
              <a:blip r:embed="rId3"/>
              <a:stretch>
                <a:fillRect/>
              </a:stretch>
            </p:blipFill>
            <p:spPr>
              <a:xfrm>
                <a:off x="11548141" y="3206590"/>
                <a:ext cx="645840" cy="227628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Steps involved in two-way ANOVA</a:t>
            </a:r>
          </a:p>
        </p:txBody>
      </p:sp>
      <p:sp>
        <p:nvSpPr>
          <p:cNvPr id="3" name="Text Placeholder 2"/>
          <p:cNvSpPr>
            <a:spLocks noGrp="1"/>
          </p:cNvSpPr>
          <p:nvPr>
            <p:ph type="body" sz="quarter" idx="13"/>
          </p:nvPr>
        </p:nvSpPr>
        <p:spPr>
          <a:xfrm>
            <a:off x="990867" y="1849122"/>
            <a:ext cx="11736917" cy="5237478"/>
          </a:xfrm>
        </p:spPr>
        <p:txBody>
          <a:bodyPr>
            <a:noAutofit/>
          </a:bodyPr>
          <a:lstStyle/>
          <a:p>
            <a:pPr>
              <a:lnSpc>
                <a:spcPct val="150000"/>
              </a:lnSpc>
            </a:pPr>
            <a:r>
              <a:rPr lang="en-US" sz="2400" dirty="0">
                <a:solidFill>
                  <a:srgbClr val="FF0000"/>
                </a:solidFill>
                <a:latin typeface="+mn-lt"/>
              </a:rPr>
              <a:t>Step 2:</a:t>
            </a:r>
            <a:r>
              <a:rPr lang="en-US" sz="2400" dirty="0">
                <a:latin typeface="+mn-lt"/>
              </a:rPr>
              <a:t> Data is presented in a rectangular table form as described in one-way ANOVA.</a:t>
            </a:r>
          </a:p>
          <a:p>
            <a:pPr>
              <a:lnSpc>
                <a:spcPct val="150000"/>
              </a:lnSpc>
            </a:pPr>
            <a:r>
              <a:rPr lang="en-US" sz="2400" dirty="0">
                <a:solidFill>
                  <a:srgbClr val="FF0000"/>
                </a:solidFill>
                <a:latin typeface="+mn-lt"/>
              </a:rPr>
              <a:t>Step 3:</a:t>
            </a:r>
            <a:r>
              <a:rPr lang="en-US" sz="2400" dirty="0">
                <a:latin typeface="+mn-lt"/>
              </a:rPr>
              <a:t> Level of significance </a:t>
            </a:r>
            <a:r>
              <a:rPr lang="el-GR" sz="2400" dirty="0">
                <a:latin typeface="+mn-lt"/>
                <a:cs typeface="Calibri" panose="020F0502020204030204"/>
              </a:rPr>
              <a:t>α</a:t>
            </a:r>
            <a:r>
              <a:rPr lang="en-US" sz="2400" dirty="0">
                <a:latin typeface="+mn-lt"/>
              </a:rPr>
              <a:t>.</a:t>
            </a:r>
          </a:p>
          <a:p>
            <a:pPr>
              <a:lnSpc>
                <a:spcPct val="150000"/>
              </a:lnSpc>
            </a:pPr>
            <a:r>
              <a:rPr lang="en-US" sz="2400" dirty="0">
                <a:solidFill>
                  <a:srgbClr val="FF0000"/>
                </a:solidFill>
                <a:latin typeface="+mn-lt"/>
              </a:rPr>
              <a:t>Step 4: </a:t>
            </a:r>
            <a:r>
              <a:rPr lang="en-US" sz="2400" dirty="0">
                <a:latin typeface="+mn-lt"/>
              </a:rPr>
              <a:t>Test Statistic</a:t>
            </a:r>
          </a:p>
          <a:p>
            <a:pPr>
              <a:lnSpc>
                <a:spcPct val="150000"/>
              </a:lnSpc>
            </a:pPr>
            <a:r>
              <a:rPr lang="en-US" sz="2400" dirty="0">
                <a:latin typeface="+mn-lt"/>
              </a:rPr>
              <a:t>For treatments F= MSTR/MSE</a:t>
            </a:r>
          </a:p>
          <a:p>
            <a:pPr>
              <a:lnSpc>
                <a:spcPct val="150000"/>
              </a:lnSpc>
            </a:pPr>
            <a:r>
              <a:rPr lang="en-US" sz="2400" dirty="0">
                <a:latin typeface="+mn-lt"/>
              </a:rPr>
              <a:t>For blocks = MSBL/MSE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B9A6AC8-1ED7-E03D-9633-6828BDA88365}"/>
                  </a:ext>
                </a:extLst>
              </p14:cNvPr>
              <p14:cNvContentPartPr/>
              <p14:nvPr/>
            </p14:nvContentPartPr>
            <p14:xfrm>
              <a:off x="3116581" y="3952510"/>
              <a:ext cx="2217240" cy="741600"/>
            </p14:xfrm>
          </p:contentPart>
        </mc:Choice>
        <mc:Fallback>
          <p:pic>
            <p:nvPicPr>
              <p:cNvPr id="4" name="Ink 3">
                <a:extLst>
                  <a:ext uri="{FF2B5EF4-FFF2-40B4-BE49-F238E27FC236}">
                    <a16:creationId xmlns:a16="http://schemas.microsoft.com/office/drawing/2014/main" id="{3B9A6AC8-1ED7-E03D-9633-6828BDA88365}"/>
                  </a:ext>
                </a:extLst>
              </p:cNvPr>
              <p:cNvPicPr/>
              <p:nvPr/>
            </p:nvPicPr>
            <p:blipFill>
              <a:blip r:embed="rId3"/>
              <a:stretch>
                <a:fillRect/>
              </a:stretch>
            </p:blipFill>
            <p:spPr>
              <a:xfrm>
                <a:off x="3110461" y="3946390"/>
                <a:ext cx="2229480" cy="753840"/>
              </a:xfrm>
              <a:prstGeom prst="rect">
                <a:avLst/>
              </a:prstGeom>
            </p:spPr>
          </p:pic>
        </mc:Fallback>
      </mc:AlternateContent>
      <p:grpSp>
        <p:nvGrpSpPr>
          <p:cNvPr id="16" name="Group 15">
            <a:extLst>
              <a:ext uri="{FF2B5EF4-FFF2-40B4-BE49-F238E27FC236}">
                <a16:creationId xmlns:a16="http://schemas.microsoft.com/office/drawing/2014/main" id="{20E1D8F4-C365-FBB8-9B45-F99D389697BA}"/>
              </a:ext>
            </a:extLst>
          </p:cNvPr>
          <p:cNvGrpSpPr/>
          <p:nvPr/>
        </p:nvGrpSpPr>
        <p:grpSpPr>
          <a:xfrm>
            <a:off x="2787541" y="4396750"/>
            <a:ext cx="4901040" cy="1107720"/>
            <a:chOff x="2787541" y="4396750"/>
            <a:chExt cx="4901040" cy="110772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0EAF34BF-F020-177C-CEAD-7979EBA44AB3}"/>
                    </a:ext>
                  </a:extLst>
                </p14:cNvPr>
                <p14:cNvContentPartPr/>
                <p14:nvPr/>
              </p14:nvContentPartPr>
              <p14:xfrm>
                <a:off x="2787541" y="4707070"/>
                <a:ext cx="1795680" cy="797400"/>
              </p14:xfrm>
            </p:contentPart>
          </mc:Choice>
          <mc:Fallback>
            <p:pic>
              <p:nvPicPr>
                <p:cNvPr id="5" name="Ink 4">
                  <a:extLst>
                    <a:ext uri="{FF2B5EF4-FFF2-40B4-BE49-F238E27FC236}">
                      <a16:creationId xmlns:a16="http://schemas.microsoft.com/office/drawing/2014/main" id="{0EAF34BF-F020-177C-CEAD-7979EBA44AB3}"/>
                    </a:ext>
                  </a:extLst>
                </p:cNvPr>
                <p:cNvPicPr/>
                <p:nvPr/>
              </p:nvPicPr>
              <p:blipFill>
                <a:blip r:embed="rId5"/>
                <a:stretch>
                  <a:fillRect/>
                </a:stretch>
              </p:blipFill>
              <p:spPr>
                <a:xfrm>
                  <a:off x="2781421" y="4700950"/>
                  <a:ext cx="1807920" cy="809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852E7132-5A04-DED0-7126-9DB8ED9E4D9C}"/>
                    </a:ext>
                  </a:extLst>
                </p14:cNvPr>
                <p14:cNvContentPartPr/>
                <p14:nvPr/>
              </p14:nvContentPartPr>
              <p14:xfrm>
                <a:off x="3698341" y="5147350"/>
                <a:ext cx="535320" cy="91440"/>
              </p14:xfrm>
            </p:contentPart>
          </mc:Choice>
          <mc:Fallback>
            <p:pic>
              <p:nvPicPr>
                <p:cNvPr id="6" name="Ink 5">
                  <a:extLst>
                    <a:ext uri="{FF2B5EF4-FFF2-40B4-BE49-F238E27FC236}">
                      <a16:creationId xmlns:a16="http://schemas.microsoft.com/office/drawing/2014/main" id="{852E7132-5A04-DED0-7126-9DB8ED9E4D9C}"/>
                    </a:ext>
                  </a:extLst>
                </p:cNvPr>
                <p:cNvPicPr/>
                <p:nvPr/>
              </p:nvPicPr>
              <p:blipFill>
                <a:blip r:embed="rId7"/>
                <a:stretch>
                  <a:fillRect/>
                </a:stretch>
              </p:blipFill>
              <p:spPr>
                <a:xfrm>
                  <a:off x="3692221" y="5141230"/>
                  <a:ext cx="54756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0B0F59AE-5FF3-5B22-2FFC-2D8FF29A9AE7}"/>
                    </a:ext>
                  </a:extLst>
                </p14:cNvPr>
                <p14:cNvContentPartPr/>
                <p14:nvPr/>
              </p14:nvContentPartPr>
              <p14:xfrm>
                <a:off x="4435981" y="4396750"/>
                <a:ext cx="505080" cy="155160"/>
              </p14:xfrm>
            </p:contentPart>
          </mc:Choice>
          <mc:Fallback>
            <p:pic>
              <p:nvPicPr>
                <p:cNvPr id="7" name="Ink 6">
                  <a:extLst>
                    <a:ext uri="{FF2B5EF4-FFF2-40B4-BE49-F238E27FC236}">
                      <a16:creationId xmlns:a16="http://schemas.microsoft.com/office/drawing/2014/main" id="{0B0F59AE-5FF3-5B22-2FFC-2D8FF29A9AE7}"/>
                    </a:ext>
                  </a:extLst>
                </p:cNvPr>
                <p:cNvPicPr/>
                <p:nvPr/>
              </p:nvPicPr>
              <p:blipFill>
                <a:blip r:embed="rId9"/>
                <a:stretch>
                  <a:fillRect/>
                </a:stretch>
              </p:blipFill>
              <p:spPr>
                <a:xfrm>
                  <a:off x="4429861" y="4390630"/>
                  <a:ext cx="51732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055C5123-1BD2-022B-4EFA-7A02ED3E8F86}"/>
                    </a:ext>
                  </a:extLst>
                </p14:cNvPr>
                <p14:cNvContentPartPr/>
                <p14:nvPr/>
              </p14:nvContentPartPr>
              <p14:xfrm>
                <a:off x="4883101" y="4653430"/>
                <a:ext cx="1097280" cy="231120"/>
              </p14:xfrm>
            </p:contentPart>
          </mc:Choice>
          <mc:Fallback>
            <p:pic>
              <p:nvPicPr>
                <p:cNvPr id="8" name="Ink 7">
                  <a:extLst>
                    <a:ext uri="{FF2B5EF4-FFF2-40B4-BE49-F238E27FC236}">
                      <a16:creationId xmlns:a16="http://schemas.microsoft.com/office/drawing/2014/main" id="{055C5123-1BD2-022B-4EFA-7A02ED3E8F86}"/>
                    </a:ext>
                  </a:extLst>
                </p:cNvPr>
                <p:cNvPicPr/>
                <p:nvPr/>
              </p:nvPicPr>
              <p:blipFill>
                <a:blip r:embed="rId11"/>
                <a:stretch>
                  <a:fillRect/>
                </a:stretch>
              </p:blipFill>
              <p:spPr>
                <a:xfrm>
                  <a:off x="4876981" y="4647310"/>
                  <a:ext cx="110952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5CE7EDAB-BE19-E49E-A582-418470A8E07B}"/>
                    </a:ext>
                  </a:extLst>
                </p14:cNvPr>
                <p14:cNvContentPartPr/>
                <p14:nvPr/>
              </p14:nvContentPartPr>
              <p14:xfrm>
                <a:off x="5780221" y="4579990"/>
                <a:ext cx="232560" cy="518400"/>
              </p14:xfrm>
            </p:contentPart>
          </mc:Choice>
          <mc:Fallback>
            <p:pic>
              <p:nvPicPr>
                <p:cNvPr id="9" name="Ink 8">
                  <a:extLst>
                    <a:ext uri="{FF2B5EF4-FFF2-40B4-BE49-F238E27FC236}">
                      <a16:creationId xmlns:a16="http://schemas.microsoft.com/office/drawing/2014/main" id="{5CE7EDAB-BE19-E49E-A582-418470A8E07B}"/>
                    </a:ext>
                  </a:extLst>
                </p:cNvPr>
                <p:cNvPicPr/>
                <p:nvPr/>
              </p:nvPicPr>
              <p:blipFill>
                <a:blip r:embed="rId13"/>
                <a:stretch>
                  <a:fillRect/>
                </a:stretch>
              </p:blipFill>
              <p:spPr>
                <a:xfrm>
                  <a:off x="5774101" y="4573870"/>
                  <a:ext cx="244800" cy="530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E218AE09-3EA6-2201-CBBD-C9BF4A54A9D2}"/>
                    </a:ext>
                  </a:extLst>
                </p14:cNvPr>
                <p14:cNvContentPartPr/>
                <p14:nvPr/>
              </p14:nvContentPartPr>
              <p14:xfrm>
                <a:off x="6463141" y="4424110"/>
                <a:ext cx="599760" cy="528480"/>
              </p14:xfrm>
            </p:contentPart>
          </mc:Choice>
          <mc:Fallback>
            <p:pic>
              <p:nvPicPr>
                <p:cNvPr id="10" name="Ink 9">
                  <a:extLst>
                    <a:ext uri="{FF2B5EF4-FFF2-40B4-BE49-F238E27FC236}">
                      <a16:creationId xmlns:a16="http://schemas.microsoft.com/office/drawing/2014/main" id="{E218AE09-3EA6-2201-CBBD-C9BF4A54A9D2}"/>
                    </a:ext>
                  </a:extLst>
                </p:cNvPr>
                <p:cNvPicPr/>
                <p:nvPr/>
              </p:nvPicPr>
              <p:blipFill>
                <a:blip r:embed="rId15"/>
                <a:stretch>
                  <a:fillRect/>
                </a:stretch>
              </p:blipFill>
              <p:spPr>
                <a:xfrm>
                  <a:off x="6457021" y="4417990"/>
                  <a:ext cx="612000" cy="540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BC525B58-07EC-4BD1-6073-5ED61AF60DE6}"/>
                    </a:ext>
                  </a:extLst>
                </p14:cNvPr>
                <p14:cNvContentPartPr/>
                <p14:nvPr/>
              </p14:nvContentPartPr>
              <p14:xfrm>
                <a:off x="7112221" y="4514110"/>
                <a:ext cx="226440" cy="434520"/>
              </p14:xfrm>
            </p:contentPart>
          </mc:Choice>
          <mc:Fallback>
            <p:pic>
              <p:nvPicPr>
                <p:cNvPr id="11" name="Ink 10">
                  <a:extLst>
                    <a:ext uri="{FF2B5EF4-FFF2-40B4-BE49-F238E27FC236}">
                      <a16:creationId xmlns:a16="http://schemas.microsoft.com/office/drawing/2014/main" id="{BC525B58-07EC-4BD1-6073-5ED61AF60DE6}"/>
                    </a:ext>
                  </a:extLst>
                </p:cNvPr>
                <p:cNvPicPr/>
                <p:nvPr/>
              </p:nvPicPr>
              <p:blipFill>
                <a:blip r:embed="rId17"/>
                <a:stretch>
                  <a:fillRect/>
                </a:stretch>
              </p:blipFill>
              <p:spPr>
                <a:xfrm>
                  <a:off x="7106101" y="4507990"/>
                  <a:ext cx="238680" cy="446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FB61FB0F-EB41-41AA-7DE8-AC66F612DAAD}"/>
                    </a:ext>
                  </a:extLst>
                </p14:cNvPr>
                <p14:cNvContentPartPr/>
                <p14:nvPr/>
              </p14:nvContentPartPr>
              <p14:xfrm>
                <a:off x="7426861" y="4812550"/>
                <a:ext cx="261720" cy="227520"/>
              </p14:xfrm>
            </p:contentPart>
          </mc:Choice>
          <mc:Fallback>
            <p:pic>
              <p:nvPicPr>
                <p:cNvPr id="12" name="Ink 11">
                  <a:extLst>
                    <a:ext uri="{FF2B5EF4-FFF2-40B4-BE49-F238E27FC236}">
                      <a16:creationId xmlns:a16="http://schemas.microsoft.com/office/drawing/2014/main" id="{FB61FB0F-EB41-41AA-7DE8-AC66F612DAAD}"/>
                    </a:ext>
                  </a:extLst>
                </p:cNvPr>
                <p:cNvPicPr/>
                <p:nvPr/>
              </p:nvPicPr>
              <p:blipFill>
                <a:blip r:embed="rId19"/>
                <a:stretch>
                  <a:fillRect/>
                </a:stretch>
              </p:blipFill>
              <p:spPr>
                <a:xfrm>
                  <a:off x="7420741" y="4806430"/>
                  <a:ext cx="27396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ACAA321D-99C1-A78F-3493-A6E44B3EF42D}"/>
                    </a:ext>
                  </a:extLst>
                </p14:cNvPr>
                <p14:cNvContentPartPr/>
                <p14:nvPr/>
              </p14:nvContentPartPr>
              <p14:xfrm>
                <a:off x="7385101" y="4888870"/>
                <a:ext cx="235800" cy="55080"/>
              </p14:xfrm>
            </p:contentPart>
          </mc:Choice>
          <mc:Fallback>
            <p:pic>
              <p:nvPicPr>
                <p:cNvPr id="13" name="Ink 12">
                  <a:extLst>
                    <a:ext uri="{FF2B5EF4-FFF2-40B4-BE49-F238E27FC236}">
                      <a16:creationId xmlns:a16="http://schemas.microsoft.com/office/drawing/2014/main" id="{ACAA321D-99C1-A78F-3493-A6E44B3EF42D}"/>
                    </a:ext>
                  </a:extLst>
                </p:cNvPr>
                <p:cNvPicPr/>
                <p:nvPr/>
              </p:nvPicPr>
              <p:blipFill>
                <a:blip r:embed="rId21"/>
                <a:stretch>
                  <a:fillRect/>
                </a:stretch>
              </p:blipFill>
              <p:spPr>
                <a:xfrm>
                  <a:off x="7378981" y="4882750"/>
                  <a:ext cx="24804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8B824792-4546-2CA1-6629-60DA98E9C8E4}"/>
                    </a:ext>
                  </a:extLst>
                </p14:cNvPr>
                <p14:cNvContentPartPr/>
                <p14:nvPr/>
              </p14:nvContentPartPr>
              <p14:xfrm>
                <a:off x="7536301" y="4747030"/>
                <a:ext cx="126000" cy="48600"/>
              </p14:xfrm>
            </p:contentPart>
          </mc:Choice>
          <mc:Fallback>
            <p:pic>
              <p:nvPicPr>
                <p:cNvPr id="14" name="Ink 13">
                  <a:extLst>
                    <a:ext uri="{FF2B5EF4-FFF2-40B4-BE49-F238E27FC236}">
                      <a16:creationId xmlns:a16="http://schemas.microsoft.com/office/drawing/2014/main" id="{8B824792-4546-2CA1-6629-60DA98E9C8E4}"/>
                    </a:ext>
                  </a:extLst>
                </p:cNvPr>
                <p:cNvPicPr/>
                <p:nvPr/>
              </p:nvPicPr>
              <p:blipFill>
                <a:blip r:embed="rId23"/>
                <a:stretch>
                  <a:fillRect/>
                </a:stretch>
              </p:blipFill>
              <p:spPr>
                <a:xfrm>
                  <a:off x="7530181" y="4740910"/>
                  <a:ext cx="138240" cy="60840"/>
                </a:xfrm>
                <a:prstGeom prst="rect">
                  <a:avLst/>
                </a:prstGeom>
              </p:spPr>
            </p:pic>
          </mc:Fallback>
        </mc:AlternateContent>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00B0F0"/>
                </a:solidFill>
              </a:rPr>
              <a:t>Steps involved in two-way ANOVA</a:t>
            </a:r>
          </a:p>
        </p:txBody>
      </p:sp>
      <mc:AlternateContent xmlns:mc="http://schemas.openxmlformats.org/markup-compatibility/2006" xmlns:a14="http://schemas.microsoft.com/office/drawing/2010/main">
        <mc:Choice Requires="a14">
          <p:sp>
            <p:nvSpPr>
              <p:cNvPr id="3" name="Text Placeholder 2"/>
              <p:cNvSpPr>
                <a:spLocks noGrp="1"/>
              </p:cNvSpPr>
              <p:nvPr>
                <p:ph type="body" sz="quarter" idx="13"/>
              </p:nvPr>
            </p:nvSpPr>
            <p:spPr>
              <a:xfrm>
                <a:off x="990867" y="1143000"/>
                <a:ext cx="11736917" cy="6172200"/>
              </a:xfrm>
            </p:spPr>
            <p:txBody>
              <a:bodyPr>
                <a:normAutofit fontScale="47500" lnSpcReduction="20000"/>
              </a:bodyPr>
              <a:lstStyle/>
              <a:p>
                <a:r>
                  <a:rPr lang="en-US" sz="3400" dirty="0"/>
                  <a:t>To find the test statistic we have to find the following intermediate values</a:t>
                </a:r>
                <a:r>
                  <a:rPr lang="en-US" sz="2400" dirty="0"/>
                  <a:t>.</a:t>
                </a:r>
              </a:p>
              <a:p>
                <a:endParaRPr lang="en-US" sz="5500" dirty="0"/>
              </a:p>
              <a:p>
                <a:r>
                  <a:rPr lang="en-US" sz="5500" dirty="0" err="1"/>
                  <a:t>i</a:t>
                </a:r>
                <a:r>
                  <a:rPr lang="en-US" sz="5500" dirty="0"/>
                  <a:t>) Correction Factor: </a:t>
                </a:r>
                <a14:m>
                  <m:oMath xmlns:m="http://schemas.openxmlformats.org/officeDocument/2006/math">
                    <m:r>
                      <a:rPr lang="en-US" sz="5500" i="1">
                        <a:latin typeface="Cambria Math" panose="02040503050406030204" pitchFamily="18" charset="0"/>
                      </a:rPr>
                      <m:t>𝐶</m:t>
                    </m:r>
                    <m:r>
                      <a:rPr lang="en-US" sz="5500" i="1">
                        <a:latin typeface="Cambria Math" panose="02040503050406030204" pitchFamily="18" charset="0"/>
                      </a:rPr>
                      <m:t>.</m:t>
                    </m:r>
                    <m:r>
                      <a:rPr lang="en-US" sz="5500" i="1">
                        <a:latin typeface="Cambria Math" panose="02040503050406030204" pitchFamily="18" charset="0"/>
                      </a:rPr>
                      <m:t>𝐹</m:t>
                    </m:r>
                    <m:r>
                      <a:rPr lang="en-US" sz="5500" i="1">
                        <a:latin typeface="Cambria Math" panose="02040503050406030204" pitchFamily="18" charset="0"/>
                      </a:rPr>
                      <m:t>=</m:t>
                    </m:r>
                    <m:f>
                      <m:fPr>
                        <m:ctrlPr>
                          <a:rPr lang="en-US" sz="5500" i="1">
                            <a:latin typeface="Cambria Math" panose="02040503050406030204" pitchFamily="18" charset="0"/>
                          </a:rPr>
                        </m:ctrlPr>
                      </m:fPr>
                      <m:num>
                        <m:sSup>
                          <m:sSupPr>
                            <m:ctrlPr>
                              <a:rPr lang="en-US" sz="5500" i="1">
                                <a:latin typeface="Cambria Math" panose="02040503050406030204" pitchFamily="18" charset="0"/>
                              </a:rPr>
                            </m:ctrlPr>
                          </m:sSupPr>
                          <m:e>
                            <m:r>
                              <a:rPr lang="en-US" sz="5500" i="1">
                                <a:latin typeface="Cambria Math" panose="02040503050406030204" pitchFamily="18" charset="0"/>
                              </a:rPr>
                              <m:t>𝐺</m:t>
                            </m:r>
                          </m:e>
                          <m:sup>
                            <m:r>
                              <a:rPr lang="en-US" sz="5500" i="1">
                                <a:latin typeface="Cambria Math" panose="02040503050406030204" pitchFamily="18" charset="0"/>
                              </a:rPr>
                              <m:t>2</m:t>
                            </m:r>
                          </m:sup>
                        </m:sSup>
                      </m:num>
                      <m:den>
                        <m:r>
                          <a:rPr lang="en-US" sz="5500" i="1">
                            <a:latin typeface="Cambria Math" panose="02040503050406030204" pitchFamily="18" charset="0"/>
                          </a:rPr>
                          <m:t>𝑛</m:t>
                        </m:r>
                      </m:den>
                    </m:f>
                    <m:r>
                      <a:rPr lang="en-US" sz="5500">
                        <a:latin typeface="Cambria Math" panose="02040503050406030204" pitchFamily="18" charset="0"/>
                      </a:rPr>
                      <m:t> </m:t>
                    </m:r>
                    <m:r>
                      <a:rPr lang="en-US" sz="5500" i="1">
                        <a:latin typeface="Cambria Math" panose="02040503050406030204" pitchFamily="18" charset="0"/>
                      </a:rPr>
                      <m:t>𝑤h𝑒𝑟𝑒</m:t>
                    </m:r>
                    <m:r>
                      <a:rPr lang="en-US" sz="5500">
                        <a:latin typeface="Cambria Math" panose="02040503050406030204" pitchFamily="18" charset="0"/>
                      </a:rPr>
                      <m:t> </m:t>
                    </m:r>
                    <m:r>
                      <a:rPr lang="en-US" sz="5500" i="1">
                        <a:latin typeface="Cambria Math" panose="02040503050406030204" pitchFamily="18" charset="0"/>
                      </a:rPr>
                      <m:t>𝐺</m:t>
                    </m:r>
                    <m:r>
                      <a:rPr lang="en-US" sz="5500" i="1">
                        <a:latin typeface="Cambria Math" panose="02040503050406030204" pitchFamily="18" charset="0"/>
                      </a:rPr>
                      <m:t>=</m:t>
                    </m:r>
                    <m:nary>
                      <m:naryPr>
                        <m:chr m:val="∑"/>
                        <m:limLoc m:val="undOvr"/>
                        <m:grow m:val="on"/>
                        <m:ctrlPr>
                          <a:rPr lang="en-US" sz="5500" i="1">
                            <a:latin typeface="Cambria Math" panose="02040503050406030204" pitchFamily="18" charset="0"/>
                          </a:rPr>
                        </m:ctrlPr>
                      </m:naryPr>
                      <m:sub>
                        <m:r>
                          <a:rPr lang="en-US" sz="5500" i="1">
                            <a:latin typeface="Cambria Math" panose="02040503050406030204" pitchFamily="18" charset="0"/>
                          </a:rPr>
                          <m:t>𝑗</m:t>
                        </m:r>
                        <m:r>
                          <a:rPr lang="en-US" sz="5500" i="1">
                            <a:latin typeface="Cambria Math" panose="02040503050406030204" pitchFamily="18" charset="0"/>
                          </a:rPr>
                          <m:t>=1</m:t>
                        </m:r>
                      </m:sub>
                      <m:sup>
                        <m:r>
                          <a:rPr lang="en-US" sz="5500" i="1">
                            <a:latin typeface="Cambria Math" panose="02040503050406030204" pitchFamily="18" charset="0"/>
                          </a:rPr>
                          <m:t>𝑚</m:t>
                        </m:r>
                      </m:sup>
                      <m:e>
                        <m:nary>
                          <m:naryPr>
                            <m:chr m:val="∑"/>
                            <m:limLoc m:val="undOvr"/>
                            <m:grow m:val="on"/>
                            <m:ctrlPr>
                              <a:rPr lang="en-US" sz="5500" i="1">
                                <a:latin typeface="Cambria Math" panose="02040503050406030204" pitchFamily="18" charset="0"/>
                              </a:rPr>
                            </m:ctrlPr>
                          </m:naryPr>
                          <m:sub>
                            <m:r>
                              <a:rPr lang="en-US" sz="5500" i="1">
                                <a:latin typeface="Cambria Math" panose="02040503050406030204" pitchFamily="18" charset="0"/>
                              </a:rPr>
                              <m:t>𝑖</m:t>
                            </m:r>
                            <m:r>
                              <a:rPr lang="en-US" sz="5500" i="1">
                                <a:latin typeface="Cambria Math" panose="02040503050406030204" pitchFamily="18" charset="0"/>
                              </a:rPr>
                              <m:t>=1</m:t>
                            </m:r>
                          </m:sub>
                          <m:sup>
                            <m:r>
                              <a:rPr lang="en-US" sz="5500" i="1">
                                <a:latin typeface="Cambria Math" panose="02040503050406030204" pitchFamily="18" charset="0"/>
                              </a:rPr>
                              <m:t>𝑘</m:t>
                            </m:r>
                          </m:sup>
                          <m:e>
                            <m:sSub>
                              <m:sSubPr>
                                <m:ctrlPr>
                                  <a:rPr lang="en-US" sz="5500" i="1">
                                    <a:latin typeface="Cambria Math" panose="02040503050406030204" pitchFamily="18" charset="0"/>
                                  </a:rPr>
                                </m:ctrlPr>
                              </m:sSubPr>
                              <m:e>
                                <m:r>
                                  <a:rPr lang="en-US" sz="5500" i="1">
                                    <a:latin typeface="Cambria Math" panose="02040503050406030204" pitchFamily="18" charset="0"/>
                                  </a:rPr>
                                  <m:t>𝑥</m:t>
                                </m:r>
                              </m:e>
                              <m:sub>
                                <m:r>
                                  <a:rPr lang="en-US" sz="5500" i="1">
                                    <a:latin typeface="Cambria Math" panose="02040503050406030204" pitchFamily="18" charset="0"/>
                                  </a:rPr>
                                  <m:t>𝑗</m:t>
                                </m:r>
                              </m:sub>
                            </m:sSub>
                          </m:e>
                        </m:nary>
                      </m:e>
                    </m:nary>
                  </m:oMath>
                </a14:m>
                <a:endParaRPr lang="en-US" sz="5500" dirty="0"/>
              </a:p>
              <a:p>
                <a:endParaRPr lang="en-US" sz="5500" dirty="0"/>
              </a:p>
              <a:p>
                <a:r>
                  <a:rPr lang="en-US" sz="5500" dirty="0"/>
                  <a:t>ii) Total Sum of Squares: </a:t>
                </a:r>
                <a14:m>
                  <m:oMath xmlns:m="http://schemas.openxmlformats.org/officeDocument/2006/math">
                    <m:r>
                      <a:rPr lang="en-US" sz="5500" i="1">
                        <a:latin typeface="Cambria Math" panose="02040503050406030204" pitchFamily="18" charset="0"/>
                      </a:rPr>
                      <m:t>𝑆</m:t>
                    </m:r>
                    <m:r>
                      <a:rPr lang="en-US" sz="5500" b="0" i="1">
                        <a:latin typeface="Cambria Math" panose="02040503050406030204" pitchFamily="18" charset="0"/>
                      </a:rPr>
                      <m:t>𝑆</m:t>
                    </m:r>
                    <m:r>
                      <a:rPr lang="en-US" sz="5500" b="0" i="1" smtClean="0">
                        <a:latin typeface="Cambria Math" panose="02040503050406030204" pitchFamily="18" charset="0"/>
                      </a:rPr>
                      <m:t>𝑇</m:t>
                    </m:r>
                    <m:r>
                      <a:rPr lang="en-US" sz="5500" i="1">
                        <a:latin typeface="Cambria Math" panose="02040503050406030204" pitchFamily="18" charset="0"/>
                      </a:rPr>
                      <m:t>=</m:t>
                    </m:r>
                    <m:nary>
                      <m:naryPr>
                        <m:chr m:val="∑"/>
                        <m:limLoc m:val="undOvr"/>
                        <m:grow m:val="on"/>
                        <m:ctrlPr>
                          <a:rPr lang="en-US" sz="5500" i="1">
                            <a:latin typeface="Cambria Math" panose="02040503050406030204" pitchFamily="18" charset="0"/>
                          </a:rPr>
                        </m:ctrlPr>
                      </m:naryPr>
                      <m:sub>
                        <m:r>
                          <a:rPr lang="en-US" sz="5500" i="1">
                            <a:latin typeface="Cambria Math" panose="02040503050406030204" pitchFamily="18" charset="0"/>
                          </a:rPr>
                          <m:t>𝑖</m:t>
                        </m:r>
                        <m:r>
                          <a:rPr lang="en-US" sz="5500" i="1">
                            <a:latin typeface="Cambria Math" panose="02040503050406030204" pitchFamily="18" charset="0"/>
                          </a:rPr>
                          <m:t>=1</m:t>
                        </m:r>
                      </m:sub>
                      <m:sup>
                        <m:r>
                          <a:rPr lang="en-US" sz="5500" i="1">
                            <a:latin typeface="Cambria Math" panose="02040503050406030204" pitchFamily="18" charset="0"/>
                          </a:rPr>
                          <m:t>𝑘</m:t>
                        </m:r>
                      </m:sup>
                      <m:e>
                        <m:nary>
                          <m:naryPr>
                            <m:chr m:val="∑"/>
                            <m:limLoc m:val="undOvr"/>
                            <m:grow m:val="on"/>
                            <m:ctrlPr>
                              <a:rPr lang="en-US" sz="5500" i="1">
                                <a:latin typeface="Cambria Math" panose="02040503050406030204" pitchFamily="18" charset="0"/>
                              </a:rPr>
                            </m:ctrlPr>
                          </m:naryPr>
                          <m:sub>
                            <m:r>
                              <a:rPr lang="en-US" sz="5500" i="1">
                                <a:latin typeface="Cambria Math" panose="02040503050406030204" pitchFamily="18" charset="0"/>
                              </a:rPr>
                              <m:t>𝑗</m:t>
                            </m:r>
                            <m:r>
                              <a:rPr lang="en-US" sz="5500" i="1">
                                <a:latin typeface="Cambria Math" panose="02040503050406030204" pitchFamily="18" charset="0"/>
                              </a:rPr>
                              <m:t>=1</m:t>
                            </m:r>
                          </m:sub>
                          <m:sup>
                            <m:r>
                              <a:rPr lang="en-US" sz="5500" i="1">
                                <a:latin typeface="Cambria Math" panose="02040503050406030204" pitchFamily="18" charset="0"/>
                              </a:rPr>
                              <m:t>𝑚</m:t>
                            </m:r>
                          </m:sup>
                          <m:e>
                            <m:sSubSup>
                              <m:sSubSupPr>
                                <m:ctrlPr>
                                  <a:rPr lang="en-US" sz="5500" i="1">
                                    <a:latin typeface="Cambria Math" panose="02040503050406030204" pitchFamily="18" charset="0"/>
                                  </a:rPr>
                                </m:ctrlPr>
                              </m:sSubSupPr>
                              <m:e>
                                <m:r>
                                  <a:rPr lang="en-US" sz="5500" i="1">
                                    <a:latin typeface="Cambria Math" panose="02040503050406030204" pitchFamily="18" charset="0"/>
                                  </a:rPr>
                                  <m:t>𝑥</m:t>
                                </m:r>
                              </m:e>
                              <m:sub>
                                <m:r>
                                  <a:rPr lang="en-US" sz="5500" i="1">
                                    <a:latin typeface="Cambria Math" panose="02040503050406030204" pitchFamily="18" charset="0"/>
                                  </a:rPr>
                                  <m:t>𝑖𝑗</m:t>
                                </m:r>
                              </m:sub>
                              <m:sup>
                                <m:r>
                                  <a:rPr lang="en-US" sz="5500" i="1">
                                    <a:latin typeface="Cambria Math" panose="02040503050406030204" pitchFamily="18" charset="0"/>
                                  </a:rPr>
                                  <m:t>2</m:t>
                                </m:r>
                              </m:sup>
                            </m:sSubSup>
                          </m:e>
                        </m:nary>
                      </m:e>
                    </m:nary>
                    <m:r>
                      <a:rPr lang="en-US" sz="5500" i="1">
                        <a:latin typeface="Cambria Math" panose="02040503050406030204" pitchFamily="18" charset="0"/>
                      </a:rPr>
                      <m:t>−</m:t>
                    </m:r>
                    <m:r>
                      <a:rPr lang="en-US" sz="5500" i="1">
                        <a:latin typeface="Cambria Math" panose="02040503050406030204" pitchFamily="18" charset="0"/>
                      </a:rPr>
                      <m:t>𝐶</m:t>
                    </m:r>
                    <m:r>
                      <a:rPr lang="en-US" sz="5500" i="1">
                        <a:latin typeface="Cambria Math" panose="02040503050406030204" pitchFamily="18" charset="0"/>
                      </a:rPr>
                      <m:t>.</m:t>
                    </m:r>
                    <m:r>
                      <a:rPr lang="en-US" sz="5500" i="1">
                        <a:latin typeface="Cambria Math" panose="02040503050406030204" pitchFamily="18" charset="0"/>
                      </a:rPr>
                      <m:t>𝐹</m:t>
                    </m:r>
                  </m:oMath>
                </a14:m>
                <a:endParaRPr lang="en-US" sz="5500" dirty="0"/>
              </a:p>
              <a:p>
                <a:endParaRPr lang="en-US" sz="5500" dirty="0"/>
              </a:p>
              <a:p>
                <a:r>
                  <a:rPr lang="en-US" sz="5500" dirty="0"/>
                  <a:t>iii) Sum of Squares between Treatments: </a:t>
                </a:r>
                <a14:m>
                  <m:oMath xmlns:m="http://schemas.openxmlformats.org/officeDocument/2006/math">
                    <m:r>
                      <a:rPr lang="en-US" sz="5500" i="1">
                        <a:latin typeface="Cambria Math" panose="02040503050406030204" pitchFamily="18" charset="0"/>
                      </a:rPr>
                      <m:t>𝑆𝑆𝑇𝑅</m:t>
                    </m:r>
                    <m:r>
                      <a:rPr lang="en-US" sz="5500" i="1">
                        <a:latin typeface="Cambria Math" panose="02040503050406030204" pitchFamily="18" charset="0"/>
                      </a:rPr>
                      <m:t>=</m:t>
                    </m:r>
                    <m:nary>
                      <m:naryPr>
                        <m:chr m:val="∑"/>
                        <m:limLoc m:val="undOvr"/>
                        <m:grow m:val="on"/>
                        <m:ctrlPr>
                          <a:rPr lang="en-US" sz="5500" i="1">
                            <a:latin typeface="Cambria Math" panose="02040503050406030204" pitchFamily="18" charset="0"/>
                          </a:rPr>
                        </m:ctrlPr>
                      </m:naryPr>
                      <m:sub>
                        <m:r>
                          <a:rPr lang="en-US" sz="5500" i="1">
                            <a:latin typeface="Cambria Math" panose="02040503050406030204" pitchFamily="18" charset="0"/>
                          </a:rPr>
                          <m:t>𝑖</m:t>
                        </m:r>
                        <m:r>
                          <a:rPr lang="en-US" sz="5500" i="1">
                            <a:latin typeface="Cambria Math" panose="02040503050406030204" pitchFamily="18" charset="0"/>
                          </a:rPr>
                          <m:t>=1</m:t>
                        </m:r>
                      </m:sub>
                      <m:sup>
                        <m:r>
                          <a:rPr lang="en-US" sz="5500" i="1">
                            <a:latin typeface="Cambria Math" panose="02040503050406030204" pitchFamily="18" charset="0"/>
                          </a:rPr>
                          <m:t>𝑘</m:t>
                        </m:r>
                      </m:sup>
                      <m:e>
                        <m:f>
                          <m:fPr>
                            <m:ctrlPr>
                              <a:rPr lang="en-US" sz="5500" i="1">
                                <a:latin typeface="Cambria Math" panose="02040503050406030204" pitchFamily="18" charset="0"/>
                              </a:rPr>
                            </m:ctrlPr>
                          </m:fPr>
                          <m:num>
                            <m:sSubSup>
                              <m:sSubSupPr>
                                <m:ctrlPr>
                                  <a:rPr lang="en-US" sz="5500" i="1">
                                    <a:latin typeface="Cambria Math" panose="02040503050406030204" pitchFamily="18" charset="0"/>
                                  </a:rPr>
                                </m:ctrlPr>
                              </m:sSubSupPr>
                              <m:e>
                                <m:r>
                                  <a:rPr lang="en-US" sz="5500" i="1">
                                    <a:latin typeface="Cambria Math" panose="02040503050406030204" pitchFamily="18" charset="0"/>
                                  </a:rPr>
                                  <m:t>𝑥</m:t>
                                </m:r>
                              </m:e>
                              <m:sub>
                                <m:r>
                                  <a:rPr lang="en-US" sz="5500" i="1">
                                    <a:latin typeface="Cambria Math" panose="02040503050406030204" pitchFamily="18" charset="0"/>
                                  </a:rPr>
                                  <m:t>𝑖</m:t>
                                </m:r>
                              </m:sub>
                              <m:sup>
                                <m:r>
                                  <a:rPr lang="en-US" sz="5500" i="1">
                                    <a:latin typeface="Cambria Math" panose="02040503050406030204" pitchFamily="18" charset="0"/>
                                  </a:rPr>
                                  <m:t>2</m:t>
                                </m:r>
                              </m:sup>
                            </m:sSubSup>
                          </m:num>
                          <m:den>
                            <m:r>
                              <a:rPr lang="en-US" sz="5500" i="1">
                                <a:latin typeface="Cambria Math" panose="02040503050406030204" pitchFamily="18" charset="0"/>
                              </a:rPr>
                              <m:t>𝑚</m:t>
                            </m:r>
                          </m:den>
                        </m:f>
                      </m:e>
                    </m:nary>
                    <m:r>
                      <a:rPr lang="en-US" sz="5500" i="1">
                        <a:latin typeface="Cambria Math" panose="02040503050406030204" pitchFamily="18" charset="0"/>
                      </a:rPr>
                      <m:t>−</m:t>
                    </m:r>
                    <m:r>
                      <a:rPr lang="en-US" sz="5500" i="1">
                        <a:latin typeface="Cambria Math" panose="02040503050406030204" pitchFamily="18" charset="0"/>
                      </a:rPr>
                      <m:t>𝐶</m:t>
                    </m:r>
                    <m:r>
                      <a:rPr lang="en-US" sz="5500" i="1">
                        <a:latin typeface="Cambria Math" panose="02040503050406030204" pitchFamily="18" charset="0"/>
                      </a:rPr>
                      <m:t>.</m:t>
                    </m:r>
                    <m:r>
                      <a:rPr lang="en-US" sz="5500" i="1">
                        <a:latin typeface="Cambria Math" panose="02040503050406030204" pitchFamily="18" charset="0"/>
                      </a:rPr>
                      <m:t>𝐹</m:t>
                    </m:r>
                  </m:oMath>
                </a14:m>
                <a:endParaRPr lang="en-US" sz="5500" dirty="0"/>
              </a:p>
              <a:p>
                <a:endParaRPr lang="en-US" sz="5500" dirty="0"/>
              </a:p>
              <a:p>
                <a:r>
                  <a:rPr lang="en-US" sz="5500" dirty="0"/>
                  <a:t>iv) Sum of squares between blocks:</a:t>
                </a:r>
                <a14:m>
                  <m:oMath xmlns:m="http://schemas.openxmlformats.org/officeDocument/2006/math">
                    <m:r>
                      <a:rPr lang="en-US" sz="5500" i="1">
                        <a:latin typeface="Cambria Math" panose="02040503050406030204" pitchFamily="18" charset="0"/>
                      </a:rPr>
                      <m:t>𝑆𝑆</m:t>
                    </m:r>
                    <m:r>
                      <a:rPr lang="en-US" sz="5500" b="0" i="1" smtClean="0">
                        <a:latin typeface="Cambria Math" panose="02040503050406030204" pitchFamily="18" charset="0"/>
                      </a:rPr>
                      <m:t>𝐵𝐿</m:t>
                    </m:r>
                    <m:r>
                      <a:rPr lang="en-US" sz="5500" i="1">
                        <a:latin typeface="Cambria Math" panose="02040503050406030204" pitchFamily="18" charset="0"/>
                      </a:rPr>
                      <m:t>=</m:t>
                    </m:r>
                    <m:nary>
                      <m:naryPr>
                        <m:chr m:val="∑"/>
                        <m:limLoc m:val="undOvr"/>
                        <m:grow m:val="on"/>
                        <m:ctrlPr>
                          <a:rPr lang="en-US" sz="5500" i="1">
                            <a:latin typeface="Cambria Math" panose="02040503050406030204" pitchFamily="18" charset="0"/>
                          </a:rPr>
                        </m:ctrlPr>
                      </m:naryPr>
                      <m:sub>
                        <m:r>
                          <m:rPr>
                            <m:brk/>
                            <m:aln/>
                          </m:rPr>
                          <a:rPr lang="en-US" sz="5500" b="1" i="1" smtClean="0">
                            <a:latin typeface="Cambria Math" panose="02040503050406030204" pitchFamily="18" charset="0"/>
                          </a:rPr>
                          <m:t>𝒋</m:t>
                        </m:r>
                        <m:r>
                          <a:rPr lang="en-US" sz="5500" b="1" i="1">
                            <a:latin typeface="Cambria Math" panose="02040503050406030204" pitchFamily="18" charset="0"/>
                          </a:rPr>
                          <m:t>=</m:t>
                        </m:r>
                        <m:r>
                          <a:rPr lang="en-US" sz="5500" b="1" i="1">
                            <a:latin typeface="Cambria Math" panose="02040503050406030204" pitchFamily="18" charset="0"/>
                          </a:rPr>
                          <m:t>𝟏</m:t>
                        </m:r>
                      </m:sub>
                      <m:sup>
                        <m:r>
                          <a:rPr lang="en-US" sz="5500" b="1" i="1" smtClean="0">
                            <a:latin typeface="Cambria Math" panose="02040503050406030204" pitchFamily="18" charset="0"/>
                          </a:rPr>
                          <m:t>𝒎</m:t>
                        </m:r>
                      </m:sup>
                      <m:e>
                        <m:f>
                          <m:fPr>
                            <m:ctrlPr>
                              <a:rPr lang="en-US" sz="5500" i="1">
                                <a:latin typeface="Cambria Math" panose="02040503050406030204" pitchFamily="18" charset="0"/>
                              </a:rPr>
                            </m:ctrlPr>
                          </m:fPr>
                          <m:num>
                            <m:sSubSup>
                              <m:sSubSupPr>
                                <m:ctrlPr>
                                  <a:rPr lang="en-US" sz="5500" i="1">
                                    <a:latin typeface="Cambria Math" panose="02040503050406030204" pitchFamily="18" charset="0"/>
                                  </a:rPr>
                                </m:ctrlPr>
                              </m:sSubSupPr>
                              <m:e>
                                <m:r>
                                  <a:rPr lang="en-US" sz="5500" b="1" i="1">
                                    <a:latin typeface="Cambria Math" panose="02040503050406030204" pitchFamily="18" charset="0"/>
                                  </a:rPr>
                                  <m:t>𝒙</m:t>
                                </m:r>
                              </m:e>
                              <m:sub>
                                <m:r>
                                  <a:rPr lang="en-US" sz="5500" b="1" i="1" smtClean="0">
                                    <a:latin typeface="Cambria Math" panose="02040503050406030204" pitchFamily="18" charset="0"/>
                                  </a:rPr>
                                  <m:t>𝒋</m:t>
                                </m:r>
                              </m:sub>
                              <m:sup>
                                <m:r>
                                  <a:rPr lang="en-US" sz="5500" b="1" i="1">
                                    <a:latin typeface="Cambria Math" panose="02040503050406030204" pitchFamily="18" charset="0"/>
                                  </a:rPr>
                                  <m:t>𝟐</m:t>
                                </m:r>
                              </m:sup>
                            </m:sSubSup>
                          </m:num>
                          <m:den>
                            <m:r>
                              <a:rPr lang="en-US" sz="5500" b="1" i="1" smtClean="0">
                                <a:latin typeface="Cambria Math" panose="02040503050406030204" pitchFamily="18" charset="0"/>
                              </a:rPr>
                              <m:t>𝒌</m:t>
                            </m:r>
                          </m:den>
                        </m:f>
                      </m:e>
                    </m:nary>
                    <m:r>
                      <a:rPr lang="en-US" sz="5500" i="1">
                        <a:latin typeface="Cambria Math" panose="02040503050406030204" pitchFamily="18" charset="0"/>
                      </a:rPr>
                      <m:t>−</m:t>
                    </m:r>
                    <m:r>
                      <a:rPr lang="en-US" sz="5500" i="1">
                        <a:latin typeface="Cambria Math" panose="02040503050406030204" pitchFamily="18" charset="0"/>
                      </a:rPr>
                      <m:t>𝐶</m:t>
                    </m:r>
                    <m:r>
                      <a:rPr lang="en-US" sz="5500" i="1">
                        <a:latin typeface="Cambria Math" panose="02040503050406030204" pitchFamily="18" charset="0"/>
                      </a:rPr>
                      <m:t>.</m:t>
                    </m:r>
                    <m:r>
                      <a:rPr lang="en-US" sz="5500" i="1">
                        <a:latin typeface="Cambria Math" panose="02040503050406030204" pitchFamily="18" charset="0"/>
                      </a:rPr>
                      <m:t>𝐹</m:t>
                    </m:r>
                  </m:oMath>
                </a14:m>
                <a:endParaRPr lang="en-US" sz="5500" dirty="0"/>
              </a:p>
              <a:p>
                <a:r>
                  <a:rPr lang="en-US" sz="5500" dirty="0"/>
                  <a:t>v) Sum of Squares due to Error: </a:t>
                </a:r>
                <a:r>
                  <a:rPr lang="en-US" sz="5500" b="0" i="1" dirty="0"/>
                  <a:t>SSE = SST - SSTR - SSBL</a:t>
                </a:r>
              </a:p>
            </p:txBody>
          </p:sp>
        </mc:Choice>
        <mc:Fallback xmlns="">
          <p:sp>
            <p:nvSpPr>
              <p:cNvPr id="3" name="Text Placeholder 2"/>
              <p:cNvSpPr>
                <a:spLocks noGrp="1" noRot="1" noChangeAspect="1" noMove="1" noResize="1" noEditPoints="1" noAdjustHandles="1" noChangeArrowheads="1" noChangeShapeType="1" noTextEdit="1"/>
              </p:cNvSpPr>
              <p:nvPr>
                <p:ph type="body" sz="quarter" idx="13"/>
              </p:nvPr>
            </p:nvSpPr>
            <p:spPr>
              <a:xfrm>
                <a:off x="990867" y="1143000"/>
                <a:ext cx="11736917" cy="6172200"/>
              </a:xfrm>
              <a:blipFill>
                <a:blip r:embed="rId2"/>
                <a:stretch>
                  <a:fillRect l="-831" t="-1383"/>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2621B94-D694-8D26-83CF-5FBFF0374BC2}"/>
                  </a:ext>
                </a:extLst>
              </p14:cNvPr>
              <p14:cNvContentPartPr/>
              <p14:nvPr/>
            </p14:nvContentPartPr>
            <p14:xfrm>
              <a:off x="1578301" y="1815190"/>
              <a:ext cx="3469320" cy="924840"/>
            </p14:xfrm>
          </p:contentPart>
        </mc:Choice>
        <mc:Fallback>
          <p:pic>
            <p:nvPicPr>
              <p:cNvPr id="4" name="Ink 3">
                <a:extLst>
                  <a:ext uri="{FF2B5EF4-FFF2-40B4-BE49-F238E27FC236}">
                    <a16:creationId xmlns:a16="http://schemas.microsoft.com/office/drawing/2014/main" id="{92621B94-D694-8D26-83CF-5FBFF0374BC2}"/>
                  </a:ext>
                </a:extLst>
              </p:cNvPr>
              <p:cNvPicPr/>
              <p:nvPr/>
            </p:nvPicPr>
            <p:blipFill>
              <a:blip r:embed="rId4"/>
              <a:stretch>
                <a:fillRect/>
              </a:stretch>
            </p:blipFill>
            <p:spPr>
              <a:xfrm>
                <a:off x="1572181" y="1809070"/>
                <a:ext cx="3481560" cy="937080"/>
              </a:xfrm>
              <a:prstGeom prst="rect">
                <a:avLst/>
              </a:prstGeom>
            </p:spPr>
          </p:pic>
        </mc:Fallback>
      </mc:AlternateContent>
      <p:grpSp>
        <p:nvGrpSpPr>
          <p:cNvPr id="29" name="Group 28">
            <a:extLst>
              <a:ext uri="{FF2B5EF4-FFF2-40B4-BE49-F238E27FC236}">
                <a16:creationId xmlns:a16="http://schemas.microsoft.com/office/drawing/2014/main" id="{FB252760-7970-2DA7-4186-EBB8BC86D06F}"/>
              </a:ext>
            </a:extLst>
          </p:cNvPr>
          <p:cNvGrpSpPr/>
          <p:nvPr/>
        </p:nvGrpSpPr>
        <p:grpSpPr>
          <a:xfrm>
            <a:off x="10908421" y="1572910"/>
            <a:ext cx="3122280" cy="5564880"/>
            <a:chOff x="10908421" y="1572910"/>
            <a:chExt cx="3122280" cy="5564880"/>
          </a:xfrm>
        </p:grpSpPr>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5DDBDBCE-C320-4D9D-C1A3-1D8575F960F2}"/>
                    </a:ext>
                  </a:extLst>
                </p14:cNvPr>
                <p14:cNvContentPartPr/>
                <p14:nvPr/>
              </p14:nvContentPartPr>
              <p14:xfrm>
                <a:off x="11038021" y="1600630"/>
                <a:ext cx="339840" cy="5537160"/>
              </p14:xfrm>
            </p:contentPart>
          </mc:Choice>
          <mc:Fallback>
            <p:pic>
              <p:nvPicPr>
                <p:cNvPr id="5" name="Ink 4">
                  <a:extLst>
                    <a:ext uri="{FF2B5EF4-FFF2-40B4-BE49-F238E27FC236}">
                      <a16:creationId xmlns:a16="http://schemas.microsoft.com/office/drawing/2014/main" id="{5DDBDBCE-C320-4D9D-C1A3-1D8575F960F2}"/>
                    </a:ext>
                  </a:extLst>
                </p:cNvPr>
                <p:cNvPicPr/>
                <p:nvPr/>
              </p:nvPicPr>
              <p:blipFill>
                <a:blip r:embed="rId6"/>
                <a:stretch>
                  <a:fillRect/>
                </a:stretch>
              </p:blipFill>
              <p:spPr>
                <a:xfrm>
                  <a:off x="11031901" y="1594510"/>
                  <a:ext cx="352080" cy="5549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3A1AA370-2FFF-6897-4A0A-842FEB421F2B}"/>
                    </a:ext>
                  </a:extLst>
                </p14:cNvPr>
                <p14:cNvContentPartPr/>
                <p14:nvPr/>
              </p14:nvContentPartPr>
              <p14:xfrm>
                <a:off x="10908421" y="1572910"/>
                <a:ext cx="479520" cy="571680"/>
              </p14:xfrm>
            </p:contentPart>
          </mc:Choice>
          <mc:Fallback>
            <p:pic>
              <p:nvPicPr>
                <p:cNvPr id="6" name="Ink 5">
                  <a:extLst>
                    <a:ext uri="{FF2B5EF4-FFF2-40B4-BE49-F238E27FC236}">
                      <a16:creationId xmlns:a16="http://schemas.microsoft.com/office/drawing/2014/main" id="{3A1AA370-2FFF-6897-4A0A-842FEB421F2B}"/>
                    </a:ext>
                  </a:extLst>
                </p:cNvPr>
                <p:cNvPicPr/>
                <p:nvPr/>
              </p:nvPicPr>
              <p:blipFill>
                <a:blip r:embed="rId8"/>
                <a:stretch>
                  <a:fillRect/>
                </a:stretch>
              </p:blipFill>
              <p:spPr>
                <a:xfrm>
                  <a:off x="10902301" y="1566790"/>
                  <a:ext cx="491760" cy="583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0188757B-DBB2-5F09-46F2-2EF64A77265C}"/>
                    </a:ext>
                  </a:extLst>
                </p14:cNvPr>
                <p14:cNvContentPartPr/>
                <p14:nvPr/>
              </p14:nvContentPartPr>
              <p14:xfrm>
                <a:off x="11388661" y="3095710"/>
                <a:ext cx="175320" cy="480600"/>
              </p14:xfrm>
            </p:contentPart>
          </mc:Choice>
          <mc:Fallback>
            <p:pic>
              <p:nvPicPr>
                <p:cNvPr id="7" name="Ink 6">
                  <a:extLst>
                    <a:ext uri="{FF2B5EF4-FFF2-40B4-BE49-F238E27FC236}">
                      <a16:creationId xmlns:a16="http://schemas.microsoft.com/office/drawing/2014/main" id="{0188757B-DBB2-5F09-46F2-2EF64A77265C}"/>
                    </a:ext>
                  </a:extLst>
                </p:cNvPr>
                <p:cNvPicPr/>
                <p:nvPr/>
              </p:nvPicPr>
              <p:blipFill>
                <a:blip r:embed="rId10"/>
                <a:stretch>
                  <a:fillRect/>
                </a:stretch>
              </p:blipFill>
              <p:spPr>
                <a:xfrm>
                  <a:off x="11382541" y="3089590"/>
                  <a:ext cx="187560" cy="4928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828181B1-00E3-FA9B-70A8-3A109A4ECB86}"/>
                    </a:ext>
                  </a:extLst>
                </p14:cNvPr>
                <p14:cNvContentPartPr/>
                <p14:nvPr/>
              </p14:nvContentPartPr>
              <p14:xfrm>
                <a:off x="11656501" y="3384790"/>
                <a:ext cx="40680" cy="143640"/>
              </p14:xfrm>
            </p:contentPart>
          </mc:Choice>
          <mc:Fallback>
            <p:pic>
              <p:nvPicPr>
                <p:cNvPr id="8" name="Ink 7">
                  <a:extLst>
                    <a:ext uri="{FF2B5EF4-FFF2-40B4-BE49-F238E27FC236}">
                      <a16:creationId xmlns:a16="http://schemas.microsoft.com/office/drawing/2014/main" id="{828181B1-00E3-FA9B-70A8-3A109A4ECB86}"/>
                    </a:ext>
                  </a:extLst>
                </p:cNvPr>
                <p:cNvPicPr/>
                <p:nvPr/>
              </p:nvPicPr>
              <p:blipFill>
                <a:blip r:embed="rId12"/>
                <a:stretch>
                  <a:fillRect/>
                </a:stretch>
              </p:blipFill>
              <p:spPr>
                <a:xfrm>
                  <a:off x="11650381" y="3378670"/>
                  <a:ext cx="529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CAC1FD50-9548-2E6F-DA4D-DEC81B659338}"/>
                    </a:ext>
                  </a:extLst>
                </p14:cNvPr>
                <p14:cNvContentPartPr/>
                <p14:nvPr/>
              </p14:nvContentPartPr>
              <p14:xfrm>
                <a:off x="11657581" y="2999590"/>
                <a:ext cx="123480" cy="32400"/>
              </p14:xfrm>
            </p:contentPart>
          </mc:Choice>
          <mc:Fallback>
            <p:pic>
              <p:nvPicPr>
                <p:cNvPr id="9" name="Ink 8">
                  <a:extLst>
                    <a:ext uri="{FF2B5EF4-FFF2-40B4-BE49-F238E27FC236}">
                      <a16:creationId xmlns:a16="http://schemas.microsoft.com/office/drawing/2014/main" id="{CAC1FD50-9548-2E6F-DA4D-DEC81B659338}"/>
                    </a:ext>
                  </a:extLst>
                </p:cNvPr>
                <p:cNvPicPr/>
                <p:nvPr/>
              </p:nvPicPr>
              <p:blipFill>
                <a:blip r:embed="rId14"/>
                <a:stretch>
                  <a:fillRect/>
                </a:stretch>
              </p:blipFill>
              <p:spPr>
                <a:xfrm>
                  <a:off x="11651461" y="2993470"/>
                  <a:ext cx="1357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7310577D-4ABA-BF07-3E67-14854788E443}"/>
                    </a:ext>
                  </a:extLst>
                </p14:cNvPr>
                <p14:cNvContentPartPr/>
                <p14:nvPr/>
              </p14:nvContentPartPr>
              <p14:xfrm>
                <a:off x="11858461" y="2715910"/>
                <a:ext cx="711000" cy="714960"/>
              </p14:xfrm>
            </p:contentPart>
          </mc:Choice>
          <mc:Fallback>
            <p:pic>
              <p:nvPicPr>
                <p:cNvPr id="10" name="Ink 9">
                  <a:extLst>
                    <a:ext uri="{FF2B5EF4-FFF2-40B4-BE49-F238E27FC236}">
                      <a16:creationId xmlns:a16="http://schemas.microsoft.com/office/drawing/2014/main" id="{7310577D-4ABA-BF07-3E67-14854788E443}"/>
                    </a:ext>
                  </a:extLst>
                </p:cNvPr>
                <p:cNvPicPr/>
                <p:nvPr/>
              </p:nvPicPr>
              <p:blipFill>
                <a:blip r:embed="rId16"/>
                <a:stretch>
                  <a:fillRect/>
                </a:stretch>
              </p:blipFill>
              <p:spPr>
                <a:xfrm>
                  <a:off x="11852341" y="2709790"/>
                  <a:ext cx="723240" cy="7272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BE268B8E-6BBB-E6FA-0B8E-9AA9FF934C3F}"/>
                    </a:ext>
                  </a:extLst>
                </p14:cNvPr>
                <p14:cNvContentPartPr/>
                <p14:nvPr/>
              </p14:nvContentPartPr>
              <p14:xfrm>
                <a:off x="12631021" y="3182830"/>
                <a:ext cx="513720" cy="142560"/>
              </p14:xfrm>
            </p:contentPart>
          </mc:Choice>
          <mc:Fallback>
            <p:pic>
              <p:nvPicPr>
                <p:cNvPr id="11" name="Ink 10">
                  <a:extLst>
                    <a:ext uri="{FF2B5EF4-FFF2-40B4-BE49-F238E27FC236}">
                      <a16:creationId xmlns:a16="http://schemas.microsoft.com/office/drawing/2014/main" id="{BE268B8E-6BBB-E6FA-0B8E-9AA9FF934C3F}"/>
                    </a:ext>
                  </a:extLst>
                </p:cNvPr>
                <p:cNvPicPr/>
                <p:nvPr/>
              </p:nvPicPr>
              <p:blipFill>
                <a:blip r:embed="rId18"/>
                <a:stretch>
                  <a:fillRect/>
                </a:stretch>
              </p:blipFill>
              <p:spPr>
                <a:xfrm>
                  <a:off x="12624901" y="3176710"/>
                  <a:ext cx="52596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3BCB9BAB-2FED-B96A-1E1C-3FF6BF232D3B}"/>
                    </a:ext>
                  </a:extLst>
                </p14:cNvPr>
                <p14:cNvContentPartPr/>
                <p14:nvPr/>
              </p14:nvContentPartPr>
              <p14:xfrm>
                <a:off x="12257341" y="2860270"/>
                <a:ext cx="28440" cy="88560"/>
              </p14:xfrm>
            </p:contentPart>
          </mc:Choice>
          <mc:Fallback>
            <p:pic>
              <p:nvPicPr>
                <p:cNvPr id="12" name="Ink 11">
                  <a:extLst>
                    <a:ext uri="{FF2B5EF4-FFF2-40B4-BE49-F238E27FC236}">
                      <a16:creationId xmlns:a16="http://schemas.microsoft.com/office/drawing/2014/main" id="{3BCB9BAB-2FED-B96A-1E1C-3FF6BF232D3B}"/>
                    </a:ext>
                  </a:extLst>
                </p:cNvPr>
                <p:cNvPicPr/>
                <p:nvPr/>
              </p:nvPicPr>
              <p:blipFill>
                <a:blip r:embed="rId20"/>
                <a:stretch>
                  <a:fillRect/>
                </a:stretch>
              </p:blipFill>
              <p:spPr>
                <a:xfrm>
                  <a:off x="12251221" y="2854150"/>
                  <a:ext cx="4068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30EBAB3D-EBBC-35C5-2F75-FD9655286A3E}"/>
                    </a:ext>
                  </a:extLst>
                </p14:cNvPr>
                <p14:cNvContentPartPr/>
                <p14:nvPr/>
              </p14:nvContentPartPr>
              <p14:xfrm>
                <a:off x="13400701" y="2766670"/>
                <a:ext cx="62640" cy="499320"/>
              </p14:xfrm>
            </p:contentPart>
          </mc:Choice>
          <mc:Fallback>
            <p:pic>
              <p:nvPicPr>
                <p:cNvPr id="13" name="Ink 12">
                  <a:extLst>
                    <a:ext uri="{FF2B5EF4-FFF2-40B4-BE49-F238E27FC236}">
                      <a16:creationId xmlns:a16="http://schemas.microsoft.com/office/drawing/2014/main" id="{30EBAB3D-EBBC-35C5-2F75-FD9655286A3E}"/>
                    </a:ext>
                  </a:extLst>
                </p:cNvPr>
                <p:cNvPicPr/>
                <p:nvPr/>
              </p:nvPicPr>
              <p:blipFill>
                <a:blip r:embed="rId22"/>
                <a:stretch>
                  <a:fillRect/>
                </a:stretch>
              </p:blipFill>
              <p:spPr>
                <a:xfrm>
                  <a:off x="13394581" y="2760550"/>
                  <a:ext cx="74880" cy="5115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B776FC95-AAC4-7F5B-5581-677510E944D1}"/>
                    </a:ext>
                  </a:extLst>
                </p14:cNvPr>
                <p14:cNvContentPartPr/>
                <p14:nvPr/>
              </p14:nvContentPartPr>
              <p14:xfrm>
                <a:off x="13429501" y="3113350"/>
                <a:ext cx="281520" cy="57600"/>
              </p14:xfrm>
            </p:contentPart>
          </mc:Choice>
          <mc:Fallback>
            <p:pic>
              <p:nvPicPr>
                <p:cNvPr id="14" name="Ink 13">
                  <a:extLst>
                    <a:ext uri="{FF2B5EF4-FFF2-40B4-BE49-F238E27FC236}">
                      <a16:creationId xmlns:a16="http://schemas.microsoft.com/office/drawing/2014/main" id="{B776FC95-AAC4-7F5B-5581-677510E944D1}"/>
                    </a:ext>
                  </a:extLst>
                </p:cNvPr>
                <p:cNvPicPr/>
                <p:nvPr/>
              </p:nvPicPr>
              <p:blipFill>
                <a:blip r:embed="rId24"/>
                <a:stretch>
                  <a:fillRect/>
                </a:stretch>
              </p:blipFill>
              <p:spPr>
                <a:xfrm>
                  <a:off x="13423381" y="3107230"/>
                  <a:ext cx="29376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88FC7BAE-6B48-DC74-4CF5-87BF38BABCA8}"/>
                    </a:ext>
                  </a:extLst>
                </p14:cNvPr>
                <p14:cNvContentPartPr/>
                <p14:nvPr/>
              </p14:nvContentPartPr>
              <p14:xfrm>
                <a:off x="11335381" y="3672430"/>
                <a:ext cx="665280" cy="565200"/>
              </p14:xfrm>
            </p:contentPart>
          </mc:Choice>
          <mc:Fallback>
            <p:pic>
              <p:nvPicPr>
                <p:cNvPr id="15" name="Ink 14">
                  <a:extLst>
                    <a:ext uri="{FF2B5EF4-FFF2-40B4-BE49-F238E27FC236}">
                      <a16:creationId xmlns:a16="http://schemas.microsoft.com/office/drawing/2014/main" id="{88FC7BAE-6B48-DC74-4CF5-87BF38BABCA8}"/>
                    </a:ext>
                  </a:extLst>
                </p:cNvPr>
                <p:cNvPicPr/>
                <p:nvPr/>
              </p:nvPicPr>
              <p:blipFill>
                <a:blip r:embed="rId26"/>
                <a:stretch>
                  <a:fillRect/>
                </a:stretch>
              </p:blipFill>
              <p:spPr>
                <a:xfrm>
                  <a:off x="11329261" y="3666310"/>
                  <a:ext cx="677520" cy="5774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BB75FECB-6483-8430-FC0A-7998F3397307}"/>
                    </a:ext>
                  </a:extLst>
                </p14:cNvPr>
                <p14:cNvContentPartPr/>
                <p14:nvPr/>
              </p14:nvContentPartPr>
              <p14:xfrm>
                <a:off x="12093901" y="3610870"/>
                <a:ext cx="399600" cy="509040"/>
              </p14:xfrm>
            </p:contentPart>
          </mc:Choice>
          <mc:Fallback>
            <p:pic>
              <p:nvPicPr>
                <p:cNvPr id="16" name="Ink 15">
                  <a:extLst>
                    <a:ext uri="{FF2B5EF4-FFF2-40B4-BE49-F238E27FC236}">
                      <a16:creationId xmlns:a16="http://schemas.microsoft.com/office/drawing/2014/main" id="{BB75FECB-6483-8430-FC0A-7998F3397307}"/>
                    </a:ext>
                  </a:extLst>
                </p:cNvPr>
                <p:cNvPicPr/>
                <p:nvPr/>
              </p:nvPicPr>
              <p:blipFill>
                <a:blip r:embed="rId28"/>
                <a:stretch>
                  <a:fillRect/>
                </a:stretch>
              </p:blipFill>
              <p:spPr>
                <a:xfrm>
                  <a:off x="12087781" y="3604750"/>
                  <a:ext cx="411840" cy="521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7719CB06-0A5D-F2B1-B1BB-4E1ACA5A1520}"/>
                    </a:ext>
                  </a:extLst>
                </p14:cNvPr>
                <p14:cNvContentPartPr/>
                <p14:nvPr/>
              </p14:nvContentPartPr>
              <p14:xfrm>
                <a:off x="12453901" y="3691150"/>
                <a:ext cx="135360" cy="24480"/>
              </p14:xfrm>
            </p:contentPart>
          </mc:Choice>
          <mc:Fallback>
            <p:pic>
              <p:nvPicPr>
                <p:cNvPr id="17" name="Ink 16">
                  <a:extLst>
                    <a:ext uri="{FF2B5EF4-FFF2-40B4-BE49-F238E27FC236}">
                      <a16:creationId xmlns:a16="http://schemas.microsoft.com/office/drawing/2014/main" id="{7719CB06-0A5D-F2B1-B1BB-4E1ACA5A1520}"/>
                    </a:ext>
                  </a:extLst>
                </p:cNvPr>
                <p:cNvPicPr/>
                <p:nvPr/>
              </p:nvPicPr>
              <p:blipFill>
                <a:blip r:embed="rId30"/>
                <a:stretch>
                  <a:fillRect/>
                </a:stretch>
              </p:blipFill>
              <p:spPr>
                <a:xfrm>
                  <a:off x="12447781" y="3685030"/>
                  <a:ext cx="14760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CC4B3E4D-5655-A7D7-67DA-C26D871C5DB2}"/>
                    </a:ext>
                  </a:extLst>
                </p14:cNvPr>
                <p14:cNvContentPartPr/>
                <p14:nvPr/>
              </p14:nvContentPartPr>
              <p14:xfrm>
                <a:off x="12787981" y="3735430"/>
                <a:ext cx="332280" cy="167760"/>
              </p14:xfrm>
            </p:contentPart>
          </mc:Choice>
          <mc:Fallback>
            <p:pic>
              <p:nvPicPr>
                <p:cNvPr id="19" name="Ink 18">
                  <a:extLst>
                    <a:ext uri="{FF2B5EF4-FFF2-40B4-BE49-F238E27FC236}">
                      <a16:creationId xmlns:a16="http://schemas.microsoft.com/office/drawing/2014/main" id="{CC4B3E4D-5655-A7D7-67DA-C26D871C5DB2}"/>
                    </a:ext>
                  </a:extLst>
                </p:cNvPr>
                <p:cNvPicPr/>
                <p:nvPr/>
              </p:nvPicPr>
              <p:blipFill>
                <a:blip r:embed="rId32"/>
                <a:stretch>
                  <a:fillRect/>
                </a:stretch>
              </p:blipFill>
              <p:spPr>
                <a:xfrm>
                  <a:off x="12781861" y="3729310"/>
                  <a:ext cx="34452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90218EE4-3FB2-E34C-B402-CEEEE9D3BF60}"/>
                    </a:ext>
                  </a:extLst>
                </p14:cNvPr>
                <p14:cNvContentPartPr/>
                <p14:nvPr/>
              </p14:nvContentPartPr>
              <p14:xfrm>
                <a:off x="13160581" y="3758830"/>
                <a:ext cx="234360" cy="64800"/>
              </p14:xfrm>
            </p:contentPart>
          </mc:Choice>
          <mc:Fallback>
            <p:pic>
              <p:nvPicPr>
                <p:cNvPr id="20" name="Ink 19">
                  <a:extLst>
                    <a:ext uri="{FF2B5EF4-FFF2-40B4-BE49-F238E27FC236}">
                      <a16:creationId xmlns:a16="http://schemas.microsoft.com/office/drawing/2014/main" id="{90218EE4-3FB2-E34C-B402-CEEEE9D3BF60}"/>
                    </a:ext>
                  </a:extLst>
                </p:cNvPr>
                <p:cNvPicPr/>
                <p:nvPr/>
              </p:nvPicPr>
              <p:blipFill>
                <a:blip r:embed="rId34"/>
                <a:stretch>
                  <a:fillRect/>
                </a:stretch>
              </p:blipFill>
              <p:spPr>
                <a:xfrm>
                  <a:off x="13154461" y="3752710"/>
                  <a:ext cx="24660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20B8426E-BC44-E0F8-06A7-9E116B4D4938}"/>
                    </a:ext>
                  </a:extLst>
                </p14:cNvPr>
                <p14:cNvContentPartPr/>
                <p14:nvPr/>
              </p14:nvContentPartPr>
              <p14:xfrm>
                <a:off x="11425021" y="4513030"/>
                <a:ext cx="281520" cy="368640"/>
              </p14:xfrm>
            </p:contentPart>
          </mc:Choice>
          <mc:Fallback>
            <p:pic>
              <p:nvPicPr>
                <p:cNvPr id="21" name="Ink 20">
                  <a:extLst>
                    <a:ext uri="{FF2B5EF4-FFF2-40B4-BE49-F238E27FC236}">
                      <a16:creationId xmlns:a16="http://schemas.microsoft.com/office/drawing/2014/main" id="{20B8426E-BC44-E0F8-06A7-9E116B4D4938}"/>
                    </a:ext>
                  </a:extLst>
                </p:cNvPr>
                <p:cNvPicPr/>
                <p:nvPr/>
              </p:nvPicPr>
              <p:blipFill>
                <a:blip r:embed="rId36"/>
                <a:stretch>
                  <a:fillRect/>
                </a:stretch>
              </p:blipFill>
              <p:spPr>
                <a:xfrm>
                  <a:off x="11418901" y="4506910"/>
                  <a:ext cx="29376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314F2161-C75B-E545-7CAA-2AA946FDDCCB}"/>
                    </a:ext>
                  </a:extLst>
                </p14:cNvPr>
                <p14:cNvContentPartPr/>
                <p14:nvPr/>
              </p14:nvContentPartPr>
              <p14:xfrm>
                <a:off x="11722021" y="4527790"/>
                <a:ext cx="433800" cy="290520"/>
              </p14:xfrm>
            </p:contentPart>
          </mc:Choice>
          <mc:Fallback>
            <p:pic>
              <p:nvPicPr>
                <p:cNvPr id="22" name="Ink 21">
                  <a:extLst>
                    <a:ext uri="{FF2B5EF4-FFF2-40B4-BE49-F238E27FC236}">
                      <a16:creationId xmlns:a16="http://schemas.microsoft.com/office/drawing/2014/main" id="{314F2161-C75B-E545-7CAA-2AA946FDDCCB}"/>
                    </a:ext>
                  </a:extLst>
                </p:cNvPr>
                <p:cNvPicPr/>
                <p:nvPr/>
              </p:nvPicPr>
              <p:blipFill>
                <a:blip r:embed="rId38"/>
                <a:stretch>
                  <a:fillRect/>
                </a:stretch>
              </p:blipFill>
              <p:spPr>
                <a:xfrm>
                  <a:off x="11715901" y="4521670"/>
                  <a:ext cx="44604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Ink 22">
                  <a:extLst>
                    <a:ext uri="{FF2B5EF4-FFF2-40B4-BE49-F238E27FC236}">
                      <a16:creationId xmlns:a16="http://schemas.microsoft.com/office/drawing/2014/main" id="{94BD0F01-4B61-6CDA-AEA8-0B601DA55343}"/>
                    </a:ext>
                  </a:extLst>
                </p14:cNvPr>
                <p14:cNvContentPartPr/>
                <p14:nvPr/>
              </p14:nvContentPartPr>
              <p14:xfrm>
                <a:off x="12309541" y="4634710"/>
                <a:ext cx="230400" cy="90000"/>
              </p14:xfrm>
            </p:contentPart>
          </mc:Choice>
          <mc:Fallback>
            <p:pic>
              <p:nvPicPr>
                <p:cNvPr id="23" name="Ink 22">
                  <a:extLst>
                    <a:ext uri="{FF2B5EF4-FFF2-40B4-BE49-F238E27FC236}">
                      <a16:creationId xmlns:a16="http://schemas.microsoft.com/office/drawing/2014/main" id="{94BD0F01-4B61-6CDA-AEA8-0B601DA55343}"/>
                    </a:ext>
                  </a:extLst>
                </p:cNvPr>
                <p:cNvPicPr/>
                <p:nvPr/>
              </p:nvPicPr>
              <p:blipFill>
                <a:blip r:embed="rId40"/>
                <a:stretch>
                  <a:fillRect/>
                </a:stretch>
              </p:blipFill>
              <p:spPr>
                <a:xfrm>
                  <a:off x="12303421" y="4628590"/>
                  <a:ext cx="24264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BAABA116-45F4-01EC-BD33-58AE439F6DA4}"/>
                    </a:ext>
                  </a:extLst>
                </p14:cNvPr>
                <p14:cNvContentPartPr/>
                <p14:nvPr/>
              </p14:nvContentPartPr>
              <p14:xfrm>
                <a:off x="12750901" y="4186150"/>
                <a:ext cx="1101600" cy="476280"/>
              </p14:xfrm>
            </p:contentPart>
          </mc:Choice>
          <mc:Fallback>
            <p:pic>
              <p:nvPicPr>
                <p:cNvPr id="24" name="Ink 23">
                  <a:extLst>
                    <a:ext uri="{FF2B5EF4-FFF2-40B4-BE49-F238E27FC236}">
                      <a16:creationId xmlns:a16="http://schemas.microsoft.com/office/drawing/2014/main" id="{BAABA116-45F4-01EC-BD33-58AE439F6DA4}"/>
                    </a:ext>
                  </a:extLst>
                </p:cNvPr>
                <p:cNvPicPr/>
                <p:nvPr/>
              </p:nvPicPr>
              <p:blipFill>
                <a:blip r:embed="rId42"/>
                <a:stretch>
                  <a:fillRect/>
                </a:stretch>
              </p:blipFill>
              <p:spPr>
                <a:xfrm>
                  <a:off x="12744781" y="4180030"/>
                  <a:ext cx="1113840" cy="4885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58EC8FC5-22E5-9AF0-CE5F-5A80604C5C3C}"/>
                    </a:ext>
                  </a:extLst>
                </p14:cNvPr>
                <p14:cNvContentPartPr/>
                <p14:nvPr/>
              </p14:nvContentPartPr>
              <p14:xfrm>
                <a:off x="11268421" y="4662790"/>
                <a:ext cx="2617920" cy="595800"/>
              </p14:xfrm>
            </p:contentPart>
          </mc:Choice>
          <mc:Fallback>
            <p:pic>
              <p:nvPicPr>
                <p:cNvPr id="26" name="Ink 25">
                  <a:extLst>
                    <a:ext uri="{FF2B5EF4-FFF2-40B4-BE49-F238E27FC236}">
                      <a16:creationId xmlns:a16="http://schemas.microsoft.com/office/drawing/2014/main" id="{58EC8FC5-22E5-9AF0-CE5F-5A80604C5C3C}"/>
                    </a:ext>
                  </a:extLst>
                </p:cNvPr>
                <p:cNvPicPr/>
                <p:nvPr/>
              </p:nvPicPr>
              <p:blipFill>
                <a:blip r:embed="rId44"/>
                <a:stretch>
                  <a:fillRect/>
                </a:stretch>
              </p:blipFill>
              <p:spPr>
                <a:xfrm>
                  <a:off x="11262301" y="4656670"/>
                  <a:ext cx="2630160" cy="6080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7" name="Ink 26">
                  <a:extLst>
                    <a:ext uri="{FF2B5EF4-FFF2-40B4-BE49-F238E27FC236}">
                      <a16:creationId xmlns:a16="http://schemas.microsoft.com/office/drawing/2014/main" id="{E9E6C90B-6753-1E4A-79F8-338A2D00067D}"/>
                    </a:ext>
                  </a:extLst>
                </p14:cNvPr>
                <p14:cNvContentPartPr/>
                <p14:nvPr/>
              </p14:nvContentPartPr>
              <p14:xfrm>
                <a:off x="13911181" y="3942790"/>
                <a:ext cx="40680" cy="267840"/>
              </p14:xfrm>
            </p:contentPart>
          </mc:Choice>
          <mc:Fallback>
            <p:pic>
              <p:nvPicPr>
                <p:cNvPr id="27" name="Ink 26">
                  <a:extLst>
                    <a:ext uri="{FF2B5EF4-FFF2-40B4-BE49-F238E27FC236}">
                      <a16:creationId xmlns:a16="http://schemas.microsoft.com/office/drawing/2014/main" id="{E9E6C90B-6753-1E4A-79F8-338A2D00067D}"/>
                    </a:ext>
                  </a:extLst>
                </p:cNvPr>
                <p:cNvPicPr/>
                <p:nvPr/>
              </p:nvPicPr>
              <p:blipFill>
                <a:blip r:embed="rId46"/>
                <a:stretch>
                  <a:fillRect/>
                </a:stretch>
              </p:blipFill>
              <p:spPr>
                <a:xfrm>
                  <a:off x="13905061" y="3936670"/>
                  <a:ext cx="5292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8" name="Ink 27">
                  <a:extLst>
                    <a:ext uri="{FF2B5EF4-FFF2-40B4-BE49-F238E27FC236}">
                      <a16:creationId xmlns:a16="http://schemas.microsoft.com/office/drawing/2014/main" id="{8DC71C72-D1B8-6D2E-C830-CFBAFD544331}"/>
                    </a:ext>
                  </a:extLst>
                </p14:cNvPr>
                <p14:cNvContentPartPr/>
                <p14:nvPr/>
              </p14:nvContentPartPr>
              <p14:xfrm>
                <a:off x="13991461" y="4401790"/>
                <a:ext cx="39240" cy="15120"/>
              </p14:xfrm>
            </p:contentPart>
          </mc:Choice>
          <mc:Fallback>
            <p:pic>
              <p:nvPicPr>
                <p:cNvPr id="28" name="Ink 27">
                  <a:extLst>
                    <a:ext uri="{FF2B5EF4-FFF2-40B4-BE49-F238E27FC236}">
                      <a16:creationId xmlns:a16="http://schemas.microsoft.com/office/drawing/2014/main" id="{8DC71C72-D1B8-6D2E-C830-CFBAFD544331}"/>
                    </a:ext>
                  </a:extLst>
                </p:cNvPr>
                <p:cNvPicPr/>
                <p:nvPr/>
              </p:nvPicPr>
              <p:blipFill>
                <a:blip r:embed="rId48"/>
                <a:stretch>
                  <a:fillRect/>
                </a:stretch>
              </p:blipFill>
              <p:spPr>
                <a:xfrm>
                  <a:off x="13985341" y="4395670"/>
                  <a:ext cx="51480" cy="27360"/>
                </a:xfrm>
                <a:prstGeom prst="rect">
                  <a:avLst/>
                </a:prstGeom>
              </p:spPr>
            </p:pic>
          </mc:Fallback>
        </mc:AlternateContent>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583" rIns="0" bIns="0" rtlCol="0">
            <a:spAutoFit/>
          </a:bodyPr>
          <a:lstStyle/>
          <a:p>
            <a:pPr algn="l">
              <a:spcBef>
                <a:spcPts val="145"/>
              </a:spcBef>
            </a:pPr>
            <a:r>
              <a:rPr lang="en-US" sz="3850" b="0" spc="-31" dirty="0">
                <a:latin typeface="Calibri" panose="020F0502020204030204"/>
                <a:cs typeface="Calibri" panose="020F0502020204030204"/>
              </a:rPr>
              <a:t>vi) </a:t>
            </a:r>
            <a:r>
              <a:rPr sz="3850" b="0" spc="-31" dirty="0">
                <a:latin typeface="Calibri" panose="020F0502020204030204"/>
                <a:cs typeface="Calibri" panose="020F0502020204030204"/>
              </a:rPr>
              <a:t>ANOVA</a:t>
            </a:r>
            <a:r>
              <a:rPr sz="3850" b="0" spc="-116" dirty="0">
                <a:latin typeface="Calibri" panose="020F0502020204030204"/>
                <a:cs typeface="Calibri" panose="020F0502020204030204"/>
              </a:rPr>
              <a:t> </a:t>
            </a:r>
            <a:r>
              <a:rPr sz="3850" b="0" spc="-46" dirty="0">
                <a:latin typeface="Calibri" panose="020F0502020204030204"/>
                <a:cs typeface="Calibri" panose="020F0502020204030204"/>
              </a:rPr>
              <a:t>T</a:t>
            </a:r>
            <a:r>
              <a:rPr lang="en-US" sz="3850" b="0" spc="-46" dirty="0">
                <a:latin typeface="Calibri" panose="020F0502020204030204"/>
                <a:cs typeface="Calibri" panose="020F0502020204030204"/>
              </a:rPr>
              <a:t>able</a:t>
            </a:r>
            <a:endParaRPr sz="3850" dirty="0">
              <a:latin typeface="Calibri" panose="020F0502020204030204"/>
              <a:cs typeface="Calibri" panose="020F0502020204030204"/>
            </a:endParaRPr>
          </a:p>
        </p:txBody>
      </p:sp>
      <p:graphicFrame>
        <p:nvGraphicFramePr>
          <p:cNvPr id="3" name="object 3"/>
          <p:cNvGraphicFramePr>
            <a:graphicFrameLocks noGrp="1"/>
          </p:cNvGraphicFramePr>
          <p:nvPr>
            <p:extLst>
              <p:ext uri="{D42A27DB-BD31-4B8C-83A1-F6EECF244321}">
                <p14:modId xmlns:p14="http://schemas.microsoft.com/office/powerpoint/2010/main" val="1688293014"/>
              </p:ext>
            </p:extLst>
          </p:nvPr>
        </p:nvGraphicFramePr>
        <p:xfrm>
          <a:off x="488950" y="1524000"/>
          <a:ext cx="12953999" cy="4950045"/>
        </p:xfrm>
        <a:graphic>
          <a:graphicData uri="http://schemas.openxmlformats.org/drawingml/2006/table">
            <a:tbl>
              <a:tblPr firstRow="1" bandRow="1">
                <a:tableStyleId>{2D5ABB26-0587-4C30-8999-92F81FD0307C}</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218391">
                  <a:extLst>
                    <a:ext uri="{9D8B030D-6E8A-4147-A177-3AD203B41FA5}">
                      <a16:colId xmlns:a16="http://schemas.microsoft.com/office/drawing/2014/main" val="20002"/>
                    </a:ext>
                  </a:extLst>
                </a:gridCol>
                <a:gridCol w="3344209">
                  <a:extLst>
                    <a:ext uri="{9D8B030D-6E8A-4147-A177-3AD203B41FA5}">
                      <a16:colId xmlns:a16="http://schemas.microsoft.com/office/drawing/2014/main" val="20003"/>
                    </a:ext>
                  </a:extLst>
                </a:gridCol>
                <a:gridCol w="2209799">
                  <a:extLst>
                    <a:ext uri="{9D8B030D-6E8A-4147-A177-3AD203B41FA5}">
                      <a16:colId xmlns:a16="http://schemas.microsoft.com/office/drawing/2014/main" val="20004"/>
                    </a:ext>
                  </a:extLst>
                </a:gridCol>
              </a:tblGrid>
              <a:tr h="1338009">
                <a:tc>
                  <a:txBody>
                    <a:bodyPr/>
                    <a:lstStyle/>
                    <a:p>
                      <a:pPr marL="67945">
                        <a:lnSpc>
                          <a:spcPct val="100000"/>
                        </a:lnSpc>
                        <a:spcBef>
                          <a:spcPts val="215"/>
                        </a:spcBef>
                      </a:pPr>
                      <a:r>
                        <a:rPr sz="2800" dirty="0">
                          <a:latin typeface="Times New Roman" panose="02020603050405020304"/>
                          <a:cs typeface="Times New Roman" panose="02020603050405020304"/>
                        </a:rPr>
                        <a:t>Sources</a:t>
                      </a:r>
                      <a:r>
                        <a:rPr sz="2800" spc="-2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of</a:t>
                      </a:r>
                      <a:endParaRPr sz="2800" dirty="0">
                        <a:latin typeface="Times New Roman" panose="02020603050405020304"/>
                        <a:cs typeface="Times New Roman" panose="02020603050405020304"/>
                      </a:endParaRPr>
                    </a:p>
                    <a:p>
                      <a:pPr marL="67945">
                        <a:lnSpc>
                          <a:spcPct val="100000"/>
                        </a:lnSpc>
                      </a:pPr>
                      <a:r>
                        <a:rPr sz="2800" spc="-10" dirty="0">
                          <a:latin typeface="Times New Roman" panose="02020603050405020304"/>
                          <a:cs typeface="Times New Roman" panose="02020603050405020304"/>
                        </a:rPr>
                        <a:t>Variation</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dirty="0">
                          <a:latin typeface="Times New Roman" panose="02020603050405020304"/>
                          <a:cs typeface="Times New Roman" panose="02020603050405020304"/>
                        </a:rPr>
                        <a:t>Sum</a:t>
                      </a:r>
                      <a:r>
                        <a:rPr sz="2800" spc="-25" dirty="0">
                          <a:latin typeface="Times New Roman" panose="02020603050405020304"/>
                          <a:cs typeface="Times New Roman" panose="02020603050405020304"/>
                        </a:rPr>
                        <a:t> of</a:t>
                      </a:r>
                      <a:endParaRPr sz="2800">
                        <a:latin typeface="Times New Roman" panose="02020603050405020304"/>
                        <a:cs typeface="Times New Roman" panose="02020603050405020304"/>
                      </a:endParaRPr>
                    </a:p>
                    <a:p>
                      <a:pPr marL="68580">
                        <a:lnSpc>
                          <a:spcPct val="100000"/>
                        </a:lnSpc>
                      </a:pPr>
                      <a:r>
                        <a:rPr sz="2800" spc="-10" dirty="0">
                          <a:latin typeface="Times New Roman" panose="02020603050405020304"/>
                          <a:cs typeface="Times New Roman" panose="02020603050405020304"/>
                        </a:rPr>
                        <a:t>Squares</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dirty="0">
                          <a:latin typeface="Times New Roman" panose="02020603050405020304"/>
                          <a:cs typeface="Times New Roman" panose="02020603050405020304"/>
                        </a:rPr>
                        <a:t>Degrees</a:t>
                      </a:r>
                      <a:r>
                        <a:rPr sz="2800" spc="-1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of</a:t>
                      </a:r>
                      <a:endParaRPr sz="2800">
                        <a:latin typeface="Times New Roman" panose="02020603050405020304"/>
                        <a:cs typeface="Times New Roman" panose="02020603050405020304"/>
                      </a:endParaRPr>
                    </a:p>
                    <a:p>
                      <a:pPr marL="68580">
                        <a:lnSpc>
                          <a:spcPct val="100000"/>
                        </a:lnSpc>
                      </a:pPr>
                      <a:r>
                        <a:rPr sz="2800" spc="-10" dirty="0">
                          <a:latin typeface="Times New Roman" panose="02020603050405020304"/>
                          <a:cs typeface="Times New Roman" panose="02020603050405020304"/>
                        </a:rPr>
                        <a:t>Freedom</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215"/>
                        </a:spcBef>
                      </a:pPr>
                      <a:r>
                        <a:rPr sz="2800" dirty="0">
                          <a:latin typeface="Times New Roman" panose="02020603050405020304"/>
                          <a:cs typeface="Times New Roman" panose="02020603050405020304"/>
                        </a:rPr>
                        <a:t>Mean</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Square</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215"/>
                        </a:spcBef>
                      </a:pPr>
                      <a:r>
                        <a:rPr sz="2800" spc="-50" dirty="0">
                          <a:latin typeface="Times New Roman" panose="02020603050405020304"/>
                          <a:cs typeface="Times New Roman" panose="02020603050405020304"/>
                        </a:rPr>
                        <a:t>F</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949712">
                <a:tc>
                  <a:txBody>
                    <a:bodyPr/>
                    <a:lstStyle/>
                    <a:p>
                      <a:pPr marL="67945">
                        <a:lnSpc>
                          <a:spcPct val="100000"/>
                        </a:lnSpc>
                        <a:spcBef>
                          <a:spcPts val="215"/>
                        </a:spcBef>
                      </a:pPr>
                      <a:r>
                        <a:rPr sz="2800" spc="-10" dirty="0">
                          <a:latin typeface="Times New Roman" panose="02020603050405020304"/>
                          <a:cs typeface="Times New Roman" panose="02020603050405020304"/>
                        </a:rPr>
                        <a:t>Treatments</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spc="-25" dirty="0">
                          <a:latin typeface="Times New Roman" panose="02020603050405020304"/>
                          <a:cs typeface="Times New Roman" panose="02020603050405020304"/>
                        </a:rPr>
                        <a:t>SS</a:t>
                      </a:r>
                      <a:r>
                        <a:rPr lang="en-US" sz="2800" spc="-25" dirty="0">
                          <a:latin typeface="Times New Roman" panose="02020603050405020304"/>
                          <a:cs typeface="Times New Roman" panose="02020603050405020304"/>
                        </a:rPr>
                        <a:t>TR</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spc="-10" dirty="0">
                          <a:latin typeface="Times New Roman" panose="02020603050405020304"/>
                          <a:cs typeface="Times New Roman" panose="02020603050405020304"/>
                        </a:rPr>
                        <a:t>k-</a:t>
                      </a:r>
                      <a:r>
                        <a:rPr sz="2800" spc="-50" dirty="0">
                          <a:latin typeface="Times New Roman" panose="02020603050405020304"/>
                          <a:cs typeface="Times New Roman" panose="02020603050405020304"/>
                        </a:rPr>
                        <a:t>1</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marR="149860">
                        <a:lnSpc>
                          <a:spcPct val="100000"/>
                        </a:lnSpc>
                        <a:spcBef>
                          <a:spcPts val="215"/>
                        </a:spcBef>
                      </a:pPr>
                      <a:r>
                        <a:rPr sz="2800" dirty="0">
                          <a:latin typeface="Times New Roman" panose="02020603050405020304"/>
                          <a:cs typeface="Times New Roman" panose="02020603050405020304"/>
                        </a:rPr>
                        <a:t>MS</a:t>
                      </a:r>
                      <a:r>
                        <a:rPr lang="en-US" sz="2800" dirty="0">
                          <a:latin typeface="Times New Roman" panose="02020603050405020304"/>
                          <a:cs typeface="Times New Roman" panose="02020603050405020304"/>
                        </a:rPr>
                        <a:t>TR</a:t>
                      </a:r>
                      <a:r>
                        <a:rPr sz="2800" spc="-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SSTR/k-</a:t>
                      </a:r>
                      <a:r>
                        <a:rPr sz="2800" spc="-50"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3">
                  <a:txBody>
                    <a:bodyPr/>
                    <a:lstStyle/>
                    <a:p>
                      <a:pPr marL="69215">
                        <a:lnSpc>
                          <a:spcPct val="100000"/>
                        </a:lnSpc>
                        <a:spcBef>
                          <a:spcPts val="215"/>
                        </a:spcBef>
                      </a:pPr>
                      <a:r>
                        <a:rPr lang="en-US" sz="2800" dirty="0"/>
                        <a:t>F= MSTR/MSE</a:t>
                      </a:r>
                    </a:p>
                    <a:p>
                      <a:pPr marL="69215">
                        <a:lnSpc>
                          <a:spcPct val="100000"/>
                        </a:lnSpc>
                        <a:spcBef>
                          <a:spcPts val="215"/>
                        </a:spcBef>
                      </a:pPr>
                      <a:endParaRPr lang="en-US" sz="2800" dirty="0">
                        <a:latin typeface="Times New Roman" panose="02020603050405020304"/>
                        <a:cs typeface="Times New Roman" panose="02020603050405020304"/>
                      </a:endParaRPr>
                    </a:p>
                    <a:p>
                      <a:pPr marL="69215">
                        <a:lnSpc>
                          <a:spcPct val="100000"/>
                        </a:lnSpc>
                        <a:spcBef>
                          <a:spcPts val="215"/>
                        </a:spcBef>
                      </a:pPr>
                      <a:r>
                        <a:rPr lang="en-US" sz="2800" dirty="0">
                          <a:latin typeface="Times New Roman" panose="02020603050405020304"/>
                          <a:cs typeface="Times New Roman" panose="02020603050405020304"/>
                        </a:rPr>
                        <a:t>And </a:t>
                      </a:r>
                    </a:p>
                    <a:p>
                      <a:pPr marL="69215">
                        <a:lnSpc>
                          <a:spcPct val="100000"/>
                        </a:lnSpc>
                        <a:spcBef>
                          <a:spcPts val="215"/>
                        </a:spcBef>
                      </a:pPr>
                      <a:endParaRPr lang="en-US" sz="2800" dirty="0">
                        <a:latin typeface="Times New Roman" panose="02020603050405020304"/>
                        <a:cs typeface="Times New Roman" panose="02020603050405020304"/>
                      </a:endParaRPr>
                    </a:p>
                    <a:p>
                      <a:pPr marL="69215" marR="0" indent="0" defTabSz="914400" eaLnBrk="1" fontAlgn="auto" latinLnBrk="0" hangingPunct="1">
                        <a:lnSpc>
                          <a:spcPct val="100000"/>
                        </a:lnSpc>
                        <a:spcBef>
                          <a:spcPts val="215"/>
                        </a:spcBef>
                        <a:spcAft>
                          <a:spcPts val="0"/>
                        </a:spcAft>
                        <a:buClrTx/>
                        <a:buSzTx/>
                        <a:buFontTx/>
                        <a:buNone/>
                        <a:defRPr/>
                      </a:pPr>
                      <a:r>
                        <a:rPr lang="en-US" sz="2800" dirty="0"/>
                        <a:t>F= MSBL/MSE</a:t>
                      </a:r>
                    </a:p>
                    <a:p>
                      <a:pPr marL="69215">
                        <a:lnSpc>
                          <a:spcPct val="100000"/>
                        </a:lnSpc>
                        <a:spcBef>
                          <a:spcPts val="215"/>
                        </a:spcBef>
                      </a:pP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949712">
                <a:tc>
                  <a:txBody>
                    <a:bodyPr/>
                    <a:lstStyle/>
                    <a:p>
                      <a:pPr marL="67945">
                        <a:lnSpc>
                          <a:spcPct val="100000"/>
                        </a:lnSpc>
                        <a:spcBef>
                          <a:spcPts val="215"/>
                        </a:spcBef>
                      </a:pPr>
                      <a:r>
                        <a:rPr sz="2800" spc="-10" dirty="0">
                          <a:latin typeface="Times New Roman" panose="02020603050405020304"/>
                          <a:cs typeface="Times New Roman" panose="02020603050405020304"/>
                        </a:rPr>
                        <a:t>Blocks</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dirty="0">
                          <a:latin typeface="Times New Roman" panose="02020603050405020304"/>
                          <a:cs typeface="Times New Roman" panose="02020603050405020304"/>
                        </a:rPr>
                        <a:t>SS</a:t>
                      </a:r>
                      <a:r>
                        <a:rPr lang="en-US" sz="2800" dirty="0">
                          <a:latin typeface="Times New Roman" panose="02020603050405020304"/>
                          <a:cs typeface="Times New Roman" panose="02020603050405020304"/>
                        </a:rPr>
                        <a:t>BL</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spc="-10" dirty="0">
                          <a:latin typeface="Times New Roman" panose="02020603050405020304"/>
                          <a:cs typeface="Times New Roman" panose="02020603050405020304"/>
                        </a:rPr>
                        <a:t>(</a:t>
                      </a:r>
                      <a:r>
                        <a:rPr lang="en-US" sz="2800" spc="-10" dirty="0">
                          <a:latin typeface="Times New Roman" panose="02020603050405020304"/>
                          <a:cs typeface="Times New Roman" panose="02020603050405020304"/>
                        </a:rPr>
                        <a:t>m</a:t>
                      </a:r>
                      <a:r>
                        <a:rPr sz="2800" spc="-10" dirty="0">
                          <a:latin typeface="Times New Roman" panose="02020603050405020304"/>
                          <a:cs typeface="Times New Roman" panose="02020603050405020304"/>
                        </a:rPr>
                        <a:t>-</a:t>
                      </a:r>
                      <a:r>
                        <a:rPr sz="2800" spc="-25"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marR="82550">
                        <a:lnSpc>
                          <a:spcPct val="100000"/>
                        </a:lnSpc>
                        <a:spcBef>
                          <a:spcPts val="215"/>
                        </a:spcBef>
                      </a:pPr>
                      <a:r>
                        <a:rPr sz="2800" dirty="0">
                          <a:latin typeface="Times New Roman" panose="02020603050405020304"/>
                          <a:cs typeface="Times New Roman" panose="02020603050405020304"/>
                        </a:rPr>
                        <a:t>MSBL</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SSBL/</a:t>
                      </a:r>
                      <a:r>
                        <a:rPr lang="en-US" sz="2800" spc="-10" dirty="0">
                          <a:latin typeface="Times New Roman" panose="02020603050405020304"/>
                          <a:cs typeface="Times New Roman" panose="02020603050405020304"/>
                        </a:rPr>
                        <a:t>m</a:t>
                      </a:r>
                      <a:r>
                        <a:rPr sz="2800" spc="-1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lang="en-US"/>
                    </a:p>
                  </a:txBody>
                  <a:tcPr marL="0" marR="0" marT="273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50690">
                <a:tc>
                  <a:txBody>
                    <a:bodyPr/>
                    <a:lstStyle/>
                    <a:p>
                      <a:pPr marL="67945">
                        <a:lnSpc>
                          <a:spcPct val="100000"/>
                        </a:lnSpc>
                        <a:spcBef>
                          <a:spcPts val="215"/>
                        </a:spcBef>
                      </a:pPr>
                      <a:r>
                        <a:rPr sz="2800" spc="-10" dirty="0">
                          <a:latin typeface="Times New Roman" panose="02020603050405020304"/>
                          <a:cs typeface="Times New Roman" panose="02020603050405020304"/>
                        </a:rPr>
                        <a:t>Error</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spc="-25" dirty="0">
                          <a:latin typeface="Times New Roman" panose="02020603050405020304"/>
                          <a:cs typeface="Times New Roman" panose="02020603050405020304"/>
                        </a:rPr>
                        <a:t>SSE</a:t>
                      </a:r>
                      <a:endParaRPr sz="280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15"/>
                        </a:spcBef>
                      </a:pPr>
                      <a:r>
                        <a:rPr sz="2800" spc="-10" dirty="0">
                          <a:latin typeface="Times New Roman" panose="02020603050405020304"/>
                          <a:cs typeface="Times New Roman" panose="02020603050405020304"/>
                        </a:rPr>
                        <a:t>(k-1)(</a:t>
                      </a:r>
                      <a:r>
                        <a:rPr lang="en-US" sz="2800" spc="-10" dirty="0">
                          <a:latin typeface="Times New Roman" panose="02020603050405020304"/>
                          <a:cs typeface="Times New Roman" panose="02020603050405020304"/>
                        </a:rPr>
                        <a:t>m</a:t>
                      </a:r>
                      <a:r>
                        <a:rPr sz="2800" spc="-10" dirty="0">
                          <a:latin typeface="Times New Roman" panose="02020603050405020304"/>
                          <a:cs typeface="Times New Roman" panose="02020603050405020304"/>
                        </a:rPr>
                        <a:t>-</a:t>
                      </a:r>
                      <a:r>
                        <a:rPr sz="2800" spc="-25"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215"/>
                        </a:spcBef>
                      </a:pPr>
                      <a:r>
                        <a:rPr sz="2800" dirty="0">
                          <a:latin typeface="Times New Roman" panose="02020603050405020304"/>
                          <a:cs typeface="Times New Roman" panose="02020603050405020304"/>
                        </a:rPr>
                        <a:t>MSE=</a:t>
                      </a:r>
                      <a:r>
                        <a:rPr sz="2800" spc="-10" dirty="0">
                          <a:latin typeface="Times New Roman" panose="02020603050405020304"/>
                          <a:cs typeface="Times New Roman" panose="02020603050405020304"/>
                        </a:rPr>
                        <a:t> SSE/(k-1)(</a:t>
                      </a:r>
                      <a:r>
                        <a:rPr lang="en-US" sz="2800" spc="-10" dirty="0">
                          <a:latin typeface="Times New Roman" panose="02020603050405020304"/>
                          <a:cs typeface="Times New Roman" panose="02020603050405020304"/>
                        </a:rPr>
                        <a:t>m</a:t>
                      </a:r>
                      <a:r>
                        <a:rPr sz="2800" spc="-10" dirty="0">
                          <a:latin typeface="Times New Roman" panose="02020603050405020304"/>
                          <a:cs typeface="Times New Roman" panose="02020603050405020304"/>
                        </a:rPr>
                        <a:t>-</a:t>
                      </a:r>
                      <a:r>
                        <a:rPr sz="2800" spc="-25"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txBody>
                  <a:tcPr marL="0" marR="0" marT="4205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lang="en-US"/>
                    </a:p>
                  </a:txBody>
                  <a:tcPr marL="0" marR="0" marT="273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61922">
                <a:tc>
                  <a:txBody>
                    <a:bodyPr/>
                    <a:lstStyle/>
                    <a:p>
                      <a:pPr marL="67945">
                        <a:lnSpc>
                          <a:spcPct val="100000"/>
                        </a:lnSpc>
                        <a:spcBef>
                          <a:spcPts val="220"/>
                        </a:spcBef>
                      </a:pPr>
                      <a:r>
                        <a:rPr sz="2800" spc="-10" dirty="0">
                          <a:latin typeface="Times New Roman" panose="02020603050405020304"/>
                          <a:cs typeface="Times New Roman" panose="02020603050405020304"/>
                        </a:rPr>
                        <a:t>Total</a:t>
                      </a:r>
                      <a:endParaRPr sz="2800" dirty="0">
                        <a:latin typeface="Times New Roman" panose="02020603050405020304"/>
                        <a:cs typeface="Times New Roman" panose="02020603050405020304"/>
                      </a:endParaRPr>
                    </a:p>
                  </a:txBody>
                  <a:tcPr marL="0" marR="0" marT="43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20"/>
                        </a:spcBef>
                      </a:pPr>
                      <a:r>
                        <a:rPr sz="2800" spc="-25" dirty="0">
                          <a:latin typeface="Times New Roman" panose="02020603050405020304"/>
                          <a:cs typeface="Times New Roman" panose="02020603050405020304"/>
                        </a:rPr>
                        <a:t>SST</a:t>
                      </a:r>
                      <a:endParaRPr sz="2800">
                        <a:latin typeface="Times New Roman" panose="02020603050405020304"/>
                        <a:cs typeface="Times New Roman" panose="02020603050405020304"/>
                      </a:endParaRPr>
                    </a:p>
                  </a:txBody>
                  <a:tcPr marL="0" marR="0" marT="43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220"/>
                        </a:spcBef>
                      </a:pPr>
                      <a:r>
                        <a:rPr sz="2800" dirty="0">
                          <a:latin typeface="Times New Roman" panose="02020603050405020304"/>
                          <a:cs typeface="Times New Roman" panose="02020603050405020304"/>
                        </a:rPr>
                        <a:t>n-</a:t>
                      </a:r>
                      <a:r>
                        <a:rPr sz="2800" spc="-50"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txBody>
                  <a:tcPr marL="0" marR="0" marT="43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9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9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15" name="Group 14">
            <a:extLst>
              <a:ext uri="{FF2B5EF4-FFF2-40B4-BE49-F238E27FC236}">
                <a16:creationId xmlns:a16="http://schemas.microsoft.com/office/drawing/2014/main" id="{E42ADEB8-827B-8116-5A2A-AF58030FDE64}"/>
              </a:ext>
            </a:extLst>
          </p:cNvPr>
          <p:cNvGrpSpPr/>
          <p:nvPr/>
        </p:nvGrpSpPr>
        <p:grpSpPr>
          <a:xfrm>
            <a:off x="9296341" y="5182630"/>
            <a:ext cx="1904040" cy="1027440"/>
            <a:chOff x="9296341" y="5182630"/>
            <a:chExt cx="1904040" cy="102744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54B12B4-956A-1967-25F7-27AD1248722A}"/>
                    </a:ext>
                  </a:extLst>
                </p14:cNvPr>
                <p14:cNvContentPartPr/>
                <p14:nvPr/>
              </p14:nvContentPartPr>
              <p14:xfrm>
                <a:off x="9678301" y="5283430"/>
                <a:ext cx="1522080" cy="21960"/>
              </p14:xfrm>
            </p:contentPart>
          </mc:Choice>
          <mc:Fallback>
            <p:pic>
              <p:nvPicPr>
                <p:cNvPr id="4" name="Ink 3">
                  <a:extLst>
                    <a:ext uri="{FF2B5EF4-FFF2-40B4-BE49-F238E27FC236}">
                      <a16:creationId xmlns:a16="http://schemas.microsoft.com/office/drawing/2014/main" id="{254B12B4-956A-1967-25F7-27AD1248722A}"/>
                    </a:ext>
                  </a:extLst>
                </p:cNvPr>
                <p:cNvPicPr/>
                <p:nvPr/>
              </p:nvPicPr>
              <p:blipFill>
                <a:blip r:embed="rId3"/>
                <a:stretch>
                  <a:fillRect/>
                </a:stretch>
              </p:blipFill>
              <p:spPr>
                <a:xfrm>
                  <a:off x="9672181" y="5277310"/>
                  <a:ext cx="15343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C94ED57F-0F0A-910A-46D1-2D02C193AD18}"/>
                    </a:ext>
                  </a:extLst>
                </p14:cNvPr>
                <p14:cNvContentPartPr/>
                <p14:nvPr/>
              </p14:nvContentPartPr>
              <p14:xfrm>
                <a:off x="9551941" y="5424910"/>
                <a:ext cx="402840" cy="252360"/>
              </p14:xfrm>
            </p:contentPart>
          </mc:Choice>
          <mc:Fallback>
            <p:pic>
              <p:nvPicPr>
                <p:cNvPr id="5" name="Ink 4">
                  <a:extLst>
                    <a:ext uri="{FF2B5EF4-FFF2-40B4-BE49-F238E27FC236}">
                      <a16:creationId xmlns:a16="http://schemas.microsoft.com/office/drawing/2014/main" id="{C94ED57F-0F0A-910A-46D1-2D02C193AD18}"/>
                    </a:ext>
                  </a:extLst>
                </p:cNvPr>
                <p:cNvPicPr/>
                <p:nvPr/>
              </p:nvPicPr>
              <p:blipFill>
                <a:blip r:embed="rId5"/>
                <a:stretch>
                  <a:fillRect/>
                </a:stretch>
              </p:blipFill>
              <p:spPr>
                <a:xfrm>
                  <a:off x="9545821" y="5418790"/>
                  <a:ext cx="41508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4883F656-DCC3-6EA0-BEFE-4A78A72B039A}"/>
                    </a:ext>
                  </a:extLst>
                </p14:cNvPr>
                <p14:cNvContentPartPr/>
                <p14:nvPr/>
              </p14:nvContentPartPr>
              <p14:xfrm>
                <a:off x="9920941" y="5540110"/>
                <a:ext cx="150120" cy="52560"/>
              </p14:xfrm>
            </p:contentPart>
          </mc:Choice>
          <mc:Fallback>
            <p:pic>
              <p:nvPicPr>
                <p:cNvPr id="6" name="Ink 5">
                  <a:extLst>
                    <a:ext uri="{FF2B5EF4-FFF2-40B4-BE49-F238E27FC236}">
                      <a16:creationId xmlns:a16="http://schemas.microsoft.com/office/drawing/2014/main" id="{4883F656-DCC3-6EA0-BEFE-4A78A72B039A}"/>
                    </a:ext>
                  </a:extLst>
                </p:cNvPr>
                <p:cNvPicPr/>
                <p:nvPr/>
              </p:nvPicPr>
              <p:blipFill>
                <a:blip r:embed="rId7"/>
                <a:stretch>
                  <a:fillRect/>
                </a:stretch>
              </p:blipFill>
              <p:spPr>
                <a:xfrm>
                  <a:off x="9914821" y="5533990"/>
                  <a:ext cx="16236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3EC9F362-82C4-A467-34B5-68F7718E9E84}"/>
                    </a:ext>
                  </a:extLst>
                </p14:cNvPr>
                <p14:cNvContentPartPr/>
                <p14:nvPr/>
              </p14:nvContentPartPr>
              <p14:xfrm>
                <a:off x="10141621" y="5523190"/>
                <a:ext cx="41760" cy="138240"/>
              </p14:xfrm>
            </p:contentPart>
          </mc:Choice>
          <mc:Fallback>
            <p:pic>
              <p:nvPicPr>
                <p:cNvPr id="7" name="Ink 6">
                  <a:extLst>
                    <a:ext uri="{FF2B5EF4-FFF2-40B4-BE49-F238E27FC236}">
                      <a16:creationId xmlns:a16="http://schemas.microsoft.com/office/drawing/2014/main" id="{3EC9F362-82C4-A467-34B5-68F7718E9E84}"/>
                    </a:ext>
                  </a:extLst>
                </p:cNvPr>
                <p:cNvPicPr/>
                <p:nvPr/>
              </p:nvPicPr>
              <p:blipFill>
                <a:blip r:embed="rId9"/>
                <a:stretch>
                  <a:fillRect/>
                </a:stretch>
              </p:blipFill>
              <p:spPr>
                <a:xfrm>
                  <a:off x="10135501" y="5517070"/>
                  <a:ext cx="540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2EAE5C92-DDD9-E82D-27FF-F01A3ABF6EE9}"/>
                    </a:ext>
                  </a:extLst>
                </p14:cNvPr>
                <p14:cNvContentPartPr/>
                <p14:nvPr/>
              </p14:nvContentPartPr>
              <p14:xfrm>
                <a:off x="10149541" y="5311870"/>
                <a:ext cx="134280" cy="646560"/>
              </p14:xfrm>
            </p:contentPart>
          </mc:Choice>
          <mc:Fallback>
            <p:pic>
              <p:nvPicPr>
                <p:cNvPr id="8" name="Ink 7">
                  <a:extLst>
                    <a:ext uri="{FF2B5EF4-FFF2-40B4-BE49-F238E27FC236}">
                      <a16:creationId xmlns:a16="http://schemas.microsoft.com/office/drawing/2014/main" id="{2EAE5C92-DDD9-E82D-27FF-F01A3ABF6EE9}"/>
                    </a:ext>
                  </a:extLst>
                </p:cNvPr>
                <p:cNvPicPr/>
                <p:nvPr/>
              </p:nvPicPr>
              <p:blipFill>
                <a:blip r:embed="rId11"/>
                <a:stretch>
                  <a:fillRect/>
                </a:stretch>
              </p:blipFill>
              <p:spPr>
                <a:xfrm>
                  <a:off x="10143421" y="5305750"/>
                  <a:ext cx="146520" cy="65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8F27146D-FCD0-4865-26D5-0C14BAECBECB}"/>
                    </a:ext>
                  </a:extLst>
                </p14:cNvPr>
                <p14:cNvContentPartPr/>
                <p14:nvPr/>
              </p14:nvContentPartPr>
              <p14:xfrm>
                <a:off x="9296341" y="5269030"/>
                <a:ext cx="449640" cy="871560"/>
              </p14:xfrm>
            </p:contentPart>
          </mc:Choice>
          <mc:Fallback>
            <p:pic>
              <p:nvPicPr>
                <p:cNvPr id="9" name="Ink 8">
                  <a:extLst>
                    <a:ext uri="{FF2B5EF4-FFF2-40B4-BE49-F238E27FC236}">
                      <a16:creationId xmlns:a16="http://schemas.microsoft.com/office/drawing/2014/main" id="{8F27146D-FCD0-4865-26D5-0C14BAECBECB}"/>
                    </a:ext>
                  </a:extLst>
                </p:cNvPr>
                <p:cNvPicPr/>
                <p:nvPr/>
              </p:nvPicPr>
              <p:blipFill>
                <a:blip r:embed="rId13"/>
                <a:stretch>
                  <a:fillRect/>
                </a:stretch>
              </p:blipFill>
              <p:spPr>
                <a:xfrm>
                  <a:off x="9290221" y="5262910"/>
                  <a:ext cx="461880" cy="883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D7C218B2-3906-44E7-0442-88F368021883}"/>
                    </a:ext>
                  </a:extLst>
                </p14:cNvPr>
                <p14:cNvContentPartPr/>
                <p14:nvPr/>
              </p14:nvContentPartPr>
              <p14:xfrm>
                <a:off x="10475341" y="5182630"/>
                <a:ext cx="310320" cy="814320"/>
              </p14:xfrm>
            </p:contentPart>
          </mc:Choice>
          <mc:Fallback>
            <p:pic>
              <p:nvPicPr>
                <p:cNvPr id="10" name="Ink 9">
                  <a:extLst>
                    <a:ext uri="{FF2B5EF4-FFF2-40B4-BE49-F238E27FC236}">
                      <a16:creationId xmlns:a16="http://schemas.microsoft.com/office/drawing/2014/main" id="{D7C218B2-3906-44E7-0442-88F368021883}"/>
                    </a:ext>
                  </a:extLst>
                </p:cNvPr>
                <p:cNvPicPr/>
                <p:nvPr/>
              </p:nvPicPr>
              <p:blipFill>
                <a:blip r:embed="rId15"/>
                <a:stretch>
                  <a:fillRect/>
                </a:stretch>
              </p:blipFill>
              <p:spPr>
                <a:xfrm>
                  <a:off x="10469221" y="5176510"/>
                  <a:ext cx="322560" cy="826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43A6CD88-3627-5A92-EE65-DDD6F698414B}"/>
                    </a:ext>
                  </a:extLst>
                </p14:cNvPr>
                <p14:cNvContentPartPr/>
                <p14:nvPr/>
              </p14:nvContentPartPr>
              <p14:xfrm>
                <a:off x="10564981" y="5373430"/>
                <a:ext cx="177840" cy="369360"/>
              </p14:xfrm>
            </p:contentPart>
          </mc:Choice>
          <mc:Fallback>
            <p:pic>
              <p:nvPicPr>
                <p:cNvPr id="11" name="Ink 10">
                  <a:extLst>
                    <a:ext uri="{FF2B5EF4-FFF2-40B4-BE49-F238E27FC236}">
                      <a16:creationId xmlns:a16="http://schemas.microsoft.com/office/drawing/2014/main" id="{43A6CD88-3627-5A92-EE65-DDD6F698414B}"/>
                    </a:ext>
                  </a:extLst>
                </p:cNvPr>
                <p:cNvPicPr/>
                <p:nvPr/>
              </p:nvPicPr>
              <p:blipFill>
                <a:blip r:embed="rId17"/>
                <a:stretch>
                  <a:fillRect/>
                </a:stretch>
              </p:blipFill>
              <p:spPr>
                <a:xfrm>
                  <a:off x="10558861" y="5367310"/>
                  <a:ext cx="19008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B11F2384-5329-44DA-1A42-97790A8EFA5D}"/>
                    </a:ext>
                  </a:extLst>
                </p14:cNvPr>
                <p14:cNvContentPartPr/>
                <p14:nvPr/>
              </p14:nvContentPartPr>
              <p14:xfrm>
                <a:off x="10917781" y="5639830"/>
                <a:ext cx="101880" cy="32400"/>
              </p14:xfrm>
            </p:contentPart>
          </mc:Choice>
          <mc:Fallback>
            <p:pic>
              <p:nvPicPr>
                <p:cNvPr id="12" name="Ink 11">
                  <a:extLst>
                    <a:ext uri="{FF2B5EF4-FFF2-40B4-BE49-F238E27FC236}">
                      <a16:creationId xmlns:a16="http://schemas.microsoft.com/office/drawing/2014/main" id="{B11F2384-5329-44DA-1A42-97790A8EFA5D}"/>
                    </a:ext>
                  </a:extLst>
                </p:cNvPr>
                <p:cNvPicPr/>
                <p:nvPr/>
              </p:nvPicPr>
              <p:blipFill>
                <a:blip r:embed="rId19"/>
                <a:stretch>
                  <a:fillRect/>
                </a:stretch>
              </p:blipFill>
              <p:spPr>
                <a:xfrm>
                  <a:off x="10911661" y="5633710"/>
                  <a:ext cx="1141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86E639FA-701F-2F13-6440-193BE33D489F}"/>
                    </a:ext>
                  </a:extLst>
                </p14:cNvPr>
                <p14:cNvContentPartPr/>
                <p14:nvPr/>
              </p14:nvContentPartPr>
              <p14:xfrm>
                <a:off x="11111101" y="5512390"/>
                <a:ext cx="55800" cy="185040"/>
              </p14:xfrm>
            </p:contentPart>
          </mc:Choice>
          <mc:Fallback>
            <p:pic>
              <p:nvPicPr>
                <p:cNvPr id="13" name="Ink 12">
                  <a:extLst>
                    <a:ext uri="{FF2B5EF4-FFF2-40B4-BE49-F238E27FC236}">
                      <a16:creationId xmlns:a16="http://schemas.microsoft.com/office/drawing/2014/main" id="{86E639FA-701F-2F13-6440-193BE33D489F}"/>
                    </a:ext>
                  </a:extLst>
                </p:cNvPr>
                <p:cNvPicPr/>
                <p:nvPr/>
              </p:nvPicPr>
              <p:blipFill>
                <a:blip r:embed="rId21"/>
                <a:stretch>
                  <a:fillRect/>
                </a:stretch>
              </p:blipFill>
              <p:spPr>
                <a:xfrm>
                  <a:off x="11104981" y="5506270"/>
                  <a:ext cx="680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95A04D7E-5336-EC81-47EE-2F2669670815}"/>
                    </a:ext>
                  </a:extLst>
                </p14:cNvPr>
                <p14:cNvContentPartPr/>
                <p14:nvPr/>
              </p14:nvContentPartPr>
              <p14:xfrm>
                <a:off x="10945861" y="5194150"/>
                <a:ext cx="252000" cy="1015920"/>
              </p14:xfrm>
            </p:contentPart>
          </mc:Choice>
          <mc:Fallback>
            <p:pic>
              <p:nvPicPr>
                <p:cNvPr id="14" name="Ink 13">
                  <a:extLst>
                    <a:ext uri="{FF2B5EF4-FFF2-40B4-BE49-F238E27FC236}">
                      <a16:creationId xmlns:a16="http://schemas.microsoft.com/office/drawing/2014/main" id="{95A04D7E-5336-EC81-47EE-2F2669670815}"/>
                    </a:ext>
                  </a:extLst>
                </p:cNvPr>
                <p:cNvPicPr/>
                <p:nvPr/>
              </p:nvPicPr>
              <p:blipFill>
                <a:blip r:embed="rId23"/>
                <a:stretch>
                  <a:fillRect/>
                </a:stretch>
              </p:blipFill>
              <p:spPr>
                <a:xfrm>
                  <a:off x="10939741" y="5188030"/>
                  <a:ext cx="264240" cy="1028160"/>
                </a:xfrm>
                <a:prstGeom prst="rect">
                  <a:avLst/>
                </a:prstGeom>
              </p:spPr>
            </p:pic>
          </mc:Fallback>
        </mc:AlternateContent>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370792944"/>
              </p:ext>
            </p:extLst>
          </p:nvPr>
        </p:nvGraphicFramePr>
        <p:xfrm>
          <a:off x="4156075" y="1524000"/>
          <a:ext cx="8448675" cy="2394712"/>
        </p:xfrm>
        <a:graphic>
          <a:graphicData uri="http://schemas.openxmlformats.org/drawingml/2006/table">
            <a:tbl>
              <a:tblPr firstRow="1" bandRow="1">
                <a:tableStyleId>{2D5ABB26-0587-4C30-8999-92F81FD0307C}</a:tableStyleId>
              </a:tblPr>
              <a:tblGrid>
                <a:gridCol w="1967739">
                  <a:extLst>
                    <a:ext uri="{9D8B030D-6E8A-4147-A177-3AD203B41FA5}">
                      <a16:colId xmlns:a16="http://schemas.microsoft.com/office/drawing/2014/main" val="20000"/>
                    </a:ext>
                  </a:extLst>
                </a:gridCol>
                <a:gridCol w="1411731">
                  <a:extLst>
                    <a:ext uri="{9D8B030D-6E8A-4147-A177-3AD203B41FA5}">
                      <a16:colId xmlns:a16="http://schemas.microsoft.com/office/drawing/2014/main" val="20001"/>
                    </a:ext>
                  </a:extLst>
                </a:gridCol>
                <a:gridCol w="1689735">
                  <a:extLst>
                    <a:ext uri="{9D8B030D-6E8A-4147-A177-3AD203B41FA5}">
                      <a16:colId xmlns:a16="http://schemas.microsoft.com/office/drawing/2014/main" val="20002"/>
                    </a:ext>
                  </a:extLst>
                </a:gridCol>
                <a:gridCol w="1689735">
                  <a:extLst>
                    <a:ext uri="{9D8B030D-6E8A-4147-A177-3AD203B41FA5}">
                      <a16:colId xmlns:a16="http://schemas.microsoft.com/office/drawing/2014/main" val="20003"/>
                    </a:ext>
                  </a:extLst>
                </a:gridCol>
                <a:gridCol w="1689735">
                  <a:extLst>
                    <a:ext uri="{9D8B030D-6E8A-4147-A177-3AD203B41FA5}">
                      <a16:colId xmlns:a16="http://schemas.microsoft.com/office/drawing/2014/main" val="20004"/>
                    </a:ext>
                  </a:extLst>
                </a:gridCol>
              </a:tblGrid>
              <a:tr h="890270">
                <a:tc>
                  <a:txBody>
                    <a:bodyPr/>
                    <a:lstStyle/>
                    <a:p>
                      <a:pPr marL="1270" algn="ctr">
                        <a:lnSpc>
                          <a:spcPts val="3690"/>
                        </a:lnSpc>
                      </a:pPr>
                      <a:r>
                        <a:rPr lang="en-IN" sz="2800" dirty="0">
                          <a:latin typeface="+mn-lt"/>
                          <a:cs typeface="Arial" panose="020B0604020202020204"/>
                        </a:rPr>
                        <a:t>Plots</a:t>
                      </a:r>
                    </a:p>
                    <a:p>
                      <a:pPr marL="1270" algn="ctr">
                        <a:lnSpc>
                          <a:spcPts val="3690"/>
                        </a:lnSpc>
                      </a:pPr>
                      <a:r>
                        <a:rPr lang="en-IN" sz="2800" dirty="0">
                          <a:latin typeface="+mn-lt"/>
                          <a:cs typeface="Arial" panose="020B0604020202020204"/>
                        </a:rPr>
                        <a:t>Fertilizers</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lang="en-IN" sz="2800" dirty="0">
                          <a:latin typeface="+mn-lt"/>
                          <a:cs typeface="Arial" panose="020B0604020202020204"/>
                        </a:rPr>
                        <a:t>A</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lang="en-IN" sz="2800" dirty="0">
                          <a:latin typeface="+mn-lt"/>
                          <a:cs typeface="Arial" panose="020B0604020202020204"/>
                        </a:rPr>
                        <a:t>B</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3175" algn="ctr">
                        <a:lnSpc>
                          <a:spcPts val="3690"/>
                        </a:lnSpc>
                      </a:pPr>
                      <a:r>
                        <a:rPr lang="en-IN" sz="2800" dirty="0">
                          <a:latin typeface="+mn-lt"/>
                          <a:cs typeface="Arial" panose="020B0604020202020204"/>
                        </a:rPr>
                        <a:t>C</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3175" algn="ctr">
                        <a:lnSpc>
                          <a:spcPts val="3690"/>
                        </a:lnSpc>
                      </a:pPr>
                      <a:r>
                        <a:rPr lang="en-IN" sz="2800" dirty="0">
                          <a:latin typeface="+mn-lt"/>
                          <a:cs typeface="Arial" panose="020B0604020202020204"/>
                        </a:rPr>
                        <a:t>D</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2760">
                <a:tc>
                  <a:txBody>
                    <a:bodyPr/>
                    <a:lstStyle/>
                    <a:p>
                      <a:pPr marL="1905" algn="ctr">
                        <a:lnSpc>
                          <a:spcPts val="3685"/>
                        </a:lnSpc>
                      </a:pPr>
                      <a:r>
                        <a:rPr lang="en-IN" sz="2800" dirty="0">
                          <a:latin typeface="+mn-lt"/>
                          <a:cs typeface="Arial" panose="020B0604020202020204"/>
                        </a:rPr>
                        <a:t>Nitrogen</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lang="en-IN" sz="2800" dirty="0">
                          <a:latin typeface="+mn-lt"/>
                          <a:cs typeface="Arial" panose="020B0604020202020204"/>
                        </a:rPr>
                        <a:t>6</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lang="en-IN" sz="2800" dirty="0">
                          <a:latin typeface="+mn-lt"/>
                          <a:cs typeface="Arial" panose="020B0604020202020204"/>
                        </a:rPr>
                        <a:t>4</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85"/>
                        </a:lnSpc>
                      </a:pPr>
                      <a:r>
                        <a:rPr lang="en-IN" sz="2800" dirty="0">
                          <a:latin typeface="+mn-lt"/>
                          <a:cs typeface="Arial" panose="020B0604020202020204"/>
                        </a:rPr>
                        <a:t>8</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85"/>
                        </a:lnSpc>
                      </a:pPr>
                      <a:r>
                        <a:rPr lang="en-IN" sz="2800" dirty="0">
                          <a:latin typeface="+mn-lt"/>
                          <a:cs typeface="Arial" panose="020B0604020202020204"/>
                        </a:rPr>
                        <a:t>6</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2887">
                <a:tc>
                  <a:txBody>
                    <a:bodyPr/>
                    <a:lstStyle/>
                    <a:p>
                      <a:pPr algn="ctr">
                        <a:lnSpc>
                          <a:spcPts val="3690"/>
                        </a:lnSpc>
                      </a:pPr>
                      <a:r>
                        <a:rPr lang="en-IN" sz="2800" dirty="0">
                          <a:latin typeface="+mn-lt"/>
                          <a:cs typeface="Arial" panose="020B0604020202020204"/>
                        </a:rPr>
                        <a:t>Potash</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2800" dirty="0">
                          <a:latin typeface="+mn-lt"/>
                          <a:cs typeface="Arial" panose="020B0604020202020204"/>
                        </a:rPr>
                        <a:t>7</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2800" dirty="0">
                          <a:latin typeface="+mn-lt"/>
                          <a:cs typeface="Arial" panose="020B0604020202020204"/>
                        </a:rPr>
                        <a:t>6</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IN" sz="2800" dirty="0">
                          <a:latin typeface="+mn-lt"/>
                          <a:cs typeface="Arial" panose="020B0604020202020204"/>
                        </a:rPr>
                        <a:t>6</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800" dirty="0">
                          <a:latin typeface="+mn-lt"/>
                          <a:cs typeface="Arial" panose="020B0604020202020204"/>
                        </a:rPr>
                        <a:t>9</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2887">
                <a:tc>
                  <a:txBody>
                    <a:bodyPr/>
                    <a:lstStyle/>
                    <a:p>
                      <a:pPr algn="ctr">
                        <a:lnSpc>
                          <a:spcPts val="3690"/>
                        </a:lnSpc>
                      </a:pPr>
                      <a:r>
                        <a:rPr lang="en-IN" sz="2800" dirty="0">
                          <a:latin typeface="+mn-lt"/>
                          <a:cs typeface="Arial" panose="020B0604020202020204"/>
                        </a:rPr>
                        <a:t>Phosphate</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2800" dirty="0">
                          <a:latin typeface="+mn-lt"/>
                          <a:cs typeface="Arial" panose="020B0604020202020204"/>
                        </a:rPr>
                        <a:t>8</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2800" dirty="0">
                          <a:latin typeface="+mn-lt"/>
                          <a:cs typeface="Arial" panose="020B0604020202020204"/>
                        </a:rPr>
                        <a:t>5</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IN" sz="2800" dirty="0">
                          <a:latin typeface="+mn-lt"/>
                          <a:cs typeface="Arial" panose="020B0604020202020204"/>
                        </a:rPr>
                        <a:t>10</a:t>
                      </a:r>
                      <a:endParaRPr sz="2800" dirty="0">
                        <a:latin typeface="+mn-lt"/>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800" dirty="0">
                          <a:latin typeface="+mn-lt"/>
                          <a:cs typeface="Arial" panose="020B0604020202020204"/>
                        </a:rPr>
                        <a:t>9</a:t>
                      </a:r>
                      <a:endParaRPr sz="2800" dirty="0">
                        <a:latin typeface="+mn-lt"/>
                        <a:cs typeface="Arial" panose="020B0604020202020204"/>
                      </a:endParaRPr>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object 4"/>
          <p:cNvSpPr txBox="1"/>
          <p:nvPr/>
        </p:nvSpPr>
        <p:spPr>
          <a:xfrm>
            <a:off x="436880" y="1439037"/>
            <a:ext cx="3481070" cy="2475678"/>
          </a:xfrm>
          <a:prstGeom prst="rect">
            <a:avLst/>
          </a:prstGeom>
        </p:spPr>
        <p:txBody>
          <a:bodyPr vert="horz" wrap="square" lIns="0" tIns="13335" rIns="0" bIns="0" rtlCol="0">
            <a:spAutoFit/>
          </a:bodyPr>
          <a:lstStyle/>
          <a:p>
            <a:pPr marL="12700" marR="5080" algn="just">
              <a:lnSpc>
                <a:spcPct val="100000"/>
              </a:lnSpc>
              <a:spcBef>
                <a:spcPts val="105"/>
              </a:spcBef>
            </a:pPr>
            <a:r>
              <a:rPr lang="en-IN" sz="2000" spc="-35" dirty="0">
                <a:cs typeface="Arial" panose="020B0604020202020204"/>
              </a:rPr>
              <a:t>A Farmer  applies three types of fertilizers on four separate plots. The figures on yield per acre are tabulated. </a:t>
            </a:r>
            <a:r>
              <a:rPr lang="en-US" sz="2000" spc="-35" dirty="0">
                <a:cs typeface="Arial" panose="020B0604020202020204"/>
              </a:rPr>
              <a:t>Test </a:t>
            </a:r>
            <a:r>
              <a:rPr lang="en-US" sz="2000" dirty="0">
                <a:cs typeface="Arial" panose="020B0604020202020204"/>
              </a:rPr>
              <a:t>at 5% </a:t>
            </a:r>
            <a:r>
              <a:rPr lang="en-US" sz="2000" spc="5" dirty="0">
                <a:cs typeface="Arial" panose="020B0604020202020204"/>
              </a:rPr>
              <a:t> </a:t>
            </a:r>
            <a:r>
              <a:rPr lang="en-US" sz="2000" spc="-5" dirty="0">
                <a:cs typeface="Arial" panose="020B0604020202020204"/>
              </a:rPr>
              <a:t>level </a:t>
            </a:r>
            <a:r>
              <a:rPr lang="en-US" sz="2000" dirty="0">
                <a:cs typeface="Arial" panose="020B0604020202020204"/>
              </a:rPr>
              <a:t>of </a:t>
            </a:r>
            <a:r>
              <a:rPr lang="en-US" sz="2000" spc="5" dirty="0">
                <a:cs typeface="Arial" panose="020B0604020202020204"/>
              </a:rPr>
              <a:t> </a:t>
            </a:r>
            <a:r>
              <a:rPr lang="en-US" sz="2000" dirty="0">
                <a:cs typeface="Arial" panose="020B0604020202020204"/>
              </a:rPr>
              <a:t>significance </a:t>
            </a:r>
            <a:r>
              <a:rPr lang="en-US" sz="2000" spc="5" dirty="0">
                <a:cs typeface="Arial" panose="020B0604020202020204"/>
              </a:rPr>
              <a:t> </a:t>
            </a:r>
            <a:r>
              <a:rPr lang="en-US" sz="2000" dirty="0">
                <a:cs typeface="Arial" panose="020B0604020202020204"/>
              </a:rPr>
              <a:t>is there any </a:t>
            </a:r>
            <a:r>
              <a:rPr lang="en-US" sz="2000" spc="5" dirty="0">
                <a:cs typeface="Arial" panose="020B0604020202020204"/>
              </a:rPr>
              <a:t> </a:t>
            </a:r>
            <a:r>
              <a:rPr lang="en-US" sz="2000" dirty="0">
                <a:cs typeface="Arial" panose="020B0604020202020204"/>
              </a:rPr>
              <a:t>significant </a:t>
            </a:r>
            <a:r>
              <a:rPr lang="en-US" sz="2000" spc="5" dirty="0">
                <a:cs typeface="Arial" panose="020B0604020202020204"/>
              </a:rPr>
              <a:t> </a:t>
            </a:r>
            <a:r>
              <a:rPr lang="en-US" sz="2000" dirty="0">
                <a:cs typeface="Arial" panose="020B0604020202020204"/>
              </a:rPr>
              <a:t>difference in </a:t>
            </a:r>
            <a:r>
              <a:rPr lang="en-US" sz="2000" spc="5" dirty="0">
                <a:cs typeface="Arial" panose="020B0604020202020204"/>
              </a:rPr>
              <a:t> the yield due to fertilizers and also due to the plots</a:t>
            </a:r>
            <a:r>
              <a:rPr lang="en-IN" sz="2000" spc="-35" dirty="0">
                <a:cs typeface="Arial" panose="020B0604020202020204"/>
              </a:rPr>
              <a:t> </a:t>
            </a:r>
            <a:endParaRPr sz="2000" dirty="0">
              <a:cs typeface="Arial" panose="020B0604020202020204"/>
            </a:endParaRPr>
          </a:p>
        </p:txBody>
      </p:sp>
      <p:sp>
        <p:nvSpPr>
          <p:cNvPr id="13" name="TextBox 12"/>
          <p:cNvSpPr txBox="1"/>
          <p:nvPr/>
        </p:nvSpPr>
        <p:spPr>
          <a:xfrm>
            <a:off x="4629678" y="4478113"/>
            <a:ext cx="8737072" cy="461665"/>
          </a:xfrm>
          <a:prstGeom prst="rect">
            <a:avLst/>
          </a:prstGeom>
          <a:noFill/>
        </p:spPr>
        <p:txBody>
          <a:bodyPr wrap="none" rtlCol="0">
            <a:spAutoFit/>
          </a:bodyPr>
          <a:lstStyle/>
          <a:p>
            <a:r>
              <a:rPr lang="en-IN" sz="2400" dirty="0"/>
              <a:t>H</a:t>
            </a:r>
            <a:r>
              <a:rPr lang="en-IN" sz="2400" baseline="-25000" dirty="0"/>
              <a:t>0 </a:t>
            </a:r>
            <a:r>
              <a:rPr lang="en-IN" sz="2400" dirty="0"/>
              <a:t> : Plots do not differ the yield and Fertilizers do not differ the yield</a:t>
            </a:r>
            <a:endParaRPr lang="en-IN" sz="2400" baseline="-25000" dirty="0"/>
          </a:p>
        </p:txBody>
      </p:sp>
      <p:sp>
        <p:nvSpPr>
          <p:cNvPr id="14" name="Rectangle 13"/>
          <p:cNvSpPr/>
          <p:nvPr/>
        </p:nvSpPr>
        <p:spPr>
          <a:xfrm>
            <a:off x="4756150" y="5377190"/>
            <a:ext cx="6914457" cy="461665"/>
          </a:xfrm>
          <a:prstGeom prst="rect">
            <a:avLst/>
          </a:prstGeom>
        </p:spPr>
        <p:txBody>
          <a:bodyPr wrap="none">
            <a:spAutoFit/>
          </a:bodyPr>
          <a:lstStyle/>
          <a:p>
            <a:r>
              <a:rPr lang="en-IN" sz="2400" dirty="0"/>
              <a:t>H</a:t>
            </a:r>
            <a:r>
              <a:rPr lang="en-IN" sz="2400" baseline="-25000" dirty="0"/>
              <a:t>1</a:t>
            </a:r>
            <a:r>
              <a:rPr lang="en-IN" sz="2400" dirty="0"/>
              <a:t> : Plots differ the yield and Fertilizers differ the yield</a:t>
            </a:r>
            <a:endParaRPr lang="en-IN" sz="2400" baseline="-25000" dirty="0"/>
          </a:p>
        </p:txBody>
      </p:sp>
      <p:cxnSp>
        <p:nvCxnSpPr>
          <p:cNvPr id="16" name="Straight Arrow Connector 15"/>
          <p:cNvCxnSpPr/>
          <p:nvPr/>
        </p:nvCxnSpPr>
        <p:spPr>
          <a:xfrm flipV="1">
            <a:off x="3917950" y="1824335"/>
            <a:ext cx="4572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bject 5"/>
          <p:cNvSpPr txBox="1"/>
          <p:nvPr/>
        </p:nvSpPr>
        <p:spPr>
          <a:xfrm>
            <a:off x="189992" y="339725"/>
            <a:ext cx="12216130" cy="574675"/>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spc="-5" dirty="0">
                <a:solidFill>
                  <a:schemeClr val="bg1"/>
                </a:solidFill>
                <a:latin typeface="Arial" panose="020B0604020202020204"/>
                <a:cs typeface="Arial" panose="020B0604020202020204"/>
              </a:rPr>
              <a:t>Two</a:t>
            </a:r>
            <a:r>
              <a:rPr sz="3600" b="1" spc="-5" dirty="0">
                <a:solidFill>
                  <a:schemeClr val="bg1"/>
                </a:solidFill>
                <a:latin typeface="Arial" panose="020B0604020202020204"/>
                <a:cs typeface="Arial" panose="020B0604020202020204"/>
              </a:rPr>
              <a:t>-way</a:t>
            </a:r>
            <a:r>
              <a:rPr sz="3600" b="1" spc="-150" dirty="0">
                <a:solidFill>
                  <a:schemeClr val="bg1"/>
                </a:solidFill>
                <a:latin typeface="Arial" panose="020B0604020202020204"/>
                <a:cs typeface="Arial" panose="020B0604020202020204"/>
              </a:rPr>
              <a:t> </a:t>
            </a:r>
            <a:r>
              <a:rPr lang="en-US" sz="3600" b="1" spc="-150" dirty="0">
                <a:solidFill>
                  <a:schemeClr val="bg1"/>
                </a:solidFill>
                <a:latin typeface="Arial" panose="020B0604020202020204"/>
                <a:cs typeface="Arial" panose="020B0604020202020204"/>
              </a:rPr>
              <a:t>ANOVA Example-1:</a:t>
            </a:r>
            <a:endParaRPr sz="3600" dirty="0">
              <a:solidFill>
                <a:schemeClr val="bg1"/>
              </a:solidFill>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07950" y="381000"/>
            <a:ext cx="12216130" cy="566822"/>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spc="-40" dirty="0">
                <a:solidFill>
                  <a:srgbClr val="FF0000"/>
                </a:solidFill>
                <a:latin typeface="Arial" panose="020B0604020202020204"/>
                <a:cs typeface="Arial" panose="020B0604020202020204"/>
              </a:rPr>
              <a:t>Solution:</a:t>
            </a:r>
            <a:endParaRPr sz="3600" dirty="0">
              <a:latin typeface="Arial" panose="020B0604020202020204"/>
              <a:cs typeface="Arial" panose="020B0604020202020204"/>
            </a:endParaRPr>
          </a:p>
        </p:txBody>
      </p:sp>
      <p:sp>
        <p:nvSpPr>
          <p:cNvPr id="16" name="TextBox 15"/>
          <p:cNvSpPr txBox="1"/>
          <p:nvPr/>
        </p:nvSpPr>
        <p:spPr>
          <a:xfrm>
            <a:off x="243382" y="4677692"/>
            <a:ext cx="4440511" cy="461665"/>
          </a:xfrm>
          <a:prstGeom prst="rect">
            <a:avLst/>
          </a:prstGeom>
          <a:noFill/>
        </p:spPr>
        <p:txBody>
          <a:bodyPr wrap="none" rtlCol="0">
            <a:spAutoFit/>
          </a:bodyPr>
          <a:lstStyle/>
          <a:p>
            <a:r>
              <a:rPr lang="en-IN" sz="2400" dirty="0"/>
              <a:t>Step 1: CF= G</a:t>
            </a:r>
            <a:r>
              <a:rPr lang="en-IN" sz="2400" baseline="30000" dirty="0"/>
              <a:t>2</a:t>
            </a:r>
            <a:r>
              <a:rPr lang="en-IN" sz="2400" dirty="0"/>
              <a:t> / n = (84)</a:t>
            </a:r>
            <a:r>
              <a:rPr lang="en-IN" sz="2400" baseline="30000" dirty="0"/>
              <a:t>2</a:t>
            </a:r>
            <a:r>
              <a:rPr lang="en-IN" sz="2400" dirty="0"/>
              <a:t> /12 =588</a:t>
            </a:r>
          </a:p>
        </p:txBody>
      </p:sp>
      <mc:AlternateContent xmlns:mc="http://schemas.openxmlformats.org/markup-compatibility/2006" xmlns:a14="http://schemas.microsoft.com/office/drawing/2010/main">
        <mc:Choice Requires="a14">
          <p:sp>
            <p:nvSpPr>
              <p:cNvPr id="17" name="TextBox 16"/>
              <p:cNvSpPr txBox="1"/>
              <p:nvPr/>
            </p:nvSpPr>
            <p:spPr>
              <a:xfrm>
                <a:off x="189992" y="5225064"/>
                <a:ext cx="6004016" cy="523477"/>
              </a:xfrm>
              <a:prstGeom prst="rect">
                <a:avLst/>
              </a:prstGeom>
              <a:noFill/>
            </p:spPr>
            <p:txBody>
              <a:bodyPr wrap="none" rtlCol="0">
                <a:spAutoFit/>
              </a:bodyPr>
              <a:lstStyle/>
              <a:p>
                <a:r>
                  <a:rPr lang="en-IN" sz="2400" dirty="0"/>
                  <a:t>Step 2: SST =</a:t>
                </a:r>
                <a14:m>
                  <m:oMath xmlns:m="http://schemas.openxmlformats.org/officeDocument/2006/math">
                    <m:nary>
                      <m:naryPr>
                        <m:chr m:val="∑"/>
                        <m:subHide m:val="on"/>
                        <m:supHide m:val="on"/>
                        <m:ctrlPr>
                          <a:rPr lang="en-IN" sz="2400" i="1" smtClean="0">
                            <a:latin typeface="Cambria Math" panose="02040503050406030204" pitchFamily="18" charset="0"/>
                          </a:rPr>
                        </m:ctrlPr>
                      </m:naryPr>
                      <m:sub/>
                      <m:sup/>
                      <m:e>
                        <m:nary>
                          <m:naryPr>
                            <m:chr m:val="∑"/>
                            <m:subHide m:val="on"/>
                            <m:supHide m:val="on"/>
                            <m:ctrlPr>
                              <a:rPr lang="en-IN" sz="2400" i="1" smtClean="0">
                                <a:latin typeface="Cambria Math" panose="02040503050406030204" pitchFamily="18" charset="0"/>
                              </a:rPr>
                            </m:ctrlPr>
                          </m:naryPr>
                          <m:sub/>
                          <m:sup/>
                          <m:e>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𝑥</m:t>
                                </m:r>
                              </m:e>
                              <m:sub>
                                <m:r>
                                  <a:rPr lang="en-IN" sz="2400" b="0" i="1" smtClean="0">
                                    <a:latin typeface="Cambria Math" panose="02040503050406030204" pitchFamily="18" charset="0"/>
                                  </a:rPr>
                                  <m:t>𝑖</m:t>
                                </m:r>
                                <m:r>
                                  <a:rPr lang="en-IN" sz="2400" b="0" i="1" smtClean="0">
                                    <a:latin typeface="Cambria Math" panose="02040503050406030204" pitchFamily="18" charset="0"/>
                                  </a:rPr>
                                  <m:t>,</m:t>
                                </m:r>
                                <m:r>
                                  <a:rPr lang="en-IN" sz="2400" b="0" i="1" smtClean="0">
                                    <a:latin typeface="Cambria Math" panose="02040503050406030204" pitchFamily="18" charset="0"/>
                                  </a:rPr>
                                  <m:t>𝑗</m:t>
                                </m:r>
                              </m:sub>
                              <m:sup>
                                <m:r>
                                  <a:rPr lang="en-IN" sz="2400" b="0" i="1" smtClean="0">
                                    <a:latin typeface="Cambria Math" panose="02040503050406030204" pitchFamily="18" charset="0"/>
                                  </a:rPr>
                                  <m:t>2</m:t>
                                </m:r>
                              </m:sup>
                            </m:sSubSup>
                          </m:e>
                        </m:nary>
                        <m:r>
                          <a:rPr lang="en-IN" sz="2400" b="0" i="1" smtClean="0">
                            <a:latin typeface="Cambria Math" panose="02040503050406030204" pitchFamily="18" charset="0"/>
                          </a:rPr>
                          <m:t>−</m:t>
                        </m:r>
                        <m:r>
                          <a:rPr lang="en-IN" sz="2400" b="0" i="1" smtClean="0">
                            <a:latin typeface="Cambria Math" panose="02040503050406030204" pitchFamily="18" charset="0"/>
                          </a:rPr>
                          <m:t>𝐶𝐹</m:t>
                        </m:r>
                        <m:r>
                          <a:rPr lang="en-IN" sz="2400" b="0" i="1" smtClean="0">
                            <a:latin typeface="Cambria Math" panose="02040503050406030204" pitchFamily="18" charset="0"/>
                          </a:rPr>
                          <m:t>=624−588=36</m:t>
                        </m:r>
                      </m:e>
                    </m:nary>
                  </m:oMath>
                </a14:m>
                <a:endParaRPr lang="en-IN"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189992" y="5225064"/>
                <a:ext cx="6004016" cy="523477"/>
              </a:xfrm>
              <a:prstGeom prst="rect">
                <a:avLst/>
              </a:prstGeom>
              <a:blipFill rotWithShape="1">
                <a:blip r:embed="rId2"/>
                <a:stretch>
                  <a:fillRect l="-2" t="-54" r="4" b="10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64186" y="5773748"/>
                <a:ext cx="9975551" cy="738087"/>
              </a:xfrm>
              <a:prstGeom prst="rect">
                <a:avLst/>
              </a:prstGeom>
              <a:noFill/>
            </p:spPr>
            <p:txBody>
              <a:bodyPr wrap="none" rtlCol="0">
                <a:spAutoFit/>
              </a:bodyPr>
              <a:lstStyle/>
              <a:p>
                <a:r>
                  <a:rPr lang="en-IN" sz="2400" dirty="0"/>
                  <a:t>Step 3: For column SSTR = </a:t>
                </a:r>
                <a14:m>
                  <m:oMath xmlns:m="http://schemas.openxmlformats.org/officeDocument/2006/math">
                    <m:f>
                      <m:fPr>
                        <m:ctrlPr>
                          <a:rPr lang="en-IN" sz="2400" i="1" smtClean="0">
                            <a:latin typeface="Cambria Math" panose="02040503050406030204" pitchFamily="18" charset="0"/>
                          </a:rPr>
                        </m:ctrlPr>
                      </m:fPr>
                      <m:num>
                        <m:nary>
                          <m:naryPr>
                            <m:chr m:val="∑"/>
                            <m:subHide m:val="on"/>
                            <m:supHide m:val="on"/>
                            <m:ctrlPr>
                              <a:rPr lang="en-IN" sz="2400" i="1" smtClean="0">
                                <a:latin typeface="Cambria Math" panose="02040503050406030204" pitchFamily="18" charset="0"/>
                              </a:rPr>
                            </m:ctrlPr>
                          </m:naryPr>
                          <m:sub/>
                          <m:sup/>
                          <m:e>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𝐶</m:t>
                                </m:r>
                              </m:e>
                              <m:sub>
                                <m:r>
                                  <a:rPr lang="en-IN" sz="2400" b="0" i="1" smtClean="0">
                                    <a:latin typeface="Cambria Math" panose="02040503050406030204" pitchFamily="18" charset="0"/>
                                  </a:rPr>
                                  <m:t>𝑖</m:t>
                                </m:r>
                              </m:sub>
                              <m:sup>
                                <m:r>
                                  <a:rPr lang="en-IN" sz="2400" b="0" i="1" smtClean="0">
                                    <a:latin typeface="Cambria Math" panose="02040503050406030204" pitchFamily="18" charset="0"/>
                                  </a:rPr>
                                  <m:t>2</m:t>
                                </m:r>
                              </m:sup>
                            </m:sSubSup>
                          </m:e>
                        </m:nary>
                      </m:num>
                      <m:den>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𝑛</m:t>
                            </m:r>
                          </m:e>
                          <m:sub>
                            <m:r>
                              <a:rPr lang="en-IN" sz="2400" b="0" i="1" smtClean="0">
                                <a:latin typeface="Cambria Math" panose="02040503050406030204" pitchFamily="18" charset="0"/>
                              </a:rPr>
                              <m:t>𝑖</m:t>
                            </m:r>
                          </m:sub>
                        </m:sSub>
                      </m:den>
                    </m:f>
                    <m:r>
                      <a:rPr lang="en-IN" sz="2400" b="0" i="1" smtClean="0">
                        <a:latin typeface="Cambria Math" panose="02040503050406030204" pitchFamily="18" charset="0"/>
                      </a:rPr>
                      <m:t>−</m:t>
                    </m:r>
                    <m:r>
                      <a:rPr lang="en-IN" sz="2400" b="0" i="1" smtClean="0">
                        <a:latin typeface="Cambria Math" panose="02040503050406030204" pitchFamily="18" charset="0"/>
                      </a:rPr>
                      <m:t>𝐶𝐹</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21</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3</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15</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3</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24</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3</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24</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3</m:t>
                        </m:r>
                      </m:den>
                    </m:f>
                    <m:r>
                      <a:rPr lang="en-IN" sz="2400" b="0" i="1" smtClean="0">
                        <a:latin typeface="Cambria Math" panose="02040503050406030204" pitchFamily="18" charset="0"/>
                      </a:rPr>
                      <m:t>−588=</m:t>
                    </m:r>
                  </m:oMath>
                </a14:m>
                <a:r>
                  <a:rPr lang="en-IN" sz="2400" dirty="0"/>
                  <a:t>18</a:t>
                </a:r>
              </a:p>
            </p:txBody>
          </p:sp>
        </mc:Choice>
        <mc:Fallback xmlns="">
          <p:sp>
            <p:nvSpPr>
              <p:cNvPr id="18" name="TextBox 17"/>
              <p:cNvSpPr txBox="1">
                <a:spLocks noRot="1" noChangeAspect="1" noMove="1" noResize="1" noEditPoints="1" noAdjustHandles="1" noChangeArrowheads="1" noChangeShapeType="1" noTextEdit="1"/>
              </p:cNvSpPr>
              <p:nvPr/>
            </p:nvSpPr>
            <p:spPr>
              <a:xfrm>
                <a:off x="164186" y="5773748"/>
                <a:ext cx="9975551" cy="738087"/>
              </a:xfrm>
              <a:prstGeom prst="rect">
                <a:avLst/>
              </a:prstGeom>
              <a:blipFill rotWithShape="1">
                <a:blip r:embed="rId3"/>
                <a:stretch>
                  <a:fillRect l="-4" t="-44" r="1" b="7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187157" y="4661552"/>
                <a:ext cx="7048148" cy="461665"/>
              </a:xfrm>
              <a:prstGeom prst="rect">
                <a:avLst/>
              </a:prstGeom>
              <a:noFill/>
            </p:spPr>
            <p:txBody>
              <a:bodyPr wrap="none" rtlCol="0">
                <a:spAutoFit/>
              </a:bodyPr>
              <a:lstStyle/>
              <a:p>
                <a:r>
                  <a:rPr lang="en-IN" sz="2400" dirty="0">
                    <a:solidFill>
                      <a:srgbClr val="0070C0"/>
                    </a:solidFill>
                  </a:rPr>
                  <a:t>Step 5: SSE =</a:t>
                </a:r>
                <a14:m>
                  <m:oMath xmlns:m="http://schemas.openxmlformats.org/officeDocument/2006/math">
                    <m:r>
                      <m:rPr>
                        <m:sty m:val="p"/>
                      </m:rPr>
                      <a:rPr lang="en-IN" sz="2400" b="0" i="0" smtClean="0">
                        <a:solidFill>
                          <a:srgbClr val="0070C0"/>
                        </a:solidFill>
                        <a:latin typeface="Cambria Math" panose="02040503050406030204" pitchFamily="18" charset="0"/>
                      </a:rPr>
                      <m:t>SS</m:t>
                    </m:r>
                    <m:r>
                      <m:rPr>
                        <m:sty m:val="p"/>
                      </m:rPr>
                      <a:rPr lang="en-US" sz="2400" b="0" i="0" smtClean="0">
                        <a:solidFill>
                          <a:srgbClr val="0070C0"/>
                        </a:solidFill>
                        <a:latin typeface="Cambria Math" panose="02040503050406030204" pitchFamily="18" charset="0"/>
                      </a:rPr>
                      <m:t>T</m:t>
                    </m:r>
                    <m:r>
                      <a:rPr lang="en-IN" sz="2400" b="0" i="0" smtClean="0">
                        <a:solidFill>
                          <a:srgbClr val="0070C0"/>
                        </a:solidFill>
                        <a:latin typeface="Cambria Math" panose="02040503050406030204" pitchFamily="18" charset="0"/>
                      </a:rPr>
                      <m:t>−</m:t>
                    </m:r>
                    <m:r>
                      <m:rPr>
                        <m:sty m:val="p"/>
                      </m:rPr>
                      <a:rPr lang="en-US" sz="2400" b="0" i="0" smtClean="0">
                        <a:solidFill>
                          <a:srgbClr val="0070C0"/>
                        </a:solidFill>
                        <a:latin typeface="Cambria Math" panose="02040503050406030204" pitchFamily="18" charset="0"/>
                      </a:rPr>
                      <m:t>SSTR</m:t>
                    </m:r>
                    <m:r>
                      <a:rPr lang="en-IN" sz="2400" b="0" i="0" smtClean="0">
                        <a:solidFill>
                          <a:srgbClr val="0070C0"/>
                        </a:solidFill>
                        <a:latin typeface="Cambria Math" panose="02040503050406030204" pitchFamily="18" charset="0"/>
                      </a:rPr>
                      <m:t>−</m:t>
                    </m:r>
                    <m:r>
                      <m:rPr>
                        <m:sty m:val="p"/>
                      </m:rPr>
                      <a:rPr lang="en-US" sz="2400" b="0" i="0" smtClean="0">
                        <a:solidFill>
                          <a:srgbClr val="0070C0"/>
                        </a:solidFill>
                        <a:latin typeface="Cambria Math" panose="02040503050406030204" pitchFamily="18" charset="0"/>
                      </a:rPr>
                      <m:t>SSBL</m:t>
                    </m:r>
                    <m:r>
                      <a:rPr lang="en-IN" sz="2400" b="0" i="1" smtClean="0">
                        <a:solidFill>
                          <a:srgbClr val="0070C0"/>
                        </a:solidFill>
                        <a:latin typeface="Cambria Math" panose="02040503050406030204" pitchFamily="18" charset="0"/>
                      </a:rPr>
                      <m:t>=36−18−8=10</m:t>
                    </m:r>
                  </m:oMath>
                </a14:m>
                <a:endParaRPr lang="en-IN" sz="2400" dirty="0">
                  <a:solidFill>
                    <a:srgbClr val="0070C0"/>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87157" y="4661552"/>
                <a:ext cx="7048148" cy="461665"/>
              </a:xfrm>
              <a:prstGeom prst="rect">
                <a:avLst/>
              </a:prstGeom>
              <a:blipFill rotWithShape="1">
                <a:blip r:embed="rId4"/>
                <a:stretch>
                  <a:fillRect l="-5" t="-4" b="8"/>
                </a:stretch>
              </a:blipFill>
            </p:spPr>
            <p:txBody>
              <a:bodyPr/>
              <a:lstStyle/>
              <a:p>
                <a:r>
                  <a:rPr lang="en-US" altLang="en-US">
                    <a:noFill/>
                  </a:rPr>
                  <a:t> </a:t>
                </a:r>
              </a:p>
            </p:txBody>
          </p:sp>
        </mc:Fallback>
      </mc:AlternateContent>
      <p:sp>
        <p:nvSpPr>
          <p:cNvPr id="20" name="TextBox 19"/>
          <p:cNvSpPr txBox="1"/>
          <p:nvPr/>
        </p:nvSpPr>
        <p:spPr>
          <a:xfrm>
            <a:off x="6194008" y="5225064"/>
            <a:ext cx="2759986" cy="461665"/>
          </a:xfrm>
          <a:prstGeom prst="rect">
            <a:avLst/>
          </a:prstGeom>
          <a:noFill/>
        </p:spPr>
        <p:txBody>
          <a:bodyPr wrap="none" rtlCol="0">
            <a:spAutoFit/>
          </a:bodyPr>
          <a:lstStyle/>
          <a:p>
            <a:r>
              <a:rPr lang="en-IN" sz="2400" dirty="0">
                <a:solidFill>
                  <a:srgbClr val="0070C0"/>
                </a:solidFill>
              </a:rPr>
              <a:t>Step 6: ANOVA Table</a:t>
            </a:r>
          </a:p>
        </p:txBody>
      </p:sp>
      <p:graphicFrame>
        <p:nvGraphicFramePr>
          <p:cNvPr id="21" name="object 2"/>
          <p:cNvGraphicFramePr>
            <a:graphicFrameLocks noGrp="1"/>
          </p:cNvGraphicFramePr>
          <p:nvPr/>
        </p:nvGraphicFramePr>
        <p:xfrm>
          <a:off x="193668" y="1172307"/>
          <a:ext cx="11163808" cy="2863088"/>
        </p:xfrm>
        <a:graphic>
          <a:graphicData uri="http://schemas.openxmlformats.org/drawingml/2006/table">
            <a:tbl>
              <a:tblPr firstRow="1" bandRow="1">
                <a:tableStyleId>{2D5ABB26-0587-4C30-8999-92F81FD0307C}</a:tableStyleId>
              </a:tblPr>
              <a:tblGrid>
                <a:gridCol w="2428882">
                  <a:extLst>
                    <a:ext uri="{9D8B030D-6E8A-4147-A177-3AD203B41FA5}">
                      <a16:colId xmlns:a16="http://schemas.microsoft.com/office/drawing/2014/main" val="20000"/>
                    </a:ext>
                  </a:extLst>
                </a:gridCol>
                <a:gridCol w="1292386">
                  <a:extLst>
                    <a:ext uri="{9D8B030D-6E8A-4147-A177-3AD203B41FA5}">
                      <a16:colId xmlns:a16="http://schemas.microsoft.com/office/drawing/2014/main" val="20001"/>
                    </a:ext>
                  </a:extLst>
                </a:gridCol>
                <a:gridCol w="1860635">
                  <a:extLst>
                    <a:ext uri="{9D8B030D-6E8A-4147-A177-3AD203B41FA5}">
                      <a16:colId xmlns:a16="http://schemas.microsoft.com/office/drawing/2014/main" val="20002"/>
                    </a:ext>
                  </a:extLst>
                </a:gridCol>
                <a:gridCol w="1860635">
                  <a:extLst>
                    <a:ext uri="{9D8B030D-6E8A-4147-A177-3AD203B41FA5}">
                      <a16:colId xmlns:a16="http://schemas.microsoft.com/office/drawing/2014/main" val="20003"/>
                    </a:ext>
                  </a:extLst>
                </a:gridCol>
                <a:gridCol w="1860635">
                  <a:extLst>
                    <a:ext uri="{9D8B030D-6E8A-4147-A177-3AD203B41FA5}">
                      <a16:colId xmlns:a16="http://schemas.microsoft.com/office/drawing/2014/main" val="20004"/>
                    </a:ext>
                  </a:extLst>
                </a:gridCol>
                <a:gridCol w="1860635">
                  <a:extLst>
                    <a:ext uri="{9D8B030D-6E8A-4147-A177-3AD203B41FA5}">
                      <a16:colId xmlns:a16="http://schemas.microsoft.com/office/drawing/2014/main" val="20005"/>
                    </a:ext>
                  </a:extLst>
                </a:gridCol>
              </a:tblGrid>
              <a:tr h="890270">
                <a:tc>
                  <a:txBody>
                    <a:bodyPr/>
                    <a:lstStyle/>
                    <a:p>
                      <a:pPr marL="1270" algn="ctr">
                        <a:lnSpc>
                          <a:spcPts val="3690"/>
                        </a:lnSpc>
                      </a:pPr>
                      <a:r>
                        <a:rPr lang="en-IN" sz="2400" dirty="0">
                          <a:latin typeface="Arial" panose="020B0604020202020204"/>
                          <a:cs typeface="Arial" panose="020B0604020202020204"/>
                        </a:rPr>
                        <a:t>Plots(Treatments)</a:t>
                      </a:r>
                    </a:p>
                    <a:p>
                      <a:pPr marL="1270" algn="ctr">
                        <a:lnSpc>
                          <a:spcPts val="3690"/>
                        </a:lnSpc>
                      </a:pPr>
                      <a:r>
                        <a:rPr lang="en-IN" sz="2400" dirty="0">
                          <a:latin typeface="Arial" panose="020B0604020202020204"/>
                          <a:cs typeface="Arial" panose="020B0604020202020204"/>
                        </a:rPr>
                        <a:t>Fertilizers(Blocks)</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lang="en-IN" sz="2400" dirty="0">
                          <a:latin typeface="Arial" panose="020B0604020202020204"/>
                          <a:cs typeface="Arial" panose="020B0604020202020204"/>
                        </a:rPr>
                        <a:t>A</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lang="en-IN" sz="2400" dirty="0">
                          <a:latin typeface="Arial" panose="020B0604020202020204"/>
                          <a:cs typeface="Arial" panose="020B0604020202020204"/>
                        </a:rPr>
                        <a:t>B</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3175" algn="ctr">
                        <a:lnSpc>
                          <a:spcPts val="3690"/>
                        </a:lnSpc>
                      </a:pPr>
                      <a:r>
                        <a:rPr lang="en-IN" sz="2400" dirty="0">
                          <a:latin typeface="Arial" panose="020B0604020202020204"/>
                          <a:cs typeface="Arial" panose="020B0604020202020204"/>
                        </a:rPr>
                        <a:t>C</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3175" algn="ctr">
                        <a:lnSpc>
                          <a:spcPts val="3690"/>
                        </a:lnSpc>
                      </a:pPr>
                      <a:r>
                        <a:rPr lang="en-IN" sz="2400" dirty="0">
                          <a:latin typeface="Arial" panose="020B0604020202020204"/>
                          <a:cs typeface="Arial" panose="020B0604020202020204"/>
                        </a:rPr>
                        <a:t>D</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3175" algn="ctr">
                        <a:lnSpc>
                          <a:spcPts val="3690"/>
                        </a:lnSpc>
                      </a:pPr>
                      <a:r>
                        <a:rPr lang="en-IN" sz="2400" dirty="0">
                          <a:latin typeface="Arial" panose="020B0604020202020204"/>
                          <a:cs typeface="Arial" panose="020B0604020202020204"/>
                        </a:rPr>
                        <a:t>Total</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2760">
                <a:tc>
                  <a:txBody>
                    <a:bodyPr/>
                    <a:lstStyle/>
                    <a:p>
                      <a:pPr marL="1905" algn="ctr">
                        <a:lnSpc>
                          <a:spcPts val="3685"/>
                        </a:lnSpc>
                      </a:pPr>
                      <a:r>
                        <a:rPr lang="en-IN" sz="2400" dirty="0">
                          <a:latin typeface="Arial" panose="020B0604020202020204"/>
                          <a:cs typeface="Arial" panose="020B0604020202020204"/>
                        </a:rPr>
                        <a:t>Nitrogen</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lang="en-IN" sz="2400" dirty="0">
                          <a:latin typeface="Arial" panose="020B0604020202020204"/>
                          <a:cs typeface="Arial" panose="020B0604020202020204"/>
                        </a:rPr>
                        <a:t>6</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lang="en-IN" sz="2400" dirty="0">
                          <a:latin typeface="Arial" panose="020B0604020202020204"/>
                          <a:cs typeface="Arial" panose="020B0604020202020204"/>
                        </a:rPr>
                        <a:t>4</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85"/>
                        </a:lnSpc>
                      </a:pPr>
                      <a:r>
                        <a:rPr lang="en-IN" sz="2400" dirty="0">
                          <a:latin typeface="Arial" panose="020B0604020202020204"/>
                          <a:cs typeface="Arial" panose="020B0604020202020204"/>
                        </a:rPr>
                        <a:t>8</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85"/>
                        </a:lnSpc>
                      </a:pPr>
                      <a:r>
                        <a:rPr lang="en-IN" sz="2400" dirty="0">
                          <a:latin typeface="Arial" panose="020B0604020202020204"/>
                          <a:cs typeface="Arial" panose="020B0604020202020204"/>
                        </a:rPr>
                        <a:t>6</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85"/>
                        </a:lnSpc>
                      </a:pPr>
                      <a:r>
                        <a:rPr lang="en-IN" sz="2400" dirty="0">
                          <a:latin typeface="Arial" panose="020B0604020202020204"/>
                          <a:cs typeface="Arial" panose="020B0604020202020204"/>
                        </a:rPr>
                        <a:t>24</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2887">
                <a:tc>
                  <a:txBody>
                    <a:bodyPr/>
                    <a:lstStyle/>
                    <a:p>
                      <a:pPr algn="ctr">
                        <a:lnSpc>
                          <a:spcPts val="3690"/>
                        </a:lnSpc>
                      </a:pPr>
                      <a:r>
                        <a:rPr lang="en-IN" sz="2400" dirty="0">
                          <a:latin typeface="Arial" panose="020B0604020202020204"/>
                          <a:cs typeface="Arial" panose="020B0604020202020204"/>
                        </a:rPr>
                        <a:t>Potash</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IN" sz="2400" dirty="0">
                          <a:latin typeface="Arial" panose="020B0604020202020204"/>
                          <a:cs typeface="Arial" panose="020B0604020202020204"/>
                        </a:rPr>
                        <a:t>7</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IN" sz="2400" dirty="0">
                          <a:latin typeface="Arial" panose="020B0604020202020204"/>
                          <a:cs typeface="Arial" panose="020B0604020202020204"/>
                        </a:rPr>
                        <a:t>6</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IN" sz="2400" dirty="0">
                          <a:latin typeface="Arial" panose="020B0604020202020204"/>
                          <a:cs typeface="Arial" panose="020B0604020202020204"/>
                        </a:rPr>
                        <a:t>6</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9</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28</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2887">
                <a:tc>
                  <a:txBody>
                    <a:bodyPr/>
                    <a:lstStyle/>
                    <a:p>
                      <a:pPr algn="ctr">
                        <a:lnSpc>
                          <a:spcPts val="3690"/>
                        </a:lnSpc>
                      </a:pPr>
                      <a:r>
                        <a:rPr lang="en-IN" sz="2400" dirty="0">
                          <a:latin typeface="Arial" panose="020B0604020202020204"/>
                          <a:cs typeface="Arial" panose="020B0604020202020204"/>
                        </a:rPr>
                        <a:t>Phosphate</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270" algn="ctr">
                        <a:lnSpc>
                          <a:spcPts val="3690"/>
                        </a:lnSpc>
                      </a:pPr>
                      <a:r>
                        <a:rPr lang="en-IN" sz="2400" dirty="0">
                          <a:latin typeface="Arial" panose="020B0604020202020204"/>
                          <a:cs typeface="Arial" panose="020B0604020202020204"/>
                        </a:rPr>
                        <a:t>8</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5</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10</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9</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32</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2887">
                <a:tc>
                  <a:txBody>
                    <a:bodyPr/>
                    <a:lstStyle/>
                    <a:p>
                      <a:pPr algn="ctr">
                        <a:lnSpc>
                          <a:spcPts val="3690"/>
                        </a:lnSpc>
                      </a:pPr>
                      <a:r>
                        <a:rPr lang="en-IN" sz="2400" dirty="0">
                          <a:latin typeface="Arial" panose="020B0604020202020204"/>
                          <a:cs typeface="Arial" panose="020B0604020202020204"/>
                        </a:rPr>
                        <a:t>Total</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270" algn="ctr">
                        <a:lnSpc>
                          <a:spcPts val="3690"/>
                        </a:lnSpc>
                      </a:pPr>
                      <a:r>
                        <a:rPr lang="en-IN" sz="2400" dirty="0">
                          <a:latin typeface="Arial" panose="020B0604020202020204"/>
                          <a:cs typeface="Arial" panose="020B0604020202020204"/>
                        </a:rPr>
                        <a:t>21</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IN" sz="2400" dirty="0">
                          <a:latin typeface="Arial" panose="020B0604020202020204"/>
                          <a:cs typeface="Arial" panose="020B0604020202020204"/>
                        </a:rPr>
                        <a:t>15</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IN" sz="2400" dirty="0">
                          <a:latin typeface="Arial" panose="020B0604020202020204"/>
                          <a:cs typeface="Arial" panose="020B0604020202020204"/>
                        </a:rPr>
                        <a:t>24</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24</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G=84</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22" name="TextBox 21"/>
              <p:cNvSpPr txBox="1"/>
              <p:nvPr/>
            </p:nvSpPr>
            <p:spPr>
              <a:xfrm>
                <a:off x="107046" y="6474866"/>
                <a:ext cx="8424229" cy="775212"/>
              </a:xfrm>
              <a:prstGeom prst="rect">
                <a:avLst/>
              </a:prstGeom>
              <a:noFill/>
            </p:spPr>
            <p:txBody>
              <a:bodyPr wrap="none" rtlCol="0">
                <a:spAutoFit/>
              </a:bodyPr>
              <a:lstStyle/>
              <a:p>
                <a:r>
                  <a:rPr lang="en-IN" sz="2400" dirty="0"/>
                  <a:t>Step 4: For row SSBL = </a:t>
                </a:r>
                <a14:m>
                  <m:oMath xmlns:m="http://schemas.openxmlformats.org/officeDocument/2006/math">
                    <m:f>
                      <m:fPr>
                        <m:ctrlPr>
                          <a:rPr lang="en-IN" sz="2400" i="1" smtClean="0">
                            <a:latin typeface="Cambria Math" panose="02040503050406030204" pitchFamily="18" charset="0"/>
                          </a:rPr>
                        </m:ctrlPr>
                      </m:fPr>
                      <m:num>
                        <m:nary>
                          <m:naryPr>
                            <m:chr m:val="∑"/>
                            <m:subHide m:val="on"/>
                            <m:supHide m:val="on"/>
                            <m:ctrlPr>
                              <a:rPr lang="en-IN" sz="2400" i="1" smtClean="0">
                                <a:latin typeface="Cambria Math" panose="02040503050406030204" pitchFamily="18" charset="0"/>
                              </a:rPr>
                            </m:ctrlPr>
                          </m:naryPr>
                          <m:sub/>
                          <m:sup/>
                          <m:e>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𝑅</m:t>
                                </m:r>
                              </m:e>
                              <m:sub>
                                <m:r>
                                  <a:rPr lang="en-IN" sz="2400" b="0" i="1" smtClean="0">
                                    <a:latin typeface="Cambria Math" panose="02040503050406030204" pitchFamily="18" charset="0"/>
                                  </a:rPr>
                                  <m:t>𝑖</m:t>
                                </m:r>
                              </m:sub>
                              <m:sup>
                                <m:r>
                                  <a:rPr lang="en-IN" sz="2400" b="0" i="1" smtClean="0">
                                    <a:latin typeface="Cambria Math" panose="02040503050406030204" pitchFamily="18" charset="0"/>
                                  </a:rPr>
                                  <m:t>2</m:t>
                                </m:r>
                              </m:sup>
                            </m:sSubSup>
                          </m:e>
                        </m:nary>
                      </m:num>
                      <m:den>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𝑛</m:t>
                            </m:r>
                          </m:e>
                          <m:sub>
                            <m:r>
                              <a:rPr lang="en-US" sz="2400" b="0" i="1" smtClean="0">
                                <a:latin typeface="Cambria Math" panose="02040503050406030204" pitchFamily="18" charset="0"/>
                              </a:rPr>
                              <m:t>𝑗</m:t>
                            </m:r>
                          </m:sub>
                        </m:sSub>
                      </m:den>
                    </m:f>
                    <m:r>
                      <a:rPr lang="en-IN" sz="2400" b="0" i="1" smtClean="0">
                        <a:latin typeface="Cambria Math" panose="02040503050406030204" pitchFamily="18" charset="0"/>
                      </a:rPr>
                      <m:t>−</m:t>
                    </m:r>
                    <m:r>
                      <a:rPr lang="en-IN" sz="2400" b="0" i="1" smtClean="0">
                        <a:latin typeface="Cambria Math" panose="02040503050406030204" pitchFamily="18" charset="0"/>
                      </a:rPr>
                      <m:t>𝐶𝐹</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24</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4</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28</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4</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32</m:t>
                                </m:r>
                              </m:e>
                            </m:d>
                          </m:e>
                          <m:sup>
                            <m:r>
                              <a:rPr lang="en-IN" sz="2400" b="0" i="1" smtClean="0">
                                <a:latin typeface="Cambria Math" panose="02040503050406030204" pitchFamily="18" charset="0"/>
                              </a:rPr>
                              <m:t>2</m:t>
                            </m:r>
                          </m:sup>
                        </m:sSup>
                      </m:num>
                      <m:den>
                        <m:r>
                          <a:rPr lang="en-IN" sz="2400" b="0" i="1" smtClean="0">
                            <a:latin typeface="Cambria Math" panose="02040503050406030204" pitchFamily="18" charset="0"/>
                          </a:rPr>
                          <m:t>4</m:t>
                        </m:r>
                      </m:den>
                    </m:f>
                    <m:r>
                      <a:rPr lang="en-IN" sz="2400" b="0" i="1" smtClean="0">
                        <a:latin typeface="Cambria Math" panose="02040503050406030204" pitchFamily="18" charset="0"/>
                      </a:rPr>
                      <m:t>−588=</m:t>
                    </m:r>
                  </m:oMath>
                </a14:m>
                <a:r>
                  <a:rPr lang="en-IN" sz="2400" dirty="0"/>
                  <a:t>8</a:t>
                </a:r>
              </a:p>
            </p:txBody>
          </p:sp>
        </mc:Choice>
        <mc:Fallback xmlns="">
          <p:sp>
            <p:nvSpPr>
              <p:cNvPr id="22" name="TextBox 21"/>
              <p:cNvSpPr txBox="1">
                <a:spLocks noRot="1" noChangeAspect="1" noMove="1" noResize="1" noEditPoints="1" noAdjustHandles="1" noChangeArrowheads="1" noChangeShapeType="1" noTextEdit="1"/>
              </p:cNvSpPr>
              <p:nvPr/>
            </p:nvSpPr>
            <p:spPr>
              <a:xfrm>
                <a:off x="107046" y="6474866"/>
                <a:ext cx="8424229" cy="775212"/>
              </a:xfrm>
              <a:prstGeom prst="rect">
                <a:avLst/>
              </a:prstGeom>
              <a:blipFill rotWithShape="1">
                <a:blip r:embed="rId5"/>
                <a:stretch>
                  <a:fillRect l="-4" t="-52" r="1" b="37"/>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143137899"/>
              </p:ext>
            </p:extLst>
          </p:nvPr>
        </p:nvGraphicFramePr>
        <p:xfrm>
          <a:off x="189993" y="1249961"/>
          <a:ext cx="13329156" cy="5359166"/>
        </p:xfrm>
        <a:graphic>
          <a:graphicData uri="http://schemas.openxmlformats.org/drawingml/2006/table">
            <a:tbl>
              <a:tblPr firstRow="1" bandRow="1">
                <a:tableStyleId>{2D5ABB26-0587-4C30-8999-92F81FD0307C}</a:tableStyleId>
              </a:tblPr>
              <a:tblGrid>
                <a:gridCol w="3613187">
                  <a:extLst>
                    <a:ext uri="{9D8B030D-6E8A-4147-A177-3AD203B41FA5}">
                      <a16:colId xmlns:a16="http://schemas.microsoft.com/office/drawing/2014/main" val="20000"/>
                    </a:ext>
                  </a:extLst>
                </a:gridCol>
                <a:gridCol w="1422443">
                  <a:extLst>
                    <a:ext uri="{9D8B030D-6E8A-4147-A177-3AD203B41FA5}">
                      <a16:colId xmlns:a16="http://schemas.microsoft.com/office/drawing/2014/main" val="20001"/>
                    </a:ext>
                  </a:extLst>
                </a:gridCol>
                <a:gridCol w="2167013">
                  <a:extLst>
                    <a:ext uri="{9D8B030D-6E8A-4147-A177-3AD203B41FA5}">
                      <a16:colId xmlns:a16="http://schemas.microsoft.com/office/drawing/2014/main" val="20002"/>
                    </a:ext>
                  </a:extLst>
                </a:gridCol>
                <a:gridCol w="3339344">
                  <a:extLst>
                    <a:ext uri="{9D8B030D-6E8A-4147-A177-3AD203B41FA5}">
                      <a16:colId xmlns:a16="http://schemas.microsoft.com/office/drawing/2014/main" val="20003"/>
                    </a:ext>
                  </a:extLst>
                </a:gridCol>
                <a:gridCol w="2787169">
                  <a:extLst>
                    <a:ext uri="{9D8B030D-6E8A-4147-A177-3AD203B41FA5}">
                      <a16:colId xmlns:a16="http://schemas.microsoft.com/office/drawing/2014/main" val="20004"/>
                    </a:ext>
                  </a:extLst>
                </a:gridCol>
              </a:tblGrid>
              <a:tr h="1000745">
                <a:tc>
                  <a:txBody>
                    <a:bodyPr/>
                    <a:lstStyle/>
                    <a:p>
                      <a:pPr marL="836930" marR="725170" indent="-102870">
                        <a:lnSpc>
                          <a:spcPts val="4320"/>
                        </a:lnSpc>
                      </a:pPr>
                      <a:r>
                        <a:rPr sz="3600" b="1" spc="-5" dirty="0">
                          <a:latin typeface="Arial" panose="020B0604020202020204"/>
                          <a:cs typeface="Arial" panose="020B0604020202020204"/>
                        </a:rPr>
                        <a:t>Source</a:t>
                      </a:r>
                      <a:r>
                        <a:rPr sz="3600" b="1" spc="-6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dirty="0">
                          <a:latin typeface="Arial" panose="020B0604020202020204"/>
                          <a:cs typeface="Arial" panose="020B0604020202020204"/>
                        </a:rPr>
                        <a:t>variation</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030"/>
                        </a:spcBef>
                      </a:pPr>
                      <a:r>
                        <a:rPr sz="3600" b="1" spc="-10" dirty="0">
                          <a:latin typeface="Arial" panose="020B0604020202020204"/>
                          <a:cs typeface="Arial" panose="020B0604020202020204"/>
                        </a:rPr>
                        <a:t>df</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5580" marR="187960" indent="101600">
                        <a:lnSpc>
                          <a:spcPts val="4320"/>
                        </a:lnSpc>
                      </a:pPr>
                      <a:r>
                        <a:rPr sz="3600" b="1" dirty="0">
                          <a:latin typeface="Arial" panose="020B0604020202020204"/>
                          <a:cs typeface="Arial" panose="020B0604020202020204"/>
                        </a:rPr>
                        <a:t>Sum of </a:t>
                      </a:r>
                      <a:r>
                        <a:rPr sz="3600" b="1" spc="-990" dirty="0">
                          <a:latin typeface="Arial" panose="020B0604020202020204"/>
                          <a:cs typeface="Arial" panose="020B0604020202020204"/>
                        </a:rPr>
                        <a:t> </a:t>
                      </a:r>
                      <a:r>
                        <a:rPr sz="3600" b="1"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775335" marR="247650" indent="-520065">
                        <a:lnSpc>
                          <a:spcPts val="4320"/>
                        </a:lnSpc>
                      </a:pPr>
                      <a:r>
                        <a:rPr sz="3600" b="1" spc="-5" dirty="0">
                          <a:latin typeface="Arial" panose="020B0604020202020204"/>
                          <a:cs typeface="Arial" panose="020B0604020202020204"/>
                        </a:rPr>
                        <a:t>Mean</a:t>
                      </a:r>
                      <a:r>
                        <a:rPr sz="3600" b="1" spc="-35" dirty="0">
                          <a:latin typeface="Arial" panose="020B0604020202020204"/>
                          <a:cs typeface="Arial" panose="020B0604020202020204"/>
                        </a:rPr>
                        <a:t> </a:t>
                      </a:r>
                      <a:r>
                        <a:rPr sz="3600" b="1" spc="-5" dirty="0">
                          <a:latin typeface="Arial" panose="020B0604020202020204"/>
                          <a:cs typeface="Arial" panose="020B0604020202020204"/>
                        </a:rPr>
                        <a:t>sum</a:t>
                      </a:r>
                      <a:r>
                        <a:rPr sz="3600" b="1" spc="-3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spc="-5"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69290">
                        <a:lnSpc>
                          <a:spcPct val="100000"/>
                        </a:lnSpc>
                        <a:spcBef>
                          <a:spcPts val="2030"/>
                        </a:spcBef>
                      </a:pPr>
                      <a:r>
                        <a:rPr sz="3600" b="1" spc="-5" dirty="0">
                          <a:latin typeface="Arial" panose="020B0604020202020204"/>
                          <a:cs typeface="Arial" panose="020B0604020202020204"/>
                        </a:rPr>
                        <a:t>F-ratio</a:t>
                      </a:r>
                      <a:endParaRPr sz="3600" dirty="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0"/>
                  </a:ext>
                </a:extLst>
              </a:tr>
              <a:tr h="1343655">
                <a:tc>
                  <a:txBody>
                    <a:bodyPr/>
                    <a:lstStyle/>
                    <a:p>
                      <a:pPr marL="7620">
                        <a:lnSpc>
                          <a:spcPct val="100000"/>
                        </a:lnSpc>
                        <a:spcBef>
                          <a:spcPts val="3560"/>
                        </a:spcBef>
                      </a:pPr>
                      <a:r>
                        <a:rPr sz="2400" spc="-5" dirty="0">
                          <a:latin typeface="Arial MT"/>
                          <a:cs typeface="Arial MT"/>
                        </a:rPr>
                        <a:t>Between</a:t>
                      </a:r>
                      <a:r>
                        <a:rPr sz="2400" spc="-20" dirty="0">
                          <a:latin typeface="Arial MT"/>
                          <a:cs typeface="Arial MT"/>
                        </a:rPr>
                        <a:t> </a:t>
                      </a:r>
                      <a:r>
                        <a:rPr lang="en-IN" sz="2400" spc="-5" dirty="0">
                          <a:latin typeface="Arial MT"/>
                          <a:cs typeface="Arial MT"/>
                        </a:rPr>
                        <a:t>Treatments (Plots)</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3560"/>
                        </a:spcBef>
                      </a:pPr>
                      <a:r>
                        <a:rPr lang="en-IN" sz="2400" spc="-35" dirty="0">
                          <a:latin typeface="Arial MT"/>
                          <a:cs typeface="Arial MT"/>
                        </a:rPr>
                        <a:t>k</a:t>
                      </a:r>
                      <a:r>
                        <a:rPr sz="2400" spc="-35" dirty="0">
                          <a:latin typeface="Arial MT"/>
                          <a:cs typeface="Arial MT"/>
                        </a:rPr>
                        <a:t> </a:t>
                      </a:r>
                      <a:r>
                        <a:rPr lang="en-IN" sz="2400" dirty="0">
                          <a:latin typeface="Arial MT"/>
                          <a:cs typeface="Arial MT"/>
                        </a:rPr>
                        <a:t>–</a:t>
                      </a:r>
                      <a:r>
                        <a:rPr sz="2400" spc="-25" dirty="0">
                          <a:latin typeface="Arial MT"/>
                          <a:cs typeface="Arial MT"/>
                        </a:rPr>
                        <a:t> </a:t>
                      </a:r>
                      <a:r>
                        <a:rPr sz="2400" spc="-5" dirty="0">
                          <a:latin typeface="Arial MT"/>
                          <a:cs typeface="Arial MT"/>
                        </a:rPr>
                        <a:t>1</a:t>
                      </a:r>
                      <a:r>
                        <a:rPr lang="en-IN" sz="2400" spc="-5" dirty="0">
                          <a:latin typeface="Arial MT"/>
                          <a:cs typeface="Arial MT"/>
                        </a:rPr>
                        <a:t> =3</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3560"/>
                        </a:spcBef>
                      </a:pPr>
                      <a:r>
                        <a:rPr lang="en-US" sz="2400" dirty="0">
                          <a:latin typeface="Arial MT"/>
                          <a:cs typeface="Arial MT"/>
                        </a:rPr>
                        <a:t>SSTR</a:t>
                      </a:r>
                      <a:r>
                        <a:rPr lang="en-IN" sz="2400" dirty="0">
                          <a:latin typeface="Arial MT"/>
                          <a:cs typeface="Arial MT"/>
                        </a:rPr>
                        <a:t> =18</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rowSpan="3">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cap="flat" cmpd="sng" algn="ctr">
                      <a:solidFill>
                        <a:srgbClr val="0000FF"/>
                      </a:solidFill>
                      <a:prstDash val="solid"/>
                      <a:round/>
                      <a:headEnd type="none" w="med" len="med"/>
                      <a:tailEnd type="none" w="med" len="med"/>
                    </a:lnR>
                    <a:lnT w="12700">
                      <a:solidFill>
                        <a:srgbClr val="0000FF"/>
                      </a:solidFill>
                      <a:prstDash val="solid"/>
                    </a:lnT>
                    <a:lnB w="12700" cap="flat" cmpd="sng" algn="ctr">
                      <a:solidFill>
                        <a:srgbClr val="0000FF"/>
                      </a:solidFill>
                      <a:prstDash val="solid"/>
                      <a:round/>
                      <a:headEnd type="none" w="med" len="med"/>
                      <a:tailEnd type="none" w="med" len="med"/>
                    </a:lnB>
                  </a:tcPr>
                </a:tc>
                <a:extLst>
                  <a:ext uri="{0D108BD9-81ED-4DB2-BD59-A6C34878D82A}">
                    <a16:rowId xmlns:a16="http://schemas.microsoft.com/office/drawing/2014/main" val="10001"/>
                  </a:ext>
                </a:extLst>
              </a:tr>
              <a:tr h="1278859">
                <a:tc>
                  <a:txBody>
                    <a:bodyPr/>
                    <a:lstStyle/>
                    <a:p>
                      <a:pPr marL="7620">
                        <a:lnSpc>
                          <a:spcPct val="100000"/>
                        </a:lnSpc>
                        <a:spcBef>
                          <a:spcPts val="2630"/>
                        </a:spcBef>
                      </a:pPr>
                      <a:r>
                        <a:rPr lang="en-IN" sz="2400" dirty="0">
                          <a:latin typeface="Arial MT"/>
                          <a:cs typeface="Arial MT"/>
                        </a:rPr>
                        <a:t>Between Blocks (Fertilizers)</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0" marR="0" lvl="0" indent="0" algn="ctr" defTabSz="914400" eaLnBrk="1" fontAlgn="auto" latinLnBrk="0" hangingPunct="1">
                        <a:lnSpc>
                          <a:spcPct val="100000"/>
                        </a:lnSpc>
                        <a:spcBef>
                          <a:spcPts val="2630"/>
                        </a:spcBef>
                        <a:spcAft>
                          <a:spcPts val="0"/>
                        </a:spcAft>
                        <a:buClrTx/>
                        <a:buSzTx/>
                        <a:buFontTx/>
                        <a:buNone/>
                        <a:defRPr/>
                      </a:pPr>
                      <a:r>
                        <a:rPr lang="en-IN" sz="2400" spc="-35" dirty="0">
                          <a:latin typeface="Arial MT"/>
                          <a:cs typeface="Arial MT"/>
                        </a:rPr>
                        <a:t>m</a:t>
                      </a:r>
                      <a:r>
                        <a:rPr lang="en-IN" sz="2400" dirty="0">
                          <a:latin typeface="Arial MT"/>
                          <a:cs typeface="Arial MT"/>
                        </a:rPr>
                        <a:t>–</a:t>
                      </a:r>
                      <a:r>
                        <a:rPr lang="en-IN" sz="2400" spc="-25" dirty="0">
                          <a:latin typeface="Arial MT"/>
                          <a:cs typeface="Arial MT"/>
                        </a:rPr>
                        <a:t> </a:t>
                      </a:r>
                      <a:r>
                        <a:rPr lang="en-IN" sz="2400" spc="-5" dirty="0">
                          <a:latin typeface="Arial MT"/>
                          <a:cs typeface="Arial MT"/>
                        </a:rPr>
                        <a:t>1 =2</a:t>
                      </a:r>
                      <a:endParaRPr lang="en-IN" sz="2400" dirty="0">
                        <a:latin typeface="Arial MT"/>
                        <a:cs typeface="Arial MT"/>
                      </a:endParaRPr>
                    </a:p>
                    <a:p>
                      <a:pPr algn="ctr">
                        <a:lnSpc>
                          <a:spcPct val="100000"/>
                        </a:lnSpc>
                        <a:spcBef>
                          <a:spcPts val="2630"/>
                        </a:spcBef>
                      </a:pP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2630"/>
                        </a:spcBef>
                      </a:pPr>
                      <a:r>
                        <a:rPr lang="en-IN" sz="2400" dirty="0">
                          <a:latin typeface="Arial MT"/>
                          <a:cs typeface="Arial MT"/>
                        </a:rPr>
                        <a:t>SSBL = 8</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vMerge="1">
                  <a:txBody>
                    <a:bodyPr/>
                    <a:lstStyle/>
                    <a:p>
                      <a:endParaRPr lang="en-US"/>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2"/>
                  </a:ext>
                </a:extLst>
              </a:tr>
              <a:tr h="1527581">
                <a:tc>
                  <a:txBody>
                    <a:bodyPr/>
                    <a:lstStyle/>
                    <a:p>
                      <a:pPr marL="7620" marR="0" lvl="0" indent="0" defTabSz="914400" eaLnBrk="1" fontAlgn="auto" latinLnBrk="0" hangingPunct="1">
                        <a:lnSpc>
                          <a:spcPct val="100000"/>
                        </a:lnSpc>
                        <a:spcBef>
                          <a:spcPts val="2630"/>
                        </a:spcBef>
                        <a:spcAft>
                          <a:spcPts val="0"/>
                        </a:spcAft>
                        <a:buClrTx/>
                        <a:buSzTx/>
                        <a:buFontTx/>
                        <a:buNone/>
                        <a:defRPr/>
                      </a:pPr>
                      <a:r>
                        <a:rPr lang="en-IN" sz="2400" spc="-5" dirty="0">
                          <a:latin typeface="Arial MT"/>
                          <a:cs typeface="Arial MT"/>
                        </a:rPr>
                        <a:t>Within</a:t>
                      </a:r>
                      <a:r>
                        <a:rPr lang="en-IN" sz="2400" spc="-30" dirty="0">
                          <a:latin typeface="Arial MT"/>
                          <a:cs typeface="Arial MT"/>
                        </a:rPr>
                        <a:t> </a:t>
                      </a:r>
                      <a:r>
                        <a:rPr lang="en-IN" sz="2400" dirty="0">
                          <a:latin typeface="Arial MT"/>
                          <a:cs typeface="Arial MT"/>
                        </a:rPr>
                        <a:t>groups</a:t>
                      </a:r>
                      <a:endParaRPr sz="2400" dirty="0">
                        <a:latin typeface="Arial MT"/>
                        <a:cs typeface="Arial MT"/>
                      </a:endParaRPr>
                    </a:p>
                  </a:txBody>
                  <a:tcPr marL="0" marR="0" marT="334010" marB="0">
                    <a:lnL w="12700">
                      <a:solidFill>
                        <a:srgbClr val="0000FF"/>
                      </a:solidFill>
                      <a:prstDash val="soli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a:txBody>
                    <a:bodyPr/>
                    <a:lstStyle/>
                    <a:p>
                      <a:pPr marL="0" marR="0" lvl="0" indent="0" algn="ctr" defTabSz="914400" eaLnBrk="1" fontAlgn="auto" latinLnBrk="0" hangingPunct="1">
                        <a:lnSpc>
                          <a:spcPct val="100000"/>
                        </a:lnSpc>
                        <a:spcBef>
                          <a:spcPts val="2630"/>
                        </a:spcBef>
                        <a:spcAft>
                          <a:spcPts val="0"/>
                        </a:spcAft>
                        <a:buClrTx/>
                        <a:buSzTx/>
                        <a:buFontTx/>
                        <a:buNone/>
                        <a:defRPr/>
                      </a:pPr>
                      <a:r>
                        <a:rPr lang="en-IN" sz="2400" dirty="0">
                          <a:latin typeface="Arial MT"/>
                          <a:cs typeface="Arial MT"/>
                        </a:rPr>
                        <a:t>(k-1)*(m-1)=6</a:t>
                      </a:r>
                      <a:endParaRPr sz="2400" dirty="0">
                        <a:latin typeface="Arial MT"/>
                        <a:cs typeface="Arial MT"/>
                      </a:endParaRPr>
                    </a:p>
                  </a:txBody>
                  <a:tcPr marL="0" marR="0" marT="334010" marB="0">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a:txBody>
                    <a:bodyPr/>
                    <a:lstStyle/>
                    <a:p>
                      <a:pPr marL="1270" marR="0" lvl="0" indent="0" algn="ctr" defTabSz="914400" eaLnBrk="1" fontAlgn="auto" latinLnBrk="0" hangingPunct="1">
                        <a:lnSpc>
                          <a:spcPct val="100000"/>
                        </a:lnSpc>
                        <a:spcBef>
                          <a:spcPts val="2630"/>
                        </a:spcBef>
                        <a:spcAft>
                          <a:spcPts val="0"/>
                        </a:spcAft>
                        <a:buClrTx/>
                        <a:buSzTx/>
                        <a:buFontTx/>
                        <a:buNone/>
                        <a:defRPr/>
                      </a:pPr>
                      <a:r>
                        <a:rPr lang="en-IN" sz="2400" dirty="0">
                          <a:latin typeface="Arial MT"/>
                          <a:cs typeface="Arial MT"/>
                        </a:rPr>
                        <a:t>SSE =10</a:t>
                      </a:r>
                      <a:endParaRPr sz="2400" dirty="0">
                        <a:latin typeface="Arial MT"/>
                        <a:cs typeface="Arial MT"/>
                      </a:endParaRPr>
                    </a:p>
                  </a:txBody>
                  <a:tcPr marL="0" marR="0" marT="334010" marB="0">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vMerge="1">
                  <a:txBody>
                    <a:bodyPr/>
                    <a:lstStyle/>
                    <a:p>
                      <a:endParaRPr lang="en-US"/>
                    </a:p>
                  </a:txBody>
                  <a:tcPr marL="0" marR="0" marT="0" marB="0">
                    <a:lnL w="12700" cap="flat" cmpd="sng" algn="ctr">
                      <a:solidFill>
                        <a:srgbClr val="0000FF"/>
                      </a:solidFill>
                      <a:prstDash val="solid"/>
                      <a:round/>
                      <a:headEnd type="none" w="med" len="med"/>
                      <a:tailEnd type="none" w="med" len="med"/>
                    </a:lnL>
                    <a:lnR w="12700">
                      <a:solidFill>
                        <a:srgbClr val="0000FF"/>
                      </a:solidFill>
                      <a:prstDash val="solid"/>
                    </a:lnR>
                    <a:lnT w="12700" cap="flat" cmpd="sng" algn="ctr">
                      <a:solidFill>
                        <a:srgbClr val="0000FF"/>
                      </a:solidFill>
                      <a:prstDash val="solid"/>
                      <a:round/>
                      <a:headEnd type="none" w="med" len="med"/>
                      <a:tailEnd type="none" w="med" len="med"/>
                    </a:lnT>
                    <a:lnB w="12700">
                      <a:solidFill>
                        <a:srgbClr val="0000FF"/>
                      </a:solidFill>
                      <a:prstDash val="solid"/>
                    </a:lnB>
                  </a:tcPr>
                </a:tc>
                <a:extLst>
                  <a:ext uri="{0D108BD9-81ED-4DB2-BD59-A6C34878D82A}">
                    <a16:rowId xmlns:a16="http://schemas.microsoft.com/office/drawing/2014/main" val="10003"/>
                  </a:ext>
                </a:extLst>
              </a:tr>
            </a:tbl>
          </a:graphicData>
        </a:graphic>
      </p:graphicFrame>
      <p:sp>
        <p:nvSpPr>
          <p:cNvPr id="3" name="object 3"/>
          <p:cNvSpPr txBox="1"/>
          <p:nvPr/>
        </p:nvSpPr>
        <p:spPr>
          <a:xfrm>
            <a:off x="423468" y="296603"/>
            <a:ext cx="12216130" cy="879087"/>
          </a:xfrm>
          <a:prstGeom prst="rect">
            <a:avLst/>
          </a:prstGeom>
        </p:spPr>
        <p:txBody>
          <a:bodyPr vert="horz" wrap="square" lIns="0" tIns="321945" rIns="0" bIns="0" rtlCol="0">
            <a:spAutoFit/>
          </a:bodyPr>
          <a:lstStyle/>
          <a:p>
            <a:pPr marL="12700" algn="ctr">
              <a:lnSpc>
                <a:spcPct val="100000"/>
              </a:lnSpc>
              <a:spcBef>
                <a:spcPts val="2535"/>
              </a:spcBef>
              <a:tabLst>
                <a:tab pos="5736590" algn="l"/>
              </a:tabLst>
            </a:pPr>
            <a:r>
              <a:rPr lang="en-IN" sz="3600" b="1" spc="-5" dirty="0">
                <a:solidFill>
                  <a:schemeClr val="bg1"/>
                </a:solidFill>
                <a:latin typeface="Arial" panose="020B0604020202020204"/>
                <a:cs typeface="Arial" panose="020B0604020202020204"/>
              </a:rPr>
              <a:t>Two</a:t>
            </a:r>
            <a:r>
              <a:rPr sz="3600" b="1" spc="-5" dirty="0">
                <a:solidFill>
                  <a:schemeClr val="bg1"/>
                </a:solidFill>
                <a:latin typeface="Arial" panose="020B0604020202020204"/>
                <a:cs typeface="Arial" panose="020B0604020202020204"/>
              </a:rPr>
              <a:t>-way</a:t>
            </a:r>
            <a:r>
              <a:rPr sz="3600" b="1" spc="-150" dirty="0">
                <a:solidFill>
                  <a:schemeClr val="bg1"/>
                </a:solidFill>
                <a:latin typeface="Arial" panose="020B0604020202020204"/>
                <a:cs typeface="Arial" panose="020B0604020202020204"/>
              </a:rPr>
              <a:t> </a:t>
            </a:r>
            <a:r>
              <a:rPr sz="3600" b="1" dirty="0">
                <a:solidFill>
                  <a:schemeClr val="bg1"/>
                </a:solidFill>
                <a:latin typeface="Arial" panose="020B0604020202020204"/>
                <a:cs typeface="Arial" panose="020B0604020202020204"/>
              </a:rPr>
              <a:t>A</a:t>
            </a:r>
            <a:r>
              <a:rPr lang="en-US" sz="3600" b="1" dirty="0">
                <a:solidFill>
                  <a:schemeClr val="bg1"/>
                </a:solidFill>
                <a:latin typeface="Arial" panose="020B0604020202020204"/>
                <a:cs typeface="Arial" panose="020B0604020202020204"/>
              </a:rPr>
              <a:t>NOVA Table</a:t>
            </a:r>
            <a:endParaRPr sz="3600" dirty="0">
              <a:solidFill>
                <a:schemeClr val="bg1"/>
              </a:solidFill>
              <a:latin typeface="Arial" panose="020B0604020202020204"/>
              <a:cs typeface="Arial" panose="020B0604020202020204"/>
            </a:endParaRPr>
          </a:p>
        </p:txBody>
      </p:sp>
      <p:sp>
        <p:nvSpPr>
          <p:cNvPr id="12" name="object 12"/>
          <p:cNvSpPr/>
          <p:nvPr/>
        </p:nvSpPr>
        <p:spPr>
          <a:xfrm>
            <a:off x="0" y="1201293"/>
            <a:ext cx="14080490" cy="19050"/>
          </a:xfrm>
          <a:custGeom>
            <a:avLst/>
            <a:gdLst/>
            <a:ahLst/>
            <a:cxnLst/>
            <a:rect l="l" t="t" r="r" b="b"/>
            <a:pathLst>
              <a:path w="14080490" h="19050">
                <a:moveTo>
                  <a:pt x="0" y="0"/>
                </a:moveTo>
                <a:lnTo>
                  <a:pt x="0" y="19050"/>
                </a:lnTo>
                <a:lnTo>
                  <a:pt x="14080235" y="19050"/>
                </a:lnTo>
                <a:lnTo>
                  <a:pt x="14080235" y="0"/>
                </a:lnTo>
                <a:lnTo>
                  <a:pt x="0" y="0"/>
                </a:lnTo>
                <a:close/>
              </a:path>
            </a:pathLst>
          </a:custGeom>
          <a:solidFill>
            <a:srgbClr val="000000"/>
          </a:solidFill>
        </p:spPr>
        <p:txBody>
          <a:bodyPr wrap="square" lIns="0" tIns="0" rIns="0" bIns="0" rtlCol="0"/>
          <a:lstStyle/>
          <a:p>
            <a:endParaRPr/>
          </a:p>
        </p:txBody>
      </p:sp>
      <p:sp>
        <p:nvSpPr>
          <p:cNvPr id="15" name="TextBox 14"/>
          <p:cNvSpPr txBox="1"/>
          <p:nvPr/>
        </p:nvSpPr>
        <p:spPr>
          <a:xfrm>
            <a:off x="7772014" y="2768415"/>
            <a:ext cx="2776933" cy="830997"/>
          </a:xfrm>
          <a:prstGeom prst="rect">
            <a:avLst/>
          </a:prstGeom>
          <a:noFill/>
        </p:spPr>
        <p:txBody>
          <a:bodyPr wrap="square" rtlCol="0">
            <a:spAutoFit/>
          </a:bodyPr>
          <a:lstStyle/>
          <a:p>
            <a:r>
              <a:rPr lang="en-IN" sz="2400" b="1" dirty="0"/>
              <a:t>MSTR = SSTR/ k-1     =6</a:t>
            </a:r>
          </a:p>
        </p:txBody>
      </p:sp>
      <p:sp>
        <p:nvSpPr>
          <p:cNvPr id="17" name="TextBox 16"/>
          <p:cNvSpPr txBox="1"/>
          <p:nvPr/>
        </p:nvSpPr>
        <p:spPr>
          <a:xfrm>
            <a:off x="10912458" y="2790438"/>
            <a:ext cx="1973617" cy="2677656"/>
          </a:xfrm>
          <a:prstGeom prst="rect">
            <a:avLst/>
          </a:prstGeom>
          <a:noFill/>
        </p:spPr>
        <p:txBody>
          <a:bodyPr wrap="none" rtlCol="0">
            <a:spAutoFit/>
          </a:bodyPr>
          <a:lstStyle/>
          <a:p>
            <a:r>
              <a:rPr lang="en-IN" sz="2400" dirty="0"/>
              <a:t>For Treatment</a:t>
            </a:r>
          </a:p>
          <a:p>
            <a:r>
              <a:rPr lang="en-IN" sz="2400" dirty="0"/>
              <a:t>F =MSTR/MSE</a:t>
            </a:r>
          </a:p>
          <a:p>
            <a:r>
              <a:rPr lang="en-IN" sz="2400" dirty="0"/>
              <a:t>    =6/1.67=3.6</a:t>
            </a:r>
          </a:p>
          <a:p>
            <a:endParaRPr lang="en-IN" sz="2400" dirty="0"/>
          </a:p>
          <a:p>
            <a:r>
              <a:rPr lang="en-IN" sz="2400" dirty="0"/>
              <a:t>For Block</a:t>
            </a:r>
          </a:p>
          <a:p>
            <a:r>
              <a:rPr lang="en-IN" sz="2400" dirty="0"/>
              <a:t>F</a:t>
            </a:r>
            <a:r>
              <a:rPr lang="en-IN" sz="2400" baseline="-25000" dirty="0"/>
              <a:t> </a:t>
            </a:r>
            <a:r>
              <a:rPr lang="en-IN" sz="2400" dirty="0"/>
              <a:t>=MSBL/MSE</a:t>
            </a:r>
          </a:p>
          <a:p>
            <a:r>
              <a:rPr lang="en-IN" sz="2400" dirty="0"/>
              <a:t>   =4/1.67 =2.4</a:t>
            </a:r>
          </a:p>
        </p:txBody>
      </p:sp>
      <p:sp>
        <p:nvSpPr>
          <p:cNvPr id="22" name="TextBox 21"/>
          <p:cNvSpPr txBox="1"/>
          <p:nvPr/>
        </p:nvSpPr>
        <p:spPr>
          <a:xfrm>
            <a:off x="7755273" y="4180417"/>
            <a:ext cx="2550927" cy="830997"/>
          </a:xfrm>
          <a:prstGeom prst="rect">
            <a:avLst/>
          </a:prstGeom>
          <a:noFill/>
        </p:spPr>
        <p:txBody>
          <a:bodyPr wrap="square" rtlCol="0">
            <a:spAutoFit/>
          </a:bodyPr>
          <a:lstStyle/>
          <a:p>
            <a:r>
              <a:rPr lang="en-IN" sz="2400" b="1" dirty="0"/>
              <a:t>MSBL = SSBL/ m-1     =4</a:t>
            </a:r>
          </a:p>
        </p:txBody>
      </p:sp>
      <p:sp>
        <p:nvSpPr>
          <p:cNvPr id="23" name="TextBox 22"/>
          <p:cNvSpPr txBox="1"/>
          <p:nvPr/>
        </p:nvSpPr>
        <p:spPr>
          <a:xfrm>
            <a:off x="7755272" y="5711009"/>
            <a:ext cx="2550927" cy="830997"/>
          </a:xfrm>
          <a:prstGeom prst="rect">
            <a:avLst/>
          </a:prstGeom>
          <a:noFill/>
        </p:spPr>
        <p:txBody>
          <a:bodyPr wrap="square" rtlCol="0">
            <a:spAutoFit/>
          </a:bodyPr>
          <a:lstStyle/>
          <a:p>
            <a:r>
              <a:rPr lang="en-IN" sz="2400" b="1" dirty="0"/>
              <a:t>MSE = SSE/ (k-1)*(m-1)     =1.67</a:t>
            </a:r>
          </a:p>
        </p:txBody>
      </p:sp>
      <p:sp>
        <p:nvSpPr>
          <p:cNvPr id="24" name="TextBox 23"/>
          <p:cNvSpPr txBox="1"/>
          <p:nvPr/>
        </p:nvSpPr>
        <p:spPr>
          <a:xfrm>
            <a:off x="160782" y="6563361"/>
            <a:ext cx="10576165" cy="461665"/>
          </a:xfrm>
          <a:prstGeom prst="rect">
            <a:avLst/>
          </a:prstGeom>
          <a:noFill/>
        </p:spPr>
        <p:txBody>
          <a:bodyPr wrap="none" rtlCol="0">
            <a:spAutoFit/>
          </a:bodyPr>
          <a:lstStyle/>
          <a:p>
            <a:r>
              <a:rPr lang="en-IN" sz="2400" dirty="0"/>
              <a:t>F tab value for treatment =(3, 6) </a:t>
            </a:r>
            <a:r>
              <a:rPr lang="en-IN" sz="2400" dirty="0" err="1"/>
              <a:t>d.o.f</a:t>
            </a:r>
            <a:r>
              <a:rPr lang="en-IN" sz="2400" dirty="0"/>
              <a:t>. is 4.76    and thus </a:t>
            </a:r>
            <a:r>
              <a:rPr lang="en-IN" sz="2400" dirty="0" err="1"/>
              <a:t>Fcal</a:t>
            </a:r>
            <a:r>
              <a:rPr lang="en-IN" sz="2400" dirty="0"/>
              <a:t> &lt; F tab hence Accept H</a:t>
            </a:r>
            <a:r>
              <a:rPr lang="en-IN" sz="2400" baseline="-25000" dirty="0"/>
              <a:t>0</a:t>
            </a:r>
          </a:p>
        </p:txBody>
      </p:sp>
      <p:sp>
        <p:nvSpPr>
          <p:cNvPr id="25" name="TextBox 24"/>
          <p:cNvSpPr txBox="1"/>
          <p:nvPr/>
        </p:nvSpPr>
        <p:spPr>
          <a:xfrm>
            <a:off x="160782" y="7010768"/>
            <a:ext cx="9864945" cy="461665"/>
          </a:xfrm>
          <a:prstGeom prst="rect">
            <a:avLst/>
          </a:prstGeom>
          <a:noFill/>
        </p:spPr>
        <p:txBody>
          <a:bodyPr wrap="none" rtlCol="0">
            <a:spAutoFit/>
          </a:bodyPr>
          <a:lstStyle/>
          <a:p>
            <a:r>
              <a:rPr lang="en-IN" sz="2400" dirty="0"/>
              <a:t>F tab value for block =(2, 6) </a:t>
            </a:r>
            <a:r>
              <a:rPr lang="en-IN" sz="2400" dirty="0" err="1"/>
              <a:t>d.o.f</a:t>
            </a:r>
            <a:r>
              <a:rPr lang="en-IN" sz="2400" dirty="0"/>
              <a:t>. is 5.14 and thus </a:t>
            </a:r>
            <a:r>
              <a:rPr lang="en-IN" sz="2400" dirty="0" err="1"/>
              <a:t>Fcal</a:t>
            </a:r>
            <a:r>
              <a:rPr lang="en-IN" sz="2400" dirty="0"/>
              <a:t> &lt; F tab hence Accept H</a:t>
            </a:r>
            <a:r>
              <a:rPr lang="en-IN" sz="2400" baseline="-25000" dirty="0"/>
              <a:t>0</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36880" y="1439037"/>
            <a:ext cx="3481070" cy="2167901"/>
          </a:xfrm>
          <a:prstGeom prst="rect">
            <a:avLst/>
          </a:prstGeom>
        </p:spPr>
        <p:txBody>
          <a:bodyPr vert="horz" wrap="square" lIns="0" tIns="13335" rIns="0" bIns="0" rtlCol="0">
            <a:spAutoFit/>
          </a:bodyPr>
          <a:lstStyle/>
          <a:p>
            <a:pPr algn="just"/>
            <a:r>
              <a:rPr lang="en-US" sz="2800" dirty="0">
                <a:solidFill>
                  <a:srgbClr val="FF0000"/>
                </a:solidFill>
              </a:rPr>
              <a:t>Investigate the effect of two factors Teaching Method and Study Time on test scores for the following data:</a:t>
            </a:r>
          </a:p>
        </p:txBody>
      </p:sp>
      <p:sp>
        <p:nvSpPr>
          <p:cNvPr id="13" name="TextBox 12"/>
          <p:cNvSpPr txBox="1"/>
          <p:nvPr/>
        </p:nvSpPr>
        <p:spPr>
          <a:xfrm>
            <a:off x="4437907" y="4478113"/>
            <a:ext cx="9157443" cy="954107"/>
          </a:xfrm>
          <a:prstGeom prst="rect">
            <a:avLst/>
          </a:prstGeom>
          <a:noFill/>
        </p:spPr>
        <p:txBody>
          <a:bodyPr wrap="none" rtlCol="0">
            <a:spAutoFit/>
          </a:bodyPr>
          <a:lstStyle/>
          <a:p>
            <a:r>
              <a:rPr lang="en-IN" sz="2800" dirty="0"/>
              <a:t>H</a:t>
            </a:r>
            <a:r>
              <a:rPr lang="en-IN" sz="2800" baseline="-25000" dirty="0"/>
              <a:t>0 </a:t>
            </a:r>
            <a:r>
              <a:rPr lang="en-IN" sz="2800" dirty="0"/>
              <a:t> : </a:t>
            </a:r>
            <a:r>
              <a:rPr lang="en-US" sz="2800" dirty="0"/>
              <a:t>There is no effect of Teaching Method on test scores and </a:t>
            </a:r>
          </a:p>
          <a:p>
            <a:r>
              <a:rPr lang="en-US" sz="2800" dirty="0"/>
              <a:t>        There is no effect of Study Time on test scores.</a:t>
            </a:r>
            <a:endParaRPr lang="en-IN" sz="2800" baseline="-25000" dirty="0"/>
          </a:p>
        </p:txBody>
      </p:sp>
      <p:sp>
        <p:nvSpPr>
          <p:cNvPr id="14" name="Rectangle 13"/>
          <p:cNvSpPr/>
          <p:nvPr/>
        </p:nvSpPr>
        <p:spPr>
          <a:xfrm>
            <a:off x="4794518" y="5779157"/>
            <a:ext cx="8724632" cy="954107"/>
          </a:xfrm>
          <a:prstGeom prst="rect">
            <a:avLst/>
          </a:prstGeom>
        </p:spPr>
        <p:txBody>
          <a:bodyPr wrap="none">
            <a:spAutoFit/>
          </a:bodyPr>
          <a:lstStyle/>
          <a:p>
            <a:r>
              <a:rPr lang="en-IN" sz="2800" dirty="0"/>
              <a:t>H</a:t>
            </a:r>
            <a:r>
              <a:rPr lang="en-IN" sz="2800" baseline="-25000" dirty="0"/>
              <a:t>1</a:t>
            </a:r>
            <a:r>
              <a:rPr lang="en-IN" sz="2800" dirty="0"/>
              <a:t> : </a:t>
            </a:r>
            <a:r>
              <a:rPr lang="en-US" sz="2800" dirty="0"/>
              <a:t>There is effect of Teaching Method on test scores and </a:t>
            </a:r>
          </a:p>
          <a:p>
            <a:r>
              <a:rPr lang="en-US" sz="2800" dirty="0"/>
              <a:t>        There is effect of Study Time on test scores.</a:t>
            </a:r>
            <a:endParaRPr lang="en-IN" sz="2800" baseline="-25000" dirty="0"/>
          </a:p>
        </p:txBody>
      </p:sp>
      <p:sp>
        <p:nvSpPr>
          <p:cNvPr id="17" name="object 5"/>
          <p:cNvSpPr txBox="1"/>
          <p:nvPr/>
        </p:nvSpPr>
        <p:spPr>
          <a:xfrm>
            <a:off x="189992" y="263525"/>
            <a:ext cx="12216130" cy="574675"/>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spc="-5" dirty="0">
                <a:solidFill>
                  <a:schemeClr val="bg1"/>
                </a:solidFill>
                <a:latin typeface="Arial" panose="020B0604020202020204"/>
                <a:cs typeface="Arial" panose="020B0604020202020204"/>
              </a:rPr>
              <a:t>Two</a:t>
            </a:r>
            <a:r>
              <a:rPr sz="3600" b="1" spc="-5" dirty="0">
                <a:solidFill>
                  <a:schemeClr val="bg1"/>
                </a:solidFill>
                <a:latin typeface="Arial" panose="020B0604020202020204"/>
                <a:cs typeface="Arial" panose="020B0604020202020204"/>
              </a:rPr>
              <a:t>-way</a:t>
            </a:r>
            <a:r>
              <a:rPr sz="3600" b="1" spc="-150" dirty="0">
                <a:solidFill>
                  <a:schemeClr val="bg1"/>
                </a:solidFill>
                <a:latin typeface="Arial" panose="020B0604020202020204"/>
                <a:cs typeface="Arial" panose="020B0604020202020204"/>
              </a:rPr>
              <a:t> </a:t>
            </a:r>
            <a:r>
              <a:rPr lang="en-US" sz="3600" b="1" spc="-150" dirty="0">
                <a:solidFill>
                  <a:schemeClr val="bg1"/>
                </a:solidFill>
                <a:latin typeface="Arial" panose="020B0604020202020204"/>
                <a:cs typeface="Arial" panose="020B0604020202020204"/>
              </a:rPr>
              <a:t>ANOVA Example-1:</a:t>
            </a:r>
            <a:endParaRPr sz="3600" dirty="0">
              <a:solidFill>
                <a:schemeClr val="bg1"/>
              </a:solidFill>
              <a:latin typeface="Arial" panose="020B0604020202020204"/>
              <a:cs typeface="Arial" panose="020B0604020202020204"/>
            </a:endParaRPr>
          </a:p>
        </p:txBody>
      </p:sp>
      <p:graphicFrame>
        <p:nvGraphicFramePr>
          <p:cNvPr id="3" name="Table 2"/>
          <p:cNvGraphicFramePr>
            <a:graphicFrameLocks noGrp="1"/>
          </p:cNvGraphicFramePr>
          <p:nvPr>
            <p:extLst>
              <p:ext uri="{D42A27DB-BD31-4B8C-83A1-F6EECF244321}">
                <p14:modId xmlns:p14="http://schemas.microsoft.com/office/powerpoint/2010/main" val="2669800633"/>
              </p:ext>
            </p:extLst>
          </p:nvPr>
        </p:nvGraphicFramePr>
        <p:xfrm>
          <a:off x="4451350" y="1379721"/>
          <a:ext cx="8839200" cy="2751455"/>
        </p:xfrm>
        <a:graphic>
          <a:graphicData uri="http://schemas.openxmlformats.org/drawingml/2006/table">
            <a:tbl>
              <a:tblPr firstRow="1" firstCol="1" bandRow="1">
                <a:tableStyleId>{5C22544A-7EE6-4342-B048-85BDC9FD1C3A}</a:tableStyleId>
              </a:tblPr>
              <a:tblGrid>
                <a:gridCol w="29464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0">
                <a:tc>
                  <a:txBody>
                    <a:bodyPr/>
                    <a:lstStyle/>
                    <a:p>
                      <a:pPr marL="0" marR="0" algn="ctr">
                        <a:lnSpc>
                          <a:spcPct val="107000"/>
                        </a:lnSpc>
                        <a:spcBef>
                          <a:spcPts val="0"/>
                        </a:spcBef>
                        <a:spcAft>
                          <a:spcPts val="0"/>
                        </a:spcAft>
                      </a:pPr>
                      <a:r>
                        <a:rPr lang="en-US" sz="2400">
                          <a:effectLst/>
                        </a:rPr>
                        <a:t>Teaching Method</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Study Time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Test Scores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0"/>
                  </a:ext>
                </a:extLst>
              </a:tr>
              <a:tr h="0">
                <a:tc>
                  <a:txBody>
                    <a:bodyPr/>
                    <a:lstStyle/>
                    <a:p>
                      <a:pPr marL="0" marR="0">
                        <a:lnSpc>
                          <a:spcPct val="107000"/>
                        </a:lnSpc>
                        <a:spcBef>
                          <a:spcPts val="0"/>
                        </a:spcBef>
                        <a:spcAft>
                          <a:spcPts val="0"/>
                        </a:spcAft>
                      </a:pPr>
                      <a:r>
                        <a:rPr lang="en-US" sz="2400" dirty="0">
                          <a:effectLst/>
                        </a:rPr>
                        <a:t>Traditional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Less than 2 hours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60, 65, 70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0">
                <a:tc>
                  <a:txBody>
                    <a:bodyPr/>
                    <a:lstStyle/>
                    <a:p>
                      <a:pPr marL="0" marR="0">
                        <a:lnSpc>
                          <a:spcPct val="107000"/>
                        </a:lnSpc>
                        <a:spcBef>
                          <a:spcPts val="0"/>
                        </a:spcBef>
                        <a:spcAft>
                          <a:spcPts val="0"/>
                        </a:spcAft>
                      </a:pPr>
                      <a:r>
                        <a:rPr lang="en-US" sz="2400">
                          <a:effectLst/>
                        </a:rPr>
                        <a:t>Traditional</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rPr>
                        <a:t>More than 2 hours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68, 70, 75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0">
                <a:tc>
                  <a:txBody>
                    <a:bodyPr/>
                    <a:lstStyle/>
                    <a:p>
                      <a:pPr marL="0" marR="0">
                        <a:lnSpc>
                          <a:spcPct val="107000"/>
                        </a:lnSpc>
                        <a:spcBef>
                          <a:spcPts val="0"/>
                        </a:spcBef>
                        <a:spcAft>
                          <a:spcPts val="0"/>
                        </a:spcAft>
                      </a:pPr>
                      <a:r>
                        <a:rPr lang="en-US" sz="2400">
                          <a:effectLst/>
                        </a:rPr>
                        <a:t>Online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Less than 2 hours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55, 58, 60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r h="0">
                <a:tc>
                  <a:txBody>
                    <a:bodyPr/>
                    <a:lstStyle/>
                    <a:p>
                      <a:pPr marL="0" marR="0">
                        <a:lnSpc>
                          <a:spcPct val="107000"/>
                        </a:lnSpc>
                        <a:spcBef>
                          <a:spcPts val="0"/>
                        </a:spcBef>
                        <a:spcAft>
                          <a:spcPts val="0"/>
                        </a:spcAft>
                      </a:pPr>
                      <a:r>
                        <a:rPr lang="en-US" sz="2400">
                          <a:effectLst/>
                        </a:rPr>
                        <a:t>Online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More than 2 hours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65, 67, 70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4"/>
                  </a:ext>
                </a:extLst>
              </a:tr>
              <a:tr h="0">
                <a:tc>
                  <a:txBody>
                    <a:bodyPr/>
                    <a:lstStyle/>
                    <a:p>
                      <a:pPr marL="0" marR="0">
                        <a:lnSpc>
                          <a:spcPct val="107000"/>
                        </a:lnSpc>
                        <a:spcBef>
                          <a:spcPts val="0"/>
                        </a:spcBef>
                        <a:spcAft>
                          <a:spcPts val="0"/>
                        </a:spcAft>
                      </a:pPr>
                      <a:r>
                        <a:rPr lang="en-US" sz="2400">
                          <a:effectLst/>
                        </a:rPr>
                        <a:t>Hybrid</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Less than 2 hours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62, 64, 66</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5"/>
                  </a:ext>
                </a:extLst>
              </a:tr>
              <a:tr h="0">
                <a:tc>
                  <a:txBody>
                    <a:bodyPr/>
                    <a:lstStyle/>
                    <a:p>
                      <a:pPr marL="0" marR="0">
                        <a:lnSpc>
                          <a:spcPct val="107000"/>
                        </a:lnSpc>
                        <a:spcBef>
                          <a:spcPts val="0"/>
                        </a:spcBef>
                        <a:spcAft>
                          <a:spcPts val="0"/>
                        </a:spcAft>
                      </a:pPr>
                      <a:r>
                        <a:rPr lang="en-US" sz="2400">
                          <a:effectLst/>
                        </a:rPr>
                        <a:t>Hybrid</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rPr>
                        <a:t>More than 2 hours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rPr>
                        <a:t>70, 72, 75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40" dirty="0"/>
              <a:t>Solution:</a:t>
            </a:r>
            <a:endParaRPr lang="en-US" dirty="0"/>
          </a:p>
        </p:txBody>
      </p:sp>
      <p:sp>
        <p:nvSpPr>
          <p:cNvPr id="3" name="Text Placeholder 2"/>
          <p:cNvSpPr>
            <a:spLocks noGrp="1"/>
          </p:cNvSpPr>
          <p:nvPr>
            <p:ph type="body" sz="quarter" idx="13"/>
          </p:nvPr>
        </p:nvSpPr>
        <p:spPr>
          <a:xfrm>
            <a:off x="412751" y="1371600"/>
            <a:ext cx="5289550" cy="6324600"/>
          </a:xfrm>
        </p:spPr>
        <p:txBody>
          <a:bodyPr>
            <a:normAutofit fontScale="70000" lnSpcReduction="20000"/>
          </a:bodyPr>
          <a:lstStyle/>
          <a:p>
            <a:pPr>
              <a:lnSpc>
                <a:spcPct val="150000"/>
              </a:lnSpc>
            </a:pPr>
            <a:r>
              <a:rPr lang="en-US" sz="2900" dirty="0">
                <a:latin typeface="+mn-lt"/>
              </a:rPr>
              <a:t>Calculation of Mean Test Scores:</a:t>
            </a:r>
          </a:p>
          <a:p>
            <a:pPr>
              <a:lnSpc>
                <a:spcPct val="150000"/>
              </a:lnSpc>
              <a:buFont typeface="Wingdings" panose="05000000000000000000" pitchFamily="2" charset="2"/>
              <a:buChar char="Ø"/>
            </a:pPr>
            <a:r>
              <a:rPr lang="en-US" sz="2900" dirty="0">
                <a:latin typeface="+mn-lt"/>
              </a:rPr>
              <a:t>Traditional:</a:t>
            </a:r>
          </a:p>
          <a:p>
            <a:pPr>
              <a:lnSpc>
                <a:spcPct val="150000"/>
              </a:lnSpc>
            </a:pPr>
            <a:r>
              <a:rPr lang="en-US" sz="2900" b="0" dirty="0">
                <a:latin typeface="+mn-lt"/>
              </a:rPr>
              <a:t>Less than 2 hours: (60 + 65 + 70) / 3 = 65                          </a:t>
            </a:r>
            <a:r>
              <a:rPr lang="en-US" sz="2900" dirty="0">
                <a:latin typeface="+mn-lt"/>
              </a:rPr>
              <a:t>Table of Average Test Scores</a:t>
            </a:r>
          </a:p>
          <a:p>
            <a:pPr lvl="0">
              <a:lnSpc>
                <a:spcPct val="150000"/>
              </a:lnSpc>
            </a:pPr>
            <a:r>
              <a:rPr lang="en-US" sz="2900" b="0" dirty="0">
                <a:latin typeface="+mn-lt"/>
              </a:rPr>
              <a:t>More than 2 hours: (68 + 70 + 75) / 3 = 71</a:t>
            </a:r>
          </a:p>
          <a:p>
            <a:pPr>
              <a:lnSpc>
                <a:spcPct val="150000"/>
              </a:lnSpc>
              <a:buFont typeface="Wingdings" panose="05000000000000000000" pitchFamily="2" charset="2"/>
              <a:buChar char="Ø"/>
            </a:pPr>
            <a:r>
              <a:rPr lang="en-US" sz="2900" dirty="0">
                <a:latin typeface="+mn-lt"/>
              </a:rPr>
              <a:t>Online:</a:t>
            </a:r>
          </a:p>
          <a:p>
            <a:pPr lvl="0">
              <a:lnSpc>
                <a:spcPct val="150000"/>
              </a:lnSpc>
            </a:pPr>
            <a:r>
              <a:rPr lang="en-US" sz="2900" b="0" dirty="0">
                <a:latin typeface="+mn-lt"/>
              </a:rPr>
              <a:t>Less than 2 hours: (55 + 58 + 60) / 3 = 57.67</a:t>
            </a:r>
          </a:p>
          <a:p>
            <a:pPr lvl="0">
              <a:lnSpc>
                <a:spcPct val="150000"/>
              </a:lnSpc>
            </a:pPr>
            <a:r>
              <a:rPr lang="en-US" sz="2900" b="0" dirty="0">
                <a:latin typeface="+mn-lt"/>
              </a:rPr>
              <a:t>More than 2 hours: (65 + 67 + 70) / 3 = 67.33</a:t>
            </a:r>
          </a:p>
          <a:p>
            <a:pPr>
              <a:lnSpc>
                <a:spcPct val="150000"/>
              </a:lnSpc>
              <a:buFont typeface="Wingdings" panose="05000000000000000000" pitchFamily="2" charset="2"/>
              <a:buChar char="Ø"/>
            </a:pPr>
            <a:r>
              <a:rPr lang="en-US" sz="2900" dirty="0">
                <a:latin typeface="+mn-lt"/>
              </a:rPr>
              <a:t>Hybrid:</a:t>
            </a:r>
          </a:p>
          <a:p>
            <a:pPr lvl="0">
              <a:lnSpc>
                <a:spcPct val="150000"/>
              </a:lnSpc>
            </a:pPr>
            <a:r>
              <a:rPr lang="en-US" sz="2900" b="0" dirty="0">
                <a:latin typeface="+mn-lt"/>
              </a:rPr>
              <a:t>Less than 2 hours: (62 + 64 + 66) / 3 = 64</a:t>
            </a:r>
          </a:p>
          <a:p>
            <a:pPr lvl="0">
              <a:lnSpc>
                <a:spcPct val="150000"/>
              </a:lnSpc>
            </a:pPr>
            <a:r>
              <a:rPr lang="en-US" sz="2900" b="0" dirty="0">
                <a:latin typeface="+mn-lt"/>
              </a:rPr>
              <a:t>More than 2 hours: (70 + 72 + 75) / 3 = 72.33</a:t>
            </a:r>
          </a:p>
          <a:p>
            <a:pPr lvl="0"/>
            <a:endParaRPr lang="en-US" sz="2000" b="0" dirty="0"/>
          </a:p>
          <a:p>
            <a:endParaRPr lang="en-US" sz="2000" dirty="0"/>
          </a:p>
          <a:p>
            <a:endParaRPr lang="en-US" sz="2000" dirty="0"/>
          </a:p>
        </p:txBody>
      </p:sp>
      <p:graphicFrame>
        <p:nvGraphicFramePr>
          <p:cNvPr id="7" name="Table 6"/>
          <p:cNvGraphicFramePr>
            <a:graphicFrameLocks noGrp="1"/>
          </p:cNvGraphicFramePr>
          <p:nvPr>
            <p:extLst>
              <p:ext uri="{D42A27DB-BD31-4B8C-83A1-F6EECF244321}">
                <p14:modId xmlns:p14="http://schemas.microsoft.com/office/powerpoint/2010/main" val="1135099290"/>
              </p:ext>
            </p:extLst>
          </p:nvPr>
        </p:nvGraphicFramePr>
        <p:xfrm>
          <a:off x="5702300" y="2792036"/>
          <a:ext cx="7512051" cy="2618165"/>
        </p:xfrm>
        <a:graphic>
          <a:graphicData uri="http://schemas.openxmlformats.org/drawingml/2006/table">
            <a:tbl>
              <a:tblPr firstRow="1" firstCol="1" bandRow="1">
                <a:tableStyleId>{5C22544A-7EE6-4342-B048-85BDC9FD1C3A}</a:tableStyleId>
              </a:tblPr>
              <a:tblGrid>
                <a:gridCol w="2504017">
                  <a:extLst>
                    <a:ext uri="{9D8B030D-6E8A-4147-A177-3AD203B41FA5}">
                      <a16:colId xmlns:a16="http://schemas.microsoft.com/office/drawing/2014/main" val="20000"/>
                    </a:ext>
                  </a:extLst>
                </a:gridCol>
                <a:gridCol w="2504017">
                  <a:extLst>
                    <a:ext uri="{9D8B030D-6E8A-4147-A177-3AD203B41FA5}">
                      <a16:colId xmlns:a16="http://schemas.microsoft.com/office/drawing/2014/main" val="20001"/>
                    </a:ext>
                  </a:extLst>
                </a:gridCol>
                <a:gridCol w="2504017">
                  <a:extLst>
                    <a:ext uri="{9D8B030D-6E8A-4147-A177-3AD203B41FA5}">
                      <a16:colId xmlns:a16="http://schemas.microsoft.com/office/drawing/2014/main" val="20002"/>
                    </a:ext>
                  </a:extLst>
                </a:gridCol>
              </a:tblGrid>
              <a:tr h="1048097">
                <a:tc>
                  <a:txBody>
                    <a:bodyPr/>
                    <a:lstStyle/>
                    <a:p>
                      <a:pPr marL="0" marR="0" algn="ctr">
                        <a:lnSpc>
                          <a:spcPct val="107000"/>
                        </a:lnSpc>
                        <a:spcBef>
                          <a:spcPts val="0"/>
                        </a:spcBef>
                        <a:spcAft>
                          <a:spcPts val="800"/>
                        </a:spcAft>
                      </a:pPr>
                      <a:r>
                        <a:rPr lang="en-US" sz="2800" dirty="0">
                          <a:effectLst/>
                        </a:rPr>
                        <a:t>Teaching Method</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800"/>
                        </a:spcAft>
                      </a:pPr>
                      <a:r>
                        <a:rPr lang="en-US" sz="2800" dirty="0">
                          <a:effectLst/>
                        </a:rPr>
                        <a:t>Less than 2 hours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More than 2 hours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0"/>
                  </a:ext>
                </a:extLst>
              </a:tr>
              <a:tr h="523356">
                <a:tc>
                  <a:txBody>
                    <a:bodyPr/>
                    <a:lstStyle/>
                    <a:p>
                      <a:pPr marL="0" marR="0">
                        <a:lnSpc>
                          <a:spcPct val="107000"/>
                        </a:lnSpc>
                        <a:spcBef>
                          <a:spcPts val="0"/>
                        </a:spcBef>
                        <a:spcAft>
                          <a:spcPts val="800"/>
                        </a:spcAft>
                      </a:pPr>
                      <a:r>
                        <a:rPr lang="en-US" sz="2800">
                          <a:effectLst/>
                        </a:rPr>
                        <a:t>Traditional</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2800">
                          <a:effectLst/>
                        </a:rPr>
                        <a:t>65</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2800">
                          <a:effectLst/>
                        </a:rPr>
                        <a:t>71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523356">
                <a:tc>
                  <a:txBody>
                    <a:bodyPr/>
                    <a:lstStyle/>
                    <a:p>
                      <a:pPr marL="0" marR="0">
                        <a:lnSpc>
                          <a:spcPct val="107000"/>
                        </a:lnSpc>
                        <a:spcBef>
                          <a:spcPts val="0"/>
                        </a:spcBef>
                        <a:spcAft>
                          <a:spcPts val="800"/>
                        </a:spcAft>
                      </a:pPr>
                      <a:r>
                        <a:rPr lang="en-US" sz="2800" dirty="0">
                          <a:effectLst/>
                        </a:rPr>
                        <a:t>Online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2800">
                          <a:effectLst/>
                        </a:rPr>
                        <a:t>57.67</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2800">
                          <a:effectLst/>
                        </a:rPr>
                        <a:t>67.33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523356">
                <a:tc>
                  <a:txBody>
                    <a:bodyPr/>
                    <a:lstStyle/>
                    <a:p>
                      <a:pPr marL="0" marR="0">
                        <a:lnSpc>
                          <a:spcPct val="107000"/>
                        </a:lnSpc>
                        <a:spcBef>
                          <a:spcPts val="0"/>
                        </a:spcBef>
                        <a:spcAft>
                          <a:spcPts val="800"/>
                        </a:spcAft>
                      </a:pPr>
                      <a:r>
                        <a:rPr lang="en-US" sz="2800">
                          <a:effectLst/>
                        </a:rPr>
                        <a:t>Hybrid</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2800" dirty="0">
                          <a:effectLst/>
                        </a:rPr>
                        <a:t>64</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2800" dirty="0">
                          <a:effectLst/>
                        </a:rPr>
                        <a:t>72.33</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23468" y="228600"/>
            <a:ext cx="12216130" cy="566822"/>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spc="-40" dirty="0">
                <a:solidFill>
                  <a:schemeClr val="bg1"/>
                </a:solidFill>
                <a:latin typeface="Arial" panose="020B0604020202020204"/>
                <a:cs typeface="Arial" panose="020B0604020202020204"/>
              </a:rPr>
              <a:t>Solution</a:t>
            </a:r>
            <a:r>
              <a:rPr lang="en-US" sz="3600" b="1" spc="-40" dirty="0">
                <a:solidFill>
                  <a:srgbClr val="FF0000"/>
                </a:solidFill>
                <a:latin typeface="Arial" panose="020B0604020202020204"/>
                <a:cs typeface="Arial" panose="020B0604020202020204"/>
              </a:rPr>
              <a:t>:</a:t>
            </a:r>
            <a:endParaRPr sz="3600" dirty="0">
              <a:latin typeface="Arial" panose="020B0604020202020204"/>
              <a:cs typeface="Arial" panose="020B0604020202020204"/>
            </a:endParaRPr>
          </a:p>
        </p:txBody>
      </p:sp>
      <p:sp>
        <p:nvSpPr>
          <p:cNvPr id="16" name="TextBox 15"/>
          <p:cNvSpPr txBox="1"/>
          <p:nvPr/>
        </p:nvSpPr>
        <p:spPr>
          <a:xfrm>
            <a:off x="130775" y="3778648"/>
            <a:ext cx="5527347" cy="461665"/>
          </a:xfrm>
          <a:prstGeom prst="rect">
            <a:avLst/>
          </a:prstGeom>
          <a:noFill/>
        </p:spPr>
        <p:txBody>
          <a:bodyPr wrap="none" rtlCol="0">
            <a:spAutoFit/>
          </a:bodyPr>
          <a:lstStyle/>
          <a:p>
            <a:r>
              <a:rPr lang="en-IN" sz="2400" dirty="0"/>
              <a:t>Step 1: CF= G</a:t>
            </a:r>
            <a:r>
              <a:rPr lang="en-IN" sz="2400" baseline="30000" dirty="0"/>
              <a:t>2</a:t>
            </a:r>
            <a:r>
              <a:rPr lang="en-IN" sz="2400" dirty="0"/>
              <a:t> / n = (397.33)</a:t>
            </a:r>
            <a:r>
              <a:rPr lang="en-IN" sz="2400" baseline="30000" dirty="0"/>
              <a:t>2</a:t>
            </a:r>
            <a:r>
              <a:rPr lang="en-IN" sz="2400" dirty="0"/>
              <a:t> /6 =26311.85</a:t>
            </a:r>
          </a:p>
        </p:txBody>
      </p:sp>
      <mc:AlternateContent xmlns:mc="http://schemas.openxmlformats.org/markup-compatibility/2006" xmlns:a14="http://schemas.microsoft.com/office/drawing/2010/main">
        <mc:Choice Requires="a14">
          <p:sp>
            <p:nvSpPr>
              <p:cNvPr id="17" name="TextBox 16"/>
              <p:cNvSpPr txBox="1"/>
              <p:nvPr/>
            </p:nvSpPr>
            <p:spPr>
              <a:xfrm>
                <a:off x="107046" y="4360299"/>
                <a:ext cx="8060027" cy="523477"/>
              </a:xfrm>
              <a:prstGeom prst="rect">
                <a:avLst/>
              </a:prstGeom>
              <a:noFill/>
            </p:spPr>
            <p:txBody>
              <a:bodyPr wrap="none" rtlCol="0">
                <a:spAutoFit/>
              </a:bodyPr>
              <a:lstStyle/>
              <a:p>
                <a:r>
                  <a:rPr lang="en-IN" sz="2400" dirty="0"/>
                  <a:t>Step 2: SST =</a:t>
                </a:r>
                <a14:m>
                  <m:oMath xmlns:m="http://schemas.openxmlformats.org/officeDocument/2006/math">
                    <m:nary>
                      <m:naryPr>
                        <m:chr m:val="∑"/>
                        <m:subHide m:val="on"/>
                        <m:supHide m:val="on"/>
                        <m:ctrlPr>
                          <a:rPr lang="en-IN" sz="2400" i="1" smtClean="0">
                            <a:latin typeface="Cambria Math" panose="02040503050406030204" pitchFamily="18" charset="0"/>
                          </a:rPr>
                        </m:ctrlPr>
                      </m:naryPr>
                      <m:sub/>
                      <m:sup/>
                      <m:e>
                        <m:nary>
                          <m:naryPr>
                            <m:chr m:val="∑"/>
                            <m:subHide m:val="on"/>
                            <m:supHide m:val="on"/>
                            <m:ctrlPr>
                              <a:rPr lang="en-IN" sz="2400" i="1" smtClean="0">
                                <a:latin typeface="Cambria Math" panose="02040503050406030204" pitchFamily="18" charset="0"/>
                              </a:rPr>
                            </m:ctrlPr>
                          </m:naryPr>
                          <m:sub/>
                          <m:sup/>
                          <m:e>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𝑥</m:t>
                                </m:r>
                              </m:e>
                              <m:sub>
                                <m:r>
                                  <a:rPr lang="en-IN" sz="2400" b="0" i="1" smtClean="0">
                                    <a:latin typeface="Cambria Math" panose="02040503050406030204" pitchFamily="18" charset="0"/>
                                  </a:rPr>
                                  <m:t>𝑖</m:t>
                                </m:r>
                                <m:r>
                                  <a:rPr lang="en-IN" sz="2400" b="0" i="1" smtClean="0">
                                    <a:latin typeface="Cambria Math" panose="02040503050406030204" pitchFamily="18" charset="0"/>
                                  </a:rPr>
                                  <m:t>,</m:t>
                                </m:r>
                                <m:r>
                                  <a:rPr lang="en-IN" sz="2400" b="0" i="1" smtClean="0">
                                    <a:latin typeface="Cambria Math" panose="02040503050406030204" pitchFamily="18" charset="0"/>
                                  </a:rPr>
                                  <m:t>𝑗</m:t>
                                </m:r>
                              </m:sub>
                              <m:sup>
                                <m:r>
                                  <a:rPr lang="en-IN" sz="2400" b="0" i="1" smtClean="0">
                                    <a:latin typeface="Cambria Math" panose="02040503050406030204" pitchFamily="18" charset="0"/>
                                  </a:rPr>
                                  <m:t>2</m:t>
                                </m:r>
                              </m:sup>
                            </m:sSubSup>
                          </m:e>
                        </m:nary>
                        <m:r>
                          <a:rPr lang="en-IN" sz="2400" b="0" i="1" smtClean="0">
                            <a:latin typeface="Cambria Math" panose="02040503050406030204" pitchFamily="18" charset="0"/>
                          </a:rPr>
                          <m:t>−</m:t>
                        </m:r>
                        <m:r>
                          <a:rPr lang="en-IN" sz="2400" b="0" i="1" smtClean="0">
                            <a:latin typeface="Cambria Math" panose="02040503050406030204" pitchFamily="18" charset="0"/>
                          </a:rPr>
                          <m:t>𝐶𝐹</m:t>
                        </m:r>
                        <m:r>
                          <a:rPr lang="en-IN" sz="2400" b="0" i="1" smtClean="0">
                            <a:latin typeface="Cambria Math" panose="02040503050406030204" pitchFamily="18" charset="0"/>
                          </a:rPr>
                          <m:t>=26452.79−26311.85=140.94</m:t>
                        </m:r>
                      </m:e>
                    </m:nary>
                  </m:oMath>
                </a14:m>
                <a:endParaRPr lang="en-IN"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107046" y="4360299"/>
                <a:ext cx="8060027" cy="523477"/>
              </a:xfrm>
              <a:prstGeom prst="rect">
                <a:avLst/>
              </a:prstGeom>
              <a:blipFill rotWithShape="1">
                <a:blip r:embed="rId2"/>
                <a:stretch>
                  <a:fillRect l="-5" t="-74" r="4" b="1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30775" y="4821964"/>
                <a:ext cx="10869258" cy="738087"/>
              </a:xfrm>
              <a:prstGeom prst="rect">
                <a:avLst/>
              </a:prstGeom>
              <a:noFill/>
            </p:spPr>
            <p:txBody>
              <a:bodyPr wrap="none" rtlCol="0">
                <a:spAutoFit/>
              </a:bodyPr>
              <a:lstStyle/>
              <a:p>
                <a:r>
                  <a:rPr lang="en-IN" sz="2400" dirty="0"/>
                  <a:t>Step 3: For column SSTR = </a:t>
                </a:r>
                <a14:m>
                  <m:oMath xmlns:m="http://schemas.openxmlformats.org/officeDocument/2006/math">
                    <m:f>
                      <m:fPr>
                        <m:ctrlPr>
                          <a:rPr lang="en-IN" sz="2400" i="1" smtClean="0">
                            <a:latin typeface="Cambria Math" panose="02040503050406030204" pitchFamily="18" charset="0"/>
                          </a:rPr>
                        </m:ctrlPr>
                      </m:fPr>
                      <m:num>
                        <m:nary>
                          <m:naryPr>
                            <m:chr m:val="∑"/>
                            <m:subHide m:val="on"/>
                            <m:supHide m:val="on"/>
                            <m:ctrlPr>
                              <a:rPr lang="en-IN" sz="2400" i="1" smtClean="0">
                                <a:latin typeface="Cambria Math" panose="02040503050406030204" pitchFamily="18" charset="0"/>
                              </a:rPr>
                            </m:ctrlPr>
                          </m:naryPr>
                          <m:sub/>
                          <m:sup/>
                          <m:e>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𝐶</m:t>
                                </m:r>
                              </m:e>
                              <m:sub>
                                <m:r>
                                  <a:rPr lang="en-IN" sz="2400" b="0" i="1" smtClean="0">
                                    <a:latin typeface="Cambria Math" panose="02040503050406030204" pitchFamily="18" charset="0"/>
                                  </a:rPr>
                                  <m:t>𝑖</m:t>
                                </m:r>
                              </m:sub>
                              <m:sup>
                                <m:r>
                                  <a:rPr lang="en-IN" sz="2400" b="0" i="1" smtClean="0">
                                    <a:latin typeface="Cambria Math" panose="02040503050406030204" pitchFamily="18" charset="0"/>
                                  </a:rPr>
                                  <m:t>2</m:t>
                                </m:r>
                              </m:sup>
                            </m:sSubSup>
                          </m:e>
                        </m:nary>
                      </m:num>
                      <m:den>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𝑛</m:t>
                            </m:r>
                          </m:e>
                          <m:sub>
                            <m:r>
                              <a:rPr lang="en-IN" sz="2400" b="0" i="1" smtClean="0">
                                <a:latin typeface="Cambria Math" panose="02040503050406030204" pitchFamily="18" charset="0"/>
                              </a:rPr>
                              <m:t>𝑖</m:t>
                            </m:r>
                          </m:sub>
                        </m:sSub>
                      </m:den>
                    </m:f>
                    <m:r>
                      <a:rPr lang="en-IN" sz="2400" b="0" i="1" smtClean="0">
                        <a:latin typeface="Cambria Math" panose="02040503050406030204" pitchFamily="18" charset="0"/>
                      </a:rPr>
                      <m:t>−</m:t>
                    </m:r>
                    <m:r>
                      <a:rPr lang="en-IN" sz="2400" b="0" i="1" smtClean="0">
                        <a:latin typeface="Cambria Math" panose="02040503050406030204" pitchFamily="18" charset="0"/>
                      </a:rPr>
                      <m:t>𝐶𝐹</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US" sz="2400" b="0" i="1" smtClean="0">
                                    <a:latin typeface="Cambria Math" panose="02040503050406030204" pitchFamily="18" charset="0"/>
                                  </a:rPr>
                                  <m:t>136</m:t>
                                </m:r>
                              </m:e>
                            </m:d>
                          </m:e>
                          <m:sup>
                            <m:r>
                              <a:rPr lang="en-IN" sz="2400" b="0" i="1" smtClean="0">
                                <a:latin typeface="Cambria Math" panose="02040503050406030204" pitchFamily="18" charset="0"/>
                              </a:rPr>
                              <m:t>2</m:t>
                            </m:r>
                          </m:sup>
                        </m:sSup>
                      </m:num>
                      <m:den>
                        <m:r>
                          <a:rPr lang="en-US" sz="2400" b="0" i="1" smtClean="0">
                            <a:latin typeface="Cambria Math" panose="02040503050406030204" pitchFamily="18" charset="0"/>
                          </a:rPr>
                          <m:t>2</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1</m:t>
                                </m:r>
                                <m:r>
                                  <a:rPr lang="en-US" sz="2400" b="0" i="1" smtClean="0">
                                    <a:latin typeface="Cambria Math" panose="02040503050406030204" pitchFamily="18" charset="0"/>
                                  </a:rPr>
                                  <m:t>2</m:t>
                                </m:r>
                                <m:r>
                                  <a:rPr lang="en-IN" sz="2400" b="0" i="1" smtClean="0">
                                    <a:latin typeface="Cambria Math" panose="02040503050406030204" pitchFamily="18" charset="0"/>
                                  </a:rPr>
                                  <m:t>5</m:t>
                                </m:r>
                              </m:e>
                            </m:d>
                          </m:e>
                          <m:sup>
                            <m:r>
                              <a:rPr lang="en-IN" sz="2400" b="0" i="1" smtClean="0">
                                <a:latin typeface="Cambria Math" panose="02040503050406030204" pitchFamily="18" charset="0"/>
                              </a:rPr>
                              <m:t>2</m:t>
                            </m:r>
                          </m:sup>
                        </m:sSup>
                      </m:num>
                      <m:den>
                        <m:r>
                          <a:rPr lang="en-US" sz="2400" b="0" i="1" smtClean="0">
                            <a:latin typeface="Cambria Math" panose="02040503050406030204" pitchFamily="18" charset="0"/>
                          </a:rPr>
                          <m:t>2</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US" sz="2400" b="0" i="1" smtClean="0">
                                    <a:latin typeface="Cambria Math" panose="02040503050406030204" pitchFamily="18" charset="0"/>
                                  </a:rPr>
                                  <m:t>136.33</m:t>
                                </m:r>
                              </m:e>
                            </m:d>
                          </m:e>
                          <m:sup>
                            <m:r>
                              <a:rPr lang="en-IN" sz="2400" b="0" i="1" smtClean="0">
                                <a:latin typeface="Cambria Math" panose="02040503050406030204" pitchFamily="18" charset="0"/>
                              </a:rPr>
                              <m:t>2</m:t>
                            </m:r>
                          </m:sup>
                        </m:sSup>
                      </m:num>
                      <m:den>
                        <m:r>
                          <a:rPr lang="en-US" sz="2400" b="0" i="1" smtClean="0">
                            <a:latin typeface="Cambria Math" panose="02040503050406030204" pitchFamily="18" charset="0"/>
                          </a:rPr>
                          <m:t>2</m:t>
                        </m:r>
                      </m:den>
                    </m:f>
                    <m:r>
                      <a:rPr lang="en-IN" sz="2400" b="0" i="1" smtClean="0">
                        <a:latin typeface="Cambria Math" panose="02040503050406030204" pitchFamily="18" charset="0"/>
                      </a:rPr>
                      <m:t>−</m:t>
                    </m:r>
                    <m:r>
                      <a:rPr lang="en-US" sz="2400" b="0" i="1" smtClean="0">
                        <a:latin typeface="Cambria Math" panose="02040503050406030204" pitchFamily="18" charset="0"/>
                      </a:rPr>
                      <m:t>26311.85</m:t>
                    </m:r>
                    <m:r>
                      <a:rPr lang="en-IN" sz="2400" b="0" i="1" smtClean="0">
                        <a:latin typeface="Cambria Math" panose="02040503050406030204" pitchFamily="18" charset="0"/>
                      </a:rPr>
                      <m:t>=</m:t>
                    </m:r>
                  </m:oMath>
                </a14:m>
                <a:r>
                  <a:rPr lang="en-IN" sz="2400" dirty="0"/>
                  <a:t>41.58</a:t>
                </a:r>
              </a:p>
            </p:txBody>
          </p:sp>
        </mc:Choice>
        <mc:Fallback xmlns="">
          <p:sp>
            <p:nvSpPr>
              <p:cNvPr id="18" name="TextBox 17"/>
              <p:cNvSpPr txBox="1">
                <a:spLocks noRot="1" noChangeAspect="1" noMove="1" noResize="1" noEditPoints="1" noAdjustHandles="1" noChangeArrowheads="1" noChangeShapeType="1" noTextEdit="1"/>
              </p:cNvSpPr>
              <p:nvPr/>
            </p:nvSpPr>
            <p:spPr>
              <a:xfrm>
                <a:off x="130775" y="4821964"/>
                <a:ext cx="10869258" cy="738087"/>
              </a:xfrm>
              <a:prstGeom prst="rect">
                <a:avLst/>
              </a:prstGeom>
              <a:blipFill rotWithShape="1">
                <a:blip r:embed="rId3"/>
                <a:stretch>
                  <a:fillRect l="-6" t="-55" r="5" b="8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42472" y="6213453"/>
                <a:ext cx="8713154" cy="461665"/>
              </a:xfrm>
              <a:prstGeom prst="rect">
                <a:avLst/>
              </a:prstGeom>
              <a:noFill/>
            </p:spPr>
            <p:txBody>
              <a:bodyPr wrap="none" rtlCol="0">
                <a:spAutoFit/>
              </a:bodyPr>
              <a:lstStyle/>
              <a:p>
                <a:r>
                  <a:rPr lang="en-IN" sz="2400" dirty="0">
                    <a:solidFill>
                      <a:srgbClr val="0070C0"/>
                    </a:solidFill>
                  </a:rPr>
                  <a:t>Step 5: SSE =</a:t>
                </a:r>
                <a14:m>
                  <m:oMath xmlns:m="http://schemas.openxmlformats.org/officeDocument/2006/math">
                    <m:r>
                      <m:rPr>
                        <m:sty m:val="p"/>
                      </m:rPr>
                      <a:rPr lang="en-IN" sz="2400" b="0" i="0" smtClean="0">
                        <a:solidFill>
                          <a:srgbClr val="0070C0"/>
                        </a:solidFill>
                        <a:latin typeface="Cambria Math" panose="02040503050406030204" pitchFamily="18" charset="0"/>
                      </a:rPr>
                      <m:t>SS</m:t>
                    </m:r>
                    <m:r>
                      <m:rPr>
                        <m:sty m:val="p"/>
                      </m:rPr>
                      <a:rPr lang="en-US" sz="2400" b="0" i="0" smtClean="0">
                        <a:solidFill>
                          <a:srgbClr val="0070C0"/>
                        </a:solidFill>
                        <a:latin typeface="Cambria Math" panose="02040503050406030204" pitchFamily="18" charset="0"/>
                      </a:rPr>
                      <m:t>T</m:t>
                    </m:r>
                    <m:r>
                      <a:rPr lang="en-IN" sz="2400" b="0" i="0" smtClean="0">
                        <a:solidFill>
                          <a:srgbClr val="0070C0"/>
                        </a:solidFill>
                        <a:latin typeface="Cambria Math" panose="02040503050406030204" pitchFamily="18" charset="0"/>
                      </a:rPr>
                      <m:t>−</m:t>
                    </m:r>
                    <m:r>
                      <m:rPr>
                        <m:sty m:val="p"/>
                      </m:rPr>
                      <a:rPr lang="en-US" sz="2400" b="0" i="0" smtClean="0">
                        <a:solidFill>
                          <a:srgbClr val="0070C0"/>
                        </a:solidFill>
                        <a:latin typeface="Cambria Math" panose="02040503050406030204" pitchFamily="18" charset="0"/>
                      </a:rPr>
                      <m:t>SSTR</m:t>
                    </m:r>
                    <m:r>
                      <a:rPr lang="en-IN" sz="2400" b="0" i="0" smtClean="0">
                        <a:solidFill>
                          <a:srgbClr val="0070C0"/>
                        </a:solidFill>
                        <a:latin typeface="Cambria Math" panose="02040503050406030204" pitchFamily="18" charset="0"/>
                      </a:rPr>
                      <m:t>−</m:t>
                    </m:r>
                    <m:r>
                      <m:rPr>
                        <m:sty m:val="p"/>
                      </m:rPr>
                      <a:rPr lang="en-US" sz="2400" b="0" i="0" smtClean="0">
                        <a:solidFill>
                          <a:srgbClr val="0070C0"/>
                        </a:solidFill>
                        <a:latin typeface="Cambria Math" panose="02040503050406030204" pitchFamily="18" charset="0"/>
                      </a:rPr>
                      <m:t>SSBL</m:t>
                    </m:r>
                    <m:r>
                      <a:rPr lang="en-IN" sz="2400" b="0" i="1" smtClean="0">
                        <a:solidFill>
                          <a:srgbClr val="0070C0"/>
                        </a:solidFill>
                        <a:latin typeface="Cambria Math" panose="02040503050406030204" pitchFamily="18" charset="0"/>
                      </a:rPr>
                      <m:t>=</m:t>
                    </m:r>
                    <m:r>
                      <a:rPr lang="en-US" sz="2400" b="0" i="1" smtClean="0">
                        <a:solidFill>
                          <a:srgbClr val="0070C0"/>
                        </a:solidFill>
                        <a:latin typeface="Cambria Math" panose="02040503050406030204" pitchFamily="18" charset="0"/>
                      </a:rPr>
                      <m:t>140.94</m:t>
                    </m:r>
                    <m:r>
                      <a:rPr lang="en-IN" sz="2400" b="0" i="1" smtClean="0">
                        <a:solidFill>
                          <a:srgbClr val="0070C0"/>
                        </a:solidFill>
                        <a:latin typeface="Cambria Math" panose="02040503050406030204" pitchFamily="18" charset="0"/>
                      </a:rPr>
                      <m:t>−</m:t>
                    </m:r>
                    <m:r>
                      <a:rPr lang="en-US" sz="2400" b="0" i="1" smtClean="0">
                        <a:solidFill>
                          <a:srgbClr val="0070C0"/>
                        </a:solidFill>
                        <a:latin typeface="Cambria Math" panose="02040503050406030204" pitchFamily="18" charset="0"/>
                      </a:rPr>
                      <m:t>41.58</m:t>
                    </m:r>
                    <m:r>
                      <a:rPr lang="en-IN" sz="2400" b="0" i="1" smtClean="0">
                        <a:solidFill>
                          <a:srgbClr val="0070C0"/>
                        </a:solidFill>
                        <a:latin typeface="Cambria Math" panose="02040503050406030204" pitchFamily="18" charset="0"/>
                      </a:rPr>
                      <m:t>−</m:t>
                    </m:r>
                    <m:r>
                      <a:rPr lang="en-US" sz="2400" b="0" i="1" smtClean="0">
                        <a:solidFill>
                          <a:srgbClr val="0070C0"/>
                        </a:solidFill>
                        <a:latin typeface="Cambria Math" panose="02040503050406030204" pitchFamily="18" charset="0"/>
                      </a:rPr>
                      <m:t>95.92</m:t>
                    </m:r>
                    <m:r>
                      <a:rPr lang="en-IN" sz="2400" b="0" i="1" smtClean="0">
                        <a:solidFill>
                          <a:srgbClr val="0070C0"/>
                        </a:solidFill>
                        <a:latin typeface="Cambria Math" panose="02040503050406030204" pitchFamily="18" charset="0"/>
                      </a:rPr>
                      <m:t>=</m:t>
                    </m:r>
                  </m:oMath>
                </a14:m>
                <a:r>
                  <a:rPr lang="en-IN" sz="2400" dirty="0">
                    <a:solidFill>
                      <a:srgbClr val="0070C0"/>
                    </a:solidFill>
                  </a:rPr>
                  <a:t>3.44</a:t>
                </a:r>
              </a:p>
            </p:txBody>
          </p:sp>
        </mc:Choice>
        <mc:Fallback xmlns="">
          <p:sp>
            <p:nvSpPr>
              <p:cNvPr id="19" name="TextBox 18"/>
              <p:cNvSpPr txBox="1">
                <a:spLocks noRot="1" noChangeAspect="1" noMove="1" noResize="1" noEditPoints="1" noAdjustHandles="1" noChangeArrowheads="1" noChangeShapeType="1" noTextEdit="1"/>
              </p:cNvSpPr>
              <p:nvPr/>
            </p:nvSpPr>
            <p:spPr>
              <a:xfrm>
                <a:off x="142472" y="6213453"/>
                <a:ext cx="8713154" cy="461665"/>
              </a:xfrm>
              <a:prstGeom prst="rect">
                <a:avLst/>
              </a:prstGeom>
              <a:blipFill rotWithShape="1">
                <a:blip r:embed="rId4"/>
                <a:stretch>
                  <a:fillRect l="-3" t="-133" r="6" b="137"/>
                </a:stretch>
              </a:blipFill>
            </p:spPr>
            <p:txBody>
              <a:bodyPr/>
              <a:lstStyle/>
              <a:p>
                <a:r>
                  <a:rPr lang="en-US" altLang="en-US">
                    <a:noFill/>
                  </a:rPr>
                  <a:t> </a:t>
                </a:r>
              </a:p>
            </p:txBody>
          </p:sp>
        </mc:Fallback>
      </mc:AlternateContent>
      <p:sp>
        <p:nvSpPr>
          <p:cNvPr id="20" name="TextBox 19"/>
          <p:cNvSpPr txBox="1"/>
          <p:nvPr/>
        </p:nvSpPr>
        <p:spPr>
          <a:xfrm>
            <a:off x="193668" y="6866855"/>
            <a:ext cx="2759986" cy="461665"/>
          </a:xfrm>
          <a:prstGeom prst="rect">
            <a:avLst/>
          </a:prstGeom>
          <a:noFill/>
        </p:spPr>
        <p:txBody>
          <a:bodyPr wrap="none" rtlCol="0">
            <a:spAutoFit/>
          </a:bodyPr>
          <a:lstStyle/>
          <a:p>
            <a:r>
              <a:rPr lang="en-IN" sz="2400" dirty="0">
                <a:solidFill>
                  <a:srgbClr val="0070C0"/>
                </a:solidFill>
              </a:rPr>
              <a:t>Step 6: ANOVA Table</a:t>
            </a:r>
          </a:p>
        </p:txBody>
      </p:sp>
      <p:graphicFrame>
        <p:nvGraphicFramePr>
          <p:cNvPr id="21" name="object 2"/>
          <p:cNvGraphicFramePr>
            <a:graphicFrameLocks noGrp="1"/>
          </p:cNvGraphicFramePr>
          <p:nvPr/>
        </p:nvGraphicFramePr>
        <p:xfrm>
          <a:off x="193668" y="1172307"/>
          <a:ext cx="11281665" cy="2370201"/>
        </p:xfrm>
        <a:graphic>
          <a:graphicData uri="http://schemas.openxmlformats.org/drawingml/2006/table">
            <a:tbl>
              <a:tblPr firstRow="1" bandRow="1">
                <a:tableStyleId>{2D5ABB26-0587-4C30-8999-92F81FD0307C}</a:tableStyleId>
              </a:tblPr>
              <a:tblGrid>
                <a:gridCol w="4187508">
                  <a:extLst>
                    <a:ext uri="{9D8B030D-6E8A-4147-A177-3AD203B41FA5}">
                      <a16:colId xmlns:a16="http://schemas.microsoft.com/office/drawing/2014/main" val="20000"/>
                    </a:ext>
                  </a:extLst>
                </a:gridCol>
                <a:gridCol w="1512252">
                  <a:extLst>
                    <a:ext uri="{9D8B030D-6E8A-4147-A177-3AD203B41FA5}">
                      <a16:colId xmlns:a16="http://schemas.microsoft.com/office/drawing/2014/main" val="20001"/>
                    </a:ext>
                  </a:extLst>
                </a:gridCol>
                <a:gridCol w="1860635">
                  <a:extLst>
                    <a:ext uri="{9D8B030D-6E8A-4147-A177-3AD203B41FA5}">
                      <a16:colId xmlns:a16="http://schemas.microsoft.com/office/drawing/2014/main" val="20002"/>
                    </a:ext>
                  </a:extLst>
                </a:gridCol>
                <a:gridCol w="1860635">
                  <a:extLst>
                    <a:ext uri="{9D8B030D-6E8A-4147-A177-3AD203B41FA5}">
                      <a16:colId xmlns:a16="http://schemas.microsoft.com/office/drawing/2014/main" val="20003"/>
                    </a:ext>
                  </a:extLst>
                </a:gridCol>
                <a:gridCol w="1860635">
                  <a:extLst>
                    <a:ext uri="{9D8B030D-6E8A-4147-A177-3AD203B41FA5}">
                      <a16:colId xmlns:a16="http://schemas.microsoft.com/office/drawing/2014/main" val="20004"/>
                    </a:ext>
                  </a:extLst>
                </a:gridCol>
              </a:tblGrid>
              <a:tr h="890270">
                <a:tc>
                  <a:txBody>
                    <a:bodyPr/>
                    <a:lstStyle/>
                    <a:p>
                      <a:pPr marL="1270" algn="ctr">
                        <a:lnSpc>
                          <a:spcPts val="3690"/>
                        </a:lnSpc>
                      </a:pPr>
                      <a:r>
                        <a:rPr lang="en-IN" sz="2400" dirty="0">
                          <a:latin typeface="Arial" panose="020B0604020202020204"/>
                          <a:cs typeface="Arial" panose="020B0604020202020204"/>
                        </a:rPr>
                        <a:t>Teaching Method(Treatments)</a:t>
                      </a:r>
                    </a:p>
                    <a:p>
                      <a:pPr marL="1270" algn="ctr">
                        <a:lnSpc>
                          <a:spcPts val="3690"/>
                        </a:lnSpc>
                      </a:pPr>
                      <a:r>
                        <a:rPr lang="en-IN" sz="2400" dirty="0">
                          <a:latin typeface="Arial" panose="020B0604020202020204"/>
                          <a:cs typeface="Arial" panose="020B0604020202020204"/>
                        </a:rPr>
                        <a:t>Study Time(Blocks)</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3690"/>
                        </a:lnSpc>
                      </a:pPr>
                      <a:r>
                        <a:rPr lang="en-IN" sz="2400" dirty="0">
                          <a:latin typeface="Arial" panose="020B0604020202020204"/>
                          <a:cs typeface="Arial" panose="020B0604020202020204"/>
                        </a:rPr>
                        <a:t>Traditional</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3690"/>
                        </a:lnSpc>
                      </a:pPr>
                      <a:r>
                        <a:rPr lang="en-IN" sz="2400" dirty="0">
                          <a:latin typeface="Arial" panose="020B0604020202020204"/>
                          <a:cs typeface="Arial" panose="020B0604020202020204"/>
                        </a:rPr>
                        <a:t>Online</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3175" algn="ctr">
                        <a:lnSpc>
                          <a:spcPts val="3690"/>
                        </a:lnSpc>
                      </a:pPr>
                      <a:r>
                        <a:rPr lang="en-US" sz="2400" dirty="0">
                          <a:latin typeface="Arial" panose="020B0604020202020204"/>
                          <a:cs typeface="Arial" panose="020B0604020202020204"/>
                        </a:rPr>
                        <a:t>Hybrid</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3175" algn="ctr">
                        <a:lnSpc>
                          <a:spcPts val="3690"/>
                        </a:lnSpc>
                      </a:pPr>
                      <a:r>
                        <a:rPr lang="en-IN" sz="2400" dirty="0">
                          <a:latin typeface="Arial" panose="020B0604020202020204"/>
                          <a:cs typeface="Arial" panose="020B0604020202020204"/>
                        </a:rPr>
                        <a:t>Total</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a:solidFill>
                        <a:srgbClr val="000000"/>
                      </a:solidFill>
                      <a:prstDash val="soli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2760">
                <a:tc>
                  <a:txBody>
                    <a:bodyPr/>
                    <a:lstStyle/>
                    <a:p>
                      <a:pPr marL="1905" algn="ctr">
                        <a:lnSpc>
                          <a:spcPts val="3685"/>
                        </a:lnSpc>
                      </a:pPr>
                      <a:r>
                        <a:rPr lang="en-US" sz="2400" dirty="0">
                          <a:latin typeface="Arial" panose="020B0604020202020204"/>
                          <a:cs typeface="Arial" panose="020B0604020202020204"/>
                        </a:rPr>
                        <a:t>Less than 2 hours</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85"/>
                        </a:lnSpc>
                      </a:pPr>
                      <a:r>
                        <a:rPr lang="en-US" sz="2400" dirty="0">
                          <a:latin typeface="Arial" panose="020B0604020202020204"/>
                          <a:cs typeface="Arial" panose="020B0604020202020204"/>
                        </a:rPr>
                        <a:t>65</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85"/>
                        </a:lnSpc>
                      </a:pPr>
                      <a:r>
                        <a:rPr lang="en-US" sz="2400" dirty="0">
                          <a:latin typeface="Arial" panose="020B0604020202020204"/>
                          <a:cs typeface="Arial" panose="020B0604020202020204"/>
                        </a:rPr>
                        <a:t>57.67</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85"/>
                        </a:lnSpc>
                      </a:pPr>
                      <a:r>
                        <a:rPr lang="en-US" sz="2400" dirty="0">
                          <a:latin typeface="Arial" panose="020B0604020202020204"/>
                          <a:cs typeface="Arial" panose="020B0604020202020204"/>
                        </a:rPr>
                        <a:t>64</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85"/>
                        </a:lnSpc>
                      </a:pPr>
                      <a:r>
                        <a:rPr lang="en-US" sz="2400" dirty="0">
                          <a:latin typeface="Arial" panose="020B0604020202020204"/>
                          <a:cs typeface="Arial" panose="020B0604020202020204"/>
                        </a:rPr>
                        <a:t>186.67</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2887">
                <a:tc>
                  <a:txBody>
                    <a:bodyPr/>
                    <a:lstStyle/>
                    <a:p>
                      <a:pPr algn="ctr">
                        <a:lnSpc>
                          <a:spcPts val="3690"/>
                        </a:lnSpc>
                      </a:pPr>
                      <a:r>
                        <a:rPr lang="en-US" sz="2400" dirty="0">
                          <a:latin typeface="Arial" panose="020B0604020202020204"/>
                          <a:cs typeface="Arial" panose="020B0604020202020204"/>
                        </a:rPr>
                        <a:t>More than 2 hours</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3690"/>
                        </a:lnSpc>
                      </a:pPr>
                      <a:r>
                        <a:rPr lang="en-US" sz="2400" dirty="0">
                          <a:latin typeface="Arial" panose="020B0604020202020204"/>
                          <a:cs typeface="Arial" panose="020B0604020202020204"/>
                        </a:rPr>
                        <a:t>71</a:t>
                      </a:r>
                      <a:endParaRPr sz="2400" dirty="0">
                        <a:latin typeface="Arial" panose="020B0604020202020204"/>
                        <a:cs typeface="Arial"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ts val="3690"/>
                        </a:lnSpc>
                      </a:pPr>
                      <a:r>
                        <a:rPr lang="en-US" sz="2400" dirty="0">
                          <a:latin typeface="Arial" panose="020B0604020202020204"/>
                          <a:cs typeface="Arial" panose="020B0604020202020204"/>
                        </a:rPr>
                        <a:t>67.33</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a:solidFill>
                        <a:srgbClr val="000000"/>
                      </a:solidFill>
                      <a:prstDash val="solid"/>
                    </a:lnT>
                    <a:lnB w="6350">
                      <a:solidFill>
                        <a:srgbClr val="000000"/>
                      </a:solidFill>
                      <a:prstDash val="solid"/>
                    </a:lnB>
                  </a:tcPr>
                </a:tc>
                <a:tc>
                  <a:txBody>
                    <a:bodyPr/>
                    <a:lstStyle/>
                    <a:p>
                      <a:pPr marL="1905" algn="ctr">
                        <a:lnSpc>
                          <a:spcPts val="3690"/>
                        </a:lnSpc>
                      </a:pPr>
                      <a:r>
                        <a:rPr lang="en-US" sz="2400" dirty="0">
                          <a:latin typeface="Arial" panose="020B0604020202020204"/>
                          <a:cs typeface="Arial" panose="020B0604020202020204"/>
                        </a:rPr>
                        <a:t>72.33</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US" sz="2400" dirty="0">
                          <a:latin typeface="Arial" panose="020B0604020202020204"/>
                          <a:cs typeface="Arial" panose="020B0604020202020204"/>
                        </a:rPr>
                        <a:t>210.66</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2887">
                <a:tc>
                  <a:txBody>
                    <a:bodyPr/>
                    <a:lstStyle/>
                    <a:p>
                      <a:pPr algn="ctr">
                        <a:lnSpc>
                          <a:spcPts val="3690"/>
                        </a:lnSpc>
                      </a:pPr>
                      <a:r>
                        <a:rPr lang="en-US" sz="2400" dirty="0">
                          <a:latin typeface="Arial" panose="020B0604020202020204"/>
                          <a:cs typeface="Arial" panose="020B0604020202020204"/>
                        </a:rPr>
                        <a:t>Total</a:t>
                      </a:r>
                      <a:endParaRPr sz="2400" dirty="0">
                        <a:latin typeface="Arial" panose="020B0604020202020204"/>
                        <a:cs typeface="Arial" panose="020B0604020202020204"/>
                      </a:endParaRPr>
                    </a:p>
                  </a:txBody>
                  <a:tcPr marL="0" marR="0" marT="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marL="1270" algn="ctr">
                        <a:lnSpc>
                          <a:spcPts val="3690"/>
                        </a:lnSpc>
                      </a:pPr>
                      <a:r>
                        <a:rPr lang="en-US" sz="2400" dirty="0">
                          <a:latin typeface="Arial" panose="020B0604020202020204"/>
                          <a:cs typeface="Arial" panose="020B0604020202020204"/>
                        </a:rPr>
                        <a:t>136</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marL="1905" algn="ctr">
                        <a:lnSpc>
                          <a:spcPts val="3690"/>
                        </a:lnSpc>
                      </a:pPr>
                      <a:r>
                        <a:rPr lang="en-US" sz="2400" dirty="0">
                          <a:latin typeface="Arial" panose="020B0604020202020204"/>
                          <a:cs typeface="Arial" panose="020B0604020202020204"/>
                        </a:rPr>
                        <a:t>125</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marL="1905" algn="ctr">
                        <a:lnSpc>
                          <a:spcPts val="3690"/>
                        </a:lnSpc>
                      </a:pPr>
                      <a:r>
                        <a:rPr lang="en-US" sz="2400" dirty="0">
                          <a:latin typeface="Arial" panose="020B0604020202020204"/>
                          <a:cs typeface="Arial" panose="020B0604020202020204"/>
                        </a:rPr>
                        <a:t>136.33</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905" algn="ctr">
                        <a:lnSpc>
                          <a:spcPts val="3690"/>
                        </a:lnSpc>
                      </a:pPr>
                      <a:r>
                        <a:rPr lang="en-IN" sz="2400" dirty="0">
                          <a:latin typeface="Arial" panose="020B0604020202020204"/>
                          <a:cs typeface="Arial" panose="020B0604020202020204"/>
                        </a:rPr>
                        <a:t>G=397.33</a:t>
                      </a:r>
                      <a:endParaRPr sz="2400" dirty="0">
                        <a:latin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22" name="TextBox 21"/>
              <p:cNvSpPr txBox="1"/>
              <p:nvPr/>
            </p:nvSpPr>
            <p:spPr>
              <a:xfrm>
                <a:off x="102701" y="5438241"/>
                <a:ext cx="9778511" cy="775212"/>
              </a:xfrm>
              <a:prstGeom prst="rect">
                <a:avLst/>
              </a:prstGeom>
              <a:noFill/>
            </p:spPr>
            <p:txBody>
              <a:bodyPr wrap="none" rtlCol="0">
                <a:spAutoFit/>
              </a:bodyPr>
              <a:lstStyle/>
              <a:p>
                <a:r>
                  <a:rPr lang="en-IN" sz="2400" dirty="0"/>
                  <a:t>Step 4: For row SSBL = </a:t>
                </a:r>
                <a14:m>
                  <m:oMath xmlns:m="http://schemas.openxmlformats.org/officeDocument/2006/math">
                    <m:f>
                      <m:fPr>
                        <m:ctrlPr>
                          <a:rPr lang="en-IN" sz="2400" i="1" smtClean="0">
                            <a:latin typeface="Cambria Math" panose="02040503050406030204" pitchFamily="18" charset="0"/>
                          </a:rPr>
                        </m:ctrlPr>
                      </m:fPr>
                      <m:num>
                        <m:nary>
                          <m:naryPr>
                            <m:chr m:val="∑"/>
                            <m:subHide m:val="on"/>
                            <m:supHide m:val="on"/>
                            <m:ctrlPr>
                              <a:rPr lang="en-IN" sz="2400" i="1" smtClean="0">
                                <a:latin typeface="Cambria Math" panose="02040503050406030204" pitchFamily="18" charset="0"/>
                              </a:rPr>
                            </m:ctrlPr>
                          </m:naryPr>
                          <m:sub/>
                          <m:sup/>
                          <m:e>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𝑅</m:t>
                                </m:r>
                              </m:e>
                              <m:sub>
                                <m:r>
                                  <a:rPr lang="en-IN" sz="2400" b="0" i="1" smtClean="0">
                                    <a:latin typeface="Cambria Math" panose="02040503050406030204" pitchFamily="18" charset="0"/>
                                  </a:rPr>
                                  <m:t>𝑖</m:t>
                                </m:r>
                              </m:sub>
                              <m:sup>
                                <m:r>
                                  <a:rPr lang="en-IN" sz="2400" b="0" i="1" smtClean="0">
                                    <a:latin typeface="Cambria Math" panose="02040503050406030204" pitchFamily="18" charset="0"/>
                                  </a:rPr>
                                  <m:t>2</m:t>
                                </m:r>
                              </m:sup>
                            </m:sSubSup>
                          </m:e>
                        </m:nary>
                      </m:num>
                      <m:den>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𝑛</m:t>
                            </m:r>
                          </m:e>
                          <m:sub>
                            <m:r>
                              <a:rPr lang="en-US" sz="2400" b="0" i="1" smtClean="0">
                                <a:latin typeface="Cambria Math" panose="02040503050406030204" pitchFamily="18" charset="0"/>
                              </a:rPr>
                              <m:t>𝑗</m:t>
                            </m:r>
                          </m:sub>
                        </m:sSub>
                      </m:den>
                    </m:f>
                    <m:r>
                      <a:rPr lang="en-IN" sz="2400" b="0" i="1" smtClean="0">
                        <a:latin typeface="Cambria Math" panose="02040503050406030204" pitchFamily="18" charset="0"/>
                      </a:rPr>
                      <m:t>−</m:t>
                    </m:r>
                    <m:r>
                      <a:rPr lang="en-IN" sz="2400" b="0" i="1" smtClean="0">
                        <a:latin typeface="Cambria Math" panose="02040503050406030204" pitchFamily="18" charset="0"/>
                      </a:rPr>
                      <m:t>𝐶𝐹</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US" sz="2400" b="0" i="1" smtClean="0">
                                    <a:latin typeface="Cambria Math" panose="02040503050406030204" pitchFamily="18" charset="0"/>
                                  </a:rPr>
                                  <m:t>186.67</m:t>
                                </m:r>
                              </m:e>
                            </m:d>
                          </m:e>
                          <m:sup>
                            <m:r>
                              <a:rPr lang="en-IN" sz="2400" b="0" i="1" smtClean="0">
                                <a:latin typeface="Cambria Math" panose="02040503050406030204" pitchFamily="18" charset="0"/>
                              </a:rPr>
                              <m:t>2</m:t>
                            </m:r>
                          </m:sup>
                        </m:sSup>
                      </m:num>
                      <m:den>
                        <m:r>
                          <a:rPr lang="en-US" sz="2400" b="0" i="1" smtClean="0">
                            <a:latin typeface="Cambria Math" panose="02040503050406030204" pitchFamily="18" charset="0"/>
                          </a:rPr>
                          <m:t>3</m:t>
                        </m:r>
                      </m:den>
                    </m:f>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r>
                                  <a:rPr lang="en-US" sz="2400" b="0" i="1" smtClean="0">
                                    <a:latin typeface="Cambria Math" panose="02040503050406030204" pitchFamily="18" charset="0"/>
                                  </a:rPr>
                                  <m:t>210.66</m:t>
                                </m:r>
                              </m:e>
                            </m:d>
                          </m:e>
                          <m:sup>
                            <m:r>
                              <a:rPr lang="en-IN" sz="2400" b="0" i="1" smtClean="0">
                                <a:latin typeface="Cambria Math" panose="02040503050406030204" pitchFamily="18" charset="0"/>
                              </a:rPr>
                              <m:t>2</m:t>
                            </m:r>
                          </m:sup>
                        </m:sSup>
                      </m:num>
                      <m:den>
                        <m:r>
                          <a:rPr lang="en-US" sz="2400" b="0" i="1" smtClean="0">
                            <a:latin typeface="Cambria Math" panose="02040503050406030204" pitchFamily="18" charset="0"/>
                          </a:rPr>
                          <m:t>3</m:t>
                        </m:r>
                      </m:den>
                    </m:f>
                    <m:r>
                      <a:rPr lang="en-IN" sz="2400" b="0" i="1" smtClean="0">
                        <a:latin typeface="Cambria Math" panose="02040503050406030204" pitchFamily="18" charset="0"/>
                      </a:rPr>
                      <m:t>−</m:t>
                    </m:r>
                    <m:r>
                      <a:rPr lang="en-US" sz="2400" b="0" i="1" smtClean="0">
                        <a:latin typeface="Cambria Math" panose="02040503050406030204" pitchFamily="18" charset="0"/>
                      </a:rPr>
                      <m:t>26311.85</m:t>
                    </m:r>
                    <m:r>
                      <a:rPr lang="en-IN" sz="2400" b="0" i="1" smtClean="0">
                        <a:latin typeface="Cambria Math" panose="02040503050406030204" pitchFamily="18" charset="0"/>
                      </a:rPr>
                      <m:t>=</m:t>
                    </m:r>
                    <m:r>
                      <a:rPr lang="en-US" sz="2400" b="0" i="0" smtClean="0">
                        <a:latin typeface="Cambria Math" panose="02040503050406030204" pitchFamily="18" charset="0"/>
                      </a:rPr>
                      <m:t>95.92</m:t>
                    </m:r>
                  </m:oMath>
                </a14:m>
                <a:endParaRPr lang="en-IN"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102701" y="5438241"/>
                <a:ext cx="9778511" cy="775212"/>
              </a:xfrm>
              <a:prstGeom prst="rect">
                <a:avLst/>
              </a:prstGeom>
              <a:blipFill rotWithShape="1">
                <a:blip r:embed="rId5"/>
                <a:stretch>
                  <a:fillRect l="-5" t="-13" r="6" b="79"/>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89993" y="1249960"/>
          <a:ext cx="13449172" cy="5621559"/>
        </p:xfrm>
        <a:graphic>
          <a:graphicData uri="http://schemas.openxmlformats.org/drawingml/2006/table">
            <a:tbl>
              <a:tblPr firstRow="1" bandRow="1">
                <a:tableStyleId>{2D5ABB26-0587-4C30-8999-92F81FD0307C}</a:tableStyleId>
              </a:tblPr>
              <a:tblGrid>
                <a:gridCol w="3645720">
                  <a:extLst>
                    <a:ext uri="{9D8B030D-6E8A-4147-A177-3AD203B41FA5}">
                      <a16:colId xmlns:a16="http://schemas.microsoft.com/office/drawing/2014/main" val="20000"/>
                    </a:ext>
                  </a:extLst>
                </a:gridCol>
                <a:gridCol w="1435251">
                  <a:extLst>
                    <a:ext uri="{9D8B030D-6E8A-4147-A177-3AD203B41FA5}">
                      <a16:colId xmlns:a16="http://schemas.microsoft.com/office/drawing/2014/main" val="20001"/>
                    </a:ext>
                  </a:extLst>
                </a:gridCol>
                <a:gridCol w="2186525">
                  <a:extLst>
                    <a:ext uri="{9D8B030D-6E8A-4147-A177-3AD203B41FA5}">
                      <a16:colId xmlns:a16="http://schemas.microsoft.com/office/drawing/2014/main" val="20002"/>
                    </a:ext>
                  </a:extLst>
                </a:gridCol>
                <a:gridCol w="3369411">
                  <a:extLst>
                    <a:ext uri="{9D8B030D-6E8A-4147-A177-3AD203B41FA5}">
                      <a16:colId xmlns:a16="http://schemas.microsoft.com/office/drawing/2014/main" val="20003"/>
                    </a:ext>
                  </a:extLst>
                </a:gridCol>
                <a:gridCol w="2812265">
                  <a:extLst>
                    <a:ext uri="{9D8B030D-6E8A-4147-A177-3AD203B41FA5}">
                      <a16:colId xmlns:a16="http://schemas.microsoft.com/office/drawing/2014/main" val="20004"/>
                    </a:ext>
                  </a:extLst>
                </a:gridCol>
              </a:tblGrid>
              <a:tr h="1045745">
                <a:tc>
                  <a:txBody>
                    <a:bodyPr/>
                    <a:lstStyle/>
                    <a:p>
                      <a:pPr marL="836930" marR="725170" indent="-102870">
                        <a:lnSpc>
                          <a:spcPts val="4320"/>
                        </a:lnSpc>
                      </a:pPr>
                      <a:r>
                        <a:rPr sz="3600" b="1" spc="-5" dirty="0">
                          <a:latin typeface="Arial" panose="020B0604020202020204"/>
                          <a:cs typeface="Arial" panose="020B0604020202020204"/>
                        </a:rPr>
                        <a:t>Source</a:t>
                      </a:r>
                      <a:r>
                        <a:rPr sz="3600" b="1" spc="-6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dirty="0">
                          <a:latin typeface="Arial" panose="020B0604020202020204"/>
                          <a:cs typeface="Arial" panose="020B0604020202020204"/>
                        </a:rPr>
                        <a:t>variation</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030"/>
                        </a:spcBef>
                      </a:pPr>
                      <a:r>
                        <a:rPr sz="3600" b="1" spc="-10" dirty="0">
                          <a:latin typeface="Arial" panose="020B0604020202020204"/>
                          <a:cs typeface="Arial" panose="020B0604020202020204"/>
                        </a:rPr>
                        <a:t>df</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5580" marR="187960" indent="101600">
                        <a:lnSpc>
                          <a:spcPts val="4320"/>
                        </a:lnSpc>
                      </a:pPr>
                      <a:r>
                        <a:rPr sz="3600" b="1" dirty="0">
                          <a:latin typeface="Arial" panose="020B0604020202020204"/>
                          <a:cs typeface="Arial" panose="020B0604020202020204"/>
                        </a:rPr>
                        <a:t>Sum of </a:t>
                      </a:r>
                      <a:r>
                        <a:rPr sz="3600" b="1" spc="-990" dirty="0">
                          <a:latin typeface="Arial" panose="020B0604020202020204"/>
                          <a:cs typeface="Arial" panose="020B0604020202020204"/>
                        </a:rPr>
                        <a:t> </a:t>
                      </a:r>
                      <a:r>
                        <a:rPr sz="3600" b="1"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775335" marR="247650" indent="-520065">
                        <a:lnSpc>
                          <a:spcPts val="4320"/>
                        </a:lnSpc>
                      </a:pPr>
                      <a:r>
                        <a:rPr sz="3600" b="1" spc="-5" dirty="0">
                          <a:latin typeface="Arial" panose="020B0604020202020204"/>
                          <a:cs typeface="Arial" panose="020B0604020202020204"/>
                        </a:rPr>
                        <a:t>Mean</a:t>
                      </a:r>
                      <a:r>
                        <a:rPr sz="3600" b="1" spc="-35" dirty="0">
                          <a:latin typeface="Arial" panose="020B0604020202020204"/>
                          <a:cs typeface="Arial" panose="020B0604020202020204"/>
                        </a:rPr>
                        <a:t> </a:t>
                      </a:r>
                      <a:r>
                        <a:rPr sz="3600" b="1" spc="-5" dirty="0">
                          <a:latin typeface="Arial" panose="020B0604020202020204"/>
                          <a:cs typeface="Arial" panose="020B0604020202020204"/>
                        </a:rPr>
                        <a:t>sum</a:t>
                      </a:r>
                      <a:r>
                        <a:rPr sz="3600" b="1" spc="-3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spc="-5" dirty="0">
                          <a:latin typeface="Arial" panose="020B0604020202020204"/>
                          <a:cs typeface="Arial" panose="020B0604020202020204"/>
                        </a:rPr>
                        <a:t>squares</a:t>
                      </a:r>
                      <a:endParaRPr sz="3600">
                        <a:latin typeface="Arial" panose="020B0604020202020204"/>
                        <a:cs typeface="Arial" panose="020B06040202020202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69290">
                        <a:lnSpc>
                          <a:spcPct val="100000"/>
                        </a:lnSpc>
                        <a:spcBef>
                          <a:spcPts val="2030"/>
                        </a:spcBef>
                      </a:pPr>
                      <a:r>
                        <a:rPr sz="3600" b="1" spc="-5" dirty="0">
                          <a:latin typeface="Arial" panose="020B0604020202020204"/>
                          <a:cs typeface="Arial" panose="020B0604020202020204"/>
                        </a:rPr>
                        <a:t>F-ratio</a:t>
                      </a:r>
                      <a:endParaRPr sz="3600">
                        <a:latin typeface="Arial" panose="020B0604020202020204"/>
                        <a:cs typeface="Arial" panose="020B0604020202020204"/>
                      </a:endParaRPr>
                    </a:p>
                  </a:txBody>
                  <a:tcPr marL="0" marR="0" marT="2578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0"/>
                  </a:ext>
                </a:extLst>
              </a:tr>
              <a:tr h="1466447">
                <a:tc>
                  <a:txBody>
                    <a:bodyPr/>
                    <a:lstStyle/>
                    <a:p>
                      <a:pPr marL="7620">
                        <a:lnSpc>
                          <a:spcPct val="100000"/>
                        </a:lnSpc>
                        <a:spcBef>
                          <a:spcPts val="3560"/>
                        </a:spcBef>
                      </a:pPr>
                      <a:r>
                        <a:rPr sz="2400" spc="-5" dirty="0">
                          <a:latin typeface="Arial MT"/>
                          <a:cs typeface="Arial MT"/>
                        </a:rPr>
                        <a:t>Between</a:t>
                      </a:r>
                      <a:r>
                        <a:rPr sz="2400" spc="-20" dirty="0">
                          <a:latin typeface="Arial MT"/>
                          <a:cs typeface="Arial MT"/>
                        </a:rPr>
                        <a:t> </a:t>
                      </a:r>
                      <a:r>
                        <a:rPr lang="en-IN" sz="2400" spc="-5" dirty="0">
                          <a:latin typeface="Arial MT"/>
                          <a:cs typeface="Arial MT"/>
                        </a:rPr>
                        <a:t>Treatments (</a:t>
                      </a:r>
                      <a:r>
                        <a:rPr lang="en-IN" sz="2400" dirty="0">
                          <a:latin typeface="Arial" panose="020B0604020202020204"/>
                          <a:cs typeface="Arial" panose="020B0604020202020204"/>
                        </a:rPr>
                        <a:t>Teaching Method</a:t>
                      </a:r>
                      <a:r>
                        <a:rPr lang="en-IN" sz="2400" spc="-5" dirty="0">
                          <a:latin typeface="Arial MT"/>
                          <a:cs typeface="Arial MT"/>
                        </a:rPr>
                        <a:t>)</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3560"/>
                        </a:spcBef>
                      </a:pPr>
                      <a:r>
                        <a:rPr lang="en-IN" sz="2400" spc="-35" dirty="0">
                          <a:latin typeface="Arial MT"/>
                          <a:cs typeface="Arial MT"/>
                        </a:rPr>
                        <a:t>k</a:t>
                      </a:r>
                      <a:r>
                        <a:rPr sz="2400" spc="-35" dirty="0">
                          <a:latin typeface="Arial MT"/>
                          <a:cs typeface="Arial MT"/>
                        </a:rPr>
                        <a:t> </a:t>
                      </a:r>
                      <a:r>
                        <a:rPr lang="en-IN" sz="2400" dirty="0">
                          <a:latin typeface="Arial MT"/>
                          <a:cs typeface="Arial MT"/>
                        </a:rPr>
                        <a:t>–</a:t>
                      </a:r>
                      <a:r>
                        <a:rPr sz="2400" spc="-25" dirty="0">
                          <a:latin typeface="Arial MT"/>
                          <a:cs typeface="Arial MT"/>
                        </a:rPr>
                        <a:t> </a:t>
                      </a:r>
                      <a:r>
                        <a:rPr sz="2400" spc="-5" dirty="0">
                          <a:latin typeface="Arial MT"/>
                          <a:cs typeface="Arial MT"/>
                        </a:rPr>
                        <a:t>1</a:t>
                      </a:r>
                      <a:r>
                        <a:rPr lang="en-IN" sz="2400" spc="-5" dirty="0">
                          <a:latin typeface="Arial MT"/>
                          <a:cs typeface="Arial MT"/>
                        </a:rPr>
                        <a:t> =2</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3560"/>
                        </a:spcBef>
                      </a:pPr>
                      <a:r>
                        <a:rPr lang="en-US" sz="2400" dirty="0">
                          <a:latin typeface="Arial MT"/>
                          <a:cs typeface="Arial MT"/>
                        </a:rPr>
                        <a:t>SSTR</a:t>
                      </a:r>
                      <a:r>
                        <a:rPr lang="en-IN" sz="2400" dirty="0">
                          <a:latin typeface="Arial MT"/>
                          <a:cs typeface="Arial MT"/>
                        </a:rPr>
                        <a:t> =41.58</a:t>
                      </a:r>
                      <a:endParaRPr sz="2400" dirty="0">
                        <a:latin typeface="Arial MT"/>
                        <a:cs typeface="Arial MT"/>
                      </a:endParaRPr>
                    </a:p>
                  </a:txBody>
                  <a:tcPr marL="0" marR="0" marT="45212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rowSpan="3">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cap="flat" cmpd="sng" algn="ctr">
                      <a:solidFill>
                        <a:srgbClr val="0000FF"/>
                      </a:solidFill>
                      <a:prstDash val="solid"/>
                      <a:round/>
                      <a:headEnd type="none" w="med" len="med"/>
                      <a:tailEnd type="none" w="med" len="med"/>
                    </a:lnR>
                    <a:lnT w="12700">
                      <a:solidFill>
                        <a:srgbClr val="0000FF"/>
                      </a:solidFill>
                      <a:prstDash val="solid"/>
                    </a:lnT>
                    <a:lnB w="12700" cap="flat" cmpd="sng" algn="ctr">
                      <a:solidFill>
                        <a:srgbClr val="0000FF"/>
                      </a:solidFill>
                      <a:prstDash val="solid"/>
                      <a:round/>
                      <a:headEnd type="none" w="med" len="med"/>
                      <a:tailEnd type="none" w="med" len="med"/>
                    </a:lnB>
                  </a:tcPr>
                </a:tc>
                <a:extLst>
                  <a:ext uri="{0D108BD9-81ED-4DB2-BD59-A6C34878D82A}">
                    <a16:rowId xmlns:a16="http://schemas.microsoft.com/office/drawing/2014/main" val="10001"/>
                  </a:ext>
                </a:extLst>
              </a:tr>
              <a:tr h="1354661">
                <a:tc>
                  <a:txBody>
                    <a:bodyPr/>
                    <a:lstStyle/>
                    <a:p>
                      <a:pPr marL="7620">
                        <a:lnSpc>
                          <a:spcPct val="100000"/>
                        </a:lnSpc>
                        <a:spcBef>
                          <a:spcPts val="2630"/>
                        </a:spcBef>
                      </a:pPr>
                      <a:r>
                        <a:rPr lang="en-IN" sz="2400" dirty="0">
                          <a:latin typeface="Arial MT"/>
                          <a:cs typeface="Arial MT"/>
                        </a:rPr>
                        <a:t>Between Blocks (</a:t>
                      </a:r>
                      <a:r>
                        <a:rPr lang="en-IN" sz="2400" dirty="0">
                          <a:latin typeface="Arial" panose="020B0604020202020204"/>
                          <a:cs typeface="Arial" panose="020B0604020202020204"/>
                        </a:rPr>
                        <a:t>Study Time</a:t>
                      </a:r>
                      <a:r>
                        <a:rPr lang="en-IN" sz="2400" dirty="0">
                          <a:latin typeface="Arial MT"/>
                          <a:cs typeface="Arial MT"/>
                        </a:rPr>
                        <a:t>)</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0" marR="0" lvl="0" indent="0" algn="ctr" defTabSz="914400" eaLnBrk="1" fontAlgn="auto" latinLnBrk="0" hangingPunct="1">
                        <a:lnSpc>
                          <a:spcPct val="100000"/>
                        </a:lnSpc>
                        <a:spcBef>
                          <a:spcPts val="2630"/>
                        </a:spcBef>
                        <a:spcAft>
                          <a:spcPts val="0"/>
                        </a:spcAft>
                        <a:buClrTx/>
                        <a:buSzTx/>
                        <a:buFontTx/>
                        <a:buNone/>
                        <a:defRPr/>
                      </a:pPr>
                      <a:r>
                        <a:rPr lang="en-IN" sz="2400" spc="-35" dirty="0">
                          <a:latin typeface="Arial MT"/>
                          <a:cs typeface="Arial MT"/>
                        </a:rPr>
                        <a:t>m</a:t>
                      </a:r>
                      <a:r>
                        <a:rPr lang="en-IN" sz="2400" dirty="0">
                          <a:latin typeface="Arial MT"/>
                          <a:cs typeface="Arial MT"/>
                        </a:rPr>
                        <a:t>–</a:t>
                      </a:r>
                      <a:r>
                        <a:rPr lang="en-IN" sz="2400" spc="-25" dirty="0">
                          <a:latin typeface="Arial MT"/>
                          <a:cs typeface="Arial MT"/>
                        </a:rPr>
                        <a:t> </a:t>
                      </a:r>
                      <a:r>
                        <a:rPr lang="en-IN" sz="2400" spc="-5" dirty="0">
                          <a:latin typeface="Arial MT"/>
                          <a:cs typeface="Arial MT"/>
                        </a:rPr>
                        <a:t>1 =1</a:t>
                      </a:r>
                      <a:endParaRPr lang="en-IN" sz="2400" dirty="0">
                        <a:latin typeface="Arial MT"/>
                        <a:cs typeface="Arial MT"/>
                      </a:endParaRPr>
                    </a:p>
                    <a:p>
                      <a:pPr algn="ctr">
                        <a:lnSpc>
                          <a:spcPct val="100000"/>
                        </a:lnSpc>
                        <a:spcBef>
                          <a:spcPts val="2630"/>
                        </a:spcBef>
                      </a:pP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2630"/>
                        </a:spcBef>
                      </a:pPr>
                      <a:r>
                        <a:rPr lang="en-IN" sz="2400" dirty="0">
                          <a:latin typeface="Arial MT"/>
                          <a:cs typeface="Arial MT"/>
                        </a:rPr>
                        <a:t>SSBL = 95.92</a:t>
                      </a:r>
                      <a:endParaRPr sz="2400" dirty="0">
                        <a:latin typeface="Arial MT"/>
                        <a:cs typeface="Arial MT"/>
                      </a:endParaRPr>
                    </a:p>
                  </a:txBody>
                  <a:tcPr marL="0" marR="0" marT="33401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vMerge="1">
                  <a:txBody>
                    <a:bodyPr/>
                    <a:lstStyle/>
                    <a:p>
                      <a:endParaRPr lang="en-US"/>
                    </a:p>
                  </a:txBody>
                  <a:tcPr marL="0" marR="0" marT="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2"/>
                  </a:ext>
                </a:extLst>
              </a:tr>
              <a:tr h="1667182">
                <a:tc>
                  <a:txBody>
                    <a:bodyPr/>
                    <a:lstStyle/>
                    <a:p>
                      <a:pPr marL="7620" marR="0" lvl="0" indent="0" defTabSz="914400" eaLnBrk="1" fontAlgn="auto" latinLnBrk="0" hangingPunct="1">
                        <a:lnSpc>
                          <a:spcPct val="100000"/>
                        </a:lnSpc>
                        <a:spcBef>
                          <a:spcPts val="2630"/>
                        </a:spcBef>
                        <a:spcAft>
                          <a:spcPts val="0"/>
                        </a:spcAft>
                        <a:buClrTx/>
                        <a:buSzTx/>
                        <a:buFontTx/>
                        <a:buNone/>
                        <a:defRPr/>
                      </a:pPr>
                      <a:r>
                        <a:rPr lang="en-IN" sz="2400" spc="-5" dirty="0">
                          <a:latin typeface="Arial MT"/>
                          <a:cs typeface="Arial MT"/>
                        </a:rPr>
                        <a:t>Within</a:t>
                      </a:r>
                      <a:r>
                        <a:rPr lang="en-IN" sz="2400" spc="-30" dirty="0">
                          <a:latin typeface="Arial MT"/>
                          <a:cs typeface="Arial MT"/>
                        </a:rPr>
                        <a:t> </a:t>
                      </a:r>
                      <a:r>
                        <a:rPr lang="en-IN" sz="2400" dirty="0">
                          <a:latin typeface="Arial MT"/>
                          <a:cs typeface="Arial MT"/>
                        </a:rPr>
                        <a:t>groups</a:t>
                      </a:r>
                      <a:endParaRPr sz="2400" dirty="0">
                        <a:latin typeface="Arial MT"/>
                        <a:cs typeface="Arial MT"/>
                      </a:endParaRPr>
                    </a:p>
                  </a:txBody>
                  <a:tcPr marL="0" marR="0" marT="334010" marB="0">
                    <a:lnL w="12700">
                      <a:solidFill>
                        <a:srgbClr val="0000FF"/>
                      </a:solidFill>
                      <a:prstDash val="soli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a:txBody>
                    <a:bodyPr/>
                    <a:lstStyle/>
                    <a:p>
                      <a:pPr marL="0" marR="0" lvl="0" indent="0" algn="ctr" defTabSz="914400" eaLnBrk="1" fontAlgn="auto" latinLnBrk="0" hangingPunct="1">
                        <a:lnSpc>
                          <a:spcPct val="100000"/>
                        </a:lnSpc>
                        <a:spcBef>
                          <a:spcPts val="2630"/>
                        </a:spcBef>
                        <a:spcAft>
                          <a:spcPts val="0"/>
                        </a:spcAft>
                        <a:buClrTx/>
                        <a:buSzTx/>
                        <a:buFontTx/>
                        <a:buNone/>
                        <a:defRPr/>
                      </a:pPr>
                      <a:r>
                        <a:rPr lang="en-IN" sz="2400" dirty="0">
                          <a:latin typeface="Arial MT"/>
                          <a:cs typeface="Arial MT"/>
                        </a:rPr>
                        <a:t>(k-1)*(m-1)=2</a:t>
                      </a:r>
                      <a:endParaRPr sz="2400" dirty="0">
                        <a:latin typeface="Arial MT"/>
                        <a:cs typeface="Arial MT"/>
                      </a:endParaRPr>
                    </a:p>
                  </a:txBody>
                  <a:tcPr marL="0" marR="0" marT="334010" marB="0">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a:txBody>
                    <a:bodyPr/>
                    <a:lstStyle/>
                    <a:p>
                      <a:pPr marL="1270" marR="0" lvl="0" indent="0" algn="ctr" defTabSz="914400" eaLnBrk="1" fontAlgn="auto" latinLnBrk="0" hangingPunct="1">
                        <a:lnSpc>
                          <a:spcPct val="100000"/>
                        </a:lnSpc>
                        <a:spcBef>
                          <a:spcPts val="2630"/>
                        </a:spcBef>
                        <a:spcAft>
                          <a:spcPts val="0"/>
                        </a:spcAft>
                        <a:buClrTx/>
                        <a:buSzTx/>
                        <a:buFontTx/>
                        <a:buNone/>
                        <a:defRPr/>
                      </a:pPr>
                      <a:r>
                        <a:rPr lang="en-IN" sz="2400" dirty="0">
                          <a:latin typeface="Arial MT"/>
                          <a:cs typeface="Arial MT"/>
                        </a:rPr>
                        <a:t>SSE =3.44</a:t>
                      </a:r>
                      <a:endParaRPr sz="2400" dirty="0">
                        <a:latin typeface="Arial MT"/>
                        <a:cs typeface="Arial MT"/>
                      </a:endParaRPr>
                    </a:p>
                  </a:txBody>
                  <a:tcPr marL="0" marR="0" marT="334010" marB="0">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a:solidFill>
                        <a:srgbClr val="0000FF"/>
                      </a:solidFill>
                      <a:prstDash val="solid"/>
                    </a:lnB>
                  </a:tcPr>
                </a:tc>
                <a:tc vMerge="1">
                  <a:txBody>
                    <a:bodyPr/>
                    <a:lstStyle/>
                    <a:p>
                      <a:endParaRPr lang="en-US"/>
                    </a:p>
                  </a:txBody>
                  <a:tcPr marL="0" marR="0" marT="0" marB="0">
                    <a:lnL w="12700" cap="flat" cmpd="sng" algn="ctr">
                      <a:solidFill>
                        <a:srgbClr val="0000FF"/>
                      </a:solidFill>
                      <a:prstDash val="solid"/>
                      <a:round/>
                      <a:headEnd type="none" w="med" len="med"/>
                      <a:tailEnd type="none" w="med" len="med"/>
                    </a:lnL>
                    <a:lnR w="12700">
                      <a:solidFill>
                        <a:srgbClr val="0000FF"/>
                      </a:solidFill>
                      <a:prstDash val="solid"/>
                    </a:lnR>
                    <a:lnT w="12700" cap="flat" cmpd="sng" algn="ctr">
                      <a:solidFill>
                        <a:srgbClr val="0000FF"/>
                      </a:solidFill>
                      <a:prstDash val="solid"/>
                      <a:round/>
                      <a:headEnd type="none" w="med" len="med"/>
                      <a:tailEnd type="none" w="med" len="med"/>
                    </a:lnT>
                    <a:lnB w="12700">
                      <a:solidFill>
                        <a:srgbClr val="0000FF"/>
                      </a:solidFill>
                      <a:prstDash val="solid"/>
                    </a:lnB>
                  </a:tcPr>
                </a:tc>
                <a:extLst>
                  <a:ext uri="{0D108BD9-81ED-4DB2-BD59-A6C34878D82A}">
                    <a16:rowId xmlns:a16="http://schemas.microsoft.com/office/drawing/2014/main" val="10003"/>
                  </a:ext>
                </a:extLst>
              </a:tr>
            </a:tbl>
          </a:graphicData>
        </a:graphic>
      </p:graphicFrame>
      <p:sp>
        <p:nvSpPr>
          <p:cNvPr id="3" name="object 3"/>
          <p:cNvSpPr txBox="1"/>
          <p:nvPr/>
        </p:nvSpPr>
        <p:spPr>
          <a:xfrm>
            <a:off x="-44450" y="76200"/>
            <a:ext cx="12216130" cy="879087"/>
          </a:xfrm>
          <a:prstGeom prst="rect">
            <a:avLst/>
          </a:prstGeom>
        </p:spPr>
        <p:txBody>
          <a:bodyPr vert="horz" wrap="square" lIns="0" tIns="321945" rIns="0" bIns="0" rtlCol="0">
            <a:spAutoFit/>
          </a:bodyPr>
          <a:lstStyle/>
          <a:p>
            <a:pPr marL="12700" algn="ctr">
              <a:lnSpc>
                <a:spcPct val="100000"/>
              </a:lnSpc>
              <a:spcBef>
                <a:spcPts val="2535"/>
              </a:spcBef>
              <a:tabLst>
                <a:tab pos="5736590" algn="l"/>
              </a:tabLst>
            </a:pPr>
            <a:r>
              <a:rPr lang="en-IN" sz="3600" b="1" spc="-5" dirty="0">
                <a:solidFill>
                  <a:schemeClr val="bg1"/>
                </a:solidFill>
                <a:latin typeface="Arial" panose="020B0604020202020204"/>
                <a:cs typeface="Arial" panose="020B0604020202020204"/>
              </a:rPr>
              <a:t>Two</a:t>
            </a:r>
            <a:r>
              <a:rPr sz="3600" b="1" spc="-5" dirty="0">
                <a:solidFill>
                  <a:schemeClr val="bg1"/>
                </a:solidFill>
                <a:latin typeface="Arial" panose="020B0604020202020204"/>
                <a:cs typeface="Arial" panose="020B0604020202020204"/>
              </a:rPr>
              <a:t>-way</a:t>
            </a:r>
            <a:r>
              <a:rPr sz="3600" b="1" spc="-150" dirty="0">
                <a:solidFill>
                  <a:schemeClr val="bg1"/>
                </a:solidFill>
                <a:latin typeface="Arial" panose="020B0604020202020204"/>
                <a:cs typeface="Arial" panose="020B0604020202020204"/>
              </a:rPr>
              <a:t> </a:t>
            </a:r>
            <a:r>
              <a:rPr sz="3600" b="1" dirty="0">
                <a:solidFill>
                  <a:schemeClr val="bg1"/>
                </a:solidFill>
                <a:latin typeface="Arial" panose="020B0604020202020204"/>
                <a:cs typeface="Arial" panose="020B0604020202020204"/>
              </a:rPr>
              <a:t>A</a:t>
            </a:r>
            <a:r>
              <a:rPr lang="en-US" sz="3600" b="1" dirty="0">
                <a:solidFill>
                  <a:schemeClr val="bg1"/>
                </a:solidFill>
                <a:latin typeface="Arial" panose="020B0604020202020204"/>
                <a:cs typeface="Arial" panose="020B0604020202020204"/>
              </a:rPr>
              <a:t>NOVA Table</a:t>
            </a:r>
            <a:endParaRPr sz="3600" dirty="0">
              <a:solidFill>
                <a:schemeClr val="bg1"/>
              </a:solidFill>
              <a:latin typeface="Arial" panose="020B0604020202020204"/>
              <a:cs typeface="Arial" panose="020B0604020202020204"/>
            </a:endParaRPr>
          </a:p>
        </p:txBody>
      </p:sp>
      <p:sp>
        <p:nvSpPr>
          <p:cNvPr id="12" name="object 12"/>
          <p:cNvSpPr/>
          <p:nvPr/>
        </p:nvSpPr>
        <p:spPr>
          <a:xfrm>
            <a:off x="0" y="1201293"/>
            <a:ext cx="14080490" cy="19050"/>
          </a:xfrm>
          <a:custGeom>
            <a:avLst/>
            <a:gdLst/>
            <a:ahLst/>
            <a:cxnLst/>
            <a:rect l="l" t="t" r="r" b="b"/>
            <a:pathLst>
              <a:path w="14080490" h="19050">
                <a:moveTo>
                  <a:pt x="0" y="0"/>
                </a:moveTo>
                <a:lnTo>
                  <a:pt x="0" y="19050"/>
                </a:lnTo>
                <a:lnTo>
                  <a:pt x="14080235" y="19050"/>
                </a:lnTo>
                <a:lnTo>
                  <a:pt x="14080235" y="0"/>
                </a:lnTo>
                <a:lnTo>
                  <a:pt x="0" y="0"/>
                </a:lnTo>
                <a:close/>
              </a:path>
            </a:pathLst>
          </a:custGeom>
          <a:solidFill>
            <a:srgbClr val="000000"/>
          </a:solidFill>
        </p:spPr>
        <p:txBody>
          <a:bodyPr wrap="square" lIns="0" tIns="0" rIns="0" bIns="0" rtlCol="0"/>
          <a:lstStyle/>
          <a:p>
            <a:endParaRPr/>
          </a:p>
        </p:txBody>
      </p:sp>
      <p:sp>
        <p:nvSpPr>
          <p:cNvPr id="15" name="TextBox 14"/>
          <p:cNvSpPr txBox="1"/>
          <p:nvPr/>
        </p:nvSpPr>
        <p:spPr>
          <a:xfrm>
            <a:off x="7772014" y="2768415"/>
            <a:ext cx="2776933" cy="830997"/>
          </a:xfrm>
          <a:prstGeom prst="rect">
            <a:avLst/>
          </a:prstGeom>
          <a:noFill/>
        </p:spPr>
        <p:txBody>
          <a:bodyPr wrap="square" rtlCol="0">
            <a:spAutoFit/>
          </a:bodyPr>
          <a:lstStyle/>
          <a:p>
            <a:r>
              <a:rPr lang="en-IN" sz="2400" b="1" dirty="0"/>
              <a:t>MSTR = SSTR/ k-1     =20.79</a:t>
            </a:r>
          </a:p>
        </p:txBody>
      </p:sp>
      <p:sp>
        <p:nvSpPr>
          <p:cNvPr id="17" name="TextBox 16"/>
          <p:cNvSpPr txBox="1"/>
          <p:nvPr/>
        </p:nvSpPr>
        <p:spPr>
          <a:xfrm>
            <a:off x="10912458" y="2790438"/>
            <a:ext cx="1973617" cy="2677656"/>
          </a:xfrm>
          <a:prstGeom prst="rect">
            <a:avLst/>
          </a:prstGeom>
          <a:noFill/>
        </p:spPr>
        <p:txBody>
          <a:bodyPr wrap="none" rtlCol="0">
            <a:spAutoFit/>
          </a:bodyPr>
          <a:lstStyle/>
          <a:p>
            <a:r>
              <a:rPr lang="en-IN" sz="2400" dirty="0"/>
              <a:t>For Treatment</a:t>
            </a:r>
          </a:p>
          <a:p>
            <a:r>
              <a:rPr lang="en-IN" sz="2400" dirty="0"/>
              <a:t>F =MSTR/MSE</a:t>
            </a:r>
          </a:p>
          <a:p>
            <a:r>
              <a:rPr lang="en-IN" sz="2400" dirty="0"/>
              <a:t>    =12.08</a:t>
            </a:r>
          </a:p>
          <a:p>
            <a:endParaRPr lang="en-IN" sz="2400" dirty="0"/>
          </a:p>
          <a:p>
            <a:r>
              <a:rPr lang="en-IN" sz="2400" dirty="0"/>
              <a:t>For Block</a:t>
            </a:r>
          </a:p>
          <a:p>
            <a:r>
              <a:rPr lang="en-IN" sz="2400" dirty="0"/>
              <a:t>F</a:t>
            </a:r>
            <a:r>
              <a:rPr lang="en-IN" sz="2400" baseline="-25000" dirty="0"/>
              <a:t> </a:t>
            </a:r>
            <a:r>
              <a:rPr lang="en-IN" sz="2400" dirty="0"/>
              <a:t>=MSBL/MSE</a:t>
            </a:r>
          </a:p>
          <a:p>
            <a:r>
              <a:rPr lang="en-IN" sz="2400" dirty="0"/>
              <a:t>   =55.77</a:t>
            </a:r>
          </a:p>
        </p:txBody>
      </p:sp>
      <p:sp>
        <p:nvSpPr>
          <p:cNvPr id="22" name="TextBox 21"/>
          <p:cNvSpPr txBox="1"/>
          <p:nvPr/>
        </p:nvSpPr>
        <p:spPr>
          <a:xfrm>
            <a:off x="7755273" y="4180417"/>
            <a:ext cx="2550927" cy="830997"/>
          </a:xfrm>
          <a:prstGeom prst="rect">
            <a:avLst/>
          </a:prstGeom>
          <a:noFill/>
        </p:spPr>
        <p:txBody>
          <a:bodyPr wrap="square" rtlCol="0">
            <a:spAutoFit/>
          </a:bodyPr>
          <a:lstStyle/>
          <a:p>
            <a:r>
              <a:rPr lang="en-IN" sz="2400" b="1" dirty="0"/>
              <a:t>MSBL = SSBL/ m-1     =95.92</a:t>
            </a:r>
          </a:p>
        </p:txBody>
      </p:sp>
      <p:sp>
        <p:nvSpPr>
          <p:cNvPr id="23" name="TextBox 22"/>
          <p:cNvSpPr txBox="1"/>
          <p:nvPr/>
        </p:nvSpPr>
        <p:spPr>
          <a:xfrm>
            <a:off x="7575550" y="5711009"/>
            <a:ext cx="3161397" cy="830997"/>
          </a:xfrm>
          <a:prstGeom prst="rect">
            <a:avLst/>
          </a:prstGeom>
          <a:noFill/>
        </p:spPr>
        <p:txBody>
          <a:bodyPr wrap="square" rtlCol="0">
            <a:spAutoFit/>
          </a:bodyPr>
          <a:lstStyle/>
          <a:p>
            <a:r>
              <a:rPr lang="en-IN" sz="2400" b="1" dirty="0"/>
              <a:t>MSE = SSE/ (k-1)*(m-1)     =1.72</a:t>
            </a:r>
          </a:p>
        </p:txBody>
      </p:sp>
      <p:sp>
        <p:nvSpPr>
          <p:cNvPr id="24" name="TextBox 23"/>
          <p:cNvSpPr txBox="1"/>
          <p:nvPr/>
        </p:nvSpPr>
        <p:spPr>
          <a:xfrm>
            <a:off x="160782" y="6982115"/>
            <a:ext cx="10443436" cy="461665"/>
          </a:xfrm>
          <a:prstGeom prst="rect">
            <a:avLst/>
          </a:prstGeom>
          <a:noFill/>
        </p:spPr>
        <p:txBody>
          <a:bodyPr wrap="none" rtlCol="0">
            <a:spAutoFit/>
          </a:bodyPr>
          <a:lstStyle/>
          <a:p>
            <a:r>
              <a:rPr lang="en-IN" sz="2400" dirty="0"/>
              <a:t>F tab value for treatment =(2, 2) </a:t>
            </a:r>
            <a:r>
              <a:rPr lang="en-IN" sz="2400" dirty="0" err="1"/>
              <a:t>d.o.f</a:t>
            </a:r>
            <a:r>
              <a:rPr lang="en-IN" sz="2400" dirty="0"/>
              <a:t>. is 19    and thus </a:t>
            </a:r>
            <a:r>
              <a:rPr lang="en-IN" sz="2400" dirty="0" err="1"/>
              <a:t>Fcal</a:t>
            </a:r>
            <a:r>
              <a:rPr lang="en-IN" sz="2400" dirty="0"/>
              <a:t> &lt; F tab hence Accept H</a:t>
            </a:r>
            <a:r>
              <a:rPr lang="en-IN" sz="2400" baseline="-25000" dirty="0"/>
              <a:t>0</a:t>
            </a:r>
          </a:p>
        </p:txBody>
      </p:sp>
      <p:sp>
        <p:nvSpPr>
          <p:cNvPr id="25" name="TextBox 24"/>
          <p:cNvSpPr txBox="1"/>
          <p:nvPr/>
        </p:nvSpPr>
        <p:spPr>
          <a:xfrm>
            <a:off x="160782" y="7463135"/>
            <a:ext cx="10935751" cy="461665"/>
          </a:xfrm>
          <a:prstGeom prst="rect">
            <a:avLst/>
          </a:prstGeom>
          <a:noFill/>
        </p:spPr>
        <p:txBody>
          <a:bodyPr wrap="none" rtlCol="0">
            <a:spAutoFit/>
          </a:bodyPr>
          <a:lstStyle/>
          <a:p>
            <a:r>
              <a:rPr lang="en-IN" sz="2400" dirty="0"/>
              <a:t>F tab value for block =(1, 2) </a:t>
            </a:r>
            <a:r>
              <a:rPr lang="en-IN" sz="2400" dirty="0" err="1"/>
              <a:t>d.o.f</a:t>
            </a:r>
            <a:r>
              <a:rPr lang="en-IN" sz="2400" dirty="0"/>
              <a:t>. is 18.51 and thus </a:t>
            </a:r>
            <a:r>
              <a:rPr lang="en-IN" sz="2400" dirty="0" err="1"/>
              <a:t>Fcal</a:t>
            </a:r>
            <a:r>
              <a:rPr lang="en-IN" sz="2400" dirty="0"/>
              <a:t> &gt; F tab hence Do not Accept H</a:t>
            </a:r>
            <a:r>
              <a:rPr lang="en-IN" sz="2400" baseline="-25000" dirty="0"/>
              <a:t>0</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700" dirty="0">
                <a:solidFill>
                  <a:srgbClr val="FF0000"/>
                </a:solidFill>
              </a:rPr>
              <a:t>Practice Problem :</a:t>
            </a:r>
          </a:p>
        </p:txBody>
      </p:sp>
      <p:sp>
        <p:nvSpPr>
          <p:cNvPr id="3" name="Content Placeholder 2"/>
          <p:cNvSpPr>
            <a:spLocks noGrp="1"/>
          </p:cNvSpPr>
          <p:nvPr>
            <p:ph type="body" sz="quarter" idx="13"/>
          </p:nvPr>
        </p:nvSpPr>
        <p:spPr>
          <a:xfrm>
            <a:off x="990867" y="1066800"/>
            <a:ext cx="11736917" cy="3153411"/>
          </a:xfrm>
        </p:spPr>
        <p:txBody>
          <a:bodyPr/>
          <a:lstStyle/>
          <a:p>
            <a:pPr algn="just"/>
            <a:r>
              <a:rPr lang="en-US" sz="3235" dirty="0">
                <a:solidFill>
                  <a:srgbClr val="0070C0"/>
                </a:solidFill>
                <a:latin typeface="Times New Roman" panose="02020603050405020304" pitchFamily="18" charset="0"/>
                <a:cs typeface="Times New Roman" panose="02020603050405020304" pitchFamily="18" charset="0"/>
              </a:rPr>
              <a:t>The number of defective hard drives produced daily by a production line can be modeled as Poisson’s distribution. The counts for ten days are 7  3  1  2  4  1  2  3  1  2. Obtain max likelihood estimate of probability of 0 or 1 defectives on one day.</a:t>
            </a:r>
          </a:p>
          <a:p>
            <a:endParaRPr lang="en-US" dirty="0"/>
          </a:p>
        </p:txBody>
      </p:sp>
      <p:pic>
        <p:nvPicPr>
          <p:cNvPr id="7" name="Picture 6"/>
          <p:cNvPicPr>
            <a:picLocks noChangeAspect="1"/>
          </p:cNvPicPr>
          <p:nvPr/>
        </p:nvPicPr>
        <p:blipFill>
          <a:blip r:embed="rId2"/>
          <a:stretch>
            <a:fillRect/>
          </a:stretch>
        </p:blipFill>
        <p:spPr>
          <a:xfrm>
            <a:off x="641350" y="3476691"/>
            <a:ext cx="9906000" cy="31153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3468" y="1190856"/>
            <a:ext cx="13095682" cy="1780944"/>
          </a:xfrm>
          <a:prstGeom prst="rect">
            <a:avLst/>
          </a:prstGeom>
        </p:spPr>
        <p:txBody>
          <a:bodyPr vert="horz" wrap="square" lIns="0" tIns="8072" rIns="0" bIns="0" rtlCol="0">
            <a:spAutoFit/>
          </a:bodyPr>
          <a:lstStyle/>
          <a:p>
            <a:pPr marL="14605" marR="5715" algn="just" defTabSz="1056640">
              <a:lnSpc>
                <a:spcPct val="120000"/>
              </a:lnSpc>
              <a:spcBef>
                <a:spcPts val="65"/>
              </a:spcBef>
            </a:pPr>
            <a:r>
              <a:rPr sz="3200" dirty="0">
                <a:solidFill>
                  <a:srgbClr val="0070C0"/>
                </a:solidFill>
                <a:latin typeface="Times New Roman" panose="02020603050405020304"/>
                <a:cs typeface="Times New Roman" panose="02020603050405020304"/>
              </a:rPr>
              <a:t>Construct an </a:t>
            </a:r>
            <a:r>
              <a:rPr sz="3200" spc="-6" dirty="0">
                <a:solidFill>
                  <a:srgbClr val="0070C0"/>
                </a:solidFill>
                <a:latin typeface="Times New Roman" panose="02020603050405020304"/>
                <a:cs typeface="Times New Roman" panose="02020603050405020304"/>
              </a:rPr>
              <a:t>analysis </a:t>
            </a:r>
            <a:r>
              <a:rPr sz="3200" dirty="0">
                <a:solidFill>
                  <a:srgbClr val="0070C0"/>
                </a:solidFill>
                <a:latin typeface="Times New Roman" panose="02020603050405020304"/>
                <a:cs typeface="Times New Roman" panose="02020603050405020304"/>
              </a:rPr>
              <a:t>of variance table, and </a:t>
            </a:r>
            <a:r>
              <a:rPr sz="3200" spc="-6" dirty="0">
                <a:solidFill>
                  <a:srgbClr val="0070C0"/>
                </a:solidFill>
                <a:latin typeface="Times New Roman" panose="02020603050405020304"/>
                <a:cs typeface="Times New Roman" panose="02020603050405020304"/>
              </a:rPr>
              <a:t>test </a:t>
            </a:r>
            <a:r>
              <a:rPr sz="3200" dirty="0">
                <a:solidFill>
                  <a:srgbClr val="0070C0"/>
                </a:solidFill>
                <a:latin typeface="Times New Roman" panose="02020603050405020304"/>
                <a:cs typeface="Times New Roman" panose="02020603050405020304"/>
              </a:rPr>
              <a:t>the </a:t>
            </a:r>
            <a:r>
              <a:rPr sz="3200" spc="-6" dirty="0">
                <a:solidFill>
                  <a:srgbClr val="0070C0"/>
                </a:solidFill>
                <a:latin typeface="Times New Roman" panose="02020603050405020304"/>
                <a:cs typeface="Times New Roman" panose="02020603050405020304"/>
              </a:rPr>
              <a:t>equality </a:t>
            </a:r>
            <a:r>
              <a:rPr sz="3200" dirty="0">
                <a:solidFill>
                  <a:srgbClr val="0070C0"/>
                </a:solidFill>
                <a:latin typeface="Times New Roman" panose="02020603050405020304"/>
                <a:cs typeface="Times New Roman" panose="02020603050405020304"/>
              </a:rPr>
              <a:t>of </a:t>
            </a:r>
            <a:r>
              <a:rPr sz="3200" spc="-6" dirty="0">
                <a:solidFill>
                  <a:srgbClr val="0070C0"/>
                </a:solidFill>
                <a:latin typeface="Times New Roman" panose="02020603050405020304"/>
                <a:cs typeface="Times New Roman" panose="02020603050405020304"/>
              </a:rPr>
              <a:t>mean </a:t>
            </a:r>
            <a:r>
              <a:rPr sz="3200" dirty="0">
                <a:solidFill>
                  <a:srgbClr val="0070C0"/>
                </a:solidFill>
                <a:latin typeface="Times New Roman" panose="02020603050405020304"/>
                <a:cs typeface="Times New Roman" panose="02020603050405020304"/>
              </a:rPr>
              <a:t>weights with </a:t>
            </a:r>
            <a:r>
              <a:rPr sz="3200" spc="-559" dirty="0">
                <a:solidFill>
                  <a:srgbClr val="0070C0"/>
                </a:solidFill>
                <a:latin typeface="Times New Roman" panose="02020603050405020304"/>
                <a:cs typeface="Times New Roman" panose="02020603050405020304"/>
              </a:rPr>
              <a:t> </a:t>
            </a:r>
            <a:r>
              <a:rPr sz="3200" i="1" dirty="0">
                <a:solidFill>
                  <a:srgbClr val="0070C0"/>
                </a:solidFill>
                <a:latin typeface="Calibri" panose="020F0502020204030204"/>
                <a:cs typeface="Calibri" panose="020F0502020204030204"/>
              </a:rPr>
              <a:t>α</a:t>
            </a:r>
            <a:r>
              <a:rPr sz="3200" i="1" spc="-12" dirty="0">
                <a:solidFill>
                  <a:srgbClr val="0070C0"/>
                </a:solidFill>
                <a:latin typeface="Calibri" panose="020F0502020204030204"/>
                <a:cs typeface="Calibri" panose="020F0502020204030204"/>
              </a:rPr>
              <a:t> </a:t>
            </a:r>
            <a:r>
              <a:rPr sz="3200" dirty="0">
                <a:solidFill>
                  <a:srgbClr val="0070C0"/>
                </a:solidFill>
                <a:latin typeface="Calibri" panose="020F0502020204030204"/>
                <a:cs typeface="Calibri" panose="020F0502020204030204"/>
              </a:rPr>
              <a:t>=</a:t>
            </a:r>
            <a:r>
              <a:rPr sz="3200" spc="6" dirty="0">
                <a:solidFill>
                  <a:srgbClr val="0070C0"/>
                </a:solidFill>
                <a:latin typeface="Calibri" panose="020F0502020204030204"/>
                <a:cs typeface="Calibri" panose="020F0502020204030204"/>
              </a:rPr>
              <a:t> </a:t>
            </a:r>
            <a:r>
              <a:rPr sz="3200" dirty="0">
                <a:solidFill>
                  <a:srgbClr val="0070C0"/>
                </a:solidFill>
                <a:latin typeface="Times New Roman" panose="02020603050405020304"/>
                <a:cs typeface="Times New Roman" panose="02020603050405020304"/>
              </a:rPr>
              <a:t>0</a:t>
            </a:r>
            <a:r>
              <a:rPr sz="3200" i="1" dirty="0">
                <a:solidFill>
                  <a:srgbClr val="0070C0"/>
                </a:solidFill>
                <a:latin typeface="Calibri" panose="020F0502020204030204"/>
                <a:cs typeface="Calibri" panose="020F0502020204030204"/>
              </a:rPr>
              <a:t>.</a:t>
            </a:r>
            <a:r>
              <a:rPr sz="3200" dirty="0">
                <a:solidFill>
                  <a:srgbClr val="0070C0"/>
                </a:solidFill>
                <a:latin typeface="Times New Roman" panose="02020603050405020304"/>
                <a:cs typeface="Times New Roman" panose="02020603050405020304"/>
              </a:rPr>
              <a:t>05.</a:t>
            </a:r>
            <a:r>
              <a:rPr sz="3200" spc="-23"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Each</a:t>
            </a:r>
            <a:r>
              <a:rPr sz="3200" spc="-6"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laboratory</a:t>
            </a:r>
            <a:r>
              <a:rPr sz="3200" spc="-35" dirty="0">
                <a:solidFill>
                  <a:srgbClr val="0070C0"/>
                </a:solidFill>
                <a:latin typeface="Times New Roman" panose="02020603050405020304"/>
                <a:cs typeface="Times New Roman" panose="02020603050405020304"/>
              </a:rPr>
              <a:t> </a:t>
            </a:r>
            <a:r>
              <a:rPr sz="3200" spc="-6" dirty="0">
                <a:solidFill>
                  <a:srgbClr val="0070C0"/>
                </a:solidFill>
                <a:latin typeface="Times New Roman" panose="02020603050405020304"/>
                <a:cs typeface="Times New Roman" panose="02020603050405020304"/>
              </a:rPr>
              <a:t>measures </a:t>
            </a:r>
            <a:r>
              <a:rPr sz="3200" dirty="0">
                <a:solidFill>
                  <a:srgbClr val="0070C0"/>
                </a:solidFill>
                <a:latin typeface="Times New Roman" panose="02020603050405020304"/>
                <a:cs typeface="Times New Roman" panose="02020603050405020304"/>
              </a:rPr>
              <a:t>the</a:t>
            </a:r>
            <a:r>
              <a:rPr sz="3200" spc="-23" dirty="0">
                <a:solidFill>
                  <a:srgbClr val="0070C0"/>
                </a:solidFill>
                <a:latin typeface="Times New Roman" panose="02020603050405020304"/>
                <a:cs typeface="Times New Roman" panose="02020603050405020304"/>
              </a:rPr>
              <a:t> </a:t>
            </a:r>
            <a:r>
              <a:rPr sz="3200" spc="-6" dirty="0">
                <a:solidFill>
                  <a:srgbClr val="0070C0"/>
                </a:solidFill>
                <a:latin typeface="Times New Roman" panose="02020603050405020304"/>
                <a:cs typeface="Times New Roman" panose="02020603050405020304"/>
              </a:rPr>
              <a:t>tin-coating</a:t>
            </a:r>
            <a:r>
              <a:rPr sz="3200" spc="-29"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weights</a:t>
            </a:r>
            <a:r>
              <a:rPr sz="3200" spc="-35"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of</a:t>
            </a:r>
            <a:r>
              <a:rPr sz="3200" spc="-12"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12 disks</a:t>
            </a:r>
            <a:r>
              <a:rPr sz="3200" spc="-23"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and</a:t>
            </a:r>
            <a:r>
              <a:rPr sz="3200" spc="-6"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that</a:t>
            </a:r>
            <a:r>
              <a:rPr sz="3200" spc="-6"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the </a:t>
            </a:r>
            <a:r>
              <a:rPr sz="3200" spc="-566"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results</a:t>
            </a:r>
            <a:r>
              <a:rPr sz="3200" spc="-40"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are</a:t>
            </a:r>
            <a:r>
              <a:rPr sz="3200" spc="-12" dirty="0">
                <a:solidFill>
                  <a:srgbClr val="0070C0"/>
                </a:solidFill>
                <a:latin typeface="Times New Roman" panose="02020603050405020304"/>
                <a:cs typeface="Times New Roman" panose="02020603050405020304"/>
              </a:rPr>
              <a:t> </a:t>
            </a:r>
            <a:r>
              <a:rPr sz="3200" spc="-6" dirty="0">
                <a:solidFill>
                  <a:srgbClr val="0070C0"/>
                </a:solidFill>
                <a:latin typeface="Times New Roman" panose="02020603050405020304"/>
                <a:cs typeface="Times New Roman" panose="02020603050405020304"/>
              </a:rPr>
              <a:t>as</a:t>
            </a:r>
            <a:r>
              <a:rPr sz="3200" spc="-12" dirty="0">
                <a:solidFill>
                  <a:srgbClr val="0070C0"/>
                </a:solidFill>
                <a:latin typeface="Times New Roman" panose="02020603050405020304"/>
                <a:cs typeface="Times New Roman" panose="02020603050405020304"/>
              </a:rPr>
              <a:t> </a:t>
            </a:r>
            <a:r>
              <a:rPr sz="3200" dirty="0">
                <a:solidFill>
                  <a:srgbClr val="0070C0"/>
                </a:solidFill>
                <a:latin typeface="Times New Roman" panose="02020603050405020304"/>
                <a:cs typeface="Times New Roman" panose="02020603050405020304"/>
              </a:rPr>
              <a:t>follows:</a:t>
            </a:r>
          </a:p>
        </p:txBody>
      </p:sp>
      <p:pic>
        <p:nvPicPr>
          <p:cNvPr id="4" name="object 4"/>
          <p:cNvPicPr/>
          <p:nvPr/>
        </p:nvPicPr>
        <p:blipFill>
          <a:blip r:embed="rId2" cstate="print"/>
          <a:stretch>
            <a:fillRect/>
          </a:stretch>
        </p:blipFill>
        <p:spPr>
          <a:xfrm>
            <a:off x="2698750" y="3100407"/>
            <a:ext cx="8001000" cy="4748193"/>
          </a:xfrm>
          <a:prstGeom prst="rect">
            <a:avLst/>
          </a:prstGeom>
        </p:spPr>
      </p:pic>
      <p:sp>
        <p:nvSpPr>
          <p:cNvPr id="5" name="Title 4"/>
          <p:cNvSpPr txBox="1"/>
          <p:nvPr/>
        </p:nvSpPr>
        <p:spPr>
          <a:xfrm>
            <a:off x="423468" y="161092"/>
            <a:ext cx="9657715" cy="677108"/>
          </a:xfrm>
          <a:prstGeom prst="rect">
            <a:avLst/>
          </a:prstGeom>
        </p:spPr>
        <p:txBody>
          <a:bodyPr wrap="square" lIns="0" tIns="0" rIns="0" bIns="0">
            <a:spAutoFit/>
          </a:bodyPr>
          <a:lstStyle>
            <a:lvl1pPr>
              <a:defRPr sz="4400" b="1" i="0">
                <a:solidFill>
                  <a:schemeClr val="tx1"/>
                </a:solidFill>
                <a:latin typeface="Arial" panose="020B0604020202020204"/>
                <a:ea typeface="+mj-ea"/>
                <a:cs typeface="Arial" panose="020B0604020202020204"/>
              </a:defRPr>
            </a:lvl1pPr>
          </a:lstStyle>
          <a:p>
            <a:r>
              <a:rPr lang="en-IN" kern="0" dirty="0">
                <a:solidFill>
                  <a:schemeClr val="bg1"/>
                </a:solidFill>
              </a:rPr>
              <a:t>Practice Problem :</a:t>
            </a:r>
            <a:endParaRPr lang="en-US" kern="0"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5546"/>
            <a:ext cx="11736917" cy="883265"/>
          </a:xfrm>
        </p:spPr>
        <p:txBody>
          <a:bodyPr>
            <a:normAutofit fontScale="90000"/>
          </a:bodyPr>
          <a:lstStyle/>
          <a:p>
            <a:br>
              <a:rPr lang="en-IN" kern="0" dirty="0"/>
            </a:br>
            <a:r>
              <a:rPr lang="en-IN" kern="0" dirty="0"/>
              <a:t>Practice Problem :</a:t>
            </a:r>
            <a:br>
              <a:rPr lang="en-US" kern="0" dirty="0"/>
            </a:br>
            <a:endParaRPr lang="en-IN" dirty="0"/>
          </a:p>
        </p:txBody>
      </p:sp>
      <p:sp>
        <p:nvSpPr>
          <p:cNvPr id="3" name="Text Placeholder 2"/>
          <p:cNvSpPr>
            <a:spLocks noGrp="1"/>
          </p:cNvSpPr>
          <p:nvPr>
            <p:ph type="body" sz="quarter" idx="13"/>
          </p:nvPr>
        </p:nvSpPr>
        <p:spPr>
          <a:xfrm>
            <a:off x="641350" y="1295400"/>
            <a:ext cx="12725399" cy="1447801"/>
          </a:xfrm>
        </p:spPr>
        <p:txBody>
          <a:bodyPr/>
          <a:lstStyle/>
          <a:p>
            <a:pPr algn="just"/>
            <a:r>
              <a:rPr lang="en-US" sz="2800" dirty="0">
                <a:latin typeface="+mn-lt"/>
                <a:cs typeface="Arial" panose="020B0604020202020204"/>
              </a:rPr>
              <a:t>A clinical </a:t>
            </a:r>
            <a:r>
              <a:rPr lang="en-US" sz="2800" spc="-5" dirty="0">
                <a:latin typeface="+mn-lt"/>
                <a:cs typeface="Arial" panose="020B0604020202020204"/>
              </a:rPr>
              <a:t>trial </a:t>
            </a:r>
            <a:r>
              <a:rPr lang="en-US" sz="2800" dirty="0">
                <a:latin typeface="+mn-lt"/>
                <a:cs typeface="Arial" panose="020B0604020202020204"/>
              </a:rPr>
              <a:t>on </a:t>
            </a:r>
            <a:r>
              <a:rPr lang="en-US" sz="2800" spc="-5" dirty="0">
                <a:latin typeface="+mn-lt"/>
                <a:cs typeface="Arial" panose="020B0604020202020204"/>
              </a:rPr>
              <a:t>Iron </a:t>
            </a:r>
            <a:r>
              <a:rPr lang="en-US" sz="2800" dirty="0">
                <a:latin typeface="+mn-lt"/>
                <a:cs typeface="Arial" panose="020B0604020202020204"/>
              </a:rPr>
              <a:t>intake of four groups of patients (mg). </a:t>
            </a:r>
            <a:r>
              <a:rPr lang="en-US" sz="2800" spc="-45" dirty="0">
                <a:latin typeface="+mn-lt"/>
                <a:cs typeface="Arial" panose="020B0604020202020204"/>
              </a:rPr>
              <a:t>Test </a:t>
            </a:r>
            <a:r>
              <a:rPr lang="en-US" sz="2800" dirty="0">
                <a:latin typeface="+mn-lt"/>
                <a:cs typeface="Arial" panose="020B0604020202020204"/>
              </a:rPr>
              <a:t>at 5% level of </a:t>
            </a:r>
            <a:r>
              <a:rPr lang="en-US" sz="2800" spc="5" dirty="0">
                <a:latin typeface="+mn-lt"/>
                <a:cs typeface="Arial" panose="020B0604020202020204"/>
              </a:rPr>
              <a:t> </a:t>
            </a:r>
            <a:r>
              <a:rPr lang="en-US" sz="2800" dirty="0">
                <a:latin typeface="+mn-lt"/>
                <a:cs typeface="Arial" panose="020B0604020202020204"/>
              </a:rPr>
              <a:t>significance is there any significant difference in mean </a:t>
            </a:r>
            <a:r>
              <a:rPr lang="en-US" sz="2800" spc="-5" dirty="0">
                <a:latin typeface="+mn-lt"/>
                <a:cs typeface="Arial" panose="020B0604020202020204"/>
              </a:rPr>
              <a:t>iron </a:t>
            </a:r>
            <a:r>
              <a:rPr lang="en-US" sz="2800" dirty="0">
                <a:latin typeface="+mn-lt"/>
                <a:cs typeface="Arial" panose="020B0604020202020204"/>
              </a:rPr>
              <a:t>intake among ten </a:t>
            </a:r>
            <a:r>
              <a:rPr lang="en-US" sz="2800" spc="5" dirty="0">
                <a:latin typeface="+mn-lt"/>
                <a:cs typeface="Arial" panose="020B0604020202020204"/>
              </a:rPr>
              <a:t> </a:t>
            </a:r>
            <a:r>
              <a:rPr lang="en-US" sz="2800" dirty="0">
                <a:latin typeface="+mn-lt"/>
                <a:cs typeface="Arial" panose="020B0604020202020204"/>
              </a:rPr>
              <a:t>groups of patients as </a:t>
            </a:r>
            <a:r>
              <a:rPr lang="en-US" sz="2800" spc="5" dirty="0">
                <a:latin typeface="+mn-lt"/>
                <a:cs typeface="Arial" panose="020B0604020202020204"/>
              </a:rPr>
              <a:t>well </a:t>
            </a:r>
            <a:r>
              <a:rPr lang="en-US" sz="2800" dirty="0">
                <a:latin typeface="+mn-lt"/>
                <a:cs typeface="Arial" panose="020B0604020202020204"/>
              </a:rPr>
              <a:t>as </a:t>
            </a:r>
            <a:r>
              <a:rPr lang="en-US" sz="2800" spc="5" dirty="0">
                <a:latin typeface="+mn-lt"/>
                <a:cs typeface="Arial" panose="020B0604020202020204"/>
              </a:rPr>
              <a:t>between </a:t>
            </a:r>
            <a:r>
              <a:rPr lang="en-US" sz="2800" dirty="0">
                <a:latin typeface="+mn-lt"/>
                <a:cs typeface="Arial" panose="020B0604020202020204"/>
              </a:rPr>
              <a:t>three trimesters? </a:t>
            </a:r>
          </a:p>
          <a:p>
            <a:endParaRPr lang="en-IN" dirty="0"/>
          </a:p>
        </p:txBody>
      </p:sp>
      <p:graphicFrame>
        <p:nvGraphicFramePr>
          <p:cNvPr id="5" name="object 7"/>
          <p:cNvGraphicFramePr>
            <a:graphicFrameLocks noGrp="1"/>
          </p:cNvGraphicFramePr>
          <p:nvPr>
            <p:extLst>
              <p:ext uri="{D42A27DB-BD31-4B8C-83A1-F6EECF244321}">
                <p14:modId xmlns:p14="http://schemas.microsoft.com/office/powerpoint/2010/main" val="585475800"/>
              </p:ext>
            </p:extLst>
          </p:nvPr>
        </p:nvGraphicFramePr>
        <p:xfrm>
          <a:off x="260347" y="3350209"/>
          <a:ext cx="13716003" cy="2919188"/>
        </p:xfrm>
        <a:graphic>
          <a:graphicData uri="http://schemas.openxmlformats.org/drawingml/2006/table">
            <a:tbl>
              <a:tblPr firstRow="1" bandRow="1">
                <a:tableStyleId>{2D5ABB26-0587-4C30-8999-92F81FD0307C}</a:tableStyleId>
              </a:tblPr>
              <a:tblGrid>
                <a:gridCol w="313509">
                  <a:extLst>
                    <a:ext uri="{9D8B030D-6E8A-4147-A177-3AD203B41FA5}">
                      <a16:colId xmlns:a16="http://schemas.microsoft.com/office/drawing/2014/main" val="20000"/>
                    </a:ext>
                  </a:extLst>
                </a:gridCol>
                <a:gridCol w="1929339">
                  <a:extLst>
                    <a:ext uri="{9D8B030D-6E8A-4147-A177-3AD203B41FA5}">
                      <a16:colId xmlns:a16="http://schemas.microsoft.com/office/drawing/2014/main" val="20001"/>
                    </a:ext>
                  </a:extLst>
                </a:gridCol>
                <a:gridCol w="1068630">
                  <a:extLst>
                    <a:ext uri="{9D8B030D-6E8A-4147-A177-3AD203B41FA5}">
                      <a16:colId xmlns:a16="http://schemas.microsoft.com/office/drawing/2014/main" val="20002"/>
                    </a:ext>
                  </a:extLst>
                </a:gridCol>
                <a:gridCol w="1103602">
                  <a:extLst>
                    <a:ext uri="{9D8B030D-6E8A-4147-A177-3AD203B41FA5}">
                      <a16:colId xmlns:a16="http://schemas.microsoft.com/office/drawing/2014/main" val="20003"/>
                    </a:ext>
                  </a:extLst>
                </a:gridCol>
                <a:gridCol w="1103602">
                  <a:extLst>
                    <a:ext uri="{9D8B030D-6E8A-4147-A177-3AD203B41FA5}">
                      <a16:colId xmlns:a16="http://schemas.microsoft.com/office/drawing/2014/main" val="20004"/>
                    </a:ext>
                  </a:extLst>
                </a:gridCol>
                <a:gridCol w="1160767">
                  <a:extLst>
                    <a:ext uri="{9D8B030D-6E8A-4147-A177-3AD203B41FA5}">
                      <a16:colId xmlns:a16="http://schemas.microsoft.com/office/drawing/2014/main" val="20005"/>
                    </a:ext>
                  </a:extLst>
                </a:gridCol>
                <a:gridCol w="1198428">
                  <a:extLst>
                    <a:ext uri="{9D8B030D-6E8A-4147-A177-3AD203B41FA5}">
                      <a16:colId xmlns:a16="http://schemas.microsoft.com/office/drawing/2014/main" val="20006"/>
                    </a:ext>
                  </a:extLst>
                </a:gridCol>
                <a:gridCol w="1103601">
                  <a:extLst>
                    <a:ext uri="{9D8B030D-6E8A-4147-A177-3AD203B41FA5}">
                      <a16:colId xmlns:a16="http://schemas.microsoft.com/office/drawing/2014/main" val="20007"/>
                    </a:ext>
                  </a:extLst>
                </a:gridCol>
                <a:gridCol w="1141934">
                  <a:extLst>
                    <a:ext uri="{9D8B030D-6E8A-4147-A177-3AD203B41FA5}">
                      <a16:colId xmlns:a16="http://schemas.microsoft.com/office/drawing/2014/main" val="20008"/>
                    </a:ext>
                  </a:extLst>
                </a:gridCol>
                <a:gridCol w="1084770">
                  <a:extLst>
                    <a:ext uri="{9D8B030D-6E8A-4147-A177-3AD203B41FA5}">
                      <a16:colId xmlns:a16="http://schemas.microsoft.com/office/drawing/2014/main" val="20009"/>
                    </a:ext>
                  </a:extLst>
                </a:gridCol>
                <a:gridCol w="1122433">
                  <a:extLst>
                    <a:ext uri="{9D8B030D-6E8A-4147-A177-3AD203B41FA5}">
                      <a16:colId xmlns:a16="http://schemas.microsoft.com/office/drawing/2014/main" val="20010"/>
                    </a:ext>
                  </a:extLst>
                </a:gridCol>
                <a:gridCol w="1080736">
                  <a:extLst>
                    <a:ext uri="{9D8B030D-6E8A-4147-A177-3AD203B41FA5}">
                      <a16:colId xmlns:a16="http://schemas.microsoft.com/office/drawing/2014/main" val="20011"/>
                    </a:ext>
                  </a:extLst>
                </a:gridCol>
                <a:gridCol w="304652">
                  <a:extLst>
                    <a:ext uri="{9D8B030D-6E8A-4147-A177-3AD203B41FA5}">
                      <a16:colId xmlns:a16="http://schemas.microsoft.com/office/drawing/2014/main" val="20012"/>
                    </a:ext>
                  </a:extLst>
                </a:gridCol>
              </a:tblGrid>
              <a:tr h="543508">
                <a:tc rowSpan="5">
                  <a:txBody>
                    <a:bodyPr/>
                    <a:lstStyle/>
                    <a:p>
                      <a:pPr>
                        <a:lnSpc>
                          <a:spcPct val="100000"/>
                        </a:lnSpc>
                      </a:pPr>
                      <a:endParaRPr sz="2700" dirty="0">
                        <a:latin typeface="Times New Roman" panose="02020603050405020304"/>
                        <a:cs typeface="Times New Roman" panose="02020603050405020304"/>
                      </a:endParaRPr>
                    </a:p>
                  </a:txBody>
                  <a:tcPr marL="0" marR="0" marT="0" marB="0">
                    <a:lnR w="12700">
                      <a:solidFill>
                        <a:srgbClr val="000000"/>
                      </a:solidFill>
                      <a:prstDash val="solid"/>
                    </a:lnR>
                    <a:lnB w="53975">
                      <a:solidFill>
                        <a:srgbClr val="FBAF17"/>
                      </a:solidFill>
                      <a:prstDash val="solid"/>
                    </a:lnB>
                  </a:tcPr>
                </a:tc>
                <a:tc rowSpan="2">
                  <a:txBody>
                    <a:bodyPr/>
                    <a:lstStyle/>
                    <a:p>
                      <a:pPr marL="41275">
                        <a:lnSpc>
                          <a:spcPct val="100000"/>
                        </a:lnSpc>
                        <a:spcBef>
                          <a:spcPts val="3195"/>
                        </a:spcBef>
                      </a:pPr>
                      <a:r>
                        <a:rPr sz="3200" spc="-15" dirty="0">
                          <a:latin typeface="Arial MT"/>
                          <a:cs typeface="Arial MT"/>
                        </a:rPr>
                        <a:t>Trimester</a:t>
                      </a:r>
                      <a:endParaRPr sz="3200" dirty="0">
                        <a:latin typeface="Arial MT"/>
                        <a:cs typeface="Arial MT"/>
                      </a:endParaRPr>
                    </a:p>
                  </a:txBody>
                  <a:tcPr marL="0" marR="0" marT="405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10">
                  <a:txBody>
                    <a:bodyPr/>
                    <a:lstStyle/>
                    <a:p>
                      <a:pPr marL="1905" algn="ctr">
                        <a:lnSpc>
                          <a:spcPct val="100000"/>
                        </a:lnSpc>
                        <a:spcBef>
                          <a:spcPts val="460"/>
                        </a:spcBef>
                      </a:pPr>
                      <a:r>
                        <a:rPr sz="3200" dirty="0">
                          <a:latin typeface="Arial MT"/>
                          <a:cs typeface="Arial MT"/>
                        </a:rPr>
                        <a:t>Group</a:t>
                      </a:r>
                      <a:r>
                        <a:rPr sz="3200" spc="-35" dirty="0">
                          <a:latin typeface="Arial MT"/>
                          <a:cs typeface="Arial MT"/>
                        </a:rPr>
                        <a:t> </a:t>
                      </a:r>
                      <a:r>
                        <a:rPr sz="3200" spc="-5" dirty="0">
                          <a:latin typeface="Arial MT"/>
                          <a:cs typeface="Arial MT"/>
                        </a:rPr>
                        <a:t>means</a:t>
                      </a:r>
                      <a:r>
                        <a:rPr sz="3200" spc="-30" dirty="0">
                          <a:latin typeface="Arial MT"/>
                          <a:cs typeface="Arial MT"/>
                        </a:rPr>
                        <a:t> </a:t>
                      </a:r>
                      <a:r>
                        <a:rPr sz="3200" dirty="0">
                          <a:latin typeface="Arial MT"/>
                          <a:cs typeface="Arial MT"/>
                        </a:rPr>
                        <a:t>for</a:t>
                      </a:r>
                      <a:r>
                        <a:rPr sz="3200" spc="-20" dirty="0">
                          <a:latin typeface="Arial MT"/>
                          <a:cs typeface="Arial MT"/>
                        </a:rPr>
                        <a:t> </a:t>
                      </a:r>
                      <a:r>
                        <a:rPr sz="3200" dirty="0">
                          <a:latin typeface="Arial MT"/>
                          <a:cs typeface="Arial MT"/>
                        </a:rPr>
                        <a:t>iron</a:t>
                      </a:r>
                      <a:r>
                        <a:rPr sz="3200" spc="-20" dirty="0">
                          <a:latin typeface="Arial MT"/>
                          <a:cs typeface="Arial MT"/>
                        </a:rPr>
                        <a:t> </a:t>
                      </a:r>
                      <a:r>
                        <a:rPr sz="3200" spc="-5" dirty="0">
                          <a:latin typeface="Arial MT"/>
                          <a:cs typeface="Arial MT"/>
                        </a:rPr>
                        <a:t>intake</a:t>
                      </a:r>
                      <a:endParaRPr sz="3200" dirty="0">
                        <a:latin typeface="Arial MT"/>
                        <a:cs typeface="Arial MT"/>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rowSpan="5">
                  <a:txBody>
                    <a:bodyPr/>
                    <a:lstStyle/>
                    <a:p>
                      <a:pPr>
                        <a:lnSpc>
                          <a:spcPct val="100000"/>
                        </a:lnSpc>
                      </a:pPr>
                      <a:endParaRPr sz="27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B w="53975">
                      <a:solidFill>
                        <a:srgbClr val="FF0000"/>
                      </a:solidFill>
                      <a:prstDash val="solid"/>
                    </a:lnB>
                  </a:tcPr>
                </a:tc>
                <a:extLst>
                  <a:ext uri="{0D108BD9-81ED-4DB2-BD59-A6C34878D82A}">
                    <a16:rowId xmlns:a16="http://schemas.microsoft.com/office/drawing/2014/main" val="10000"/>
                  </a:ext>
                </a:extLst>
              </a:tr>
              <a:tr h="629627">
                <a:tc vMerge="1">
                  <a:txBody>
                    <a:bodyPr/>
                    <a:lstStyle/>
                    <a:p>
                      <a:endParaRPr lang="en-US"/>
                    </a:p>
                  </a:txBody>
                  <a:tcPr marL="0" marR="0" marT="0" marB="0">
                    <a:lnR w="12700">
                      <a:solidFill>
                        <a:srgbClr val="000000"/>
                      </a:solidFill>
                      <a:prstDash val="solid"/>
                    </a:lnR>
                    <a:lnB w="53975">
                      <a:solidFill>
                        <a:srgbClr val="FBAF17"/>
                      </a:solidFill>
                      <a:prstDash val="solid"/>
                    </a:lnB>
                  </a:tcPr>
                </a:tc>
                <a:tc vMerge="1">
                  <a:txBody>
                    <a:bodyPr/>
                    <a:lstStyle/>
                    <a:p>
                      <a:endParaRPr lang="en-US"/>
                    </a:p>
                  </a:txBody>
                  <a:tcPr marL="0" marR="0" marT="405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70"/>
                        </a:spcBef>
                      </a:pPr>
                      <a:r>
                        <a:rPr sz="3200" spc="10" dirty="0">
                          <a:latin typeface="Arial MT"/>
                          <a:cs typeface="Arial MT"/>
                        </a:rPr>
                        <a:t>G</a:t>
                      </a:r>
                      <a:r>
                        <a:rPr sz="3150" spc="15" baseline="-11000" dirty="0">
                          <a:latin typeface="Arial MT"/>
                          <a:cs typeface="Arial MT"/>
                        </a:rPr>
                        <a:t>1</a:t>
                      </a:r>
                      <a:endParaRPr sz="3150" baseline="-11000" dirty="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670"/>
                        </a:spcBef>
                      </a:pPr>
                      <a:r>
                        <a:rPr sz="3200" spc="10" dirty="0">
                          <a:latin typeface="Arial MT"/>
                          <a:cs typeface="Arial MT"/>
                        </a:rPr>
                        <a:t>G</a:t>
                      </a:r>
                      <a:r>
                        <a:rPr sz="3150" spc="15" baseline="-11000" dirty="0">
                          <a:latin typeface="Arial MT"/>
                          <a:cs typeface="Arial MT"/>
                        </a:rPr>
                        <a:t>2</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670"/>
                        </a:spcBef>
                      </a:pPr>
                      <a:r>
                        <a:rPr sz="3200" spc="10" dirty="0">
                          <a:latin typeface="Arial MT"/>
                          <a:cs typeface="Arial MT"/>
                        </a:rPr>
                        <a:t>G</a:t>
                      </a:r>
                      <a:r>
                        <a:rPr sz="3150" spc="15" baseline="-11000" dirty="0">
                          <a:latin typeface="Arial MT"/>
                          <a:cs typeface="Arial MT"/>
                        </a:rPr>
                        <a:t>3</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70"/>
                        </a:spcBef>
                      </a:pPr>
                      <a:r>
                        <a:rPr sz="3200" spc="10" dirty="0">
                          <a:latin typeface="Arial MT"/>
                          <a:cs typeface="Arial MT"/>
                        </a:rPr>
                        <a:t>G</a:t>
                      </a:r>
                      <a:r>
                        <a:rPr sz="3150" spc="15" baseline="-11000" dirty="0">
                          <a:latin typeface="Arial MT"/>
                          <a:cs typeface="Arial MT"/>
                        </a:rPr>
                        <a:t>4</a:t>
                      </a:r>
                      <a:endParaRPr sz="3150" baseline="-11000" dirty="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70"/>
                        </a:spcBef>
                      </a:pPr>
                      <a:r>
                        <a:rPr sz="3200" spc="10" dirty="0">
                          <a:latin typeface="Arial MT"/>
                          <a:cs typeface="Arial MT"/>
                        </a:rPr>
                        <a:t>G</a:t>
                      </a:r>
                      <a:r>
                        <a:rPr sz="3150" spc="15" baseline="-11000" dirty="0">
                          <a:latin typeface="Arial MT"/>
                          <a:cs typeface="Arial MT"/>
                        </a:rPr>
                        <a:t>5</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670"/>
                        </a:spcBef>
                      </a:pPr>
                      <a:r>
                        <a:rPr sz="3200" spc="10" dirty="0">
                          <a:latin typeface="Arial MT"/>
                          <a:cs typeface="Arial MT"/>
                        </a:rPr>
                        <a:t>G</a:t>
                      </a:r>
                      <a:r>
                        <a:rPr sz="3150" spc="15" baseline="-11000" dirty="0">
                          <a:latin typeface="Arial MT"/>
                          <a:cs typeface="Arial MT"/>
                        </a:rPr>
                        <a:t>6</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670"/>
                        </a:spcBef>
                      </a:pPr>
                      <a:r>
                        <a:rPr sz="3200" spc="10" dirty="0">
                          <a:latin typeface="Arial MT"/>
                          <a:cs typeface="Arial MT"/>
                        </a:rPr>
                        <a:t>G</a:t>
                      </a:r>
                      <a:r>
                        <a:rPr sz="3150" spc="15" baseline="-11000" dirty="0">
                          <a:latin typeface="Arial MT"/>
                          <a:cs typeface="Arial MT"/>
                        </a:rPr>
                        <a:t>7</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670"/>
                        </a:spcBef>
                      </a:pPr>
                      <a:r>
                        <a:rPr sz="3200" spc="10" dirty="0">
                          <a:latin typeface="Arial MT"/>
                          <a:cs typeface="Arial MT"/>
                        </a:rPr>
                        <a:t>G</a:t>
                      </a:r>
                      <a:r>
                        <a:rPr sz="3150" spc="15" baseline="-11000" dirty="0">
                          <a:latin typeface="Arial MT"/>
                          <a:cs typeface="Arial MT"/>
                        </a:rPr>
                        <a:t>8</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670"/>
                        </a:spcBef>
                      </a:pPr>
                      <a:r>
                        <a:rPr sz="3200" spc="10" dirty="0">
                          <a:latin typeface="Arial MT"/>
                          <a:cs typeface="Arial MT"/>
                        </a:rPr>
                        <a:t>G</a:t>
                      </a:r>
                      <a:r>
                        <a:rPr sz="3150" spc="15" baseline="-11000" dirty="0">
                          <a:latin typeface="Arial MT"/>
                          <a:cs typeface="Arial MT"/>
                        </a:rPr>
                        <a:t>9</a:t>
                      </a:r>
                      <a:endParaRPr sz="3150" baseline="-11000">
                        <a:latin typeface="Arial MT"/>
                        <a:cs typeface="Arial MT"/>
                      </a:endParaRPr>
                    </a:p>
                  </a:txBody>
                  <a:tcPr marL="0" marR="0" marT="850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1135" algn="r">
                        <a:lnSpc>
                          <a:spcPct val="100000"/>
                        </a:lnSpc>
                        <a:spcBef>
                          <a:spcPts val="1090"/>
                        </a:spcBef>
                      </a:pPr>
                      <a:r>
                        <a:rPr sz="4800" spc="15" baseline="7000" dirty="0">
                          <a:latin typeface="Arial MT"/>
                          <a:cs typeface="Arial MT"/>
                        </a:rPr>
                        <a:t>G</a:t>
                      </a:r>
                      <a:r>
                        <a:rPr sz="2100" spc="10" dirty="0">
                          <a:latin typeface="Arial MT"/>
                          <a:cs typeface="Arial MT"/>
                        </a:rPr>
                        <a:t>10</a:t>
                      </a:r>
                      <a:endParaRPr sz="2100">
                        <a:latin typeface="Arial MT"/>
                        <a:cs typeface="Arial MT"/>
                      </a:endParaRPr>
                    </a:p>
                  </a:txBody>
                  <a:tcPr marL="0" marR="0" marT="138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lang="en-US"/>
                    </a:p>
                  </a:txBody>
                  <a:tcPr marL="0" marR="0" marT="0" marB="0">
                    <a:lnL w="12700">
                      <a:solidFill>
                        <a:srgbClr val="000000"/>
                      </a:solidFill>
                      <a:prstDash val="solid"/>
                    </a:lnL>
                    <a:lnB w="53975">
                      <a:solidFill>
                        <a:srgbClr val="FF0000"/>
                      </a:solidFill>
                      <a:prstDash val="solid"/>
                    </a:lnB>
                  </a:tcPr>
                </a:tc>
                <a:extLst>
                  <a:ext uri="{0D108BD9-81ED-4DB2-BD59-A6C34878D82A}">
                    <a16:rowId xmlns:a16="http://schemas.microsoft.com/office/drawing/2014/main" val="10001"/>
                  </a:ext>
                </a:extLst>
              </a:tr>
              <a:tr h="581116">
                <a:tc vMerge="1">
                  <a:txBody>
                    <a:bodyPr/>
                    <a:lstStyle/>
                    <a:p>
                      <a:endParaRPr lang="en-US"/>
                    </a:p>
                  </a:txBody>
                  <a:tcPr marL="0" marR="0" marT="0" marB="0">
                    <a:lnR w="12700">
                      <a:solidFill>
                        <a:srgbClr val="000000"/>
                      </a:solidFill>
                      <a:prstDash val="solid"/>
                    </a:lnR>
                    <a:lnB w="53975">
                      <a:solidFill>
                        <a:srgbClr val="FBAF17"/>
                      </a:solidFill>
                      <a:prstDash val="solid"/>
                    </a:lnB>
                  </a:tcPr>
                </a:tc>
                <a:tc>
                  <a:txBody>
                    <a:bodyPr/>
                    <a:lstStyle/>
                    <a:p>
                      <a:pPr algn="ctr">
                        <a:lnSpc>
                          <a:spcPct val="100000"/>
                        </a:lnSpc>
                        <a:spcBef>
                          <a:spcPts val="460"/>
                        </a:spcBef>
                      </a:pPr>
                      <a:r>
                        <a:rPr sz="3200" dirty="0">
                          <a:latin typeface="Arial MT"/>
                          <a:cs typeface="Arial MT"/>
                        </a:rPr>
                        <a:t>I</a:t>
                      </a: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5" dirty="0">
                          <a:latin typeface="Arial MT"/>
                          <a:cs typeface="Arial MT"/>
                        </a:rPr>
                        <a:t>11.5</a:t>
                      </a:r>
                      <a:endParaRPr sz="2800" dirty="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19.5</a:t>
                      </a:r>
                      <a:endParaRPr sz="2800" dirty="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18.5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12.5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18.5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16.5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26.5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18.5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16.0</a:t>
                      </a:r>
                      <a:endParaRPr sz="2800" dirty="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54305" algn="r">
                        <a:lnSpc>
                          <a:spcPct val="100000"/>
                        </a:lnSpc>
                        <a:spcBef>
                          <a:spcPts val="730"/>
                        </a:spcBef>
                      </a:pPr>
                      <a:r>
                        <a:rPr sz="2800" spc="-5" dirty="0">
                          <a:latin typeface="Arial MT"/>
                          <a:cs typeface="Arial MT"/>
                        </a:rPr>
                        <a:t>24.5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lang="en-US"/>
                    </a:p>
                  </a:txBody>
                  <a:tcPr marL="0" marR="0" marT="0" marB="0">
                    <a:lnL w="12700">
                      <a:solidFill>
                        <a:srgbClr val="000000"/>
                      </a:solidFill>
                      <a:prstDash val="solid"/>
                    </a:lnL>
                    <a:lnB w="53975">
                      <a:solidFill>
                        <a:srgbClr val="FF0000"/>
                      </a:solidFill>
                      <a:prstDash val="solid"/>
                    </a:lnB>
                  </a:tcPr>
                </a:tc>
                <a:extLst>
                  <a:ext uri="{0D108BD9-81ED-4DB2-BD59-A6C34878D82A}">
                    <a16:rowId xmlns:a16="http://schemas.microsoft.com/office/drawing/2014/main" val="10002"/>
                  </a:ext>
                </a:extLst>
              </a:tr>
              <a:tr h="581116">
                <a:tc vMerge="1">
                  <a:txBody>
                    <a:bodyPr/>
                    <a:lstStyle/>
                    <a:p>
                      <a:endParaRPr lang="en-US"/>
                    </a:p>
                  </a:txBody>
                  <a:tcPr marL="0" marR="0" marT="0" marB="0">
                    <a:lnR w="12700">
                      <a:solidFill>
                        <a:srgbClr val="000000"/>
                      </a:solidFill>
                      <a:prstDash val="solid"/>
                    </a:lnR>
                    <a:lnB w="53975">
                      <a:solidFill>
                        <a:srgbClr val="FBAF17"/>
                      </a:solidFill>
                      <a:prstDash val="solid"/>
                    </a:lnB>
                  </a:tcPr>
                </a:tc>
                <a:tc>
                  <a:txBody>
                    <a:bodyPr/>
                    <a:lstStyle/>
                    <a:p>
                      <a:pPr algn="ctr">
                        <a:lnSpc>
                          <a:spcPct val="100000"/>
                        </a:lnSpc>
                        <a:spcBef>
                          <a:spcPts val="465"/>
                        </a:spcBef>
                      </a:pPr>
                      <a:r>
                        <a:rPr sz="3200" spc="-5" dirty="0">
                          <a:latin typeface="Arial MT"/>
                          <a:cs typeface="Arial MT"/>
                        </a:rPr>
                        <a:t>II</a:t>
                      </a:r>
                      <a:endParaRPr sz="3200">
                        <a:latin typeface="Arial MT"/>
                        <a:cs typeface="Arial MT"/>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27.0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28.0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22.0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21.0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15.0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19.5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20.0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26.0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30.0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54305" algn="r">
                        <a:lnSpc>
                          <a:spcPct val="100000"/>
                        </a:lnSpc>
                        <a:spcBef>
                          <a:spcPts val="730"/>
                        </a:spcBef>
                      </a:pPr>
                      <a:r>
                        <a:rPr sz="2800" spc="-5" dirty="0">
                          <a:latin typeface="Arial MT"/>
                          <a:cs typeface="Arial MT"/>
                        </a:rPr>
                        <a:t>28.5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lang="en-US"/>
                    </a:p>
                  </a:txBody>
                  <a:tcPr marL="0" marR="0" marT="0" marB="0">
                    <a:lnL w="12700">
                      <a:solidFill>
                        <a:srgbClr val="000000"/>
                      </a:solidFill>
                      <a:prstDash val="solid"/>
                    </a:lnL>
                    <a:lnB w="53975">
                      <a:solidFill>
                        <a:srgbClr val="FF0000"/>
                      </a:solidFill>
                      <a:prstDash val="solid"/>
                    </a:lnB>
                  </a:tcPr>
                </a:tc>
                <a:extLst>
                  <a:ext uri="{0D108BD9-81ED-4DB2-BD59-A6C34878D82A}">
                    <a16:rowId xmlns:a16="http://schemas.microsoft.com/office/drawing/2014/main" val="10003"/>
                  </a:ext>
                </a:extLst>
              </a:tr>
              <a:tr h="581230">
                <a:tc vMerge="1">
                  <a:txBody>
                    <a:bodyPr/>
                    <a:lstStyle/>
                    <a:p>
                      <a:endParaRPr lang="en-US"/>
                    </a:p>
                  </a:txBody>
                  <a:tcPr marL="0" marR="0" marT="0" marB="0">
                    <a:lnR w="12700">
                      <a:solidFill>
                        <a:srgbClr val="000000"/>
                      </a:solidFill>
                      <a:prstDash val="solid"/>
                    </a:lnR>
                    <a:lnB w="53975">
                      <a:solidFill>
                        <a:srgbClr val="FBAF17"/>
                      </a:solidFill>
                      <a:prstDash val="solid"/>
                    </a:lnB>
                  </a:tcPr>
                </a:tc>
                <a:tc>
                  <a:txBody>
                    <a:bodyPr/>
                    <a:lstStyle/>
                    <a:p>
                      <a:pPr algn="ctr">
                        <a:lnSpc>
                          <a:spcPct val="100000"/>
                        </a:lnSpc>
                        <a:spcBef>
                          <a:spcPts val="465"/>
                        </a:spcBef>
                      </a:pPr>
                      <a:r>
                        <a:rPr sz="3200" spc="-5" dirty="0">
                          <a:latin typeface="Arial MT"/>
                          <a:cs typeface="Arial MT"/>
                        </a:rPr>
                        <a:t>III</a:t>
                      </a:r>
                      <a:endParaRPr sz="3200">
                        <a:latin typeface="Arial MT"/>
                        <a:cs typeface="Arial MT"/>
                      </a:endParaRPr>
                    </a:p>
                  </a:txBody>
                  <a:tcPr marL="0" marR="0" marT="5905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28.0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30.0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26.0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30.0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24.5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28.5</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26.0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30"/>
                        </a:spcBef>
                      </a:pPr>
                      <a:r>
                        <a:rPr sz="2800" spc="-5" dirty="0">
                          <a:latin typeface="Arial MT"/>
                          <a:cs typeface="Arial MT"/>
                        </a:rPr>
                        <a:t>30.0</a:t>
                      </a:r>
                      <a:endParaRPr sz="280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730"/>
                        </a:spcBef>
                      </a:pPr>
                      <a:r>
                        <a:rPr sz="2800" spc="-5" dirty="0">
                          <a:latin typeface="Arial MT"/>
                          <a:cs typeface="Arial MT"/>
                        </a:rPr>
                        <a:t>27.0</a:t>
                      </a:r>
                      <a:endParaRPr sz="2800" dirty="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54305" algn="r">
                        <a:lnSpc>
                          <a:spcPct val="100000"/>
                        </a:lnSpc>
                        <a:spcBef>
                          <a:spcPts val="730"/>
                        </a:spcBef>
                      </a:pPr>
                      <a:r>
                        <a:rPr sz="2800" spc="-5" dirty="0">
                          <a:latin typeface="Arial MT"/>
                          <a:cs typeface="Arial MT"/>
                        </a:rPr>
                        <a:t>25.5</a:t>
                      </a:r>
                      <a:endParaRPr sz="2800" dirty="0">
                        <a:latin typeface="Arial MT"/>
                        <a:cs typeface="Arial MT"/>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lang="en-US"/>
                    </a:p>
                  </a:txBody>
                  <a:tcPr marL="0" marR="0" marT="0" marB="0">
                    <a:lnL w="12700">
                      <a:solidFill>
                        <a:srgbClr val="000000"/>
                      </a:solidFill>
                      <a:prstDash val="solid"/>
                    </a:lnL>
                    <a:lnB w="53975">
                      <a:solidFill>
                        <a:srgbClr val="FF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32744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endParaRPr lang="en-IN" dirty="0"/>
          </a:p>
        </p:txBody>
      </p:sp>
      <p:sp>
        <p:nvSpPr>
          <p:cNvPr id="4" name="Text Placeholder 3"/>
          <p:cNvSpPr>
            <a:spLocks noGrp="1"/>
          </p:cNvSpPr>
          <p:nvPr>
            <p:ph type="body" sz="quarter" idx="14"/>
          </p:nvPr>
        </p:nvSpPr>
        <p:spPr>
          <a:xfrm>
            <a:off x="380349" y="1219624"/>
            <a:ext cx="12934817" cy="456776"/>
          </a:xfrm>
        </p:spPr>
        <p:txBody>
          <a:bodyPr/>
          <a:lstStyle/>
          <a:p>
            <a:r>
              <a:rPr lang="en-US" sz="2400" spc="-5" dirty="0">
                <a:solidFill>
                  <a:srgbClr val="404040"/>
                </a:solidFill>
                <a:latin typeface="Arial" panose="020B0604020202020204"/>
                <a:cs typeface="Arial" panose="020B0604020202020204"/>
              </a:rPr>
              <a:t>Three</a:t>
            </a:r>
            <a:r>
              <a:rPr lang="en-US" sz="2400" spc="15" dirty="0">
                <a:solidFill>
                  <a:srgbClr val="404040"/>
                </a:solidFill>
                <a:latin typeface="Arial" panose="020B0604020202020204"/>
                <a:cs typeface="Arial" panose="020B0604020202020204"/>
              </a:rPr>
              <a:t> </a:t>
            </a:r>
            <a:r>
              <a:rPr lang="en-US" sz="2400" spc="-10" dirty="0">
                <a:solidFill>
                  <a:srgbClr val="404040"/>
                </a:solidFill>
                <a:latin typeface="Arial" panose="020B0604020202020204"/>
                <a:cs typeface="Arial" panose="020B0604020202020204"/>
              </a:rPr>
              <a:t>drying</a:t>
            </a:r>
            <a:r>
              <a:rPr lang="en-US" sz="2400" spc="45" dirty="0">
                <a:solidFill>
                  <a:srgbClr val="404040"/>
                </a:solidFill>
                <a:latin typeface="Arial" panose="020B0604020202020204"/>
                <a:cs typeface="Arial" panose="020B0604020202020204"/>
              </a:rPr>
              <a:t> </a:t>
            </a:r>
            <a:r>
              <a:rPr lang="en-US" sz="2400" spc="-5" dirty="0">
                <a:solidFill>
                  <a:srgbClr val="404040"/>
                </a:solidFill>
                <a:latin typeface="Arial" panose="020B0604020202020204"/>
                <a:cs typeface="Arial" panose="020B0604020202020204"/>
              </a:rPr>
              <a:t>formulas</a:t>
            </a:r>
            <a:r>
              <a:rPr lang="en-US" sz="2400" spc="20" dirty="0">
                <a:solidFill>
                  <a:srgbClr val="404040"/>
                </a:solidFill>
                <a:latin typeface="Arial" panose="020B0604020202020204"/>
                <a:cs typeface="Arial" panose="020B0604020202020204"/>
              </a:rPr>
              <a:t> </a:t>
            </a:r>
            <a:r>
              <a:rPr lang="en-US" sz="2400" spc="-5" dirty="0">
                <a:solidFill>
                  <a:srgbClr val="404040"/>
                </a:solidFill>
                <a:latin typeface="Arial" panose="020B0604020202020204"/>
                <a:cs typeface="Arial" panose="020B0604020202020204"/>
              </a:rPr>
              <a:t>for</a:t>
            </a:r>
            <a:r>
              <a:rPr lang="en-US" sz="2400" dirty="0">
                <a:solidFill>
                  <a:srgbClr val="404040"/>
                </a:solidFill>
                <a:latin typeface="Arial" panose="020B0604020202020204"/>
                <a:cs typeface="Arial" panose="020B0604020202020204"/>
              </a:rPr>
              <a:t> </a:t>
            </a:r>
            <a:r>
              <a:rPr lang="en-US" sz="2400" spc="-5" dirty="0">
                <a:solidFill>
                  <a:srgbClr val="404040"/>
                </a:solidFill>
                <a:latin typeface="Arial" panose="020B0604020202020204"/>
                <a:cs typeface="Arial" panose="020B0604020202020204"/>
              </a:rPr>
              <a:t>curing</a:t>
            </a:r>
            <a:r>
              <a:rPr lang="en-US" sz="2400" spc="5" dirty="0">
                <a:solidFill>
                  <a:srgbClr val="404040"/>
                </a:solidFill>
                <a:latin typeface="Arial" panose="020B0604020202020204"/>
                <a:cs typeface="Arial" panose="020B0604020202020204"/>
              </a:rPr>
              <a:t> </a:t>
            </a:r>
            <a:r>
              <a:rPr lang="en-US" sz="2400" spc="-5" dirty="0">
                <a:solidFill>
                  <a:srgbClr val="404040"/>
                </a:solidFill>
                <a:latin typeface="Arial" panose="020B0604020202020204"/>
                <a:cs typeface="Arial" panose="020B0604020202020204"/>
              </a:rPr>
              <a:t>glue</a:t>
            </a:r>
            <a:r>
              <a:rPr lang="en-US" sz="2400" spc="15" dirty="0">
                <a:solidFill>
                  <a:srgbClr val="404040"/>
                </a:solidFill>
                <a:latin typeface="Arial" panose="020B0604020202020204"/>
                <a:cs typeface="Arial" panose="020B0604020202020204"/>
              </a:rPr>
              <a:t> </a:t>
            </a:r>
            <a:r>
              <a:rPr lang="en-US" sz="2400" spc="-5" dirty="0">
                <a:solidFill>
                  <a:srgbClr val="404040"/>
                </a:solidFill>
                <a:latin typeface="Arial" panose="020B0604020202020204"/>
                <a:cs typeface="Arial" panose="020B0604020202020204"/>
              </a:rPr>
              <a:t>are</a:t>
            </a:r>
            <a:r>
              <a:rPr lang="en-US" sz="2400" dirty="0">
                <a:solidFill>
                  <a:srgbClr val="404040"/>
                </a:solidFill>
                <a:latin typeface="Arial" panose="020B0604020202020204"/>
                <a:cs typeface="Arial" panose="020B0604020202020204"/>
              </a:rPr>
              <a:t> </a:t>
            </a:r>
            <a:r>
              <a:rPr lang="en-US" sz="2400" spc="-5" dirty="0">
                <a:solidFill>
                  <a:srgbClr val="404040"/>
                </a:solidFill>
                <a:latin typeface="Arial" panose="020B0604020202020204"/>
                <a:cs typeface="Arial" panose="020B0604020202020204"/>
              </a:rPr>
              <a:t>studied</a:t>
            </a:r>
            <a:endParaRPr lang="en-US" sz="2400" dirty="0">
              <a:latin typeface="Arial" panose="020B0604020202020204"/>
              <a:cs typeface="Arial" panose="020B0604020202020204"/>
            </a:endParaRPr>
          </a:p>
          <a:p>
            <a:endParaRPr lang="en-IN" dirty="0"/>
          </a:p>
        </p:txBody>
      </p:sp>
      <p:graphicFrame>
        <p:nvGraphicFramePr>
          <p:cNvPr id="6" name="object 22"/>
          <p:cNvGraphicFramePr>
            <a:graphicFrameLocks noGrp="1"/>
          </p:cNvGraphicFramePr>
          <p:nvPr>
            <p:extLst>
              <p:ext uri="{D42A27DB-BD31-4B8C-83A1-F6EECF244321}">
                <p14:modId xmlns:p14="http://schemas.microsoft.com/office/powerpoint/2010/main" val="2929198536"/>
              </p:ext>
            </p:extLst>
          </p:nvPr>
        </p:nvGraphicFramePr>
        <p:xfrm>
          <a:off x="1708150" y="1981200"/>
          <a:ext cx="10557889" cy="1670906"/>
        </p:xfrm>
        <a:graphic>
          <a:graphicData uri="http://schemas.openxmlformats.org/drawingml/2006/table">
            <a:tbl>
              <a:tblPr firstRow="1" bandRow="1">
                <a:tableStyleId>{2D5ABB26-0587-4C30-8999-92F81FD0307C}</a:tableStyleId>
              </a:tblPr>
              <a:tblGrid>
                <a:gridCol w="2627529">
                  <a:extLst>
                    <a:ext uri="{9D8B030D-6E8A-4147-A177-3AD203B41FA5}">
                      <a16:colId xmlns:a16="http://schemas.microsoft.com/office/drawing/2014/main" val="20000"/>
                    </a:ext>
                  </a:extLst>
                </a:gridCol>
                <a:gridCol w="1300070">
                  <a:extLst>
                    <a:ext uri="{9D8B030D-6E8A-4147-A177-3AD203B41FA5}">
                      <a16:colId xmlns:a16="http://schemas.microsoft.com/office/drawing/2014/main" val="20001"/>
                    </a:ext>
                  </a:extLst>
                </a:gridCol>
                <a:gridCol w="1392703">
                  <a:extLst>
                    <a:ext uri="{9D8B030D-6E8A-4147-A177-3AD203B41FA5}">
                      <a16:colId xmlns:a16="http://schemas.microsoft.com/office/drawing/2014/main" val="20002"/>
                    </a:ext>
                  </a:extLst>
                </a:gridCol>
                <a:gridCol w="1346385">
                  <a:extLst>
                    <a:ext uri="{9D8B030D-6E8A-4147-A177-3AD203B41FA5}">
                      <a16:colId xmlns:a16="http://schemas.microsoft.com/office/drawing/2014/main" val="20003"/>
                    </a:ext>
                  </a:extLst>
                </a:gridCol>
                <a:gridCol w="1328374">
                  <a:extLst>
                    <a:ext uri="{9D8B030D-6E8A-4147-A177-3AD203B41FA5}">
                      <a16:colId xmlns:a16="http://schemas.microsoft.com/office/drawing/2014/main" val="20004"/>
                    </a:ext>
                  </a:extLst>
                </a:gridCol>
                <a:gridCol w="1270478">
                  <a:extLst>
                    <a:ext uri="{9D8B030D-6E8A-4147-A177-3AD203B41FA5}">
                      <a16:colId xmlns:a16="http://schemas.microsoft.com/office/drawing/2014/main" val="20005"/>
                    </a:ext>
                  </a:extLst>
                </a:gridCol>
                <a:gridCol w="1292350">
                  <a:extLst>
                    <a:ext uri="{9D8B030D-6E8A-4147-A177-3AD203B41FA5}">
                      <a16:colId xmlns:a16="http://schemas.microsoft.com/office/drawing/2014/main" val="20006"/>
                    </a:ext>
                  </a:extLst>
                </a:gridCol>
              </a:tblGrid>
              <a:tr h="542208">
                <a:tc>
                  <a:txBody>
                    <a:bodyPr/>
                    <a:lstStyle/>
                    <a:p>
                      <a:pPr marL="140970">
                        <a:lnSpc>
                          <a:spcPct val="100000"/>
                        </a:lnSpc>
                        <a:spcBef>
                          <a:spcPts val="330"/>
                        </a:spcBef>
                      </a:pPr>
                      <a:r>
                        <a:rPr sz="3200" b="1" dirty="0">
                          <a:solidFill>
                            <a:schemeClr val="tx1"/>
                          </a:solidFill>
                          <a:latin typeface="Arial" panose="020B0604020202020204"/>
                          <a:cs typeface="Arial" panose="020B0604020202020204"/>
                        </a:rPr>
                        <a:t>Formula</a:t>
                      </a:r>
                      <a:r>
                        <a:rPr sz="3200" b="1" spc="-180" dirty="0">
                          <a:solidFill>
                            <a:schemeClr val="tx1"/>
                          </a:solidFill>
                          <a:latin typeface="Arial" panose="020B0604020202020204"/>
                          <a:cs typeface="Arial" panose="020B0604020202020204"/>
                        </a:rPr>
                        <a:t> </a:t>
                      </a:r>
                      <a:r>
                        <a:rPr sz="3200" b="1" dirty="0">
                          <a:solidFill>
                            <a:schemeClr val="tx1"/>
                          </a:solidFill>
                          <a:latin typeface="Arial" panose="020B0604020202020204"/>
                          <a:cs typeface="Arial" panose="020B0604020202020204"/>
                        </a:rPr>
                        <a:t>A</a:t>
                      </a:r>
                      <a:endParaRPr sz="3200" dirty="0">
                        <a:solidFill>
                          <a:schemeClr val="tx1"/>
                        </a:solidFill>
                        <a:latin typeface="Arial" panose="020B0604020202020204"/>
                        <a:cs typeface="Arial" panose="020B0604020202020204"/>
                      </a:endParaRPr>
                    </a:p>
                  </a:txBody>
                  <a:tcPr marL="0" marR="0" marT="41910" marB="0">
                    <a:lnL w="6350">
                      <a:solidFill>
                        <a:srgbClr val="C4D4EB"/>
                      </a:solidFill>
                      <a:prstDash val="solid"/>
                    </a:lnL>
                    <a:lnT w="6350">
                      <a:solidFill>
                        <a:srgbClr val="C4D4EB"/>
                      </a:solidFill>
                      <a:prstDash val="solid"/>
                    </a:lnT>
                  </a:tcPr>
                </a:tc>
                <a:tc>
                  <a:txBody>
                    <a:bodyPr/>
                    <a:lstStyle/>
                    <a:p>
                      <a:pPr marL="353060">
                        <a:lnSpc>
                          <a:spcPct val="100000"/>
                        </a:lnSpc>
                        <a:spcBef>
                          <a:spcPts val="330"/>
                        </a:spcBef>
                      </a:pPr>
                      <a:r>
                        <a:rPr sz="3200" b="1" spc="-10" dirty="0">
                          <a:solidFill>
                            <a:schemeClr val="tx1"/>
                          </a:solidFill>
                          <a:latin typeface="Arial" panose="020B0604020202020204"/>
                          <a:cs typeface="Arial" panose="020B0604020202020204"/>
                        </a:rPr>
                        <a:t>13</a:t>
                      </a:r>
                      <a:endParaRPr sz="3200">
                        <a:solidFill>
                          <a:schemeClr val="tx1"/>
                        </a:solidFill>
                        <a:latin typeface="Arial" panose="020B0604020202020204"/>
                        <a:cs typeface="Arial" panose="020B0604020202020204"/>
                      </a:endParaRPr>
                    </a:p>
                  </a:txBody>
                  <a:tcPr marL="0" marR="0" marT="41910" marB="0">
                    <a:lnT w="6350">
                      <a:solidFill>
                        <a:srgbClr val="C4D4EB"/>
                      </a:solidFill>
                      <a:prstDash val="solid"/>
                    </a:lnT>
                  </a:tcPr>
                </a:tc>
                <a:tc>
                  <a:txBody>
                    <a:bodyPr/>
                    <a:lstStyle/>
                    <a:p>
                      <a:pPr marL="478790">
                        <a:lnSpc>
                          <a:spcPct val="100000"/>
                        </a:lnSpc>
                        <a:spcBef>
                          <a:spcPts val="330"/>
                        </a:spcBef>
                      </a:pPr>
                      <a:r>
                        <a:rPr sz="3200" b="1" spc="-10" dirty="0">
                          <a:solidFill>
                            <a:schemeClr val="tx1"/>
                          </a:solidFill>
                          <a:latin typeface="Arial" panose="020B0604020202020204"/>
                          <a:cs typeface="Arial" panose="020B0604020202020204"/>
                        </a:rPr>
                        <a:t>10</a:t>
                      </a:r>
                      <a:endParaRPr sz="3200">
                        <a:solidFill>
                          <a:schemeClr val="tx1"/>
                        </a:solidFill>
                        <a:latin typeface="Arial" panose="020B0604020202020204"/>
                        <a:cs typeface="Arial" panose="020B0604020202020204"/>
                      </a:endParaRPr>
                    </a:p>
                  </a:txBody>
                  <a:tcPr marL="0" marR="0" marT="41910" marB="0">
                    <a:lnT w="6350">
                      <a:solidFill>
                        <a:srgbClr val="C4D4EB"/>
                      </a:solidFill>
                      <a:prstDash val="solid"/>
                    </a:lnT>
                  </a:tcPr>
                </a:tc>
                <a:tc>
                  <a:txBody>
                    <a:bodyPr/>
                    <a:lstStyle/>
                    <a:p>
                      <a:pPr marL="11430" algn="ctr">
                        <a:lnSpc>
                          <a:spcPct val="100000"/>
                        </a:lnSpc>
                        <a:spcBef>
                          <a:spcPts val="330"/>
                        </a:spcBef>
                      </a:pPr>
                      <a:r>
                        <a:rPr sz="3200" b="1" dirty="0">
                          <a:solidFill>
                            <a:schemeClr val="tx1"/>
                          </a:solidFill>
                          <a:latin typeface="Arial" panose="020B0604020202020204"/>
                          <a:cs typeface="Arial" panose="020B0604020202020204"/>
                        </a:rPr>
                        <a:t>8</a:t>
                      </a:r>
                      <a:endParaRPr sz="3200">
                        <a:solidFill>
                          <a:schemeClr val="tx1"/>
                        </a:solidFill>
                        <a:latin typeface="Arial" panose="020B0604020202020204"/>
                        <a:cs typeface="Arial" panose="020B0604020202020204"/>
                      </a:endParaRPr>
                    </a:p>
                  </a:txBody>
                  <a:tcPr marL="0" marR="0" marT="41910" marB="0">
                    <a:lnT w="6350">
                      <a:solidFill>
                        <a:srgbClr val="C4D4EB"/>
                      </a:solidFill>
                      <a:prstDash val="solid"/>
                    </a:lnT>
                  </a:tcPr>
                </a:tc>
                <a:tc>
                  <a:txBody>
                    <a:bodyPr/>
                    <a:lstStyle/>
                    <a:p>
                      <a:pPr marR="9525" algn="ctr">
                        <a:lnSpc>
                          <a:spcPts val="3755"/>
                        </a:lnSpc>
                      </a:pPr>
                      <a:r>
                        <a:rPr sz="3200" b="1" spc="-185" dirty="0">
                          <a:solidFill>
                            <a:schemeClr val="tx1"/>
                          </a:solidFill>
                          <a:latin typeface="Arial" panose="020B0604020202020204"/>
                          <a:cs typeface="Arial" panose="020B0604020202020204"/>
                        </a:rPr>
                        <a:t>11</a:t>
                      </a:r>
                      <a:endParaRPr sz="3200">
                        <a:solidFill>
                          <a:schemeClr val="tx1"/>
                        </a:solidFill>
                        <a:latin typeface="Arial" panose="020B0604020202020204"/>
                        <a:cs typeface="Arial" panose="020B0604020202020204"/>
                      </a:endParaRPr>
                    </a:p>
                  </a:txBody>
                  <a:tcPr marL="0" marR="0" marT="0" marB="0">
                    <a:lnT w="6350">
                      <a:solidFill>
                        <a:srgbClr val="C4D4EB"/>
                      </a:solidFill>
                      <a:prstDash val="solid"/>
                    </a:lnT>
                  </a:tcPr>
                </a:tc>
                <a:tc>
                  <a:txBody>
                    <a:bodyPr/>
                    <a:lstStyle/>
                    <a:p>
                      <a:pPr marL="29845" algn="ctr">
                        <a:lnSpc>
                          <a:spcPts val="3755"/>
                        </a:lnSpc>
                      </a:pPr>
                      <a:r>
                        <a:rPr sz="3200" b="1" dirty="0">
                          <a:solidFill>
                            <a:schemeClr val="tx1"/>
                          </a:solidFill>
                          <a:latin typeface="Arial" panose="020B0604020202020204"/>
                          <a:cs typeface="Arial" panose="020B0604020202020204"/>
                        </a:rPr>
                        <a:t>8</a:t>
                      </a:r>
                      <a:endParaRPr sz="3200">
                        <a:solidFill>
                          <a:schemeClr val="tx1"/>
                        </a:solidFill>
                        <a:latin typeface="Arial" panose="020B0604020202020204"/>
                        <a:cs typeface="Arial" panose="020B0604020202020204"/>
                      </a:endParaRPr>
                    </a:p>
                  </a:txBody>
                  <a:tcPr marL="0" marR="0" marT="0" marB="0">
                    <a:lnT w="6350">
                      <a:solidFill>
                        <a:srgbClr val="C4D4EB"/>
                      </a:solidFill>
                      <a:prstDash val="solid"/>
                    </a:lnT>
                  </a:tcPr>
                </a:tc>
                <a:tc>
                  <a:txBody>
                    <a:bodyPr/>
                    <a:lstStyle/>
                    <a:p>
                      <a:pPr>
                        <a:lnSpc>
                          <a:spcPct val="100000"/>
                        </a:lnSpc>
                      </a:pPr>
                      <a:endParaRPr sz="2900" dirty="0">
                        <a:solidFill>
                          <a:schemeClr val="tx1"/>
                        </a:solidFill>
                        <a:latin typeface="Times New Roman" panose="02020603050405020304"/>
                        <a:cs typeface="Times New Roman" panose="02020603050405020304"/>
                      </a:endParaRPr>
                    </a:p>
                  </a:txBody>
                  <a:tcPr marL="0" marR="0" marT="0" marB="0">
                    <a:lnR w="6350">
                      <a:solidFill>
                        <a:srgbClr val="C4D4EB"/>
                      </a:solidFill>
                      <a:prstDash val="solid"/>
                    </a:lnR>
                    <a:lnT w="6350">
                      <a:solidFill>
                        <a:srgbClr val="C4D4EB"/>
                      </a:solidFill>
                      <a:prstDash val="solid"/>
                    </a:lnT>
                  </a:tcPr>
                </a:tc>
                <a:extLst>
                  <a:ext uri="{0D108BD9-81ED-4DB2-BD59-A6C34878D82A}">
                    <a16:rowId xmlns:a16="http://schemas.microsoft.com/office/drawing/2014/main" val="10000"/>
                  </a:ext>
                </a:extLst>
              </a:tr>
              <a:tr h="557028">
                <a:tc>
                  <a:txBody>
                    <a:bodyPr/>
                    <a:lstStyle/>
                    <a:p>
                      <a:pPr marL="140970">
                        <a:lnSpc>
                          <a:spcPct val="100000"/>
                        </a:lnSpc>
                        <a:spcBef>
                          <a:spcPts val="450"/>
                        </a:spcBef>
                      </a:pPr>
                      <a:r>
                        <a:rPr sz="3200" b="1" dirty="0">
                          <a:solidFill>
                            <a:schemeClr val="tx1"/>
                          </a:solidFill>
                          <a:latin typeface="Arial" panose="020B0604020202020204"/>
                          <a:cs typeface="Arial" panose="020B0604020202020204"/>
                        </a:rPr>
                        <a:t>Formula</a:t>
                      </a:r>
                      <a:r>
                        <a:rPr sz="3200" b="1" spc="-65" dirty="0">
                          <a:solidFill>
                            <a:schemeClr val="tx1"/>
                          </a:solidFill>
                          <a:latin typeface="Arial" panose="020B0604020202020204"/>
                          <a:cs typeface="Arial" panose="020B0604020202020204"/>
                        </a:rPr>
                        <a:t> </a:t>
                      </a:r>
                      <a:r>
                        <a:rPr sz="3200" b="1" dirty="0">
                          <a:solidFill>
                            <a:schemeClr val="tx1"/>
                          </a:solidFill>
                          <a:latin typeface="Arial" panose="020B0604020202020204"/>
                          <a:cs typeface="Arial" panose="020B0604020202020204"/>
                        </a:rPr>
                        <a:t>B</a:t>
                      </a:r>
                      <a:endParaRPr sz="3200" dirty="0">
                        <a:solidFill>
                          <a:schemeClr val="tx1"/>
                        </a:solidFill>
                        <a:latin typeface="Arial" panose="020B0604020202020204"/>
                        <a:cs typeface="Arial" panose="020B0604020202020204"/>
                      </a:endParaRPr>
                    </a:p>
                  </a:txBody>
                  <a:tcPr marL="0" marR="0" marT="57150" marB="0">
                    <a:lnL w="6350">
                      <a:solidFill>
                        <a:srgbClr val="C4D4EB"/>
                      </a:solidFill>
                      <a:prstDash val="solid"/>
                    </a:lnL>
                  </a:tcPr>
                </a:tc>
                <a:tc>
                  <a:txBody>
                    <a:bodyPr/>
                    <a:lstStyle/>
                    <a:p>
                      <a:pPr marL="353060">
                        <a:lnSpc>
                          <a:spcPct val="100000"/>
                        </a:lnSpc>
                        <a:spcBef>
                          <a:spcPts val="450"/>
                        </a:spcBef>
                      </a:pPr>
                      <a:r>
                        <a:rPr sz="3200" b="1" spc="-10" dirty="0">
                          <a:solidFill>
                            <a:schemeClr val="tx1"/>
                          </a:solidFill>
                          <a:latin typeface="Arial" panose="020B0604020202020204"/>
                          <a:cs typeface="Arial" panose="020B0604020202020204"/>
                        </a:rPr>
                        <a:t>13</a:t>
                      </a:r>
                      <a:endParaRPr sz="3200">
                        <a:solidFill>
                          <a:schemeClr val="tx1"/>
                        </a:solidFill>
                        <a:latin typeface="Arial" panose="020B0604020202020204"/>
                        <a:cs typeface="Arial" panose="020B0604020202020204"/>
                      </a:endParaRPr>
                    </a:p>
                  </a:txBody>
                  <a:tcPr marL="0" marR="0" marT="57150" marB="0"/>
                </a:tc>
                <a:tc>
                  <a:txBody>
                    <a:bodyPr/>
                    <a:lstStyle/>
                    <a:p>
                      <a:pPr marL="490855">
                        <a:lnSpc>
                          <a:spcPct val="100000"/>
                        </a:lnSpc>
                        <a:spcBef>
                          <a:spcPts val="450"/>
                        </a:spcBef>
                      </a:pPr>
                      <a:r>
                        <a:rPr sz="3200" b="1" spc="-185" dirty="0">
                          <a:solidFill>
                            <a:schemeClr val="tx1"/>
                          </a:solidFill>
                          <a:latin typeface="Arial" panose="020B0604020202020204"/>
                          <a:cs typeface="Arial" panose="020B0604020202020204"/>
                        </a:rPr>
                        <a:t>11</a:t>
                      </a:r>
                      <a:endParaRPr sz="3200">
                        <a:solidFill>
                          <a:schemeClr val="tx1"/>
                        </a:solidFill>
                        <a:latin typeface="Arial" panose="020B0604020202020204"/>
                        <a:cs typeface="Arial" panose="020B0604020202020204"/>
                      </a:endParaRPr>
                    </a:p>
                  </a:txBody>
                  <a:tcPr marL="0" marR="0" marT="57150" marB="0"/>
                </a:tc>
                <a:tc>
                  <a:txBody>
                    <a:bodyPr/>
                    <a:lstStyle/>
                    <a:p>
                      <a:pPr marL="10795" algn="ctr">
                        <a:lnSpc>
                          <a:spcPct val="100000"/>
                        </a:lnSpc>
                        <a:spcBef>
                          <a:spcPts val="450"/>
                        </a:spcBef>
                      </a:pPr>
                      <a:r>
                        <a:rPr sz="3200" b="1" spc="-10" dirty="0">
                          <a:solidFill>
                            <a:schemeClr val="tx1"/>
                          </a:solidFill>
                          <a:latin typeface="Arial" panose="020B0604020202020204"/>
                          <a:cs typeface="Arial" panose="020B0604020202020204"/>
                        </a:rPr>
                        <a:t>14</a:t>
                      </a:r>
                      <a:endParaRPr sz="3200">
                        <a:solidFill>
                          <a:schemeClr val="tx1"/>
                        </a:solidFill>
                        <a:latin typeface="Arial" panose="020B0604020202020204"/>
                        <a:cs typeface="Arial" panose="020B0604020202020204"/>
                      </a:endParaRPr>
                    </a:p>
                  </a:txBody>
                  <a:tcPr marL="0" marR="0" marT="57150" marB="0"/>
                </a:tc>
                <a:tc>
                  <a:txBody>
                    <a:bodyPr/>
                    <a:lstStyle/>
                    <a:p>
                      <a:pPr marL="6350" algn="ctr">
                        <a:lnSpc>
                          <a:spcPct val="100000"/>
                        </a:lnSpc>
                        <a:spcBef>
                          <a:spcPts val="35"/>
                        </a:spcBef>
                      </a:pPr>
                      <a:r>
                        <a:rPr sz="3200" b="1" spc="-10" dirty="0">
                          <a:solidFill>
                            <a:schemeClr val="tx1"/>
                          </a:solidFill>
                          <a:latin typeface="Arial" panose="020B0604020202020204"/>
                          <a:cs typeface="Arial" panose="020B0604020202020204"/>
                        </a:rPr>
                        <a:t>14</a:t>
                      </a:r>
                      <a:endParaRPr sz="3200">
                        <a:solidFill>
                          <a:schemeClr val="tx1"/>
                        </a:solidFill>
                        <a:latin typeface="Arial" panose="020B0604020202020204"/>
                        <a:cs typeface="Arial" panose="020B0604020202020204"/>
                      </a:endParaRPr>
                    </a:p>
                  </a:txBody>
                  <a:tcPr marL="0" marR="0" marT="4445" marB="0"/>
                </a:tc>
                <a:tc>
                  <a:txBody>
                    <a:bodyPr/>
                    <a:lstStyle/>
                    <a:p>
                      <a:pPr>
                        <a:lnSpc>
                          <a:spcPct val="100000"/>
                        </a:lnSpc>
                      </a:pPr>
                      <a:endParaRPr sz="2900">
                        <a:solidFill>
                          <a:schemeClr val="tx1"/>
                        </a:solidFill>
                        <a:latin typeface="Times New Roman" panose="02020603050405020304"/>
                        <a:cs typeface="Times New Roman" panose="02020603050405020304"/>
                      </a:endParaRPr>
                    </a:p>
                  </a:txBody>
                  <a:tcPr marL="0" marR="0" marT="0" marB="0"/>
                </a:tc>
                <a:tc>
                  <a:txBody>
                    <a:bodyPr/>
                    <a:lstStyle/>
                    <a:p>
                      <a:pPr>
                        <a:lnSpc>
                          <a:spcPct val="100000"/>
                        </a:lnSpc>
                      </a:pPr>
                      <a:endParaRPr sz="2900">
                        <a:solidFill>
                          <a:schemeClr val="tx1"/>
                        </a:solidFill>
                        <a:latin typeface="Times New Roman" panose="02020603050405020304"/>
                        <a:cs typeface="Times New Roman" panose="02020603050405020304"/>
                      </a:endParaRPr>
                    </a:p>
                  </a:txBody>
                  <a:tcPr marL="0" marR="0" marT="0" marB="0">
                    <a:lnR w="6350">
                      <a:solidFill>
                        <a:srgbClr val="C4D4EB"/>
                      </a:solidFill>
                      <a:prstDash val="solid"/>
                    </a:lnR>
                  </a:tcPr>
                </a:tc>
                <a:extLst>
                  <a:ext uri="{0D108BD9-81ED-4DB2-BD59-A6C34878D82A}">
                    <a16:rowId xmlns:a16="http://schemas.microsoft.com/office/drawing/2014/main" val="10001"/>
                  </a:ext>
                </a:extLst>
              </a:tr>
              <a:tr h="571670">
                <a:tc>
                  <a:txBody>
                    <a:bodyPr/>
                    <a:lstStyle/>
                    <a:p>
                      <a:pPr marL="140970">
                        <a:lnSpc>
                          <a:spcPct val="100000"/>
                        </a:lnSpc>
                        <a:spcBef>
                          <a:spcPts val="450"/>
                        </a:spcBef>
                      </a:pPr>
                      <a:r>
                        <a:rPr sz="3200" b="1" dirty="0">
                          <a:solidFill>
                            <a:schemeClr val="tx1"/>
                          </a:solidFill>
                          <a:latin typeface="Arial" panose="020B0604020202020204"/>
                          <a:cs typeface="Arial" panose="020B0604020202020204"/>
                        </a:rPr>
                        <a:t>Formula</a:t>
                      </a:r>
                      <a:r>
                        <a:rPr sz="3200" b="1" spc="-65" dirty="0">
                          <a:solidFill>
                            <a:schemeClr val="tx1"/>
                          </a:solidFill>
                          <a:latin typeface="Arial" panose="020B0604020202020204"/>
                          <a:cs typeface="Arial" panose="020B0604020202020204"/>
                        </a:rPr>
                        <a:t> </a:t>
                      </a:r>
                      <a:r>
                        <a:rPr sz="3200" b="1" dirty="0">
                          <a:solidFill>
                            <a:schemeClr val="tx1"/>
                          </a:solidFill>
                          <a:latin typeface="Arial" panose="020B0604020202020204"/>
                          <a:cs typeface="Arial" panose="020B0604020202020204"/>
                        </a:rPr>
                        <a:t>C</a:t>
                      </a:r>
                      <a:endParaRPr sz="3200">
                        <a:solidFill>
                          <a:schemeClr val="tx1"/>
                        </a:solidFill>
                        <a:latin typeface="Arial" panose="020B0604020202020204"/>
                        <a:cs typeface="Arial" panose="020B0604020202020204"/>
                      </a:endParaRPr>
                    </a:p>
                  </a:txBody>
                  <a:tcPr marL="0" marR="0" marT="57150" marB="0">
                    <a:lnL w="6350">
                      <a:solidFill>
                        <a:srgbClr val="C4D4EB"/>
                      </a:solidFill>
                      <a:prstDash val="solid"/>
                    </a:lnL>
                    <a:lnB w="6350">
                      <a:solidFill>
                        <a:srgbClr val="C4D4EB"/>
                      </a:solidFill>
                      <a:prstDash val="solid"/>
                    </a:lnB>
                  </a:tcPr>
                </a:tc>
                <a:tc>
                  <a:txBody>
                    <a:bodyPr/>
                    <a:lstStyle/>
                    <a:p>
                      <a:pPr marL="353060">
                        <a:lnSpc>
                          <a:spcPct val="100000"/>
                        </a:lnSpc>
                        <a:spcBef>
                          <a:spcPts val="450"/>
                        </a:spcBef>
                      </a:pPr>
                      <a:r>
                        <a:rPr sz="3200" b="1" spc="-10" dirty="0">
                          <a:solidFill>
                            <a:schemeClr val="tx1"/>
                          </a:solidFill>
                          <a:latin typeface="Arial" panose="020B0604020202020204"/>
                          <a:cs typeface="Arial" panose="020B0604020202020204"/>
                        </a:rPr>
                        <a:t>17</a:t>
                      </a:r>
                      <a:endParaRPr sz="3200">
                        <a:solidFill>
                          <a:schemeClr val="tx1"/>
                        </a:solidFill>
                        <a:latin typeface="Arial" panose="020B0604020202020204"/>
                        <a:cs typeface="Arial" panose="020B0604020202020204"/>
                      </a:endParaRPr>
                    </a:p>
                  </a:txBody>
                  <a:tcPr marL="0" marR="0" marT="57150" marB="0">
                    <a:lnB w="6350">
                      <a:solidFill>
                        <a:srgbClr val="C4D4EB"/>
                      </a:solidFill>
                      <a:prstDash val="solid"/>
                    </a:lnB>
                  </a:tcPr>
                </a:tc>
                <a:tc>
                  <a:txBody>
                    <a:bodyPr/>
                    <a:lstStyle/>
                    <a:p>
                      <a:pPr marL="478790">
                        <a:lnSpc>
                          <a:spcPct val="100000"/>
                        </a:lnSpc>
                        <a:spcBef>
                          <a:spcPts val="450"/>
                        </a:spcBef>
                      </a:pPr>
                      <a:r>
                        <a:rPr sz="3200" b="1" spc="-10" dirty="0">
                          <a:solidFill>
                            <a:schemeClr val="tx1"/>
                          </a:solidFill>
                          <a:latin typeface="Arial" panose="020B0604020202020204"/>
                          <a:cs typeface="Arial" panose="020B0604020202020204"/>
                        </a:rPr>
                        <a:t>14</a:t>
                      </a:r>
                      <a:endParaRPr sz="3200">
                        <a:solidFill>
                          <a:schemeClr val="tx1"/>
                        </a:solidFill>
                        <a:latin typeface="Arial" panose="020B0604020202020204"/>
                        <a:cs typeface="Arial" panose="020B0604020202020204"/>
                      </a:endParaRPr>
                    </a:p>
                  </a:txBody>
                  <a:tcPr marL="0" marR="0" marT="57150" marB="0">
                    <a:lnB w="6350">
                      <a:solidFill>
                        <a:srgbClr val="C4D4EB"/>
                      </a:solidFill>
                      <a:prstDash val="solid"/>
                    </a:lnB>
                  </a:tcPr>
                </a:tc>
                <a:tc>
                  <a:txBody>
                    <a:bodyPr/>
                    <a:lstStyle/>
                    <a:p>
                      <a:pPr marL="10795" algn="ctr">
                        <a:lnSpc>
                          <a:spcPct val="100000"/>
                        </a:lnSpc>
                        <a:spcBef>
                          <a:spcPts val="450"/>
                        </a:spcBef>
                      </a:pPr>
                      <a:r>
                        <a:rPr sz="3200" b="1" spc="-10" dirty="0">
                          <a:solidFill>
                            <a:schemeClr val="tx1"/>
                          </a:solidFill>
                          <a:latin typeface="Arial" panose="020B0604020202020204"/>
                          <a:cs typeface="Arial" panose="020B0604020202020204"/>
                        </a:rPr>
                        <a:t>13</a:t>
                      </a:r>
                      <a:endParaRPr sz="3200">
                        <a:solidFill>
                          <a:schemeClr val="tx1"/>
                        </a:solidFill>
                        <a:latin typeface="Arial" panose="020B0604020202020204"/>
                        <a:cs typeface="Arial" panose="020B0604020202020204"/>
                      </a:endParaRPr>
                    </a:p>
                  </a:txBody>
                  <a:tcPr marL="0" marR="0" marT="57150" marB="0">
                    <a:lnB w="6350">
                      <a:solidFill>
                        <a:srgbClr val="C4D4EB"/>
                      </a:solidFill>
                      <a:prstDash val="solid"/>
                    </a:lnB>
                  </a:tcPr>
                </a:tc>
                <a:tc>
                  <a:txBody>
                    <a:bodyPr/>
                    <a:lstStyle/>
                    <a:p>
                      <a:pPr marL="6350" algn="ctr">
                        <a:lnSpc>
                          <a:spcPct val="100000"/>
                        </a:lnSpc>
                        <a:spcBef>
                          <a:spcPts val="35"/>
                        </a:spcBef>
                      </a:pPr>
                      <a:r>
                        <a:rPr sz="3200" b="1" spc="-10" dirty="0">
                          <a:solidFill>
                            <a:schemeClr val="tx1"/>
                          </a:solidFill>
                          <a:latin typeface="Arial" panose="020B0604020202020204"/>
                          <a:cs typeface="Arial" panose="020B0604020202020204"/>
                        </a:rPr>
                        <a:t>10</a:t>
                      </a:r>
                      <a:endParaRPr sz="3200">
                        <a:solidFill>
                          <a:schemeClr val="tx1"/>
                        </a:solidFill>
                        <a:latin typeface="Arial" panose="020B0604020202020204"/>
                        <a:cs typeface="Arial" panose="020B0604020202020204"/>
                      </a:endParaRPr>
                    </a:p>
                  </a:txBody>
                  <a:tcPr marL="0" marR="0" marT="4445" marB="0">
                    <a:lnB w="6350">
                      <a:solidFill>
                        <a:srgbClr val="C4D4EB"/>
                      </a:solidFill>
                      <a:prstDash val="solid"/>
                    </a:lnB>
                  </a:tcPr>
                </a:tc>
                <a:tc>
                  <a:txBody>
                    <a:bodyPr/>
                    <a:lstStyle/>
                    <a:p>
                      <a:pPr marL="4445" algn="ctr">
                        <a:lnSpc>
                          <a:spcPct val="100000"/>
                        </a:lnSpc>
                        <a:spcBef>
                          <a:spcPts val="35"/>
                        </a:spcBef>
                      </a:pPr>
                      <a:r>
                        <a:rPr sz="3200" b="1" spc="-185" dirty="0">
                          <a:solidFill>
                            <a:schemeClr val="tx1"/>
                          </a:solidFill>
                          <a:latin typeface="Arial" panose="020B0604020202020204"/>
                          <a:cs typeface="Arial" panose="020B0604020202020204"/>
                        </a:rPr>
                        <a:t>11</a:t>
                      </a:r>
                      <a:endParaRPr sz="3200">
                        <a:solidFill>
                          <a:schemeClr val="tx1"/>
                        </a:solidFill>
                        <a:latin typeface="Arial" panose="020B0604020202020204"/>
                        <a:cs typeface="Arial" panose="020B0604020202020204"/>
                      </a:endParaRPr>
                    </a:p>
                  </a:txBody>
                  <a:tcPr marL="0" marR="0" marT="4445" marB="0">
                    <a:lnB w="6350">
                      <a:solidFill>
                        <a:srgbClr val="C4D4EB"/>
                      </a:solidFill>
                      <a:prstDash val="solid"/>
                    </a:lnB>
                  </a:tcPr>
                </a:tc>
                <a:tc>
                  <a:txBody>
                    <a:bodyPr/>
                    <a:lstStyle/>
                    <a:p>
                      <a:pPr marL="421640">
                        <a:lnSpc>
                          <a:spcPct val="100000"/>
                        </a:lnSpc>
                        <a:spcBef>
                          <a:spcPts val="35"/>
                        </a:spcBef>
                      </a:pPr>
                      <a:r>
                        <a:rPr sz="3200" b="1" spc="-10" dirty="0">
                          <a:solidFill>
                            <a:schemeClr val="tx1"/>
                          </a:solidFill>
                          <a:latin typeface="Arial" panose="020B0604020202020204"/>
                          <a:cs typeface="Arial" panose="020B0604020202020204"/>
                        </a:rPr>
                        <a:t>12</a:t>
                      </a:r>
                      <a:endParaRPr sz="3200" dirty="0">
                        <a:solidFill>
                          <a:schemeClr val="tx1"/>
                        </a:solidFill>
                        <a:latin typeface="Arial" panose="020B0604020202020204"/>
                        <a:cs typeface="Arial" panose="020B0604020202020204"/>
                      </a:endParaRPr>
                    </a:p>
                  </a:txBody>
                  <a:tcPr marL="0" marR="0" marT="4445" marB="0">
                    <a:lnR w="6350">
                      <a:solidFill>
                        <a:srgbClr val="C4D4EB"/>
                      </a:solidFill>
                      <a:prstDash val="solid"/>
                    </a:lnR>
                    <a:lnB w="6350">
                      <a:solidFill>
                        <a:srgbClr val="C4D4EB"/>
                      </a:solidFill>
                      <a:prstDash val="solid"/>
                    </a:lnB>
                  </a:tcPr>
                </a:tc>
                <a:extLst>
                  <a:ext uri="{0D108BD9-81ED-4DB2-BD59-A6C34878D82A}">
                    <a16:rowId xmlns:a16="http://schemas.microsoft.com/office/drawing/2014/main" val="10002"/>
                  </a:ext>
                </a:extLst>
              </a:tr>
            </a:tbl>
          </a:graphicData>
        </a:graphic>
      </p:graphicFrame>
      <p:sp>
        <p:nvSpPr>
          <p:cNvPr id="7" name="Rectangle 6"/>
          <p:cNvSpPr/>
          <p:nvPr/>
        </p:nvSpPr>
        <p:spPr>
          <a:xfrm>
            <a:off x="1174750" y="4611469"/>
            <a:ext cx="11963399" cy="369332"/>
          </a:xfrm>
          <a:prstGeom prst="rect">
            <a:avLst/>
          </a:prstGeom>
        </p:spPr>
        <p:txBody>
          <a:bodyPr wrap="square">
            <a:spAutoFit/>
          </a:bodyPr>
          <a:lstStyle/>
          <a:p>
            <a:pPr marL="12700" marR="408305">
              <a:lnSpc>
                <a:spcPct val="100000"/>
              </a:lnSpc>
              <a:spcBef>
                <a:spcPts val="95"/>
              </a:spcBef>
            </a:pPr>
            <a:r>
              <a:rPr lang="en-US" b="1" spc="-55" dirty="0">
                <a:solidFill>
                  <a:srgbClr val="404040"/>
                </a:solidFill>
                <a:latin typeface="Arial" panose="020B0604020202020204"/>
                <a:cs typeface="Arial" panose="020B0604020202020204"/>
              </a:rPr>
              <a:t>Test</a:t>
            </a:r>
            <a:r>
              <a:rPr lang="en-US" b="1" dirty="0">
                <a:solidFill>
                  <a:srgbClr val="404040"/>
                </a:solidFill>
                <a:latin typeface="Arial" panose="020B0604020202020204"/>
                <a:cs typeface="Arial" panose="020B0604020202020204"/>
              </a:rPr>
              <a:t> at </a:t>
            </a:r>
            <a:r>
              <a:rPr lang="en-US" b="1" spc="5" dirty="0">
                <a:solidFill>
                  <a:srgbClr val="404040"/>
                </a:solidFill>
                <a:latin typeface="Arial" panose="020B0604020202020204"/>
                <a:cs typeface="Arial" panose="020B0604020202020204"/>
              </a:rPr>
              <a:t>5% </a:t>
            </a:r>
            <a:r>
              <a:rPr lang="en-US" b="1" spc="-5" dirty="0">
                <a:solidFill>
                  <a:srgbClr val="404040"/>
                </a:solidFill>
                <a:latin typeface="Arial" panose="020B0604020202020204"/>
                <a:cs typeface="Arial" panose="020B0604020202020204"/>
              </a:rPr>
              <a:t>level</a:t>
            </a:r>
            <a:r>
              <a:rPr lang="en-US" b="1"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of</a:t>
            </a:r>
            <a:r>
              <a:rPr lang="en-US" b="1" spc="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significance</a:t>
            </a:r>
            <a:r>
              <a:rPr lang="en-US" b="1" spc="3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whether</a:t>
            </a:r>
            <a:r>
              <a:rPr lang="en-US" b="1" spc="2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is</a:t>
            </a:r>
            <a:r>
              <a:rPr lang="en-US" b="1" spc="10"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any</a:t>
            </a:r>
            <a:r>
              <a:rPr lang="en-US" b="1" spc="1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difference</a:t>
            </a:r>
            <a:r>
              <a:rPr lang="en-US" b="1" spc="3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in</a:t>
            </a:r>
            <a:r>
              <a:rPr lang="en-US" b="1" spc="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the</a:t>
            </a:r>
            <a:r>
              <a:rPr lang="en-US" b="1" spc="10"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mean </a:t>
            </a:r>
            <a:r>
              <a:rPr lang="en-US" b="1" spc="-760"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curing</a:t>
            </a:r>
            <a:r>
              <a:rPr lang="en-US" b="1" spc="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time</a:t>
            </a:r>
            <a:r>
              <a:rPr lang="en-US" b="1" spc="5" dirty="0">
                <a:solidFill>
                  <a:srgbClr val="404040"/>
                </a:solidFill>
                <a:latin typeface="Arial" panose="020B0604020202020204"/>
                <a:cs typeface="Arial" panose="020B0604020202020204"/>
              </a:rPr>
              <a:t> </a:t>
            </a:r>
            <a:r>
              <a:rPr lang="en-US" b="1" spc="-5" dirty="0">
                <a:solidFill>
                  <a:srgbClr val="404040"/>
                </a:solidFill>
                <a:latin typeface="Arial" panose="020B0604020202020204"/>
                <a:cs typeface="Arial" panose="020B0604020202020204"/>
              </a:rPr>
              <a:t>of glue?</a:t>
            </a:r>
            <a:endParaRPr lang="en-US" dirty="0">
              <a:latin typeface="Arial" panose="020B0604020202020204"/>
              <a:cs typeface="Arial" panose="020B0604020202020204"/>
            </a:endParaRPr>
          </a:p>
        </p:txBody>
      </p:sp>
    </p:spTree>
    <p:extLst>
      <p:ext uri="{BB962C8B-B14F-4D97-AF65-F5344CB8AC3E}">
        <p14:creationId xmlns:p14="http://schemas.microsoft.com/office/powerpoint/2010/main" val="3412561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23468" y="381000"/>
            <a:ext cx="12216130" cy="574675"/>
          </a:xfrm>
          <a:prstGeom prst="rect">
            <a:avLst/>
          </a:prstGeom>
        </p:spPr>
        <p:txBody>
          <a:bodyPr vert="horz" wrap="square" lIns="0" tIns="12700" rIns="0" bIns="0" rtlCol="0">
            <a:spAutoFit/>
          </a:bodyPr>
          <a:lstStyle/>
          <a:p>
            <a:pPr marL="12700">
              <a:lnSpc>
                <a:spcPct val="100000"/>
              </a:lnSpc>
              <a:spcBef>
                <a:spcPts val="100"/>
              </a:spcBef>
              <a:tabLst>
                <a:tab pos="5736590" algn="l"/>
              </a:tabLst>
            </a:pPr>
            <a:r>
              <a:rPr lang="en-US" sz="3600" b="1" dirty="0">
                <a:solidFill>
                  <a:srgbClr val="00B0F0"/>
                </a:solidFill>
                <a:latin typeface="Arial" panose="020B0604020202020204"/>
                <a:cs typeface="Arial" panose="020B0604020202020204"/>
              </a:rPr>
              <a:t>Solution:</a:t>
            </a:r>
            <a:endParaRPr lang="en-US" sz="3600" dirty="0">
              <a:solidFill>
                <a:srgbClr val="00B0F0"/>
              </a:solidFill>
              <a:latin typeface="Arial" panose="020B0604020202020204"/>
              <a:cs typeface="Arial" panose="020B0604020202020204"/>
            </a:endParaRPr>
          </a:p>
        </p:txBody>
      </p:sp>
      <p:sp>
        <p:nvSpPr>
          <p:cNvPr id="16" name="TextBox 15"/>
          <p:cNvSpPr txBox="1"/>
          <p:nvPr/>
        </p:nvSpPr>
        <p:spPr>
          <a:xfrm>
            <a:off x="869950" y="1595870"/>
            <a:ext cx="9009902" cy="523220"/>
          </a:xfrm>
          <a:prstGeom prst="rect">
            <a:avLst/>
          </a:prstGeom>
          <a:noFill/>
        </p:spPr>
        <p:txBody>
          <a:bodyPr wrap="none" rtlCol="0">
            <a:spAutoFit/>
          </a:bodyPr>
          <a:lstStyle/>
          <a:p>
            <a:r>
              <a:rPr lang="en-IN" sz="2800" dirty="0"/>
              <a:t>Step 1: Correction Factor (CF)= G</a:t>
            </a:r>
            <a:r>
              <a:rPr lang="en-IN" sz="2800" baseline="30000" dirty="0"/>
              <a:t>2</a:t>
            </a:r>
            <a:r>
              <a:rPr lang="en-IN" sz="2800" dirty="0"/>
              <a:t> / n = (179)</a:t>
            </a:r>
            <a:r>
              <a:rPr lang="en-IN" sz="2800" baseline="30000" dirty="0"/>
              <a:t>2</a:t>
            </a:r>
            <a:r>
              <a:rPr lang="en-IN" sz="2800" dirty="0"/>
              <a:t> /15 =2136.067</a:t>
            </a:r>
          </a:p>
        </p:txBody>
      </p:sp>
      <mc:AlternateContent xmlns:mc="http://schemas.openxmlformats.org/markup-compatibility/2006" xmlns:a14="http://schemas.microsoft.com/office/drawing/2010/main">
        <mc:Choice Requires="a14">
          <p:sp>
            <p:nvSpPr>
              <p:cNvPr id="17" name="TextBox 16"/>
              <p:cNvSpPr txBox="1"/>
              <p:nvPr/>
            </p:nvSpPr>
            <p:spPr>
              <a:xfrm>
                <a:off x="806837" y="2558611"/>
                <a:ext cx="8796191" cy="595291"/>
              </a:xfrm>
              <a:prstGeom prst="rect">
                <a:avLst/>
              </a:prstGeom>
              <a:noFill/>
            </p:spPr>
            <p:txBody>
              <a:bodyPr wrap="none" rtlCol="0">
                <a:spAutoFit/>
              </a:bodyPr>
              <a:lstStyle/>
              <a:p>
                <a:r>
                  <a:rPr lang="en-IN" sz="2800" dirty="0"/>
                  <a:t>Step 2: SST =</a:t>
                </a:r>
                <a14:m>
                  <m:oMath xmlns:m="http://schemas.openxmlformats.org/officeDocument/2006/math">
                    <m:nary>
                      <m:naryPr>
                        <m:chr m:val="∑"/>
                        <m:subHide m:val="on"/>
                        <m:supHide m:val="on"/>
                        <m:ctrlPr>
                          <a:rPr lang="en-IN" sz="2800" i="1" smtClean="0">
                            <a:latin typeface="Cambria Math" panose="02040503050406030204" pitchFamily="18" charset="0"/>
                          </a:rPr>
                        </m:ctrlPr>
                      </m:naryPr>
                      <m:sub/>
                      <m:sup/>
                      <m:e>
                        <m:nary>
                          <m:naryPr>
                            <m:chr m:val="∑"/>
                            <m:subHide m:val="on"/>
                            <m:supHide m:val="on"/>
                            <m:ctrlPr>
                              <a:rPr lang="en-IN" sz="2800" i="1" smtClean="0">
                                <a:latin typeface="Cambria Math" panose="02040503050406030204" pitchFamily="18" charset="0"/>
                              </a:rPr>
                            </m:ctrlPr>
                          </m:naryPr>
                          <m:sub/>
                          <m:sup/>
                          <m:e>
                            <m:sSubSup>
                              <m:sSubSupPr>
                                <m:ctrlPr>
                                  <a:rPr lang="en-IN" sz="2800" i="1" smtClean="0">
                                    <a:latin typeface="Cambria Math" panose="02040503050406030204" pitchFamily="18" charset="0"/>
                                  </a:rPr>
                                </m:ctrlPr>
                              </m:sSubSupPr>
                              <m:e>
                                <m:r>
                                  <a:rPr lang="en-IN" sz="2800" b="0" i="1" smtClean="0">
                                    <a:latin typeface="Cambria Math" panose="02040503050406030204" pitchFamily="18" charset="0"/>
                                  </a:rPr>
                                  <m:t>𝑥</m:t>
                                </m:r>
                              </m:e>
                              <m:sub>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𝑗</m:t>
                                </m:r>
                              </m:sub>
                              <m:sup>
                                <m:r>
                                  <a:rPr lang="en-IN" sz="2800" b="0" i="1" smtClean="0">
                                    <a:latin typeface="Cambria Math" panose="02040503050406030204" pitchFamily="18" charset="0"/>
                                  </a:rPr>
                                  <m:t>2</m:t>
                                </m:r>
                              </m:sup>
                            </m:sSubSup>
                          </m:e>
                        </m:nary>
                        <m:r>
                          <a:rPr lang="en-IN" sz="2800" b="0" i="1" smtClean="0">
                            <a:latin typeface="Cambria Math" panose="02040503050406030204" pitchFamily="18" charset="0"/>
                          </a:rPr>
                          <m:t>−</m:t>
                        </m:r>
                        <m:r>
                          <a:rPr lang="en-IN" sz="2800" b="0" i="1" smtClean="0">
                            <a:latin typeface="Cambria Math" panose="02040503050406030204" pitchFamily="18" charset="0"/>
                          </a:rPr>
                          <m:t>𝐶𝐹</m:t>
                        </m:r>
                        <m:r>
                          <a:rPr lang="en-IN" sz="2800" b="0" i="1" smtClean="0">
                            <a:latin typeface="Cambria Math" panose="02040503050406030204" pitchFamily="18" charset="0"/>
                          </a:rPr>
                          <m:t>=</m:t>
                        </m:r>
                        <m:r>
                          <a:rPr lang="en-IN" sz="2800" b="0" i="1" smtClean="0">
                            <a:latin typeface="Cambria Math" panose="02040503050406030204" pitchFamily="18" charset="0"/>
                          </a:rPr>
                          <m:t>2219</m:t>
                        </m:r>
                        <m:r>
                          <a:rPr lang="en-IN" sz="2800" b="0" i="1" smtClean="0">
                            <a:latin typeface="Cambria Math" panose="02040503050406030204" pitchFamily="18" charset="0"/>
                          </a:rPr>
                          <m:t>.</m:t>
                        </m:r>
                        <m:r>
                          <a:rPr lang="en-IN" sz="2800" b="0" i="1" smtClean="0">
                            <a:latin typeface="Cambria Math" panose="02040503050406030204" pitchFamily="18" charset="0"/>
                          </a:rPr>
                          <m:t>5</m:t>
                        </m:r>
                        <m:r>
                          <a:rPr lang="en-IN" sz="2800" b="0" i="1" smtClean="0">
                            <a:latin typeface="Cambria Math" panose="02040503050406030204" pitchFamily="18" charset="0"/>
                          </a:rPr>
                          <m:t>−</m:t>
                        </m:r>
                        <m:r>
                          <a:rPr lang="en-IN" sz="2800" b="0" i="1" smtClean="0">
                            <a:latin typeface="Cambria Math" panose="02040503050406030204" pitchFamily="18" charset="0"/>
                          </a:rPr>
                          <m:t>2136</m:t>
                        </m:r>
                        <m:r>
                          <a:rPr lang="en-IN" sz="2800" b="0" i="1" smtClean="0">
                            <a:latin typeface="Cambria Math" panose="02040503050406030204" pitchFamily="18" charset="0"/>
                          </a:rPr>
                          <m:t>.</m:t>
                        </m:r>
                        <m:r>
                          <a:rPr lang="en-IN" sz="2800" b="0" i="1" smtClean="0">
                            <a:latin typeface="Cambria Math" panose="02040503050406030204" pitchFamily="18" charset="0"/>
                          </a:rPr>
                          <m:t>067</m:t>
                        </m:r>
                        <m:r>
                          <a:rPr lang="en-IN" sz="2800" b="0" i="1" smtClean="0">
                            <a:latin typeface="Cambria Math" panose="02040503050406030204" pitchFamily="18" charset="0"/>
                          </a:rPr>
                          <m:t>=</m:t>
                        </m:r>
                        <m:r>
                          <a:rPr lang="en-IN" sz="2800" b="0" i="1" smtClean="0">
                            <a:latin typeface="Cambria Math" panose="02040503050406030204" pitchFamily="18" charset="0"/>
                          </a:rPr>
                          <m:t>82</m:t>
                        </m:r>
                        <m:r>
                          <a:rPr lang="en-IN" sz="2800" b="0" i="1" smtClean="0">
                            <a:latin typeface="Cambria Math" panose="02040503050406030204" pitchFamily="18" charset="0"/>
                          </a:rPr>
                          <m:t>.</m:t>
                        </m:r>
                        <m:r>
                          <a:rPr lang="en-IN" sz="2800" b="0" i="1" smtClean="0">
                            <a:latin typeface="Cambria Math" panose="02040503050406030204" pitchFamily="18" charset="0"/>
                          </a:rPr>
                          <m:t>93</m:t>
                        </m:r>
                      </m:e>
                    </m:nary>
                  </m:oMath>
                </a14:m>
                <a:endParaRPr lang="en-IN" sz="28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06837" y="2558611"/>
                <a:ext cx="8796191" cy="595291"/>
              </a:xfrm>
              <a:prstGeom prst="rect">
                <a:avLst/>
              </a:prstGeom>
              <a:blipFill rotWithShape="1">
                <a:blip r:embed="rId2"/>
                <a:stretch>
                  <a:fillRect l="-4" t="-33" r="6" b="8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869950" y="3374173"/>
                <a:ext cx="7793865" cy="845681"/>
              </a:xfrm>
              <a:prstGeom prst="rect">
                <a:avLst/>
              </a:prstGeom>
              <a:noFill/>
            </p:spPr>
            <p:txBody>
              <a:bodyPr wrap="none" rtlCol="0">
                <a:spAutoFit/>
              </a:bodyPr>
              <a:lstStyle/>
              <a:p>
                <a:r>
                  <a:rPr lang="en-IN" sz="2800" dirty="0"/>
                  <a:t>Step 3: SSTR = </a:t>
                </a:r>
                <a14:m>
                  <m:oMath xmlns:m="http://schemas.openxmlformats.org/officeDocument/2006/math">
                    <m:f>
                      <m:fPr>
                        <m:ctrlPr>
                          <a:rPr lang="en-IN" sz="2800" i="1" smtClean="0">
                            <a:latin typeface="Cambria Math" panose="02040503050406030204" pitchFamily="18" charset="0"/>
                          </a:rPr>
                        </m:ctrlPr>
                      </m:fPr>
                      <m:num>
                        <m:nary>
                          <m:naryPr>
                            <m:chr m:val="∑"/>
                            <m:subHide m:val="on"/>
                            <m:supHide m:val="on"/>
                            <m:ctrlPr>
                              <a:rPr lang="en-IN" sz="2800" i="1" smtClean="0">
                                <a:latin typeface="Cambria Math" panose="02040503050406030204" pitchFamily="18" charset="0"/>
                              </a:rPr>
                            </m:ctrlPr>
                          </m:naryPr>
                          <m:sub/>
                          <m:sup/>
                          <m:e>
                            <m:sSubSup>
                              <m:sSubSupPr>
                                <m:ctrlPr>
                                  <a:rPr lang="en-IN" sz="2800" i="1" smtClean="0">
                                    <a:latin typeface="Cambria Math" panose="02040503050406030204" pitchFamily="18" charset="0"/>
                                  </a:rPr>
                                </m:ctrlPr>
                              </m:sSubSupPr>
                              <m:e>
                                <m:r>
                                  <a:rPr lang="en-IN" sz="2800" b="0" i="1" smtClean="0">
                                    <a:latin typeface="Cambria Math" panose="02040503050406030204" pitchFamily="18" charset="0"/>
                                  </a:rPr>
                                  <m:t>𝐶</m:t>
                                </m:r>
                              </m:e>
                              <m:sub>
                                <m:r>
                                  <a:rPr lang="en-IN" sz="2800" b="0" i="1" smtClean="0">
                                    <a:latin typeface="Cambria Math" panose="02040503050406030204" pitchFamily="18" charset="0"/>
                                  </a:rPr>
                                  <m:t>𝑖</m:t>
                                </m:r>
                              </m:sub>
                              <m:sup>
                                <m:r>
                                  <a:rPr lang="en-IN" sz="2800" b="0" i="1" smtClean="0">
                                    <a:latin typeface="Cambria Math" panose="02040503050406030204" pitchFamily="18" charset="0"/>
                                  </a:rPr>
                                  <m:t>2</m:t>
                                </m:r>
                              </m:sup>
                            </m:sSubSup>
                          </m:e>
                        </m:nary>
                      </m:num>
                      <m:den>
                        <m:sSub>
                          <m:sSubPr>
                            <m:ctrlPr>
                              <a:rPr lang="en-IN" sz="2800" i="1" smtClean="0">
                                <a:latin typeface="Cambria Math" panose="02040503050406030204" pitchFamily="18" charset="0"/>
                              </a:rPr>
                            </m:ctrlPr>
                          </m:sSubPr>
                          <m:e>
                            <m:r>
                              <a:rPr lang="en-IN" sz="2800" b="0" i="1" smtClean="0">
                                <a:latin typeface="Cambria Math" panose="02040503050406030204" pitchFamily="18" charset="0"/>
                              </a:rPr>
                              <m:t>𝑛</m:t>
                            </m:r>
                          </m:e>
                          <m:sub>
                            <m:r>
                              <a:rPr lang="en-IN" sz="2800" b="0" i="1" smtClean="0">
                                <a:latin typeface="Cambria Math" panose="02040503050406030204" pitchFamily="18" charset="0"/>
                              </a:rPr>
                              <m:t>𝑖</m:t>
                            </m:r>
                          </m:sub>
                        </m:sSub>
                      </m:den>
                    </m:f>
                    <m:r>
                      <a:rPr lang="en-IN" sz="2800" b="0" i="1" smtClean="0">
                        <a:latin typeface="Cambria Math" panose="02040503050406030204" pitchFamily="18" charset="0"/>
                      </a:rPr>
                      <m:t>−</m:t>
                    </m:r>
                    <m:r>
                      <a:rPr lang="en-IN" sz="2800" b="0" i="1" smtClean="0">
                        <a:latin typeface="Cambria Math" panose="02040503050406030204" pitchFamily="18" charset="0"/>
                      </a:rPr>
                      <m:t>𝐶𝐹</m:t>
                    </m:r>
                    <m:r>
                      <a:rPr lang="en-IN" sz="2800" b="0" i="1" smtClean="0">
                        <a:latin typeface="Cambria Math" panose="02040503050406030204" pitchFamily="18" charset="0"/>
                      </a:rPr>
                      <m:t>=</m:t>
                    </m:r>
                  </m:oMath>
                </a14:m>
                <a:r>
                  <a:rPr lang="en-IN" sz="2800" dirty="0"/>
                  <a:t>2164.167-2136.067=28.1</a:t>
                </a:r>
              </a:p>
            </p:txBody>
          </p:sp>
        </mc:Choice>
        <mc:Fallback xmlns="">
          <p:sp>
            <p:nvSpPr>
              <p:cNvPr id="18" name="TextBox 17"/>
              <p:cNvSpPr txBox="1">
                <a:spLocks noRot="1" noChangeAspect="1" noMove="1" noResize="1" noEditPoints="1" noAdjustHandles="1" noChangeArrowheads="1" noChangeShapeType="1" noTextEdit="1"/>
              </p:cNvSpPr>
              <p:nvPr/>
            </p:nvSpPr>
            <p:spPr>
              <a:xfrm>
                <a:off x="869950" y="3374173"/>
                <a:ext cx="7793865" cy="845681"/>
              </a:xfrm>
              <a:prstGeom prst="rect">
                <a:avLst/>
              </a:prstGeom>
              <a:blipFill rotWithShape="1">
                <a:blip r:embed="rId3"/>
                <a:stretch>
                  <a:fillRect t="-49" r="7" b="3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83907" y="4440125"/>
                <a:ext cx="6771982" cy="523220"/>
              </a:xfrm>
              <a:prstGeom prst="rect">
                <a:avLst/>
              </a:prstGeom>
              <a:noFill/>
            </p:spPr>
            <p:txBody>
              <a:bodyPr wrap="none" rtlCol="0">
                <a:spAutoFit/>
              </a:bodyPr>
              <a:lstStyle/>
              <a:p>
                <a:r>
                  <a:rPr lang="en-IN" sz="2800" dirty="0"/>
                  <a:t>Step 4: SSE =</a:t>
                </a:r>
                <a14:m>
                  <m:oMath xmlns:m="http://schemas.openxmlformats.org/officeDocument/2006/math">
                    <m:r>
                      <m:rPr>
                        <m:sty m:val="p"/>
                      </m:rPr>
                      <a:rPr lang="en-IN" sz="2800" b="0" i="0" smtClean="0">
                        <a:latin typeface="Cambria Math" panose="02040503050406030204" pitchFamily="18" charset="0"/>
                      </a:rPr>
                      <m:t>SS</m:t>
                    </m:r>
                    <m:r>
                      <m:rPr>
                        <m:sty m:val="p"/>
                      </m:rPr>
                      <a:rPr lang="en-US" sz="2800" b="0" i="0" smtClean="0">
                        <a:latin typeface="Cambria Math" panose="02040503050406030204" pitchFamily="18" charset="0"/>
                      </a:rPr>
                      <m:t>T</m:t>
                    </m:r>
                    <m:r>
                      <a:rPr lang="en-IN" sz="2800" b="0" i="0" smtClean="0">
                        <a:latin typeface="Cambria Math" panose="02040503050406030204" pitchFamily="18" charset="0"/>
                      </a:rPr>
                      <m:t>−</m:t>
                    </m:r>
                    <m:r>
                      <m:rPr>
                        <m:sty m:val="p"/>
                      </m:rPr>
                      <a:rPr lang="en-US" sz="2800" b="0" i="0" smtClean="0">
                        <a:latin typeface="Cambria Math" panose="02040503050406030204" pitchFamily="18" charset="0"/>
                      </a:rPr>
                      <m:t>SSTR</m:t>
                    </m:r>
                    <m:r>
                      <a:rPr lang="en-IN" sz="2800" b="0" i="1" smtClean="0">
                        <a:latin typeface="Cambria Math" panose="02040503050406030204" pitchFamily="18" charset="0"/>
                      </a:rPr>
                      <m:t>=</m:t>
                    </m:r>
                  </m:oMath>
                </a14:m>
                <a:r>
                  <a:rPr lang="en-IN" sz="2800" dirty="0"/>
                  <a:t>82.93-28.1=54.83</a:t>
                </a:r>
              </a:p>
            </p:txBody>
          </p:sp>
        </mc:Choice>
        <mc:Fallback xmlns="">
          <p:sp>
            <p:nvSpPr>
              <p:cNvPr id="19" name="TextBox 18"/>
              <p:cNvSpPr txBox="1">
                <a:spLocks noRot="1" noChangeAspect="1" noMove="1" noResize="1" noEditPoints="1" noAdjustHandles="1" noChangeArrowheads="1" noChangeShapeType="1" noTextEdit="1"/>
              </p:cNvSpPr>
              <p:nvPr/>
            </p:nvSpPr>
            <p:spPr>
              <a:xfrm>
                <a:off x="883907" y="4440125"/>
                <a:ext cx="6771982" cy="523220"/>
              </a:xfrm>
              <a:prstGeom prst="rect">
                <a:avLst/>
              </a:prstGeom>
              <a:blipFill rotWithShape="1">
                <a:blip r:embed="rId4"/>
                <a:stretch>
                  <a:fillRect l="-9" t="-39" r="5" b="35"/>
                </a:stretch>
              </a:blipFill>
            </p:spPr>
            <p:txBody>
              <a:bodyPr/>
              <a:lstStyle/>
              <a:p>
                <a:r>
                  <a:rPr lang="en-US" altLang="en-US">
                    <a:noFill/>
                  </a:rPr>
                  <a:t> </a:t>
                </a:r>
              </a:p>
            </p:txBody>
          </p:sp>
        </mc:Fallback>
      </mc:AlternateContent>
      <p:sp>
        <p:nvSpPr>
          <p:cNvPr id="20" name="TextBox 19"/>
          <p:cNvSpPr txBox="1"/>
          <p:nvPr/>
        </p:nvSpPr>
        <p:spPr>
          <a:xfrm>
            <a:off x="883907" y="5638800"/>
            <a:ext cx="3193246" cy="523220"/>
          </a:xfrm>
          <a:prstGeom prst="rect">
            <a:avLst/>
          </a:prstGeom>
          <a:noFill/>
        </p:spPr>
        <p:txBody>
          <a:bodyPr wrap="none" rtlCol="0">
            <a:spAutoFit/>
          </a:bodyPr>
          <a:lstStyle/>
          <a:p>
            <a:r>
              <a:rPr lang="en-IN" sz="2800" dirty="0"/>
              <a:t>Step 5: ANOVA Table</a:t>
            </a:r>
          </a:p>
        </p:txBody>
      </p:sp>
      <p:sp>
        <p:nvSpPr>
          <p:cNvPr id="21" name="TextBox 20"/>
          <p:cNvSpPr txBox="1"/>
          <p:nvPr/>
        </p:nvSpPr>
        <p:spPr>
          <a:xfrm>
            <a:off x="2698750" y="1015425"/>
            <a:ext cx="3547959" cy="584775"/>
          </a:xfrm>
          <a:prstGeom prst="rect">
            <a:avLst/>
          </a:prstGeom>
          <a:noFill/>
        </p:spPr>
        <p:txBody>
          <a:bodyPr wrap="none" rtlCol="0">
            <a:spAutoFit/>
          </a:bodyPr>
          <a:lstStyle/>
          <a:p>
            <a:r>
              <a:rPr lang="en-IN" sz="3200" dirty="0"/>
              <a:t>Grand total , G =179</a:t>
            </a:r>
          </a:p>
        </p:txBody>
      </p:sp>
    </p:spTree>
    <p:extLst>
      <p:ext uri="{BB962C8B-B14F-4D97-AF65-F5344CB8AC3E}">
        <p14:creationId xmlns:p14="http://schemas.microsoft.com/office/powerpoint/2010/main" val="423440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41299" y="2006981"/>
          <a:ext cx="13197839" cy="4089907"/>
        </p:xfrm>
        <a:graphic>
          <a:graphicData uri="http://schemas.openxmlformats.org/drawingml/2006/table">
            <a:tbl>
              <a:tblPr firstRow="1" bandRow="1">
                <a:tableStyleId>{2D5ABB26-0587-4C30-8999-92F81FD0307C}</a:tableStyleId>
              </a:tblPr>
              <a:tblGrid>
                <a:gridCol w="3577590">
                  <a:extLst>
                    <a:ext uri="{9D8B030D-6E8A-4147-A177-3AD203B41FA5}">
                      <a16:colId xmlns:a16="http://schemas.microsoft.com/office/drawing/2014/main" val="20000"/>
                    </a:ext>
                  </a:extLst>
                </a:gridCol>
                <a:gridCol w="1408430">
                  <a:extLst>
                    <a:ext uri="{9D8B030D-6E8A-4147-A177-3AD203B41FA5}">
                      <a16:colId xmlns:a16="http://schemas.microsoft.com/office/drawing/2014/main" val="20001"/>
                    </a:ext>
                  </a:extLst>
                </a:gridCol>
                <a:gridCol w="2145664">
                  <a:extLst>
                    <a:ext uri="{9D8B030D-6E8A-4147-A177-3AD203B41FA5}">
                      <a16:colId xmlns:a16="http://schemas.microsoft.com/office/drawing/2014/main" val="20002"/>
                    </a:ext>
                  </a:extLst>
                </a:gridCol>
                <a:gridCol w="3306445">
                  <a:extLst>
                    <a:ext uri="{9D8B030D-6E8A-4147-A177-3AD203B41FA5}">
                      <a16:colId xmlns:a16="http://schemas.microsoft.com/office/drawing/2014/main" val="20003"/>
                    </a:ext>
                  </a:extLst>
                </a:gridCol>
                <a:gridCol w="2759710">
                  <a:extLst>
                    <a:ext uri="{9D8B030D-6E8A-4147-A177-3AD203B41FA5}">
                      <a16:colId xmlns:a16="http://schemas.microsoft.com/office/drawing/2014/main" val="20004"/>
                    </a:ext>
                  </a:extLst>
                </a:gridCol>
              </a:tblGrid>
              <a:tr h="1278509">
                <a:tc>
                  <a:txBody>
                    <a:bodyPr/>
                    <a:lstStyle/>
                    <a:p>
                      <a:pPr marL="836930" marR="725170" indent="-102870">
                        <a:lnSpc>
                          <a:spcPct val="100000"/>
                        </a:lnSpc>
                        <a:spcBef>
                          <a:spcPts val="555"/>
                        </a:spcBef>
                      </a:pPr>
                      <a:r>
                        <a:rPr sz="3600" b="1" spc="-5" dirty="0">
                          <a:latin typeface="Arial" panose="020B0604020202020204"/>
                          <a:cs typeface="Arial" panose="020B0604020202020204"/>
                        </a:rPr>
                        <a:t>Source</a:t>
                      </a:r>
                      <a:r>
                        <a:rPr sz="3600" b="1" spc="-6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dirty="0">
                          <a:latin typeface="Arial" panose="020B0604020202020204"/>
                          <a:cs typeface="Arial" panose="020B0604020202020204"/>
                        </a:rPr>
                        <a:t>variation</a:t>
                      </a:r>
                      <a:endParaRPr sz="3600">
                        <a:latin typeface="Arial" panose="020B0604020202020204"/>
                        <a:cs typeface="Arial" panose="020B0604020202020204"/>
                      </a:endParaRPr>
                    </a:p>
                  </a:txBody>
                  <a:tcPr marL="0" marR="0" marT="7048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2715"/>
                        </a:spcBef>
                      </a:pPr>
                      <a:r>
                        <a:rPr sz="3600" b="1" spc="-5" dirty="0">
                          <a:latin typeface="Arial" panose="020B0604020202020204"/>
                          <a:cs typeface="Arial" panose="020B0604020202020204"/>
                        </a:rPr>
                        <a:t>df</a:t>
                      </a:r>
                      <a:endParaRPr sz="3600">
                        <a:latin typeface="Arial" panose="020B0604020202020204"/>
                        <a:cs typeface="Arial" panose="020B0604020202020204"/>
                      </a:endParaRPr>
                    </a:p>
                  </a:txBody>
                  <a:tcPr marL="0" marR="0" marT="3448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5580" marR="187960" indent="101600">
                        <a:lnSpc>
                          <a:spcPct val="100000"/>
                        </a:lnSpc>
                        <a:spcBef>
                          <a:spcPts val="555"/>
                        </a:spcBef>
                      </a:pPr>
                      <a:r>
                        <a:rPr sz="3600" b="1" dirty="0">
                          <a:latin typeface="Arial" panose="020B0604020202020204"/>
                          <a:cs typeface="Arial" panose="020B0604020202020204"/>
                        </a:rPr>
                        <a:t>Sum of </a:t>
                      </a:r>
                      <a:r>
                        <a:rPr sz="3600" b="1" spc="-990" dirty="0">
                          <a:latin typeface="Arial" panose="020B0604020202020204"/>
                          <a:cs typeface="Arial" panose="020B0604020202020204"/>
                        </a:rPr>
                        <a:t> </a:t>
                      </a:r>
                      <a:r>
                        <a:rPr sz="3600" b="1" dirty="0">
                          <a:latin typeface="Arial" panose="020B0604020202020204"/>
                          <a:cs typeface="Arial" panose="020B0604020202020204"/>
                        </a:rPr>
                        <a:t>squares</a:t>
                      </a:r>
                      <a:endParaRPr sz="3600">
                        <a:latin typeface="Arial" panose="020B0604020202020204"/>
                        <a:cs typeface="Arial" panose="020B0604020202020204"/>
                      </a:endParaRPr>
                    </a:p>
                  </a:txBody>
                  <a:tcPr marL="0" marR="0" marT="7048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775335" marR="247650" indent="-520065">
                        <a:lnSpc>
                          <a:spcPct val="100000"/>
                        </a:lnSpc>
                        <a:spcBef>
                          <a:spcPts val="555"/>
                        </a:spcBef>
                      </a:pPr>
                      <a:r>
                        <a:rPr sz="3600" b="1" spc="-5" dirty="0">
                          <a:latin typeface="Arial" panose="020B0604020202020204"/>
                          <a:cs typeface="Arial" panose="020B0604020202020204"/>
                        </a:rPr>
                        <a:t>Mean</a:t>
                      </a:r>
                      <a:r>
                        <a:rPr sz="3600" b="1" spc="-35" dirty="0">
                          <a:latin typeface="Arial" panose="020B0604020202020204"/>
                          <a:cs typeface="Arial" panose="020B0604020202020204"/>
                        </a:rPr>
                        <a:t> </a:t>
                      </a:r>
                      <a:r>
                        <a:rPr sz="3600" b="1" spc="-5" dirty="0">
                          <a:latin typeface="Arial" panose="020B0604020202020204"/>
                          <a:cs typeface="Arial" panose="020B0604020202020204"/>
                        </a:rPr>
                        <a:t>sum</a:t>
                      </a:r>
                      <a:r>
                        <a:rPr sz="3600" b="1" spc="-30" dirty="0">
                          <a:latin typeface="Arial" panose="020B0604020202020204"/>
                          <a:cs typeface="Arial" panose="020B0604020202020204"/>
                        </a:rPr>
                        <a:t> </a:t>
                      </a:r>
                      <a:r>
                        <a:rPr sz="3600" b="1" dirty="0">
                          <a:latin typeface="Arial" panose="020B0604020202020204"/>
                          <a:cs typeface="Arial" panose="020B0604020202020204"/>
                        </a:rPr>
                        <a:t>of </a:t>
                      </a:r>
                      <a:r>
                        <a:rPr sz="3600" b="1" spc="-985" dirty="0">
                          <a:latin typeface="Arial" panose="020B0604020202020204"/>
                          <a:cs typeface="Arial" panose="020B0604020202020204"/>
                        </a:rPr>
                        <a:t> </a:t>
                      </a:r>
                      <a:r>
                        <a:rPr sz="3600" b="1" spc="-5" dirty="0">
                          <a:latin typeface="Arial" panose="020B0604020202020204"/>
                          <a:cs typeface="Arial" panose="020B0604020202020204"/>
                        </a:rPr>
                        <a:t>squares</a:t>
                      </a:r>
                      <a:endParaRPr sz="3600">
                        <a:latin typeface="Arial" panose="020B0604020202020204"/>
                        <a:cs typeface="Arial" panose="020B0604020202020204"/>
                      </a:endParaRPr>
                    </a:p>
                  </a:txBody>
                  <a:tcPr marL="0" marR="0" marT="7048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69290">
                        <a:lnSpc>
                          <a:spcPct val="100000"/>
                        </a:lnSpc>
                        <a:spcBef>
                          <a:spcPts val="2715"/>
                        </a:spcBef>
                      </a:pPr>
                      <a:r>
                        <a:rPr sz="3600" b="1" spc="-5" dirty="0">
                          <a:latin typeface="Arial" panose="020B0604020202020204"/>
                          <a:cs typeface="Arial" panose="020B0604020202020204"/>
                        </a:rPr>
                        <a:t>F-ratio</a:t>
                      </a:r>
                      <a:endParaRPr sz="3600">
                        <a:latin typeface="Arial" panose="020B0604020202020204"/>
                        <a:cs typeface="Arial" panose="020B0604020202020204"/>
                      </a:endParaRPr>
                    </a:p>
                  </a:txBody>
                  <a:tcPr marL="0" marR="0" marT="3448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0"/>
                  </a:ext>
                </a:extLst>
              </a:tr>
              <a:tr h="965073">
                <a:tc>
                  <a:txBody>
                    <a:bodyPr/>
                    <a:lstStyle/>
                    <a:p>
                      <a:pPr marL="133985">
                        <a:lnSpc>
                          <a:spcPct val="100000"/>
                        </a:lnSpc>
                        <a:spcBef>
                          <a:spcPts val="1480"/>
                        </a:spcBef>
                      </a:pPr>
                      <a:r>
                        <a:rPr sz="3600" spc="-5" dirty="0">
                          <a:latin typeface="Arial MT"/>
                          <a:cs typeface="Arial MT"/>
                        </a:rPr>
                        <a:t>Between</a:t>
                      </a:r>
                      <a:r>
                        <a:rPr sz="3600" spc="-20" dirty="0">
                          <a:latin typeface="Arial MT"/>
                          <a:cs typeface="Arial MT"/>
                        </a:rPr>
                        <a:t> </a:t>
                      </a:r>
                      <a:r>
                        <a:rPr sz="3600" spc="-5" dirty="0">
                          <a:latin typeface="Arial MT"/>
                          <a:cs typeface="Arial MT"/>
                        </a:rPr>
                        <a:t>groups</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480"/>
                        </a:spcBef>
                      </a:pPr>
                      <a:r>
                        <a:rPr sz="3600" dirty="0">
                          <a:latin typeface="Arial MT"/>
                          <a:cs typeface="Arial MT"/>
                        </a:rPr>
                        <a:t>2</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480"/>
                        </a:spcBef>
                      </a:pPr>
                      <a:r>
                        <a:rPr sz="3600" spc="-5" dirty="0">
                          <a:latin typeface="Arial MT"/>
                          <a:cs typeface="Arial MT"/>
                        </a:rPr>
                        <a:t>28.1</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480"/>
                        </a:spcBef>
                      </a:pPr>
                      <a:r>
                        <a:rPr sz="3600" spc="-5" dirty="0">
                          <a:latin typeface="Arial MT"/>
                          <a:cs typeface="Arial MT"/>
                        </a:rPr>
                        <a:t>14.05</a:t>
                      </a:r>
                      <a:endParaRPr sz="3600">
                        <a:latin typeface="Arial MT"/>
                        <a:cs typeface="Arial MT"/>
                      </a:endParaRPr>
                    </a:p>
                  </a:txBody>
                  <a:tcPr marL="0" marR="0" marT="18796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rowSpan="2">
                  <a:txBody>
                    <a:bodyPr/>
                    <a:lstStyle/>
                    <a:p>
                      <a:pPr>
                        <a:lnSpc>
                          <a:spcPct val="100000"/>
                        </a:lnSpc>
                        <a:spcBef>
                          <a:spcPts val="10"/>
                        </a:spcBef>
                      </a:pPr>
                      <a:endParaRPr sz="4350">
                        <a:latin typeface="Times New Roman" panose="02020603050405020304"/>
                        <a:cs typeface="Times New Roman" panose="02020603050405020304"/>
                      </a:endParaRPr>
                    </a:p>
                    <a:p>
                      <a:pPr marL="534670">
                        <a:lnSpc>
                          <a:spcPct val="100000"/>
                        </a:lnSpc>
                      </a:pPr>
                      <a:r>
                        <a:rPr sz="3600" spc="-5" dirty="0">
                          <a:latin typeface="Arial MT"/>
                          <a:cs typeface="Arial MT"/>
                        </a:rPr>
                        <a:t>F=3.078</a:t>
                      </a:r>
                      <a:endParaRPr sz="3600">
                        <a:latin typeface="Arial MT"/>
                        <a:cs typeface="Arial MT"/>
                      </a:endParaRPr>
                    </a:p>
                  </a:txBody>
                  <a:tcPr marL="0" marR="0" marT="127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1"/>
                  </a:ext>
                </a:extLst>
              </a:tr>
              <a:tr h="896746">
                <a:tc>
                  <a:txBody>
                    <a:bodyPr/>
                    <a:lstStyle/>
                    <a:p>
                      <a:pPr marL="133985">
                        <a:lnSpc>
                          <a:spcPct val="100000"/>
                        </a:lnSpc>
                        <a:spcBef>
                          <a:spcPts val="1215"/>
                        </a:spcBef>
                      </a:pPr>
                      <a:r>
                        <a:rPr sz="3600" spc="-5" dirty="0">
                          <a:latin typeface="Arial MT"/>
                          <a:cs typeface="Arial MT"/>
                        </a:rPr>
                        <a:t>Within</a:t>
                      </a:r>
                      <a:r>
                        <a:rPr sz="3600" spc="-30" dirty="0">
                          <a:latin typeface="Arial MT"/>
                          <a:cs typeface="Arial MT"/>
                        </a:rPr>
                        <a:t> </a:t>
                      </a:r>
                      <a:r>
                        <a:rPr sz="3600" dirty="0">
                          <a:latin typeface="Arial MT"/>
                          <a:cs typeface="Arial MT"/>
                        </a:rPr>
                        <a:t>groups</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1215"/>
                        </a:spcBef>
                      </a:pPr>
                      <a:r>
                        <a:rPr sz="3600" spc="-5" dirty="0">
                          <a:latin typeface="Arial MT"/>
                          <a:cs typeface="Arial MT"/>
                        </a:rPr>
                        <a:t>12</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635" algn="ctr">
                        <a:lnSpc>
                          <a:spcPct val="100000"/>
                        </a:lnSpc>
                        <a:spcBef>
                          <a:spcPts val="1215"/>
                        </a:spcBef>
                      </a:pPr>
                      <a:r>
                        <a:rPr sz="3600" spc="-5" dirty="0">
                          <a:latin typeface="Arial MT"/>
                          <a:cs typeface="Arial MT"/>
                        </a:rPr>
                        <a:t>54.83</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algn="ctr">
                        <a:lnSpc>
                          <a:spcPct val="100000"/>
                        </a:lnSpc>
                        <a:spcBef>
                          <a:spcPts val="1215"/>
                        </a:spcBef>
                      </a:pPr>
                      <a:r>
                        <a:rPr sz="3600" spc="-5" dirty="0">
                          <a:latin typeface="Arial MT"/>
                          <a:cs typeface="Arial MT"/>
                        </a:rPr>
                        <a:t>4.569</a:t>
                      </a:r>
                      <a:endParaRPr sz="3600">
                        <a:latin typeface="Arial MT"/>
                        <a:cs typeface="Arial MT"/>
                      </a:endParaRPr>
                    </a:p>
                  </a:txBody>
                  <a:tcPr marL="0" marR="0" marT="15430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vMerge="1">
                  <a:txBody>
                    <a:bodyPr/>
                    <a:lstStyle/>
                    <a:p>
                      <a:endParaRPr lang="en-US"/>
                    </a:p>
                  </a:txBody>
                  <a:tcPr marL="0" marR="0" marT="127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2"/>
                  </a:ext>
                </a:extLst>
              </a:tr>
              <a:tr h="949579">
                <a:tc>
                  <a:txBody>
                    <a:bodyPr/>
                    <a:lstStyle/>
                    <a:p>
                      <a:pPr marL="1270" algn="ctr">
                        <a:lnSpc>
                          <a:spcPct val="100000"/>
                        </a:lnSpc>
                        <a:spcBef>
                          <a:spcPts val="1425"/>
                        </a:spcBef>
                      </a:pPr>
                      <a:r>
                        <a:rPr sz="3600" spc="-80" dirty="0">
                          <a:latin typeface="Arial MT"/>
                          <a:cs typeface="Arial MT"/>
                        </a:rPr>
                        <a:t>Total</a:t>
                      </a:r>
                      <a:endParaRPr sz="3600">
                        <a:latin typeface="Arial MT"/>
                        <a:cs typeface="Arial MT"/>
                      </a:endParaRP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905" algn="ctr">
                        <a:lnSpc>
                          <a:spcPct val="100000"/>
                        </a:lnSpc>
                        <a:spcBef>
                          <a:spcPts val="1425"/>
                        </a:spcBef>
                      </a:pPr>
                      <a:r>
                        <a:rPr sz="3600" dirty="0">
                          <a:latin typeface="Arial MT"/>
                          <a:cs typeface="Arial MT"/>
                        </a:rPr>
                        <a:t>14</a:t>
                      </a:r>
                      <a:endParaRPr sz="3600">
                        <a:latin typeface="Arial MT"/>
                        <a:cs typeface="Arial MT"/>
                      </a:endParaRP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a:txBody>
                    <a:bodyPr/>
                    <a:lstStyle/>
                    <a:p>
                      <a:pPr marL="1270" algn="ctr">
                        <a:lnSpc>
                          <a:spcPct val="100000"/>
                        </a:lnSpc>
                        <a:spcBef>
                          <a:spcPts val="1425"/>
                        </a:spcBef>
                      </a:pPr>
                      <a:r>
                        <a:rPr sz="3600" dirty="0">
                          <a:latin typeface="Arial MT"/>
                          <a:cs typeface="Arial MT"/>
                        </a:rPr>
                        <a:t>82.93</a:t>
                      </a:r>
                    </a:p>
                  </a:txBody>
                  <a:tcPr marL="0" marR="0" marT="180975"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gridSpan="2">
                  <a:txBody>
                    <a:bodyPr/>
                    <a:lstStyle/>
                    <a:p>
                      <a:pPr marL="262890">
                        <a:lnSpc>
                          <a:spcPct val="100000"/>
                        </a:lnSpc>
                        <a:spcBef>
                          <a:spcPts val="1490"/>
                        </a:spcBef>
                      </a:pPr>
                      <a:r>
                        <a:rPr sz="3500" spc="-5" dirty="0">
                          <a:latin typeface="Arial MT"/>
                          <a:cs typeface="Arial MT"/>
                        </a:rPr>
                        <a:t>F(3.078)</a:t>
                      </a:r>
                      <a:r>
                        <a:rPr sz="3500" dirty="0">
                          <a:latin typeface="Arial MT"/>
                          <a:cs typeface="Arial MT"/>
                        </a:rPr>
                        <a:t> &lt; </a:t>
                      </a:r>
                      <a:r>
                        <a:rPr sz="3500" spc="10" dirty="0">
                          <a:latin typeface="Arial MT"/>
                          <a:cs typeface="Arial MT"/>
                        </a:rPr>
                        <a:t>F</a:t>
                      </a:r>
                      <a:r>
                        <a:rPr sz="3450" spc="15" baseline="-11000" dirty="0">
                          <a:latin typeface="Arial MT"/>
                          <a:cs typeface="Arial MT"/>
                        </a:rPr>
                        <a:t>(0.05;</a:t>
                      </a:r>
                      <a:r>
                        <a:rPr sz="3450" spc="30" baseline="-11000" dirty="0">
                          <a:latin typeface="Arial MT"/>
                          <a:cs typeface="Arial MT"/>
                        </a:rPr>
                        <a:t> </a:t>
                      </a:r>
                      <a:r>
                        <a:rPr sz="3450" spc="15" baseline="-11000" dirty="0">
                          <a:latin typeface="Arial MT"/>
                          <a:cs typeface="Arial MT"/>
                        </a:rPr>
                        <a:t>2,</a:t>
                      </a:r>
                      <a:r>
                        <a:rPr sz="3450" spc="517" baseline="-11000" dirty="0">
                          <a:latin typeface="Arial MT"/>
                          <a:cs typeface="Arial MT"/>
                        </a:rPr>
                        <a:t> </a:t>
                      </a:r>
                      <a:r>
                        <a:rPr sz="3450" spc="15" baseline="-11000" dirty="0">
                          <a:latin typeface="Arial MT"/>
                          <a:cs typeface="Arial MT"/>
                        </a:rPr>
                        <a:t>12)</a:t>
                      </a:r>
                      <a:r>
                        <a:rPr sz="3450" spc="37" baseline="-11000" dirty="0">
                          <a:latin typeface="Arial MT"/>
                          <a:cs typeface="Arial MT"/>
                        </a:rPr>
                        <a:t> </a:t>
                      </a:r>
                      <a:r>
                        <a:rPr sz="3500" dirty="0">
                          <a:latin typeface="Arial MT"/>
                          <a:cs typeface="Arial MT"/>
                        </a:rPr>
                        <a:t>= </a:t>
                      </a:r>
                      <a:r>
                        <a:rPr sz="3500" spc="-5" dirty="0">
                          <a:latin typeface="Arial MT"/>
                          <a:cs typeface="Arial MT"/>
                        </a:rPr>
                        <a:t>3.885</a:t>
                      </a:r>
                      <a:endParaRPr sz="3500" dirty="0">
                        <a:latin typeface="Arial MT"/>
                        <a:cs typeface="Arial MT"/>
                      </a:endParaRPr>
                    </a:p>
                  </a:txBody>
                  <a:tcPr marL="0" marR="0" marT="189230" marB="0">
                    <a:lnL w="12700">
                      <a:solidFill>
                        <a:srgbClr val="0000FF"/>
                      </a:solidFill>
                      <a:prstDash val="solid"/>
                    </a:lnL>
                    <a:lnR w="12700">
                      <a:solidFill>
                        <a:srgbClr val="0000FF"/>
                      </a:solidFill>
                      <a:prstDash val="solid"/>
                    </a:lnR>
                    <a:lnT w="12700">
                      <a:solidFill>
                        <a:srgbClr val="0000FF"/>
                      </a:solidFill>
                      <a:prstDash val="solid"/>
                    </a:lnT>
                    <a:lnB w="12700">
                      <a:solidFill>
                        <a:srgbClr val="0000FF"/>
                      </a:solidFill>
                      <a:prstDash val="solid"/>
                    </a:lnB>
                  </a:tcPr>
                </a:tc>
                <a:tc hMerge="1">
                  <a:txBody>
                    <a:bodyPr/>
                    <a:lstStyle/>
                    <a:p>
                      <a:endParaRPr lang="en-US"/>
                    </a:p>
                  </a:txBody>
                  <a:tcPr marL="0" marR="0" marT="0" marB="0"/>
                </a:tc>
                <a:extLst>
                  <a:ext uri="{0D108BD9-81ED-4DB2-BD59-A6C34878D82A}">
                    <a16:rowId xmlns:a16="http://schemas.microsoft.com/office/drawing/2014/main" val="10003"/>
                  </a:ext>
                </a:extLst>
              </a:tr>
            </a:tbl>
          </a:graphicData>
        </a:graphic>
      </p:graphicFrame>
      <p:sp>
        <p:nvSpPr>
          <p:cNvPr id="3" name="object 3"/>
          <p:cNvSpPr txBox="1"/>
          <p:nvPr/>
        </p:nvSpPr>
        <p:spPr>
          <a:xfrm>
            <a:off x="436954" y="894732"/>
            <a:ext cx="12216130" cy="736099"/>
          </a:xfrm>
          <a:prstGeom prst="rect">
            <a:avLst/>
          </a:prstGeom>
        </p:spPr>
        <p:txBody>
          <a:bodyPr vert="horz" wrap="square" lIns="0" tIns="180340" rIns="0" bIns="0" rtlCol="0">
            <a:spAutoFit/>
          </a:bodyPr>
          <a:lstStyle/>
          <a:p>
            <a:pPr marL="832485" algn="ctr">
              <a:lnSpc>
                <a:spcPct val="100000"/>
              </a:lnSpc>
              <a:spcBef>
                <a:spcPts val="1320"/>
              </a:spcBef>
            </a:pPr>
            <a:r>
              <a:rPr sz="3600" b="1" spc="-5" dirty="0">
                <a:solidFill>
                  <a:srgbClr val="FF0000"/>
                </a:solidFill>
                <a:latin typeface="Arial" panose="020B0604020202020204"/>
                <a:cs typeface="Arial" panose="020B0604020202020204"/>
              </a:rPr>
              <a:t>One-way</a:t>
            </a:r>
            <a:r>
              <a:rPr sz="3600" b="1" spc="-155" dirty="0">
                <a:solidFill>
                  <a:srgbClr val="FF0000"/>
                </a:solidFill>
                <a:latin typeface="Arial" panose="020B0604020202020204"/>
                <a:cs typeface="Arial" panose="020B0604020202020204"/>
              </a:rPr>
              <a:t> </a:t>
            </a:r>
            <a:r>
              <a:rPr sz="3600" b="1" spc="-55" dirty="0">
                <a:solidFill>
                  <a:srgbClr val="FF0000"/>
                </a:solidFill>
                <a:latin typeface="Arial" panose="020B0604020202020204"/>
                <a:cs typeface="Arial" panose="020B0604020202020204"/>
              </a:rPr>
              <a:t>ANOVA</a:t>
            </a:r>
            <a:r>
              <a:rPr sz="3600" b="1" spc="-140" dirty="0">
                <a:solidFill>
                  <a:srgbClr val="FF0000"/>
                </a:solidFill>
                <a:latin typeface="Arial" panose="020B0604020202020204"/>
                <a:cs typeface="Arial" panose="020B0604020202020204"/>
              </a:rPr>
              <a:t> </a:t>
            </a:r>
            <a:r>
              <a:rPr sz="3600" b="1" spc="-5" dirty="0">
                <a:solidFill>
                  <a:srgbClr val="FF0000"/>
                </a:solidFill>
                <a:latin typeface="Arial" panose="020B0604020202020204"/>
                <a:cs typeface="Arial" panose="020B0604020202020204"/>
              </a:rPr>
              <a:t>table</a:t>
            </a:r>
            <a:endParaRPr sz="3600" dirty="0">
              <a:latin typeface="Arial" panose="020B0604020202020204"/>
              <a:cs typeface="Arial" panose="020B0604020202020204"/>
            </a:endParaRPr>
          </a:p>
        </p:txBody>
      </p:sp>
      <p:sp>
        <p:nvSpPr>
          <p:cNvPr id="4" name="object 4"/>
          <p:cNvSpPr txBox="1"/>
          <p:nvPr/>
        </p:nvSpPr>
        <p:spPr>
          <a:xfrm>
            <a:off x="468476" y="6176899"/>
            <a:ext cx="13365885" cy="574040"/>
          </a:xfrm>
          <a:prstGeom prst="rect">
            <a:avLst/>
          </a:prstGeom>
        </p:spPr>
        <p:txBody>
          <a:bodyPr vert="horz" wrap="square" lIns="0" tIns="12700" rIns="0" bIns="0" rtlCol="0">
            <a:spAutoFit/>
          </a:bodyPr>
          <a:lstStyle/>
          <a:p>
            <a:pPr marL="38100">
              <a:lnSpc>
                <a:spcPct val="100000"/>
              </a:lnSpc>
              <a:spcBef>
                <a:spcPts val="100"/>
              </a:spcBef>
            </a:pPr>
            <a:r>
              <a:rPr sz="3600" b="1" spc="-5" dirty="0">
                <a:solidFill>
                  <a:srgbClr val="0033CC"/>
                </a:solidFill>
                <a:latin typeface="Arial" panose="020B0604020202020204"/>
                <a:cs typeface="Arial" panose="020B0604020202020204"/>
              </a:rPr>
              <a:t>H</a:t>
            </a:r>
            <a:r>
              <a:rPr sz="3600" b="1" spc="-7" baseline="-21000" dirty="0">
                <a:solidFill>
                  <a:srgbClr val="0033CC"/>
                </a:solidFill>
                <a:latin typeface="Arial" panose="020B0604020202020204"/>
                <a:cs typeface="Arial" panose="020B0604020202020204"/>
              </a:rPr>
              <a:t>0</a:t>
            </a:r>
            <a:r>
              <a:rPr sz="3600" b="1" spc="487" baseline="-21000" dirty="0">
                <a:solidFill>
                  <a:srgbClr val="0033CC"/>
                </a:solidFill>
                <a:latin typeface="Arial" panose="020B0604020202020204"/>
                <a:cs typeface="Arial" panose="020B0604020202020204"/>
              </a:rPr>
              <a:t> </a:t>
            </a:r>
            <a:r>
              <a:rPr sz="3600" b="1" dirty="0">
                <a:solidFill>
                  <a:srgbClr val="0033CC"/>
                </a:solidFill>
                <a:latin typeface="Arial" panose="020B0604020202020204"/>
                <a:cs typeface="Arial" panose="020B0604020202020204"/>
              </a:rPr>
              <a:t> not</a:t>
            </a:r>
            <a:r>
              <a:rPr sz="3600" b="1" spc="5" dirty="0">
                <a:solidFill>
                  <a:srgbClr val="0033CC"/>
                </a:solidFill>
                <a:latin typeface="Arial" panose="020B0604020202020204"/>
                <a:cs typeface="Arial" panose="020B0604020202020204"/>
              </a:rPr>
              <a:t> </a:t>
            </a:r>
            <a:r>
              <a:rPr sz="3600" b="1" spc="-5" dirty="0">
                <a:solidFill>
                  <a:srgbClr val="0033CC"/>
                </a:solidFill>
                <a:latin typeface="Arial" panose="020B0604020202020204"/>
                <a:cs typeface="Arial" panose="020B0604020202020204"/>
              </a:rPr>
              <a:t>rejected </a:t>
            </a:r>
            <a:r>
              <a:rPr sz="3600" spc="-5" dirty="0">
                <a:latin typeface="Arial MT"/>
                <a:cs typeface="Arial MT"/>
              </a:rPr>
              <a:t>and </a:t>
            </a:r>
            <a:r>
              <a:rPr sz="3600" b="1" spc="-5" dirty="0">
                <a:solidFill>
                  <a:srgbClr val="FF0000"/>
                </a:solidFill>
                <a:latin typeface="Arial" panose="020B0604020202020204"/>
                <a:cs typeface="Arial" panose="020B0604020202020204"/>
              </a:rPr>
              <a:t>H</a:t>
            </a:r>
            <a:r>
              <a:rPr sz="3600" b="1" spc="-7" baseline="-21000" dirty="0">
                <a:solidFill>
                  <a:srgbClr val="FF0000"/>
                </a:solidFill>
                <a:latin typeface="Arial" panose="020B0604020202020204"/>
                <a:cs typeface="Arial" panose="020B0604020202020204"/>
              </a:rPr>
              <a:t>1</a:t>
            </a:r>
            <a:r>
              <a:rPr sz="3600" b="1" spc="494" baseline="-21000" dirty="0">
                <a:solidFill>
                  <a:srgbClr val="FF0000"/>
                </a:solidFill>
                <a:latin typeface="Arial" panose="020B0604020202020204"/>
                <a:cs typeface="Arial" panose="020B0604020202020204"/>
              </a:rPr>
              <a:t> </a:t>
            </a:r>
            <a:r>
              <a:rPr sz="3600" b="1" spc="5" dirty="0">
                <a:solidFill>
                  <a:srgbClr val="FF0000"/>
                </a:solidFill>
                <a:latin typeface="Arial" panose="020B0604020202020204"/>
                <a:cs typeface="Arial" panose="020B0604020202020204"/>
              </a:rPr>
              <a:t> </a:t>
            </a:r>
            <a:r>
              <a:rPr sz="3600" b="1" spc="-5" dirty="0">
                <a:solidFill>
                  <a:srgbClr val="FF0000"/>
                </a:solidFill>
                <a:latin typeface="Arial" panose="020B0604020202020204"/>
                <a:cs typeface="Arial" panose="020B0604020202020204"/>
              </a:rPr>
              <a:t>rejected</a:t>
            </a:r>
            <a:r>
              <a:rPr sz="3600" b="1" spc="-20" dirty="0">
                <a:solidFill>
                  <a:srgbClr val="FF0000"/>
                </a:solidFill>
                <a:latin typeface="Arial" panose="020B0604020202020204"/>
                <a:cs typeface="Arial" panose="020B0604020202020204"/>
              </a:rPr>
              <a:t> </a:t>
            </a:r>
            <a:endParaRPr sz="3600" dirty="0">
              <a:latin typeface="Arial" panose="020B0604020202020204"/>
              <a:cs typeface="Arial" panose="020B0604020202020204"/>
            </a:endParaRPr>
          </a:p>
        </p:txBody>
      </p:sp>
      <p:sp>
        <p:nvSpPr>
          <p:cNvPr id="6" name="object 6"/>
          <p:cNvSpPr txBox="1"/>
          <p:nvPr/>
        </p:nvSpPr>
        <p:spPr>
          <a:xfrm>
            <a:off x="9952062" y="6625588"/>
            <a:ext cx="3662679"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0033CC"/>
                </a:solidFill>
                <a:latin typeface="Arial" panose="020B0604020202020204"/>
                <a:cs typeface="Arial" panose="020B0604020202020204"/>
              </a:rPr>
              <a:t>P</a:t>
            </a:r>
            <a:r>
              <a:rPr sz="3600" b="1" spc="-90" dirty="0">
                <a:solidFill>
                  <a:srgbClr val="0033CC"/>
                </a:solidFill>
                <a:latin typeface="Arial" panose="020B0604020202020204"/>
                <a:cs typeface="Arial" panose="020B0604020202020204"/>
              </a:rPr>
              <a:t> </a:t>
            </a:r>
            <a:r>
              <a:rPr sz="3600" b="1" dirty="0">
                <a:solidFill>
                  <a:srgbClr val="0033CC"/>
                </a:solidFill>
                <a:latin typeface="Arial" panose="020B0604020202020204"/>
                <a:cs typeface="Arial" panose="020B0604020202020204"/>
              </a:rPr>
              <a:t>–</a:t>
            </a:r>
            <a:r>
              <a:rPr sz="3600" b="1" spc="-25" dirty="0">
                <a:solidFill>
                  <a:srgbClr val="0033CC"/>
                </a:solidFill>
                <a:latin typeface="Arial" panose="020B0604020202020204"/>
                <a:cs typeface="Arial" panose="020B0604020202020204"/>
              </a:rPr>
              <a:t> </a:t>
            </a:r>
            <a:r>
              <a:rPr sz="3600" b="1" dirty="0">
                <a:solidFill>
                  <a:srgbClr val="0033CC"/>
                </a:solidFill>
                <a:latin typeface="Arial" panose="020B0604020202020204"/>
                <a:cs typeface="Arial" panose="020B0604020202020204"/>
              </a:rPr>
              <a:t>value</a:t>
            </a:r>
            <a:r>
              <a:rPr sz="3600" b="1" spc="-20" dirty="0">
                <a:solidFill>
                  <a:srgbClr val="0033CC"/>
                </a:solidFill>
                <a:latin typeface="Arial" panose="020B0604020202020204"/>
                <a:cs typeface="Arial" panose="020B0604020202020204"/>
              </a:rPr>
              <a:t> </a:t>
            </a:r>
            <a:r>
              <a:rPr sz="3600" b="1" dirty="0">
                <a:solidFill>
                  <a:srgbClr val="0033CC"/>
                </a:solidFill>
                <a:latin typeface="Arial" panose="020B0604020202020204"/>
                <a:cs typeface="Arial" panose="020B0604020202020204"/>
              </a:rPr>
              <a:t>=</a:t>
            </a:r>
            <a:r>
              <a:rPr sz="3600" b="1" spc="-30" dirty="0">
                <a:solidFill>
                  <a:srgbClr val="0033CC"/>
                </a:solidFill>
                <a:latin typeface="Arial" panose="020B0604020202020204"/>
                <a:cs typeface="Arial" panose="020B0604020202020204"/>
              </a:rPr>
              <a:t> </a:t>
            </a:r>
            <a:r>
              <a:rPr sz="3600" b="1" spc="-5" dirty="0">
                <a:solidFill>
                  <a:srgbClr val="0033CC"/>
                </a:solidFill>
                <a:latin typeface="Arial" panose="020B0604020202020204"/>
                <a:cs typeface="Arial" panose="020B0604020202020204"/>
              </a:rPr>
              <a:t>0.084</a:t>
            </a:r>
            <a:endParaRPr sz="3600">
              <a:latin typeface="Arial" panose="020B0604020202020204"/>
              <a:cs typeface="Arial" panose="020B0604020202020204"/>
            </a:endParaRPr>
          </a:p>
        </p:txBody>
      </p:sp>
    </p:spTree>
    <p:extLst>
      <p:ext uri="{BB962C8B-B14F-4D97-AF65-F5344CB8AC3E}">
        <p14:creationId xmlns:p14="http://schemas.microsoft.com/office/powerpoint/2010/main" val="3470565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p:txBody>
          <a:bodyPr/>
          <a:lstStyle/>
          <a:p>
            <a:r>
              <a:rPr lang="en-US" dirty="0"/>
              <a:t>Thanks </a:t>
            </a:r>
            <a:endParaRPr lang="en-IN" dirty="0"/>
          </a:p>
        </p:txBody>
      </p:sp>
    </p:spTree>
    <p:extLst>
      <p:ext uri="{BB962C8B-B14F-4D97-AF65-F5344CB8AC3E}">
        <p14:creationId xmlns:p14="http://schemas.microsoft.com/office/powerpoint/2010/main" val="2312285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cf76f155ced4ddcb4097134ff3c332f xmlns="15d03a25-cda5-4943-9684-7d18d97bb3bc">
      <Terms xmlns="http://schemas.microsoft.com/office/infopath/2007/PartnerControls"/>
    </lcf76f155ced4ddcb4097134ff3c332f>
    <LMS_Mappings xmlns="15d03a25-cda5-4943-9684-7d18d97bb3bc" xsi:nil="true"/>
    <Owner xmlns="15d03a25-cda5-4943-9684-7d18d97bb3bc">
      <UserInfo>
        <DisplayName/>
        <AccountId xsi:nil="true"/>
        <AccountType/>
      </UserInfo>
    </Owner>
    <TaxCatchAll xmlns="1abdae7a-7178-4d1e-9626-01799792f2da" xsi:nil="true"/>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2E401B-8D82-4E01-8845-49B2097A4C2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72E1060-6CCD-40B3-8032-C857193A1598}"/>
</file>

<file path=customXml/itemProps3.xml><?xml version="1.0" encoding="utf-8"?>
<ds:datastoreItem xmlns:ds="http://schemas.openxmlformats.org/officeDocument/2006/customXml" ds:itemID="{654D87E2-F36F-46FB-B0C2-B7BFCC4525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1789</TotalTime>
  <Words>3952</Words>
  <Application>Microsoft Office PowerPoint</Application>
  <PresentationFormat>Custom</PresentationFormat>
  <Paragraphs>711</Paragraphs>
  <Slides>55</Slides>
  <Notes>3</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73" baseType="lpstr">
      <vt:lpstr>Arial</vt:lpstr>
      <vt:lpstr>Arial MT</vt:lpstr>
      <vt:lpstr>Calibri</vt:lpstr>
      <vt:lpstr>Calibri Light</vt:lpstr>
      <vt:lpstr>Cambria</vt:lpstr>
      <vt:lpstr>Cambria Math</vt:lpstr>
      <vt:lpstr>Courier New</vt:lpstr>
      <vt:lpstr>Helvetica</vt:lpstr>
      <vt:lpstr>Helvetica Light</vt:lpstr>
      <vt:lpstr>Helvetica Neue</vt:lpstr>
      <vt:lpstr>Palatino Linotype</vt:lpstr>
      <vt:lpstr>Symbol</vt:lpstr>
      <vt:lpstr>Tahoma</vt:lpstr>
      <vt:lpstr>Times New Roman</vt:lpstr>
      <vt:lpstr>Wingdings</vt:lpstr>
      <vt:lpstr>Office Theme</vt:lpstr>
      <vt:lpstr>2_Office Theme</vt:lpstr>
      <vt:lpstr>Equation</vt:lpstr>
      <vt:lpstr>Introduction to Statistical Methods</vt:lpstr>
      <vt:lpstr>PowerPoint Presentation</vt:lpstr>
      <vt:lpstr>Agenda</vt:lpstr>
      <vt:lpstr>Maximum Likelihood Estimation (MLE)</vt:lpstr>
      <vt:lpstr>Maximum Likelihood Estimation (MLE)</vt:lpstr>
      <vt:lpstr>Maximum Likelihood Estimation (MLE)</vt:lpstr>
      <vt:lpstr>MLE: Example</vt:lpstr>
      <vt:lpstr>…MLE: Example</vt:lpstr>
      <vt:lpstr>…MLE: Example</vt:lpstr>
      <vt:lpstr>…MLE: Example</vt:lpstr>
      <vt:lpstr>…MLE: Example</vt:lpstr>
      <vt:lpstr>MLE: Example</vt:lpstr>
      <vt:lpstr>Maximum Likelihood Estimation (MLE) </vt:lpstr>
      <vt:lpstr>Maximum Likelihood function</vt:lpstr>
      <vt:lpstr>Maximum Likelihood Estimation (MLE) </vt:lpstr>
      <vt:lpstr>MLE for a Binomial distribution parameter</vt:lpstr>
      <vt:lpstr>MLE for Poisson Distribution Parameter</vt:lpstr>
      <vt:lpstr>PowerPoint Presentation</vt:lpstr>
      <vt:lpstr>MLEs for Normal Distribution Parameters</vt:lpstr>
      <vt:lpstr>MLEs for Normal Distribution Parameters</vt:lpstr>
      <vt:lpstr>PowerPoint Presentation</vt:lpstr>
      <vt:lpstr>PowerPoint Presentation</vt:lpstr>
      <vt:lpstr>PowerPoint Presentation</vt:lpstr>
      <vt:lpstr>Analysis of Variance</vt:lpstr>
      <vt:lpstr>PowerPoint Presentation</vt:lpstr>
      <vt:lpstr>One-way Analysis of Variance</vt:lpstr>
      <vt:lpstr>F -Test</vt:lpstr>
      <vt:lpstr>ANOVA Table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Steps involved in two-way ANOVA</vt:lpstr>
      <vt:lpstr>Steps involved in two-way ANOVA</vt:lpstr>
      <vt:lpstr>Steps involved in two-way ANOVA</vt:lpstr>
      <vt:lpstr>vi) ANOVA Table</vt:lpstr>
      <vt:lpstr>PowerPoint Presentation</vt:lpstr>
      <vt:lpstr>PowerPoint Presentation</vt:lpstr>
      <vt:lpstr>PowerPoint Presentation</vt:lpstr>
      <vt:lpstr>PowerPoint Presentation</vt:lpstr>
      <vt:lpstr>Solution:</vt:lpstr>
      <vt:lpstr>PowerPoint Presentation</vt:lpstr>
      <vt:lpstr>PowerPoint Presentation</vt:lpstr>
      <vt:lpstr>Practice Problem :</vt:lpstr>
      <vt:lpstr>PowerPoint Presentation</vt:lpstr>
      <vt:lpstr> Practice Problem : </vt:lpstr>
      <vt:lpstr>Problem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Gokulanand Bhat [MaGE]</dc:creator>
  <cp:lastModifiedBy>Srinath Naidu .</cp:lastModifiedBy>
  <cp:revision>246</cp:revision>
  <dcterms:created xsi:type="dcterms:W3CDTF">2023-02-18T21:20:00Z</dcterms:created>
  <dcterms:modified xsi:type="dcterms:W3CDTF">2026-07-18T11:05:55Z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2022-08-27T05:30:00Z</vt:filetime>
  </property>
  <property fmtid="{D5CDD505-2E9C-101B-9397-08002B2CF9AE}" pid="3" name="Creator">
    <vt:lpwstr>Microsoft® PowerPoint® 2016</vt:lpwstr>
  </property>
  <property fmtid="{D5CDD505-2E9C-101B-9397-08002B2CF9AE}" pid="4" name="LastSaved">
    <vt:filetime>2023-02-18T05:30:00Z</vt:filetime>
  </property>
  <property fmtid="{D5CDD505-2E9C-101B-9397-08002B2CF9AE}" pid="5" name="ICV">
    <vt:lpwstr>5E11781A767A4B3C9BC841E88DDEA4FF_13</vt:lpwstr>
  </property>
  <property fmtid="{D5CDD505-2E9C-101B-9397-08002B2CF9AE}" pid="6" name="KSOProductBuildVer">
    <vt:lpwstr>1033-12.2.0.17562</vt:lpwstr>
  </property>
  <property fmtid="{D5CDD505-2E9C-101B-9397-08002B2CF9AE}" pid="7" name="ContentTypeId">
    <vt:lpwstr>0x01010035A758FEF1429047AE09681CC0F7D167</vt:lpwstr>
  </property>
</Properties>
</file>